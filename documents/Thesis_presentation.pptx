
<file path=[Content_Types].xml><?xml version="1.0" encoding="utf-8"?>
<Types xmlns="http://schemas.openxmlformats.org/package/2006/content-types">
  <Default Extension="png" ContentType="image/png"/>
  <Default Extension="jpeg" ContentType="image/jpeg"/>
  <Default Extension="emf" ContentType="image/x-emf"/>
  <Default Extension="rels" ContentType="application/vnd.openxmlformats-package.relationships+xml"/>
  <Default Extension="xml" ContentType="application/xml"/>
  <Default Extension="gif" ContentType="image/gif"/>
  <Default Extension="jpg" ContentType="image/jpeg"/>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theme/theme4.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bookmarkIdSeed="63">
  <p:sldMasterIdLst>
    <p:sldMasterId id="2147483660" r:id="rId1"/>
    <p:sldMasterId id="2147483672" r:id="rId2"/>
  </p:sldMasterIdLst>
  <p:notesMasterIdLst>
    <p:notesMasterId r:id="rId87"/>
  </p:notesMasterIdLst>
  <p:handoutMasterIdLst>
    <p:handoutMasterId r:id="rId88"/>
  </p:handoutMasterIdLst>
  <p:sldIdLst>
    <p:sldId id="256" r:id="rId3"/>
    <p:sldId id="391" r:id="rId4"/>
    <p:sldId id="396" r:id="rId5"/>
    <p:sldId id="469" r:id="rId6"/>
    <p:sldId id="392" r:id="rId7"/>
    <p:sldId id="484" r:id="rId8"/>
    <p:sldId id="464" r:id="rId9"/>
    <p:sldId id="453" r:id="rId10"/>
    <p:sldId id="470" r:id="rId11"/>
    <p:sldId id="483" r:id="rId12"/>
    <p:sldId id="482" r:id="rId13"/>
    <p:sldId id="485" r:id="rId14"/>
    <p:sldId id="487" r:id="rId15"/>
    <p:sldId id="486" r:id="rId16"/>
    <p:sldId id="488" r:id="rId17"/>
    <p:sldId id="490" r:id="rId18"/>
    <p:sldId id="497" r:id="rId19"/>
    <p:sldId id="489" r:id="rId20"/>
    <p:sldId id="493" r:id="rId21"/>
    <p:sldId id="498" r:id="rId22"/>
    <p:sldId id="491" r:id="rId23"/>
    <p:sldId id="494" r:id="rId24"/>
    <p:sldId id="501" r:id="rId25"/>
    <p:sldId id="468" r:id="rId26"/>
    <p:sldId id="500" r:id="rId27"/>
    <p:sldId id="499" r:id="rId28"/>
    <p:sldId id="502" r:id="rId29"/>
    <p:sldId id="503" r:id="rId30"/>
    <p:sldId id="471" r:id="rId31"/>
    <p:sldId id="475" r:id="rId32"/>
    <p:sldId id="477" r:id="rId33"/>
    <p:sldId id="476" r:id="rId34"/>
    <p:sldId id="478" r:id="rId35"/>
    <p:sldId id="435" r:id="rId36"/>
    <p:sldId id="441" r:id="rId37"/>
    <p:sldId id="479" r:id="rId38"/>
    <p:sldId id="480" r:id="rId39"/>
    <p:sldId id="481" r:id="rId40"/>
    <p:sldId id="472" r:id="rId41"/>
    <p:sldId id="467" r:id="rId42"/>
    <p:sldId id="455" r:id="rId43"/>
    <p:sldId id="394" r:id="rId44"/>
    <p:sldId id="449" r:id="rId45"/>
    <p:sldId id="451" r:id="rId46"/>
    <p:sldId id="452" r:id="rId47"/>
    <p:sldId id="473" r:id="rId48"/>
    <p:sldId id="463" r:id="rId49"/>
    <p:sldId id="462" r:id="rId50"/>
    <p:sldId id="430" r:id="rId51"/>
    <p:sldId id="431" r:id="rId52"/>
    <p:sldId id="402" r:id="rId53"/>
    <p:sldId id="412" r:id="rId54"/>
    <p:sldId id="415" r:id="rId55"/>
    <p:sldId id="411" r:id="rId56"/>
    <p:sldId id="458" r:id="rId57"/>
    <p:sldId id="465" r:id="rId58"/>
    <p:sldId id="424" r:id="rId59"/>
    <p:sldId id="459" r:id="rId60"/>
    <p:sldId id="460" r:id="rId61"/>
    <p:sldId id="420" r:id="rId62"/>
    <p:sldId id="422" r:id="rId63"/>
    <p:sldId id="423" r:id="rId64"/>
    <p:sldId id="426" r:id="rId65"/>
    <p:sldId id="433" r:id="rId66"/>
    <p:sldId id="432" r:id="rId67"/>
    <p:sldId id="439" r:id="rId68"/>
    <p:sldId id="466" r:id="rId69"/>
    <p:sldId id="461" r:id="rId70"/>
    <p:sldId id="436" r:id="rId71"/>
    <p:sldId id="437" r:id="rId72"/>
    <p:sldId id="438" r:id="rId73"/>
    <p:sldId id="446" r:id="rId74"/>
    <p:sldId id="445" r:id="rId75"/>
    <p:sldId id="444" r:id="rId76"/>
    <p:sldId id="454" r:id="rId77"/>
    <p:sldId id="457" r:id="rId78"/>
    <p:sldId id="405" r:id="rId79"/>
    <p:sldId id="404" r:id="rId80"/>
    <p:sldId id="408" r:id="rId81"/>
    <p:sldId id="410" r:id="rId82"/>
    <p:sldId id="447" r:id="rId83"/>
    <p:sldId id="421" r:id="rId84"/>
    <p:sldId id="425" r:id="rId85"/>
    <p:sldId id="427" r:id="rId86"/>
  </p:sldIdLst>
  <p:sldSz cx="9144000" cy="6858000" type="screen4x3"/>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1" name="majid" initials="m" lastIdx="1" clrIdx="0">
    <p:extLst>
      <p:ext uri="{19B8F6BF-5375-455C-9EA6-DF929625EA0E}">
        <p15:presenceInfo xmlns:p15="http://schemas.microsoft.com/office/powerpoint/2012/main" userId="majid" providerId="None"/>
      </p:ext>
    </p:extLst>
  </p:cmAuthor>
</p:cm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FFCCCC"/>
    <a:srgbClr val="B9FFB9"/>
    <a:srgbClr val="FFFFCC"/>
    <a:srgbClr val="BD867C"/>
    <a:srgbClr val="99FF99"/>
    <a:srgbClr val="709582"/>
    <a:srgbClr val="2842AE"/>
    <a:srgbClr val="61D6FF"/>
    <a:srgbClr val="B9EDFF"/>
    <a:srgbClr val="66FFCC"/>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5940675A-B579-460E-94D1-54222C63F5DA}" styleName="No Style, Table Grid">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1612" autoAdjust="0"/>
    <p:restoredTop sz="95052" autoAdjust="0"/>
  </p:normalViewPr>
  <p:slideViewPr>
    <p:cSldViewPr>
      <p:cViewPr varScale="1">
        <p:scale>
          <a:sx n="43" d="100"/>
          <a:sy n="43" d="100"/>
        </p:scale>
        <p:origin x="1416" y="48"/>
      </p:cViewPr>
      <p:guideLst>
        <p:guide orient="horz" pos="2160"/>
        <p:guide pos="2880"/>
      </p:guideLst>
    </p:cSldViewPr>
  </p:slideViewPr>
  <p:notesTextViewPr>
    <p:cViewPr>
      <p:scale>
        <a:sx n="1" d="1"/>
        <a:sy n="1" d="1"/>
      </p:scale>
      <p:origin x="0" y="0"/>
    </p:cViewPr>
  </p:notesTextViewPr>
  <p:sorterViewPr>
    <p:cViewPr>
      <p:scale>
        <a:sx n="100" d="100"/>
        <a:sy n="100" d="100"/>
      </p:scale>
      <p:origin x="0" y="0"/>
    </p:cViewPr>
  </p:sorterViewPr>
  <p:gridSpacing cx="76200" cy="76200"/>
</p:viewPr>
</file>

<file path=ppt/_rels/presentation.xml.rels><?xml version="1.0" encoding="UTF-8" standalone="yes"?>
<Relationships xmlns="http://schemas.openxmlformats.org/package/2006/relationships"><Relationship Id="rId26" Type="http://schemas.openxmlformats.org/officeDocument/2006/relationships/slide" Target="slides/slide24.xml"/><Relationship Id="rId21" Type="http://schemas.openxmlformats.org/officeDocument/2006/relationships/slide" Target="slides/slide19.xml"/><Relationship Id="rId42" Type="http://schemas.openxmlformats.org/officeDocument/2006/relationships/slide" Target="slides/slide40.xml"/><Relationship Id="rId47" Type="http://schemas.openxmlformats.org/officeDocument/2006/relationships/slide" Target="slides/slide45.xml"/><Relationship Id="rId63" Type="http://schemas.openxmlformats.org/officeDocument/2006/relationships/slide" Target="slides/slide61.xml"/><Relationship Id="rId68" Type="http://schemas.openxmlformats.org/officeDocument/2006/relationships/slide" Target="slides/slide66.xml"/><Relationship Id="rId84" Type="http://schemas.openxmlformats.org/officeDocument/2006/relationships/slide" Target="slides/slide82.xml"/><Relationship Id="rId89" Type="http://schemas.openxmlformats.org/officeDocument/2006/relationships/commentAuthors" Target="commentAuthors.xml"/><Relationship Id="rId16" Type="http://schemas.openxmlformats.org/officeDocument/2006/relationships/slide" Target="slides/slide14.xml"/><Relationship Id="rId11" Type="http://schemas.openxmlformats.org/officeDocument/2006/relationships/slide" Target="slides/slide9.xml"/><Relationship Id="rId32" Type="http://schemas.openxmlformats.org/officeDocument/2006/relationships/slide" Target="slides/slide30.xml"/><Relationship Id="rId37" Type="http://schemas.openxmlformats.org/officeDocument/2006/relationships/slide" Target="slides/slide35.xml"/><Relationship Id="rId53" Type="http://schemas.openxmlformats.org/officeDocument/2006/relationships/slide" Target="slides/slide51.xml"/><Relationship Id="rId58" Type="http://schemas.openxmlformats.org/officeDocument/2006/relationships/slide" Target="slides/slide56.xml"/><Relationship Id="rId74" Type="http://schemas.openxmlformats.org/officeDocument/2006/relationships/slide" Target="slides/slide72.xml"/><Relationship Id="rId79" Type="http://schemas.openxmlformats.org/officeDocument/2006/relationships/slide" Target="slides/slide77.xml"/><Relationship Id="rId5" Type="http://schemas.openxmlformats.org/officeDocument/2006/relationships/slide" Target="slides/slide3.xml"/><Relationship Id="rId90" Type="http://schemas.openxmlformats.org/officeDocument/2006/relationships/presProps" Target="presProps.xml"/><Relationship Id="rId22" Type="http://schemas.openxmlformats.org/officeDocument/2006/relationships/slide" Target="slides/slide20.xml"/><Relationship Id="rId27" Type="http://schemas.openxmlformats.org/officeDocument/2006/relationships/slide" Target="slides/slide25.xml"/><Relationship Id="rId43" Type="http://schemas.openxmlformats.org/officeDocument/2006/relationships/slide" Target="slides/slide41.xml"/><Relationship Id="rId48" Type="http://schemas.openxmlformats.org/officeDocument/2006/relationships/slide" Target="slides/slide46.xml"/><Relationship Id="rId64" Type="http://schemas.openxmlformats.org/officeDocument/2006/relationships/slide" Target="slides/slide62.xml"/><Relationship Id="rId69" Type="http://schemas.openxmlformats.org/officeDocument/2006/relationships/slide" Target="slides/slide67.xml"/><Relationship Id="rId8" Type="http://schemas.openxmlformats.org/officeDocument/2006/relationships/slide" Target="slides/slide6.xml"/><Relationship Id="rId51" Type="http://schemas.openxmlformats.org/officeDocument/2006/relationships/slide" Target="slides/slide49.xml"/><Relationship Id="rId72" Type="http://schemas.openxmlformats.org/officeDocument/2006/relationships/slide" Target="slides/slide70.xml"/><Relationship Id="rId80" Type="http://schemas.openxmlformats.org/officeDocument/2006/relationships/slide" Target="slides/slide78.xml"/><Relationship Id="rId85" Type="http://schemas.openxmlformats.org/officeDocument/2006/relationships/slide" Target="slides/slide83.xml"/><Relationship Id="rId93" Type="http://schemas.openxmlformats.org/officeDocument/2006/relationships/tableStyles" Target="tableStyles.xml"/><Relationship Id="rId3" Type="http://schemas.openxmlformats.org/officeDocument/2006/relationships/slide" Target="slides/slide1.xml"/><Relationship Id="rId12" Type="http://schemas.openxmlformats.org/officeDocument/2006/relationships/slide" Target="slides/slide10.xml"/><Relationship Id="rId17" Type="http://schemas.openxmlformats.org/officeDocument/2006/relationships/slide" Target="slides/slide15.xml"/><Relationship Id="rId25" Type="http://schemas.openxmlformats.org/officeDocument/2006/relationships/slide" Target="slides/slide23.xml"/><Relationship Id="rId33" Type="http://schemas.openxmlformats.org/officeDocument/2006/relationships/slide" Target="slides/slide31.xml"/><Relationship Id="rId38" Type="http://schemas.openxmlformats.org/officeDocument/2006/relationships/slide" Target="slides/slide36.xml"/><Relationship Id="rId46" Type="http://schemas.openxmlformats.org/officeDocument/2006/relationships/slide" Target="slides/slide44.xml"/><Relationship Id="rId59" Type="http://schemas.openxmlformats.org/officeDocument/2006/relationships/slide" Target="slides/slide57.xml"/><Relationship Id="rId67" Type="http://schemas.openxmlformats.org/officeDocument/2006/relationships/slide" Target="slides/slide65.xml"/><Relationship Id="rId20" Type="http://schemas.openxmlformats.org/officeDocument/2006/relationships/slide" Target="slides/slide18.xml"/><Relationship Id="rId41" Type="http://schemas.openxmlformats.org/officeDocument/2006/relationships/slide" Target="slides/slide39.xml"/><Relationship Id="rId54" Type="http://schemas.openxmlformats.org/officeDocument/2006/relationships/slide" Target="slides/slide52.xml"/><Relationship Id="rId62" Type="http://schemas.openxmlformats.org/officeDocument/2006/relationships/slide" Target="slides/slide60.xml"/><Relationship Id="rId70" Type="http://schemas.openxmlformats.org/officeDocument/2006/relationships/slide" Target="slides/slide68.xml"/><Relationship Id="rId75" Type="http://schemas.openxmlformats.org/officeDocument/2006/relationships/slide" Target="slides/slide73.xml"/><Relationship Id="rId83" Type="http://schemas.openxmlformats.org/officeDocument/2006/relationships/slide" Target="slides/slide81.xml"/><Relationship Id="rId88" Type="http://schemas.openxmlformats.org/officeDocument/2006/relationships/handoutMaster" Target="handoutMasters/handoutMaster1.xml"/><Relationship Id="rId91"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4.xml"/><Relationship Id="rId15" Type="http://schemas.openxmlformats.org/officeDocument/2006/relationships/slide" Target="slides/slide13.xml"/><Relationship Id="rId23" Type="http://schemas.openxmlformats.org/officeDocument/2006/relationships/slide" Target="slides/slide21.xml"/><Relationship Id="rId28" Type="http://schemas.openxmlformats.org/officeDocument/2006/relationships/slide" Target="slides/slide26.xml"/><Relationship Id="rId36" Type="http://schemas.openxmlformats.org/officeDocument/2006/relationships/slide" Target="slides/slide34.xml"/><Relationship Id="rId49" Type="http://schemas.openxmlformats.org/officeDocument/2006/relationships/slide" Target="slides/slide47.xml"/><Relationship Id="rId57" Type="http://schemas.openxmlformats.org/officeDocument/2006/relationships/slide" Target="slides/slide55.xml"/><Relationship Id="rId10" Type="http://schemas.openxmlformats.org/officeDocument/2006/relationships/slide" Target="slides/slide8.xml"/><Relationship Id="rId31" Type="http://schemas.openxmlformats.org/officeDocument/2006/relationships/slide" Target="slides/slide29.xml"/><Relationship Id="rId44" Type="http://schemas.openxmlformats.org/officeDocument/2006/relationships/slide" Target="slides/slide42.xml"/><Relationship Id="rId52" Type="http://schemas.openxmlformats.org/officeDocument/2006/relationships/slide" Target="slides/slide50.xml"/><Relationship Id="rId60" Type="http://schemas.openxmlformats.org/officeDocument/2006/relationships/slide" Target="slides/slide58.xml"/><Relationship Id="rId65" Type="http://schemas.openxmlformats.org/officeDocument/2006/relationships/slide" Target="slides/slide63.xml"/><Relationship Id="rId73" Type="http://schemas.openxmlformats.org/officeDocument/2006/relationships/slide" Target="slides/slide71.xml"/><Relationship Id="rId78" Type="http://schemas.openxmlformats.org/officeDocument/2006/relationships/slide" Target="slides/slide76.xml"/><Relationship Id="rId81" Type="http://schemas.openxmlformats.org/officeDocument/2006/relationships/slide" Target="slides/slide79.xml"/><Relationship Id="rId86" Type="http://schemas.openxmlformats.org/officeDocument/2006/relationships/slide" Target="slides/slide84.xml"/><Relationship Id="rId4" Type="http://schemas.openxmlformats.org/officeDocument/2006/relationships/slide" Target="slides/slide2.xml"/><Relationship Id="rId9" Type="http://schemas.openxmlformats.org/officeDocument/2006/relationships/slide" Target="slides/slide7.xml"/><Relationship Id="rId13" Type="http://schemas.openxmlformats.org/officeDocument/2006/relationships/slide" Target="slides/slide11.xml"/><Relationship Id="rId18" Type="http://schemas.openxmlformats.org/officeDocument/2006/relationships/slide" Target="slides/slide16.xml"/><Relationship Id="rId39" Type="http://schemas.openxmlformats.org/officeDocument/2006/relationships/slide" Target="slides/slide37.xml"/><Relationship Id="rId34" Type="http://schemas.openxmlformats.org/officeDocument/2006/relationships/slide" Target="slides/slide32.xml"/><Relationship Id="rId50" Type="http://schemas.openxmlformats.org/officeDocument/2006/relationships/slide" Target="slides/slide48.xml"/><Relationship Id="rId55" Type="http://schemas.openxmlformats.org/officeDocument/2006/relationships/slide" Target="slides/slide53.xml"/><Relationship Id="rId76" Type="http://schemas.openxmlformats.org/officeDocument/2006/relationships/slide" Target="slides/slide74.xml"/><Relationship Id="rId7" Type="http://schemas.openxmlformats.org/officeDocument/2006/relationships/slide" Target="slides/slide5.xml"/><Relationship Id="rId71" Type="http://schemas.openxmlformats.org/officeDocument/2006/relationships/slide" Target="slides/slide69.xml"/><Relationship Id="rId92" Type="http://schemas.openxmlformats.org/officeDocument/2006/relationships/theme" Target="theme/theme1.xml"/><Relationship Id="rId2" Type="http://schemas.openxmlformats.org/officeDocument/2006/relationships/slideMaster" Target="slideMasters/slideMaster2.xml"/><Relationship Id="rId29" Type="http://schemas.openxmlformats.org/officeDocument/2006/relationships/slide" Target="slides/slide27.xml"/><Relationship Id="rId24" Type="http://schemas.openxmlformats.org/officeDocument/2006/relationships/slide" Target="slides/slide22.xml"/><Relationship Id="rId40" Type="http://schemas.openxmlformats.org/officeDocument/2006/relationships/slide" Target="slides/slide38.xml"/><Relationship Id="rId45" Type="http://schemas.openxmlformats.org/officeDocument/2006/relationships/slide" Target="slides/slide43.xml"/><Relationship Id="rId66" Type="http://schemas.openxmlformats.org/officeDocument/2006/relationships/slide" Target="slides/slide64.xml"/><Relationship Id="rId87" Type="http://schemas.openxmlformats.org/officeDocument/2006/relationships/notesMaster" Target="notesMasters/notesMaster1.xml"/><Relationship Id="rId61" Type="http://schemas.openxmlformats.org/officeDocument/2006/relationships/slide" Target="slides/slide59.xml"/><Relationship Id="rId82" Type="http://schemas.openxmlformats.org/officeDocument/2006/relationships/slide" Target="slides/slide80.xml"/><Relationship Id="rId19" Type="http://schemas.openxmlformats.org/officeDocument/2006/relationships/slide" Target="slides/slide17.xml"/><Relationship Id="rId14" Type="http://schemas.openxmlformats.org/officeDocument/2006/relationships/slide" Target="slides/slide12.xml"/><Relationship Id="rId30" Type="http://schemas.openxmlformats.org/officeDocument/2006/relationships/slide" Target="slides/slide28.xml"/><Relationship Id="rId35" Type="http://schemas.openxmlformats.org/officeDocument/2006/relationships/slide" Target="slides/slide33.xml"/><Relationship Id="rId56" Type="http://schemas.openxmlformats.org/officeDocument/2006/relationships/slide" Target="slides/slide54.xml"/><Relationship Id="rId77" Type="http://schemas.openxmlformats.org/officeDocument/2006/relationships/slide" Target="slides/slide75.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4.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sz="quarter" idx="1"/>
          </p:nvPr>
        </p:nvSpPr>
        <p:spPr>
          <a:xfrm>
            <a:off x="3884613" y="0"/>
            <a:ext cx="2971800" cy="457200"/>
          </a:xfrm>
          <a:prstGeom prst="rect">
            <a:avLst/>
          </a:prstGeom>
        </p:spPr>
        <p:txBody>
          <a:bodyPr vert="horz" lIns="91440" tIns="45720" rIns="91440" bIns="45720" rtlCol="0"/>
          <a:lstStyle>
            <a:lvl1pPr algn="r">
              <a:defRPr sz="1200"/>
            </a:lvl1pPr>
          </a:lstStyle>
          <a:p>
            <a:fld id="{466860E3-773C-4F8B-9D69-9A4772CDB789}" type="datetimeFigureOut">
              <a:rPr lang="en-US" smtClean="0"/>
              <a:t>8/16/2024</a:t>
            </a:fld>
            <a:endParaRPr lang="en-US"/>
          </a:p>
        </p:txBody>
      </p:sp>
      <p:sp>
        <p:nvSpPr>
          <p:cNvPr id="4" name="Footer Placeholder 3"/>
          <p:cNvSpPr>
            <a:spLocks noGrp="1"/>
          </p:cNvSpPr>
          <p:nvPr>
            <p:ph type="ftr" sz="quarter" idx="2"/>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5" name="Slide Number Placeholder 4"/>
          <p:cNvSpPr>
            <a:spLocks noGrp="1"/>
          </p:cNvSpPr>
          <p:nvPr>
            <p:ph type="sldNum" sz="quarter" idx="3"/>
          </p:nvPr>
        </p:nvSpPr>
        <p:spPr>
          <a:xfrm>
            <a:off x="3884613" y="8685213"/>
            <a:ext cx="2971800" cy="457200"/>
          </a:xfrm>
          <a:prstGeom prst="rect">
            <a:avLst/>
          </a:prstGeom>
        </p:spPr>
        <p:txBody>
          <a:bodyPr vert="horz" lIns="91440" tIns="45720" rIns="91440" bIns="45720" rtlCol="0" anchor="b"/>
          <a:lstStyle>
            <a:lvl1pPr algn="r">
              <a:defRPr sz="1200"/>
            </a:lvl1pPr>
          </a:lstStyle>
          <a:p>
            <a:fld id="{5FE9F82D-DAF4-4134-9F1E-22C394080253}" type="slidenum">
              <a:rPr lang="en-US" smtClean="0"/>
              <a:t>‹#›</a:t>
            </a:fld>
            <a:endParaRPr lang="en-US"/>
          </a:p>
        </p:txBody>
      </p:sp>
    </p:spTree>
    <p:extLst>
      <p:ext uri="{BB962C8B-B14F-4D97-AF65-F5344CB8AC3E}">
        <p14:creationId xmlns:p14="http://schemas.microsoft.com/office/powerpoint/2010/main" val="3553462025"/>
      </p:ext>
    </p:extLst>
  </p:cSld>
  <p:clrMap bg1="lt1" tx1="dk1" bg2="lt2" tx2="dk2" accent1="accent1" accent2="accent2" accent3="accent3" accent4="accent4" accent5="accent5" accent6="accent6" hlink="hlink" folHlink="folHlink"/>
  <p:hf sldNum="0" hdr="0" ftr="0" dt="0"/>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71EEC136-3EA2-4161-9D14-B64004542BD5}" type="datetimeFigureOut">
              <a:rPr lang="en-US" smtClean="0"/>
              <a:t>8/16/2024</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212EBCA6-06A9-4F6C-9A95-1587199EA654}" type="slidenum">
              <a:rPr lang="en-US" smtClean="0"/>
              <a:t>‹#›</a:t>
            </a:fld>
            <a:endParaRPr lang="en-US"/>
          </a:p>
        </p:txBody>
      </p:sp>
    </p:spTree>
    <p:extLst>
      <p:ext uri="{BB962C8B-B14F-4D97-AF65-F5344CB8AC3E}">
        <p14:creationId xmlns:p14="http://schemas.microsoft.com/office/powerpoint/2010/main" val="3676673252"/>
      </p:ext>
    </p:extLst>
  </p:cSld>
  <p:clrMap bg1="lt1" tx1="dk1" bg2="lt2" tx2="dk2" accent1="accent1" accent2="accent2" accent3="accent3" accent4="accent4" accent5="accent5" accent6="accent6" hlink="hlink" folHlink="folHlink"/>
  <p:hf sldNum="0" hdr="0" ftr="0" dt="0"/>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2" Type="http://schemas.openxmlformats.org/officeDocument/2006/relationships/slide" Target="../slides/slide54.xml"/><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2" Type="http://schemas.openxmlformats.org/officeDocument/2006/relationships/slide" Target="../slides/slide55.xml"/><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2" Type="http://schemas.openxmlformats.org/officeDocument/2006/relationships/slide" Target="../slides/slide56.xml"/><Relationship Id="rId1"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Id2" Type="http://schemas.openxmlformats.org/officeDocument/2006/relationships/slide" Target="../slides/slide57.xml"/><Relationship Id="rId1" Type="http://schemas.openxmlformats.org/officeDocument/2006/relationships/notesMaster" Target="../notesMasters/notesMaster1.xml"/></Relationships>
</file>

<file path=ppt/notesSlides/_rels/notesSlide58.xml.rels><?xml version="1.0" encoding="UTF-8" standalone="yes"?>
<Relationships xmlns="http://schemas.openxmlformats.org/package/2006/relationships"><Relationship Id="rId2" Type="http://schemas.openxmlformats.org/officeDocument/2006/relationships/slide" Target="../slides/slide58.xml"/><Relationship Id="rId1" Type="http://schemas.openxmlformats.org/officeDocument/2006/relationships/notesMaster" Target="../notesMasters/notesMaster1.xml"/></Relationships>
</file>

<file path=ppt/notesSlides/_rels/notesSlide59.xml.rels><?xml version="1.0" encoding="UTF-8" standalone="yes"?>
<Relationships xmlns="http://schemas.openxmlformats.org/package/2006/relationships"><Relationship Id="rId2" Type="http://schemas.openxmlformats.org/officeDocument/2006/relationships/slide" Target="../slides/slide59.xml"/><Relationship Id="rId1" Type="http://schemas.openxmlformats.org/officeDocument/2006/relationships/notesMaster" Target="../notesMasters/notesMaster1.xml"/></Relationships>
</file>

<file path=ppt/notesSlides/_rels/notesSlide60.xml.rels><?xml version="1.0" encoding="UTF-8" standalone="yes"?>
<Relationships xmlns="http://schemas.openxmlformats.org/package/2006/relationships"><Relationship Id="rId2" Type="http://schemas.openxmlformats.org/officeDocument/2006/relationships/slide" Target="../slides/slide60.xml"/><Relationship Id="rId1" Type="http://schemas.openxmlformats.org/officeDocument/2006/relationships/notesMaster" Target="../notesMasters/notesMaster1.xml"/></Relationships>
</file>

<file path=ppt/notesSlides/_rels/notesSlide61.xml.rels><?xml version="1.0" encoding="UTF-8" standalone="yes"?>
<Relationships xmlns="http://schemas.openxmlformats.org/package/2006/relationships"><Relationship Id="rId2" Type="http://schemas.openxmlformats.org/officeDocument/2006/relationships/slide" Target="../slides/slide61.xml"/><Relationship Id="rId1" Type="http://schemas.openxmlformats.org/officeDocument/2006/relationships/notesMaster" Target="../notesMasters/notesMaster1.xml"/></Relationships>
</file>

<file path=ppt/notesSlides/_rels/notesSlide62.xml.rels><?xml version="1.0" encoding="UTF-8" standalone="yes"?>
<Relationships xmlns="http://schemas.openxmlformats.org/package/2006/relationships"><Relationship Id="rId2" Type="http://schemas.openxmlformats.org/officeDocument/2006/relationships/slide" Target="../slides/slide62.xml"/><Relationship Id="rId1" Type="http://schemas.openxmlformats.org/officeDocument/2006/relationships/notesMaster" Target="../notesMasters/notesMaster1.xml"/></Relationships>
</file>

<file path=ppt/notesSlides/_rels/notesSlide63.xml.rels><?xml version="1.0" encoding="UTF-8" standalone="yes"?>
<Relationships xmlns="http://schemas.openxmlformats.org/package/2006/relationships"><Relationship Id="rId2" Type="http://schemas.openxmlformats.org/officeDocument/2006/relationships/slide" Target="../slides/slide63.xml"/><Relationship Id="rId1" Type="http://schemas.openxmlformats.org/officeDocument/2006/relationships/notesMaster" Target="../notesMasters/notesMaster1.xml"/></Relationships>
</file>

<file path=ppt/notesSlides/_rels/notesSlide64.xml.rels><?xml version="1.0" encoding="UTF-8" standalone="yes"?>
<Relationships xmlns="http://schemas.openxmlformats.org/package/2006/relationships"><Relationship Id="rId2" Type="http://schemas.openxmlformats.org/officeDocument/2006/relationships/slide" Target="../slides/slide64.xml"/><Relationship Id="rId1" Type="http://schemas.openxmlformats.org/officeDocument/2006/relationships/notesMaster" Target="../notesMasters/notesMaster1.xml"/></Relationships>
</file>

<file path=ppt/notesSlides/_rels/notesSlide65.xml.rels><?xml version="1.0" encoding="UTF-8" standalone="yes"?>
<Relationships xmlns="http://schemas.openxmlformats.org/package/2006/relationships"><Relationship Id="rId2" Type="http://schemas.openxmlformats.org/officeDocument/2006/relationships/slide" Target="../slides/slide65.xml"/><Relationship Id="rId1" Type="http://schemas.openxmlformats.org/officeDocument/2006/relationships/notesMaster" Target="../notesMasters/notesMaster1.xml"/></Relationships>
</file>

<file path=ppt/notesSlides/_rels/notesSlide66.xml.rels><?xml version="1.0" encoding="UTF-8" standalone="yes"?>
<Relationships xmlns="http://schemas.openxmlformats.org/package/2006/relationships"><Relationship Id="rId2" Type="http://schemas.openxmlformats.org/officeDocument/2006/relationships/slide" Target="../slides/slide66.xml"/><Relationship Id="rId1" Type="http://schemas.openxmlformats.org/officeDocument/2006/relationships/notesMaster" Target="../notesMasters/notesMaster1.xml"/></Relationships>
</file>

<file path=ppt/notesSlides/_rels/notesSlide67.xml.rels><?xml version="1.0" encoding="UTF-8" standalone="yes"?>
<Relationships xmlns="http://schemas.openxmlformats.org/package/2006/relationships"><Relationship Id="rId2" Type="http://schemas.openxmlformats.org/officeDocument/2006/relationships/slide" Target="../slides/slide67.xml"/><Relationship Id="rId1" Type="http://schemas.openxmlformats.org/officeDocument/2006/relationships/notesMaster" Target="../notesMasters/notesMaster1.xml"/></Relationships>
</file>

<file path=ppt/notesSlides/_rels/notesSlide68.xml.rels><?xml version="1.0" encoding="UTF-8" standalone="yes"?>
<Relationships xmlns="http://schemas.openxmlformats.org/package/2006/relationships"><Relationship Id="rId2" Type="http://schemas.openxmlformats.org/officeDocument/2006/relationships/slide" Target="../slides/slide68.xml"/><Relationship Id="rId1" Type="http://schemas.openxmlformats.org/officeDocument/2006/relationships/notesMaster" Target="../notesMasters/notesMaster1.xml"/></Relationships>
</file>

<file path=ppt/notesSlides/_rels/notesSlide69.xml.rels><?xml version="1.0" encoding="UTF-8" standalone="yes"?>
<Relationships xmlns="http://schemas.openxmlformats.org/package/2006/relationships"><Relationship Id="rId2" Type="http://schemas.openxmlformats.org/officeDocument/2006/relationships/slide" Target="../slides/slide69.xml"/><Relationship Id="rId1" Type="http://schemas.openxmlformats.org/officeDocument/2006/relationships/notesMaster" Target="../notesMasters/notesMaster1.xml"/></Relationships>
</file>

<file path=ppt/notesSlides/_rels/notesSlide70.xml.rels><?xml version="1.0" encoding="UTF-8" standalone="yes"?>
<Relationships xmlns="http://schemas.openxmlformats.org/package/2006/relationships"><Relationship Id="rId2" Type="http://schemas.openxmlformats.org/officeDocument/2006/relationships/slide" Target="../slides/slide70.xml"/><Relationship Id="rId1" Type="http://schemas.openxmlformats.org/officeDocument/2006/relationships/notesMaster" Target="../notesMasters/notesMaster1.xml"/></Relationships>
</file>

<file path=ppt/notesSlides/_rels/notesSlide71.xml.rels><?xml version="1.0" encoding="UTF-8" standalone="yes"?>
<Relationships xmlns="http://schemas.openxmlformats.org/package/2006/relationships"><Relationship Id="rId2" Type="http://schemas.openxmlformats.org/officeDocument/2006/relationships/slide" Target="../slides/slide71.xml"/><Relationship Id="rId1" Type="http://schemas.openxmlformats.org/officeDocument/2006/relationships/notesMaster" Target="../notesMasters/notesMaster1.xml"/></Relationships>
</file>

<file path=ppt/notesSlides/_rels/notesSlide72.xml.rels><?xml version="1.0" encoding="UTF-8" standalone="yes"?>
<Relationships xmlns="http://schemas.openxmlformats.org/package/2006/relationships"><Relationship Id="rId2" Type="http://schemas.openxmlformats.org/officeDocument/2006/relationships/slide" Target="../slides/slide72.xml"/><Relationship Id="rId1" Type="http://schemas.openxmlformats.org/officeDocument/2006/relationships/notesMaster" Target="../notesMasters/notesMaster1.xml"/></Relationships>
</file>

<file path=ppt/notesSlides/_rels/notesSlide73.xml.rels><?xml version="1.0" encoding="UTF-8" standalone="yes"?>
<Relationships xmlns="http://schemas.openxmlformats.org/package/2006/relationships"><Relationship Id="rId2" Type="http://schemas.openxmlformats.org/officeDocument/2006/relationships/slide" Target="../slides/slide73.xml"/><Relationship Id="rId1" Type="http://schemas.openxmlformats.org/officeDocument/2006/relationships/notesMaster" Target="../notesMasters/notesMaster1.xml"/></Relationships>
</file>

<file path=ppt/notesSlides/_rels/notesSlide74.xml.rels><?xml version="1.0" encoding="UTF-8" standalone="yes"?>
<Relationships xmlns="http://schemas.openxmlformats.org/package/2006/relationships"><Relationship Id="rId2" Type="http://schemas.openxmlformats.org/officeDocument/2006/relationships/slide" Target="../slides/slide74.xml"/><Relationship Id="rId1" Type="http://schemas.openxmlformats.org/officeDocument/2006/relationships/notesMaster" Target="../notesMasters/notesMaster1.xml"/></Relationships>
</file>

<file path=ppt/notesSlides/_rels/notesSlide75.xml.rels><?xml version="1.0" encoding="UTF-8" standalone="yes"?>
<Relationships xmlns="http://schemas.openxmlformats.org/package/2006/relationships"><Relationship Id="rId2" Type="http://schemas.openxmlformats.org/officeDocument/2006/relationships/slide" Target="../slides/slide75.xml"/><Relationship Id="rId1" Type="http://schemas.openxmlformats.org/officeDocument/2006/relationships/notesMaster" Target="../notesMasters/notesMaster1.xml"/></Relationships>
</file>

<file path=ppt/notesSlides/_rels/notesSlide76.xml.rels><?xml version="1.0" encoding="UTF-8" standalone="yes"?>
<Relationships xmlns="http://schemas.openxmlformats.org/package/2006/relationships"><Relationship Id="rId2" Type="http://schemas.openxmlformats.org/officeDocument/2006/relationships/slide" Target="../slides/slide76.xml"/><Relationship Id="rId1" Type="http://schemas.openxmlformats.org/officeDocument/2006/relationships/notesMaster" Target="../notesMasters/notesMaster1.xml"/></Relationships>
</file>

<file path=ppt/notesSlides/_rels/notesSlide77.xml.rels><?xml version="1.0" encoding="UTF-8" standalone="yes"?>
<Relationships xmlns="http://schemas.openxmlformats.org/package/2006/relationships"><Relationship Id="rId2" Type="http://schemas.openxmlformats.org/officeDocument/2006/relationships/slide" Target="../slides/slide77.xml"/><Relationship Id="rId1" Type="http://schemas.openxmlformats.org/officeDocument/2006/relationships/notesMaster" Target="../notesMasters/notesMaster1.xml"/></Relationships>
</file>

<file path=ppt/notesSlides/_rels/notesSlide78.xml.rels><?xml version="1.0" encoding="UTF-8" standalone="yes"?>
<Relationships xmlns="http://schemas.openxmlformats.org/package/2006/relationships"><Relationship Id="rId2" Type="http://schemas.openxmlformats.org/officeDocument/2006/relationships/slide" Target="../slides/slide78.xml"/><Relationship Id="rId1" Type="http://schemas.openxmlformats.org/officeDocument/2006/relationships/notesMaster" Target="../notesMasters/notesMaster1.xml"/></Relationships>
</file>

<file path=ppt/notesSlides/_rels/notesSlide79.xml.rels><?xml version="1.0" encoding="UTF-8" standalone="yes"?>
<Relationships xmlns="http://schemas.openxmlformats.org/package/2006/relationships"><Relationship Id="rId2" Type="http://schemas.openxmlformats.org/officeDocument/2006/relationships/slide" Target="../slides/slide79.xml"/><Relationship Id="rId1" Type="http://schemas.openxmlformats.org/officeDocument/2006/relationships/notesMaster" Target="../notesMasters/notesMaster1.xml"/></Relationships>
</file>

<file path=ppt/notesSlides/_rels/notesSlide80.xml.rels><?xml version="1.0" encoding="UTF-8" standalone="yes"?>
<Relationships xmlns="http://schemas.openxmlformats.org/package/2006/relationships"><Relationship Id="rId2" Type="http://schemas.openxmlformats.org/officeDocument/2006/relationships/slide" Target="../slides/slide80.xml"/><Relationship Id="rId1" Type="http://schemas.openxmlformats.org/officeDocument/2006/relationships/notesMaster" Target="../notesMasters/notesMaster1.xml"/></Relationships>
</file>

<file path=ppt/notesSlides/_rels/notesSlide81.xml.rels><?xml version="1.0" encoding="UTF-8" standalone="yes"?>
<Relationships xmlns="http://schemas.openxmlformats.org/package/2006/relationships"><Relationship Id="rId2" Type="http://schemas.openxmlformats.org/officeDocument/2006/relationships/slide" Target="../slides/slide81.xml"/><Relationship Id="rId1" Type="http://schemas.openxmlformats.org/officeDocument/2006/relationships/notesMaster" Target="../notesMasters/notesMaster1.xml"/></Relationships>
</file>

<file path=ppt/notesSlides/_rels/notesSlide82.xml.rels><?xml version="1.0" encoding="UTF-8" standalone="yes"?>
<Relationships xmlns="http://schemas.openxmlformats.org/package/2006/relationships"><Relationship Id="rId2" Type="http://schemas.openxmlformats.org/officeDocument/2006/relationships/slide" Target="../slides/slide82.xml"/><Relationship Id="rId1" Type="http://schemas.openxmlformats.org/officeDocument/2006/relationships/notesMaster" Target="../notesMasters/notesMaster1.xml"/></Relationships>
</file>

<file path=ppt/notesSlides/_rels/notesSlide83.xml.rels><?xml version="1.0" encoding="UTF-8" standalone="yes"?>
<Relationships xmlns="http://schemas.openxmlformats.org/package/2006/relationships"><Relationship Id="rId2" Type="http://schemas.openxmlformats.org/officeDocument/2006/relationships/slide" Target="../slides/slide83.xml"/><Relationship Id="rId1" Type="http://schemas.openxmlformats.org/officeDocument/2006/relationships/notesMaster" Target="../notesMasters/notesMaster1.xml"/></Relationships>
</file>

<file path=ppt/notesSlides/_rels/notesSlide84.xml.rels><?xml version="1.0" encoding="UTF-8" standalone="yes"?>
<Relationships xmlns="http://schemas.openxmlformats.org/package/2006/relationships"><Relationship Id="rId2" Type="http://schemas.openxmlformats.org/officeDocument/2006/relationships/slide" Target="../slides/slide8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fa-IR" dirty="0"/>
          </a:p>
        </p:txBody>
      </p:sp>
    </p:spTree>
    <p:extLst>
      <p:ext uri="{BB962C8B-B14F-4D97-AF65-F5344CB8AC3E}">
        <p14:creationId xmlns:p14="http://schemas.microsoft.com/office/powerpoint/2010/main" val="524106367"/>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Tree>
    <p:extLst>
      <p:ext uri="{BB962C8B-B14F-4D97-AF65-F5344CB8AC3E}">
        <p14:creationId xmlns:p14="http://schemas.microsoft.com/office/powerpoint/2010/main" val="126592635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3860384878"/>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Tree>
    <p:extLst>
      <p:ext uri="{BB962C8B-B14F-4D97-AF65-F5344CB8AC3E}">
        <p14:creationId xmlns:p14="http://schemas.microsoft.com/office/powerpoint/2010/main" val="730150624"/>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Tree>
    <p:extLst>
      <p:ext uri="{BB962C8B-B14F-4D97-AF65-F5344CB8AC3E}">
        <p14:creationId xmlns:p14="http://schemas.microsoft.com/office/powerpoint/2010/main" val="133971200"/>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Tree>
    <p:extLst>
      <p:ext uri="{BB962C8B-B14F-4D97-AF65-F5344CB8AC3E}">
        <p14:creationId xmlns:p14="http://schemas.microsoft.com/office/powerpoint/2010/main" val="3828089357"/>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1635172782"/>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p:txBody>
      </p:sp>
    </p:spTree>
    <p:extLst>
      <p:ext uri="{BB962C8B-B14F-4D97-AF65-F5344CB8AC3E}">
        <p14:creationId xmlns:p14="http://schemas.microsoft.com/office/powerpoint/2010/main" val="1918795029"/>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0" i="0" u="none" baseline="0" dirty="0"/>
              <a:t>[1]	</a:t>
            </a:r>
            <a:r>
              <a:rPr lang="en-US" b="0" i="0" u="none" baseline="0" dirty="0" err="1"/>
              <a:t>Difrancesco</a:t>
            </a:r>
            <a:r>
              <a:rPr lang="en-US" b="0" i="0" u="none" baseline="0" dirty="0"/>
              <a:t>, Paul-Mark &amp; </a:t>
            </a:r>
            <a:r>
              <a:rPr lang="en-US" b="0" i="0" u="none" baseline="0" dirty="0" err="1"/>
              <a:t>Bonneau</a:t>
            </a:r>
            <a:r>
              <a:rPr lang="en-US" b="0" i="0" u="none" baseline="0" dirty="0"/>
              <a:t>, David &amp; Hutchinson, D.. (2020). The Implications of M3C2 Projection Diameter on 3D Semi-Automated </a:t>
            </a:r>
            <a:r>
              <a:rPr lang="en-US" b="0" i="0" u="none" baseline="0" dirty="0" err="1"/>
              <a:t>Rockfall</a:t>
            </a:r>
            <a:r>
              <a:rPr lang="en-US" b="0" i="0" u="none" baseline="0" dirty="0"/>
              <a:t> Extraction from Sequential Terrestrial Laser Scanning Point Clouds. Remote Sensing. 12. 1885. 10.3390/rs12111885. </a:t>
            </a:r>
            <a:endParaRPr lang="en-US" b="0" i="1" u="none" baseline="0" dirty="0"/>
          </a:p>
        </p:txBody>
      </p:sp>
    </p:spTree>
    <p:extLst>
      <p:ext uri="{BB962C8B-B14F-4D97-AF65-F5344CB8AC3E}">
        <p14:creationId xmlns:p14="http://schemas.microsoft.com/office/powerpoint/2010/main" val="2533365250"/>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0" i="0" u="none" baseline="0" dirty="0"/>
              <a:t>[1]	</a:t>
            </a:r>
            <a:r>
              <a:rPr lang="en-US" b="0" i="0" u="none" baseline="0" dirty="0" err="1"/>
              <a:t>Difrancesco</a:t>
            </a:r>
            <a:r>
              <a:rPr lang="en-US" b="0" i="0" u="none" baseline="0" dirty="0"/>
              <a:t>, Paul-Mark &amp; </a:t>
            </a:r>
            <a:r>
              <a:rPr lang="en-US" b="0" i="0" u="none" baseline="0" dirty="0" err="1"/>
              <a:t>Bonneau</a:t>
            </a:r>
            <a:r>
              <a:rPr lang="en-US" b="0" i="0" u="none" baseline="0" dirty="0"/>
              <a:t>, David &amp; Hutchinson, D.. (2020). The Implications of M3C2 Projection Diameter on 3D Semi-Automated </a:t>
            </a:r>
            <a:r>
              <a:rPr lang="en-US" b="0" i="0" u="none" baseline="0" dirty="0" err="1"/>
              <a:t>Rockfall</a:t>
            </a:r>
            <a:r>
              <a:rPr lang="en-US" b="0" i="0" u="none" baseline="0" dirty="0"/>
              <a:t> Extraction from Sequential Terrestrial Laser Scanning Point Clouds. Remote Sensing. 12. 1885. 10.3390/rs12111885. </a:t>
            </a:r>
            <a:endParaRPr lang="en-US" b="0" i="1" u="none" baseline="0" dirty="0"/>
          </a:p>
        </p:txBody>
      </p:sp>
    </p:spTree>
    <p:extLst>
      <p:ext uri="{BB962C8B-B14F-4D97-AF65-F5344CB8AC3E}">
        <p14:creationId xmlns:p14="http://schemas.microsoft.com/office/powerpoint/2010/main" val="3121896657"/>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0" i="0" u="none" baseline="0" dirty="0"/>
              <a:t>[1]	</a:t>
            </a:r>
            <a:r>
              <a:rPr lang="en-US" b="0" i="0" u="none" baseline="0" dirty="0" err="1"/>
              <a:t>Difrancesco</a:t>
            </a:r>
            <a:r>
              <a:rPr lang="en-US" b="0" i="0" u="none" baseline="0" dirty="0"/>
              <a:t>, Paul-Mark &amp; </a:t>
            </a:r>
            <a:r>
              <a:rPr lang="en-US" b="0" i="0" u="none" baseline="0" dirty="0" err="1"/>
              <a:t>Bonneau</a:t>
            </a:r>
            <a:r>
              <a:rPr lang="en-US" b="0" i="0" u="none" baseline="0" dirty="0"/>
              <a:t>, David &amp; Hutchinson, D.. (2020). The Implications of M3C2 Projection Diameter on 3D Semi-Automated </a:t>
            </a:r>
            <a:r>
              <a:rPr lang="en-US" b="0" i="0" u="none" baseline="0" dirty="0" err="1"/>
              <a:t>Rockfall</a:t>
            </a:r>
            <a:r>
              <a:rPr lang="en-US" b="0" i="0" u="none" baseline="0" dirty="0"/>
              <a:t> Extraction from Sequential Terrestrial Laser Scanning Point Clouds. Remote Sensing. 12. 1885. 10.3390/rs12111885. </a:t>
            </a:r>
            <a:endParaRPr lang="en-US" b="0" i="1" u="none" baseline="0" dirty="0"/>
          </a:p>
        </p:txBody>
      </p:sp>
    </p:spTree>
    <p:extLst>
      <p:ext uri="{BB962C8B-B14F-4D97-AF65-F5344CB8AC3E}">
        <p14:creationId xmlns:p14="http://schemas.microsoft.com/office/powerpoint/2010/main" val="118956578"/>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b="0" i="1" u="none" baseline="0" dirty="0"/>
          </a:p>
        </p:txBody>
      </p:sp>
    </p:spTree>
    <p:extLst>
      <p:ext uri="{BB962C8B-B14F-4D97-AF65-F5344CB8AC3E}">
        <p14:creationId xmlns:p14="http://schemas.microsoft.com/office/powerpoint/2010/main" val="4072786297"/>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0" i="0" u="none" baseline="0" dirty="0"/>
              <a:t>[1]	</a:t>
            </a:r>
            <a:r>
              <a:rPr lang="en-US" b="0" i="0" u="none" baseline="0" dirty="0" err="1"/>
              <a:t>Difrancesco</a:t>
            </a:r>
            <a:r>
              <a:rPr lang="en-US" b="0" i="0" u="none" baseline="0" dirty="0"/>
              <a:t>, Paul-Mark &amp; </a:t>
            </a:r>
            <a:r>
              <a:rPr lang="en-US" b="0" i="0" u="none" baseline="0" dirty="0" err="1"/>
              <a:t>Bonneau</a:t>
            </a:r>
            <a:r>
              <a:rPr lang="en-US" b="0" i="0" u="none" baseline="0" dirty="0"/>
              <a:t>, David &amp; Hutchinson, D.. (2020). The Implications of M3C2 Projection Diameter on 3D Semi-Automated </a:t>
            </a:r>
            <a:r>
              <a:rPr lang="en-US" b="0" i="0" u="none" baseline="0" dirty="0" err="1"/>
              <a:t>Rockfall</a:t>
            </a:r>
            <a:r>
              <a:rPr lang="en-US" b="0" i="0" u="none" baseline="0" dirty="0"/>
              <a:t> Extraction from Sequential Terrestrial Laser Scanning Point Clouds. Remote Sensing. 12. 1885. 10.3390/rs12111885. </a:t>
            </a:r>
            <a:endParaRPr lang="en-US" b="0" i="1" u="none" baseline="0" dirty="0"/>
          </a:p>
        </p:txBody>
      </p:sp>
    </p:spTree>
    <p:extLst>
      <p:ext uri="{BB962C8B-B14F-4D97-AF65-F5344CB8AC3E}">
        <p14:creationId xmlns:p14="http://schemas.microsoft.com/office/powerpoint/2010/main" val="407876306"/>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0" i="0" u="none" baseline="0" dirty="0"/>
              <a:t>[1]	</a:t>
            </a:r>
            <a:r>
              <a:rPr lang="en-US" b="0" i="0" u="none" baseline="0" dirty="0" err="1"/>
              <a:t>Difrancesco</a:t>
            </a:r>
            <a:r>
              <a:rPr lang="en-US" b="0" i="0" u="none" baseline="0" dirty="0"/>
              <a:t>, Paul-Mark &amp; </a:t>
            </a:r>
            <a:r>
              <a:rPr lang="en-US" b="0" i="0" u="none" baseline="0" dirty="0" err="1"/>
              <a:t>Bonneau</a:t>
            </a:r>
            <a:r>
              <a:rPr lang="en-US" b="0" i="0" u="none" baseline="0" dirty="0"/>
              <a:t>, David &amp; Hutchinson, D.. (2020). The Implications of M3C2 Projection Diameter on 3D Semi-Automated </a:t>
            </a:r>
            <a:r>
              <a:rPr lang="en-US" b="0" i="0" u="none" baseline="0" dirty="0" err="1"/>
              <a:t>Rockfall</a:t>
            </a:r>
            <a:r>
              <a:rPr lang="en-US" b="0" i="0" u="none" baseline="0" dirty="0"/>
              <a:t> Extraction from Sequential Terrestrial Laser Scanning Point Clouds. Remote Sensing. 12. 1885. 10.3390/rs12111885. </a:t>
            </a:r>
            <a:endParaRPr lang="en-US" b="0" i="1" u="none" baseline="0" dirty="0"/>
          </a:p>
        </p:txBody>
      </p:sp>
    </p:spTree>
    <p:extLst>
      <p:ext uri="{BB962C8B-B14F-4D97-AF65-F5344CB8AC3E}">
        <p14:creationId xmlns:p14="http://schemas.microsoft.com/office/powerpoint/2010/main" val="994893319"/>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0" i="0" u="none" baseline="0" dirty="0"/>
              <a:t>[1]	</a:t>
            </a:r>
            <a:r>
              <a:rPr lang="en-US" b="0" i="0" u="none" baseline="0" dirty="0" err="1"/>
              <a:t>Difrancesco</a:t>
            </a:r>
            <a:r>
              <a:rPr lang="en-US" b="0" i="0" u="none" baseline="0" dirty="0"/>
              <a:t>, Paul-Mark &amp; </a:t>
            </a:r>
            <a:r>
              <a:rPr lang="en-US" b="0" i="0" u="none" baseline="0" dirty="0" err="1"/>
              <a:t>Bonneau</a:t>
            </a:r>
            <a:r>
              <a:rPr lang="en-US" b="0" i="0" u="none" baseline="0" dirty="0"/>
              <a:t>, David &amp; Hutchinson, D.. (2020). The Implications of M3C2 Projection Diameter on 3D Semi-Automated </a:t>
            </a:r>
            <a:r>
              <a:rPr lang="en-US" b="0" i="0" u="none" baseline="0" dirty="0" err="1"/>
              <a:t>Rockfall</a:t>
            </a:r>
            <a:r>
              <a:rPr lang="en-US" b="0" i="0" u="none" baseline="0" dirty="0"/>
              <a:t> Extraction from Sequential Terrestrial Laser Scanning Point Clouds. Remote Sensing. 12. 1885. 10.3390/rs12111885. </a:t>
            </a:r>
            <a:endParaRPr lang="en-US" b="0" i="1" u="none" baseline="0" dirty="0"/>
          </a:p>
        </p:txBody>
      </p:sp>
    </p:spTree>
    <p:extLst>
      <p:ext uri="{BB962C8B-B14F-4D97-AF65-F5344CB8AC3E}">
        <p14:creationId xmlns:p14="http://schemas.microsoft.com/office/powerpoint/2010/main" val="96626670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Tree>
    <p:extLst>
      <p:ext uri="{BB962C8B-B14F-4D97-AF65-F5344CB8AC3E}">
        <p14:creationId xmlns:p14="http://schemas.microsoft.com/office/powerpoint/2010/main" val="379561387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0" i="0" u="none" baseline="0" dirty="0"/>
              <a:t>[1]	</a:t>
            </a:r>
            <a:r>
              <a:rPr lang="en-US" b="0" i="0" u="none" baseline="0" dirty="0" err="1"/>
              <a:t>Difrancesco</a:t>
            </a:r>
            <a:r>
              <a:rPr lang="en-US" b="0" i="0" u="none" baseline="0" dirty="0"/>
              <a:t>, Paul-Mark &amp; </a:t>
            </a:r>
            <a:r>
              <a:rPr lang="en-US" b="0" i="0" u="none" baseline="0" dirty="0" err="1"/>
              <a:t>Bonneau</a:t>
            </a:r>
            <a:r>
              <a:rPr lang="en-US" b="0" i="0" u="none" baseline="0" dirty="0"/>
              <a:t>, David &amp; Hutchinson, D.. (2020). The Implications of M3C2 Projection Diameter on 3D Semi-Automated </a:t>
            </a:r>
            <a:r>
              <a:rPr lang="en-US" b="0" i="0" u="none" baseline="0" dirty="0" err="1"/>
              <a:t>Rockfall</a:t>
            </a:r>
            <a:r>
              <a:rPr lang="en-US" b="0" i="0" u="none" baseline="0" dirty="0"/>
              <a:t> Extraction from Sequential Terrestrial Laser Scanning Point Clouds. Remote Sensing. 12. 1885. 10.3390/rs12111885. </a:t>
            </a:r>
            <a:endParaRPr lang="en-US" b="0" i="1" u="none" baseline="0" dirty="0"/>
          </a:p>
        </p:txBody>
      </p:sp>
    </p:spTree>
    <p:extLst>
      <p:ext uri="{BB962C8B-B14F-4D97-AF65-F5344CB8AC3E}">
        <p14:creationId xmlns:p14="http://schemas.microsoft.com/office/powerpoint/2010/main" val="347308965"/>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0" i="0" u="none" baseline="0" dirty="0"/>
              <a:t>[1]	</a:t>
            </a:r>
            <a:r>
              <a:rPr lang="en-US" b="0" i="0" u="none" baseline="0" dirty="0" err="1"/>
              <a:t>Difrancesco</a:t>
            </a:r>
            <a:r>
              <a:rPr lang="en-US" b="0" i="0" u="none" baseline="0" dirty="0"/>
              <a:t>, Paul-Mark &amp; </a:t>
            </a:r>
            <a:r>
              <a:rPr lang="en-US" b="0" i="0" u="none" baseline="0" dirty="0" err="1"/>
              <a:t>Bonneau</a:t>
            </a:r>
            <a:r>
              <a:rPr lang="en-US" b="0" i="0" u="none" baseline="0" dirty="0"/>
              <a:t>, David &amp; Hutchinson, D.. (2020). The Implications of M3C2 Projection Diameter on 3D Semi-Automated </a:t>
            </a:r>
            <a:r>
              <a:rPr lang="en-US" b="0" i="0" u="none" baseline="0" dirty="0" err="1"/>
              <a:t>Rockfall</a:t>
            </a:r>
            <a:r>
              <a:rPr lang="en-US" b="0" i="0" u="none" baseline="0" dirty="0"/>
              <a:t> Extraction from Sequential Terrestrial Laser Scanning Point Clouds. Remote Sensing. 12. 1885. 10.3390/rs12111885. </a:t>
            </a:r>
            <a:endParaRPr lang="en-US" b="0" i="1" u="none" baseline="0" dirty="0"/>
          </a:p>
        </p:txBody>
      </p:sp>
    </p:spTree>
    <p:extLst>
      <p:ext uri="{BB962C8B-B14F-4D97-AF65-F5344CB8AC3E}">
        <p14:creationId xmlns:p14="http://schemas.microsoft.com/office/powerpoint/2010/main" val="2417363559"/>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0" i="0" u="none" baseline="0" dirty="0"/>
              <a:t>[1]	</a:t>
            </a:r>
            <a:r>
              <a:rPr lang="en-US" b="0" i="0" u="none" baseline="0" dirty="0" err="1"/>
              <a:t>Difrancesco</a:t>
            </a:r>
            <a:r>
              <a:rPr lang="en-US" b="0" i="0" u="none" baseline="0" dirty="0"/>
              <a:t>, Paul-Mark &amp; </a:t>
            </a:r>
            <a:r>
              <a:rPr lang="en-US" b="0" i="0" u="none" baseline="0" dirty="0" err="1"/>
              <a:t>Bonneau</a:t>
            </a:r>
            <a:r>
              <a:rPr lang="en-US" b="0" i="0" u="none" baseline="0" dirty="0"/>
              <a:t>, David &amp; Hutchinson, D.. (2020). The Implications of M3C2 Projection Diameter on 3D Semi-Automated </a:t>
            </a:r>
            <a:r>
              <a:rPr lang="en-US" b="0" i="0" u="none" baseline="0" dirty="0" err="1"/>
              <a:t>Rockfall</a:t>
            </a:r>
            <a:r>
              <a:rPr lang="en-US" b="0" i="0" u="none" baseline="0" dirty="0"/>
              <a:t> Extraction from Sequential Terrestrial Laser Scanning Point Clouds. Remote Sensing. 12. 1885. 10.3390/rs12111885. </a:t>
            </a:r>
            <a:endParaRPr lang="en-US" b="0" i="1" u="none" baseline="0" dirty="0"/>
          </a:p>
        </p:txBody>
      </p:sp>
    </p:spTree>
    <p:extLst>
      <p:ext uri="{BB962C8B-B14F-4D97-AF65-F5344CB8AC3E}">
        <p14:creationId xmlns:p14="http://schemas.microsoft.com/office/powerpoint/2010/main" val="612420043"/>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0" i="0" u="none" baseline="0" dirty="0"/>
              <a:t>[1]	</a:t>
            </a:r>
            <a:r>
              <a:rPr lang="en-US" b="0" i="0" u="none" baseline="0" dirty="0" err="1"/>
              <a:t>Difrancesco</a:t>
            </a:r>
            <a:r>
              <a:rPr lang="en-US" b="0" i="0" u="none" baseline="0" dirty="0"/>
              <a:t>, Paul-Mark &amp; </a:t>
            </a:r>
            <a:r>
              <a:rPr lang="en-US" b="0" i="0" u="none" baseline="0" dirty="0" err="1"/>
              <a:t>Bonneau</a:t>
            </a:r>
            <a:r>
              <a:rPr lang="en-US" b="0" i="0" u="none" baseline="0" dirty="0"/>
              <a:t>, David &amp; Hutchinson, D.. (2020). The Implications of M3C2 Projection Diameter on 3D Semi-Automated </a:t>
            </a:r>
            <a:r>
              <a:rPr lang="en-US" b="0" i="0" u="none" baseline="0" dirty="0" err="1"/>
              <a:t>Rockfall</a:t>
            </a:r>
            <a:r>
              <a:rPr lang="en-US" b="0" i="0" u="none" baseline="0" dirty="0"/>
              <a:t> Extraction from Sequential Terrestrial Laser Scanning Point Clouds. Remote Sensing. 12. 1885. 10.3390/rs12111885. </a:t>
            </a:r>
            <a:endParaRPr lang="en-US" b="0" i="1" u="none" baseline="0" dirty="0"/>
          </a:p>
        </p:txBody>
      </p:sp>
    </p:spTree>
    <p:extLst>
      <p:ext uri="{BB962C8B-B14F-4D97-AF65-F5344CB8AC3E}">
        <p14:creationId xmlns:p14="http://schemas.microsoft.com/office/powerpoint/2010/main" val="554882467"/>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0" i="0" u="none" baseline="0" dirty="0"/>
              <a:t>[1]	</a:t>
            </a:r>
            <a:r>
              <a:rPr lang="en-US" b="0" i="0" u="none" baseline="0" dirty="0" err="1"/>
              <a:t>Difrancesco</a:t>
            </a:r>
            <a:r>
              <a:rPr lang="en-US" b="0" i="0" u="none" baseline="0" dirty="0"/>
              <a:t>, Paul-Mark &amp; </a:t>
            </a:r>
            <a:r>
              <a:rPr lang="en-US" b="0" i="0" u="none" baseline="0" dirty="0" err="1"/>
              <a:t>Bonneau</a:t>
            </a:r>
            <a:r>
              <a:rPr lang="en-US" b="0" i="0" u="none" baseline="0" dirty="0"/>
              <a:t>, David &amp; Hutchinson, D.. (2020). The Implications of M3C2 Projection Diameter on 3D Semi-Automated </a:t>
            </a:r>
            <a:r>
              <a:rPr lang="en-US" b="0" i="0" u="none" baseline="0" dirty="0" err="1"/>
              <a:t>Rockfall</a:t>
            </a:r>
            <a:r>
              <a:rPr lang="en-US" b="0" i="0" u="none" baseline="0" dirty="0"/>
              <a:t> Extraction from Sequential Terrestrial Laser Scanning Point Clouds. Remote Sensing. 12. 1885. 10.3390/rs12111885. </a:t>
            </a:r>
            <a:endParaRPr lang="en-US" b="0" i="1" u="none" baseline="0" dirty="0"/>
          </a:p>
        </p:txBody>
      </p:sp>
    </p:spTree>
    <p:extLst>
      <p:ext uri="{BB962C8B-B14F-4D97-AF65-F5344CB8AC3E}">
        <p14:creationId xmlns:p14="http://schemas.microsoft.com/office/powerpoint/2010/main" val="1046091167"/>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b="0" i="1" u="none" baseline="0" dirty="0"/>
          </a:p>
        </p:txBody>
      </p:sp>
    </p:spTree>
    <p:extLst>
      <p:ext uri="{BB962C8B-B14F-4D97-AF65-F5344CB8AC3E}">
        <p14:creationId xmlns:p14="http://schemas.microsoft.com/office/powerpoint/2010/main" val="446679529"/>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b="0" i="1" u="none" baseline="0" dirty="0"/>
          </a:p>
        </p:txBody>
      </p:sp>
    </p:spTree>
    <p:extLst>
      <p:ext uri="{BB962C8B-B14F-4D97-AF65-F5344CB8AC3E}">
        <p14:creationId xmlns:p14="http://schemas.microsoft.com/office/powerpoint/2010/main" val="1255331267"/>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3405423926"/>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0" i="0" u="none" baseline="0" dirty="0"/>
              <a:t>[1]	</a:t>
            </a:r>
            <a:r>
              <a:rPr lang="en-US" b="0" i="0" u="none" baseline="0" dirty="0" err="1"/>
              <a:t>Difrancesco</a:t>
            </a:r>
            <a:r>
              <a:rPr lang="en-US" b="0" i="0" u="none" baseline="0" dirty="0"/>
              <a:t>, Paul-Mark &amp; </a:t>
            </a:r>
            <a:r>
              <a:rPr lang="en-US" b="0" i="0" u="none" baseline="0" dirty="0" err="1"/>
              <a:t>Bonneau</a:t>
            </a:r>
            <a:r>
              <a:rPr lang="en-US" b="0" i="0" u="none" baseline="0" dirty="0"/>
              <a:t>, David &amp; Hutchinson, D.. (2020). The Implications of M3C2 Projection Diameter on 3D Semi-Automated </a:t>
            </a:r>
            <a:r>
              <a:rPr lang="en-US" b="0" i="0" u="none" baseline="0" dirty="0" err="1"/>
              <a:t>Rockfall</a:t>
            </a:r>
            <a:r>
              <a:rPr lang="en-US" b="0" i="0" u="none" baseline="0" dirty="0"/>
              <a:t> Extraction from Sequential Terrestrial Laser Scanning Point Clouds. Remote Sensing. 12. 1885. 10.3390/rs12111885. </a:t>
            </a:r>
            <a:endParaRPr lang="en-US" b="0" i="1" u="none" baseline="0" dirty="0"/>
          </a:p>
        </p:txBody>
      </p:sp>
    </p:spTree>
    <p:extLst>
      <p:ext uri="{BB962C8B-B14F-4D97-AF65-F5344CB8AC3E}">
        <p14:creationId xmlns:p14="http://schemas.microsoft.com/office/powerpoint/2010/main" val="370875133"/>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Tree>
    <p:extLst>
      <p:ext uri="{BB962C8B-B14F-4D97-AF65-F5344CB8AC3E}">
        <p14:creationId xmlns:p14="http://schemas.microsoft.com/office/powerpoint/2010/main" val="3425649802"/>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0" i="0" u="none" baseline="0" dirty="0"/>
              <a:t>[1]	</a:t>
            </a:r>
            <a:r>
              <a:rPr lang="en-US" b="0" i="0" u="none" baseline="0" dirty="0" err="1"/>
              <a:t>Difrancesco</a:t>
            </a:r>
            <a:r>
              <a:rPr lang="en-US" b="0" i="0" u="none" baseline="0" dirty="0"/>
              <a:t>, Paul-Mark &amp; </a:t>
            </a:r>
            <a:r>
              <a:rPr lang="en-US" b="0" i="0" u="none" baseline="0" dirty="0" err="1"/>
              <a:t>Bonneau</a:t>
            </a:r>
            <a:r>
              <a:rPr lang="en-US" b="0" i="0" u="none" baseline="0" dirty="0"/>
              <a:t>, David &amp; Hutchinson, D.. (2020). The Implications of M3C2 Projection Diameter on 3D Semi-Automated </a:t>
            </a:r>
            <a:r>
              <a:rPr lang="en-US" b="0" i="0" u="none" baseline="0" dirty="0" err="1"/>
              <a:t>Rockfall</a:t>
            </a:r>
            <a:r>
              <a:rPr lang="en-US" b="0" i="0" u="none" baseline="0" dirty="0"/>
              <a:t> Extraction from Sequential Terrestrial Laser Scanning Point Clouds. Remote Sensing. 12. 1885. 10.3390/rs12111885. </a:t>
            </a:r>
            <a:endParaRPr lang="en-US" b="0" i="1" u="none" baseline="0" dirty="0"/>
          </a:p>
        </p:txBody>
      </p:sp>
    </p:spTree>
    <p:extLst>
      <p:ext uri="{BB962C8B-B14F-4D97-AF65-F5344CB8AC3E}">
        <p14:creationId xmlns:p14="http://schemas.microsoft.com/office/powerpoint/2010/main" val="1506460257"/>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0" i="0" u="none" baseline="0" dirty="0"/>
              <a:t>[1]	</a:t>
            </a:r>
            <a:r>
              <a:rPr lang="en-US" b="0" i="0" u="none" baseline="0" dirty="0" err="1"/>
              <a:t>Difrancesco</a:t>
            </a:r>
            <a:r>
              <a:rPr lang="en-US" b="0" i="0" u="none" baseline="0" dirty="0"/>
              <a:t>, Paul-Mark &amp; </a:t>
            </a:r>
            <a:r>
              <a:rPr lang="en-US" b="0" i="0" u="none" baseline="0" dirty="0" err="1"/>
              <a:t>Bonneau</a:t>
            </a:r>
            <a:r>
              <a:rPr lang="en-US" b="0" i="0" u="none" baseline="0" dirty="0"/>
              <a:t>, David &amp; Hutchinson, D.. (2020). The Implications of M3C2 Projection Diameter on 3D Semi-Automated </a:t>
            </a:r>
            <a:r>
              <a:rPr lang="en-US" b="0" i="0" u="none" baseline="0" dirty="0" err="1"/>
              <a:t>Rockfall</a:t>
            </a:r>
            <a:r>
              <a:rPr lang="en-US" b="0" i="0" u="none" baseline="0" dirty="0"/>
              <a:t> Extraction from Sequential Terrestrial Laser Scanning Point Clouds. Remote Sensing. 12. 1885. 10.3390/rs12111885. </a:t>
            </a:r>
            <a:endParaRPr lang="en-US" b="0" i="1" u="none" baseline="0" dirty="0"/>
          </a:p>
        </p:txBody>
      </p:sp>
    </p:spTree>
    <p:extLst>
      <p:ext uri="{BB962C8B-B14F-4D97-AF65-F5344CB8AC3E}">
        <p14:creationId xmlns:p14="http://schemas.microsoft.com/office/powerpoint/2010/main" val="859059418"/>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210973534"/>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44378803"/>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198053103"/>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985937869"/>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3716411435"/>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1529942782"/>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b="0" i="0" u="none" baseline="0" dirty="0"/>
              <a:t>[1]	S. </a:t>
            </a:r>
            <a:r>
              <a:rPr lang="en-US" b="0" i="0" u="none" baseline="0" dirty="0" err="1"/>
              <a:t>Jinlei</a:t>
            </a:r>
            <a:r>
              <a:rPr lang="en-US" b="0" i="0" u="none" baseline="0" dirty="0"/>
              <a:t>, L. Wei, T. </a:t>
            </a:r>
            <a:r>
              <a:rPr lang="en-US" b="0" i="0" u="none" baseline="0" dirty="0" err="1"/>
              <a:t>Chuanyu</a:t>
            </a:r>
            <a:r>
              <a:rPr lang="en-US" b="0" i="0" u="none" baseline="0" dirty="0"/>
              <a:t>, W. </a:t>
            </a:r>
            <a:r>
              <a:rPr lang="en-US" b="0" i="0" u="none" baseline="0" dirty="0" err="1"/>
              <a:t>Tianru</a:t>
            </a:r>
            <a:r>
              <a:rPr lang="en-US" b="0" i="0" u="none" baseline="0" dirty="0"/>
              <a:t>, J. Tao, and T. Yong, "A novel active equalization method for series-connected battery packs based on clustering analysis with genetic algorithm," </a:t>
            </a:r>
            <a:r>
              <a:rPr lang="en-US" b="0" i="1" u="none" baseline="0" dirty="0"/>
              <a:t>IEEE Transactions on Power Electronics, </a:t>
            </a:r>
            <a:r>
              <a:rPr lang="en-US" b="0" i="0" u="none" baseline="0" dirty="0"/>
              <a:t>vol. 36, no. 7, pp. 7853-7865, 2021.</a:t>
            </a:r>
            <a:endParaRPr lang="en-US" dirty="0"/>
          </a:p>
        </p:txBody>
      </p:sp>
    </p:spTree>
    <p:extLst>
      <p:ext uri="{BB962C8B-B14F-4D97-AF65-F5344CB8AC3E}">
        <p14:creationId xmlns:p14="http://schemas.microsoft.com/office/powerpoint/2010/main" val="2581305398"/>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2365674878"/>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2882545192"/>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2103165789"/>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b="0" i="0" u="none" baseline="0" dirty="0"/>
              <a:t>[1]	S. </a:t>
            </a:r>
            <a:r>
              <a:rPr lang="en-US" b="0" i="0" u="none" baseline="0" dirty="0" err="1"/>
              <a:t>Jinlei</a:t>
            </a:r>
            <a:r>
              <a:rPr lang="en-US" b="0" i="0" u="none" baseline="0" dirty="0"/>
              <a:t>, L. Wei, T. </a:t>
            </a:r>
            <a:r>
              <a:rPr lang="en-US" b="0" i="0" u="none" baseline="0" dirty="0" err="1"/>
              <a:t>Chuanyu</a:t>
            </a:r>
            <a:r>
              <a:rPr lang="en-US" b="0" i="0" u="none" baseline="0" dirty="0"/>
              <a:t>, W. </a:t>
            </a:r>
            <a:r>
              <a:rPr lang="en-US" b="0" i="0" u="none" baseline="0" dirty="0" err="1"/>
              <a:t>Tianru</a:t>
            </a:r>
            <a:r>
              <a:rPr lang="en-US" b="0" i="0" u="none" baseline="0" dirty="0"/>
              <a:t>, J. Tao, and T. Yong, "A novel active equalization method for series-connected battery packs based on clustering analysis with genetic algorithm," </a:t>
            </a:r>
            <a:r>
              <a:rPr lang="en-US" b="0" i="1" u="none" baseline="0" dirty="0"/>
              <a:t>IEEE Transactions on Power Electronics, </a:t>
            </a:r>
            <a:r>
              <a:rPr lang="en-US" b="0" i="0" u="none" baseline="0" dirty="0"/>
              <a:t>vol. 36, no. 7, pp. 7853-7865, 2021.</a:t>
            </a:r>
            <a:endParaRPr lang="en-US" dirty="0"/>
          </a:p>
        </p:txBody>
      </p:sp>
    </p:spTree>
    <p:extLst>
      <p:ext uri="{BB962C8B-B14F-4D97-AF65-F5344CB8AC3E}">
        <p14:creationId xmlns:p14="http://schemas.microsoft.com/office/powerpoint/2010/main" val="477649654"/>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1401191193"/>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b="0" i="0" u="none" baseline="0" dirty="0"/>
              <a:t>[1]	W. </a:t>
            </a:r>
            <a:r>
              <a:rPr lang="en-US" b="0" i="0" u="none" baseline="0" dirty="0" err="1"/>
              <a:t>Lujun</a:t>
            </a:r>
            <a:r>
              <a:rPr lang="en-US" b="0" i="1" u="none" baseline="0" dirty="0"/>
              <a:t> et al.</a:t>
            </a:r>
            <a:r>
              <a:rPr lang="en-US" b="0" i="0" u="none" baseline="0" dirty="0"/>
              <a:t>, "Efficient and fast active equalization method for retired battery pack using wide voltage range bidirectional converter and DBSCAN clustering algorithm," </a:t>
            </a:r>
            <a:r>
              <a:rPr lang="en-US" b="0" i="1" u="none" baseline="0" dirty="0"/>
              <a:t>IEEE Transactions on Power Electronics, </a:t>
            </a:r>
            <a:r>
              <a:rPr lang="en-US" b="0" i="0" u="none" baseline="0" dirty="0"/>
              <a:t>vol. 37, no. 11, pp. 13824-13833, 2022.</a:t>
            </a:r>
            <a:endParaRPr lang="en-US" dirty="0"/>
          </a:p>
        </p:txBody>
      </p:sp>
    </p:spTree>
    <p:extLst>
      <p:ext uri="{BB962C8B-B14F-4D97-AF65-F5344CB8AC3E}">
        <p14:creationId xmlns:p14="http://schemas.microsoft.com/office/powerpoint/2010/main" val="2654318446"/>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1516209150"/>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0" i="0" u="none" baseline="0" dirty="0"/>
              <a:t>[1]	W. </a:t>
            </a:r>
            <a:r>
              <a:rPr lang="en-US" b="0" i="0" u="none" baseline="0" dirty="0" err="1"/>
              <a:t>Lujun</a:t>
            </a:r>
            <a:r>
              <a:rPr lang="en-US" b="0" i="1" u="none" baseline="0" dirty="0"/>
              <a:t> et al.</a:t>
            </a:r>
            <a:r>
              <a:rPr lang="en-US" b="0" i="0" u="none" baseline="0" dirty="0"/>
              <a:t>, "Efficient and fast active equalization method for retired battery pack using wide voltage range bidirectional converter and DBSCAN clustering algorithm," </a:t>
            </a:r>
            <a:r>
              <a:rPr lang="en-US" b="0" i="1" u="none" baseline="0" dirty="0"/>
              <a:t>IEEE Transactions on Power Electronics, </a:t>
            </a:r>
            <a:r>
              <a:rPr lang="en-US" b="0" i="0" u="none" baseline="0" dirty="0"/>
              <a:t>vol. 37, no. 11, pp. 13824-13833, 2022.</a:t>
            </a:r>
            <a:endParaRPr lang="en-US" b="0" i="1" u="none" baseline="0" dirty="0"/>
          </a:p>
        </p:txBody>
      </p:sp>
    </p:spTree>
    <p:extLst>
      <p:ext uri="{BB962C8B-B14F-4D97-AF65-F5344CB8AC3E}">
        <p14:creationId xmlns:p14="http://schemas.microsoft.com/office/powerpoint/2010/main" val="1239510836"/>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0" i="0" u="none" baseline="0" dirty="0"/>
              <a:t>[1]	W. </a:t>
            </a:r>
            <a:r>
              <a:rPr lang="en-US" b="0" i="0" u="none" baseline="0" dirty="0" err="1"/>
              <a:t>Lujun</a:t>
            </a:r>
            <a:r>
              <a:rPr lang="en-US" b="0" i="1" u="none" baseline="0" dirty="0"/>
              <a:t> et al.</a:t>
            </a:r>
            <a:r>
              <a:rPr lang="en-US" b="0" i="0" u="none" baseline="0" dirty="0"/>
              <a:t>, "Efficient and fast active equalization method for retired battery pack using wide voltage range bidirectional converter and DBSCAN clustering algorithm," </a:t>
            </a:r>
            <a:r>
              <a:rPr lang="en-US" b="0" i="1" u="none" baseline="0" dirty="0"/>
              <a:t>IEEE Transactions on Power Electronics, </a:t>
            </a:r>
            <a:r>
              <a:rPr lang="en-US" b="0" i="0" u="none" baseline="0" dirty="0"/>
              <a:t>vol. 37, no. 11, pp. 13824-13833, 2022.</a:t>
            </a:r>
            <a:endParaRPr lang="en-US" b="0" i="1" u="none" baseline="0" dirty="0"/>
          </a:p>
        </p:txBody>
      </p:sp>
    </p:spTree>
    <p:extLst>
      <p:ext uri="{BB962C8B-B14F-4D97-AF65-F5344CB8AC3E}">
        <p14:creationId xmlns:p14="http://schemas.microsoft.com/office/powerpoint/2010/main" val="684665660"/>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0" i="0" u="none" baseline="0" dirty="0"/>
              <a:t>[1]	W. </a:t>
            </a:r>
            <a:r>
              <a:rPr lang="en-US" b="0" i="0" u="none" baseline="0" dirty="0" err="1"/>
              <a:t>Lujun</a:t>
            </a:r>
            <a:r>
              <a:rPr lang="en-US" b="0" i="1" u="none" baseline="0" dirty="0"/>
              <a:t> et al.</a:t>
            </a:r>
            <a:r>
              <a:rPr lang="en-US" b="0" i="0" u="none" baseline="0" dirty="0"/>
              <a:t>, "Efficient and fast active equalization method for retired battery pack using wide voltage range bidirectional converter and DBSCAN clustering algorithm," </a:t>
            </a:r>
            <a:r>
              <a:rPr lang="en-US" b="0" i="1" u="none" baseline="0" dirty="0"/>
              <a:t>IEEE Transactions on Power Electronics, </a:t>
            </a:r>
            <a:r>
              <a:rPr lang="en-US" b="0" i="0" u="none" baseline="0" dirty="0"/>
              <a:t>vol. 37, no. 11, pp. 13824-13833, 2022.</a:t>
            </a:r>
            <a:endParaRPr lang="en-US" b="0" i="1" u="none" baseline="0" dirty="0"/>
          </a:p>
        </p:txBody>
      </p:sp>
    </p:spTree>
    <p:extLst>
      <p:ext uri="{BB962C8B-B14F-4D97-AF65-F5344CB8AC3E}">
        <p14:creationId xmlns:p14="http://schemas.microsoft.com/office/powerpoint/2010/main" val="380580053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b="0" i="0" u="none" baseline="0" dirty="0"/>
              <a:t>[1]	S. </a:t>
            </a:r>
            <a:r>
              <a:rPr lang="en-US" b="0" i="0" u="none" baseline="0" dirty="0" err="1"/>
              <a:t>Jinlei</a:t>
            </a:r>
            <a:r>
              <a:rPr lang="en-US" b="0" i="0" u="none" baseline="0" dirty="0"/>
              <a:t>, L. Wei, T. </a:t>
            </a:r>
            <a:r>
              <a:rPr lang="en-US" b="0" i="0" u="none" baseline="0" dirty="0" err="1"/>
              <a:t>Chuanyu</a:t>
            </a:r>
            <a:r>
              <a:rPr lang="en-US" b="0" i="0" u="none" baseline="0" dirty="0"/>
              <a:t>, W. </a:t>
            </a:r>
            <a:r>
              <a:rPr lang="en-US" b="0" i="0" u="none" baseline="0" dirty="0" err="1"/>
              <a:t>Tianru</a:t>
            </a:r>
            <a:r>
              <a:rPr lang="en-US" b="0" i="0" u="none" baseline="0" dirty="0"/>
              <a:t>, J. Tao, and T. Yong, "A novel active equalization method for series-connected battery packs based on clustering analysis with genetic algorithm," </a:t>
            </a:r>
            <a:r>
              <a:rPr lang="en-US" b="0" i="1" u="none" baseline="0" dirty="0"/>
              <a:t>IEEE Transactions on Power Electronics, </a:t>
            </a:r>
            <a:r>
              <a:rPr lang="en-US" b="0" i="0" u="none" baseline="0" dirty="0"/>
              <a:t>vol. 36, no. 7, pp. 7853-7865, 2021.</a:t>
            </a:r>
            <a:endParaRPr lang="en-US" dirty="0"/>
          </a:p>
        </p:txBody>
      </p:sp>
    </p:spTree>
    <p:extLst>
      <p:ext uri="{BB962C8B-B14F-4D97-AF65-F5344CB8AC3E}">
        <p14:creationId xmlns:p14="http://schemas.microsoft.com/office/powerpoint/2010/main" val="3943977776"/>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8055354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b="0" i="1" u="none" baseline="0" dirty="0"/>
          </a:p>
        </p:txBody>
      </p:sp>
    </p:spTree>
    <p:extLst>
      <p:ext uri="{BB962C8B-B14F-4D97-AF65-F5344CB8AC3E}">
        <p14:creationId xmlns:p14="http://schemas.microsoft.com/office/powerpoint/2010/main" val="3771796535"/>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0" i="0" u="none" baseline="0" dirty="0"/>
              <a:t>[1]	B. </a:t>
            </a:r>
            <a:r>
              <a:rPr lang="en-US" b="0" i="0" u="none" baseline="0" dirty="0" err="1"/>
              <a:t>Erdoğan</a:t>
            </a:r>
            <a:r>
              <a:rPr lang="en-US" b="0" i="0" u="none" baseline="0" dirty="0"/>
              <a:t>, M. M. </a:t>
            </a:r>
            <a:r>
              <a:rPr lang="en-US" b="0" i="0" u="none" baseline="0" dirty="0" err="1"/>
              <a:t>Savrun</a:t>
            </a:r>
            <a:r>
              <a:rPr lang="en-US" b="0" i="0" u="none" baseline="0" dirty="0"/>
              <a:t>, T. </a:t>
            </a:r>
            <a:r>
              <a:rPr lang="en-US" b="0" i="0" u="none" baseline="0" dirty="0" err="1"/>
              <a:t>Köroğlu</a:t>
            </a:r>
            <a:r>
              <a:rPr lang="en-US" b="0" i="0" u="none" baseline="0" dirty="0"/>
              <a:t>, M. U. </a:t>
            </a:r>
            <a:r>
              <a:rPr lang="en-US" b="0" i="0" u="none" baseline="0" dirty="0" err="1"/>
              <a:t>Cuma</a:t>
            </a:r>
            <a:r>
              <a:rPr lang="en-US" b="0" i="0" u="none" baseline="0" dirty="0"/>
              <a:t>, and M. </a:t>
            </a:r>
            <a:r>
              <a:rPr lang="en-US" b="0" i="0" u="none" baseline="0" dirty="0" err="1"/>
              <a:t>Tümay</a:t>
            </a:r>
            <a:r>
              <a:rPr lang="en-US" b="0" i="0" u="none" baseline="0" dirty="0"/>
              <a:t>, "An improved and fast balancing algorithm for electric heavy commercial vehicles," </a:t>
            </a:r>
            <a:r>
              <a:rPr lang="en-US" b="0" i="1" u="none" baseline="0" dirty="0"/>
              <a:t>Journal of Energy Storage, </a:t>
            </a:r>
            <a:r>
              <a:rPr lang="nl-NL" b="0" i="0" u="none" baseline="0" dirty="0"/>
              <a:t>vol. 38, p. 102522, 2021.</a:t>
            </a:r>
          </a:p>
          <a:p>
            <a:endParaRPr lang="en-US" b="0" i="1" u="none" baseline="0" dirty="0"/>
          </a:p>
        </p:txBody>
      </p:sp>
    </p:spTree>
    <p:extLst>
      <p:ext uri="{BB962C8B-B14F-4D97-AF65-F5344CB8AC3E}">
        <p14:creationId xmlns:p14="http://schemas.microsoft.com/office/powerpoint/2010/main" val="409585818"/>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0" i="0" u="none" baseline="0" dirty="0"/>
              <a:t>[1]	B. </a:t>
            </a:r>
            <a:r>
              <a:rPr lang="en-US" b="0" i="0" u="none" baseline="0" dirty="0" err="1"/>
              <a:t>Erdoğan</a:t>
            </a:r>
            <a:r>
              <a:rPr lang="en-US" b="0" i="0" u="none" baseline="0" dirty="0"/>
              <a:t>, M. M. </a:t>
            </a:r>
            <a:r>
              <a:rPr lang="en-US" b="0" i="0" u="none" baseline="0" dirty="0" err="1"/>
              <a:t>Savrun</a:t>
            </a:r>
            <a:r>
              <a:rPr lang="en-US" b="0" i="0" u="none" baseline="0" dirty="0"/>
              <a:t>, T. </a:t>
            </a:r>
            <a:r>
              <a:rPr lang="en-US" b="0" i="0" u="none" baseline="0" dirty="0" err="1"/>
              <a:t>Köroğlu</a:t>
            </a:r>
            <a:r>
              <a:rPr lang="en-US" b="0" i="0" u="none" baseline="0" dirty="0"/>
              <a:t>, M. U. </a:t>
            </a:r>
            <a:r>
              <a:rPr lang="en-US" b="0" i="0" u="none" baseline="0" dirty="0" err="1"/>
              <a:t>Cuma</a:t>
            </a:r>
            <a:r>
              <a:rPr lang="en-US" b="0" i="0" u="none" baseline="0" dirty="0"/>
              <a:t>, and M. </a:t>
            </a:r>
            <a:r>
              <a:rPr lang="en-US" b="0" i="0" u="none" baseline="0" dirty="0" err="1"/>
              <a:t>Tümay</a:t>
            </a:r>
            <a:r>
              <a:rPr lang="en-US" b="0" i="0" u="none" baseline="0" dirty="0"/>
              <a:t>, "An improved and fast balancing algorithm for electric heavy commercial vehicles," </a:t>
            </a:r>
            <a:r>
              <a:rPr lang="en-US" b="0" i="1" u="none" baseline="0" dirty="0"/>
              <a:t>Journal of Energy Storage, </a:t>
            </a:r>
            <a:r>
              <a:rPr lang="nl-NL" b="0" i="0" u="none" baseline="0" dirty="0"/>
              <a:t>vol. 38, p. 102522, 2021.</a:t>
            </a:r>
          </a:p>
          <a:p>
            <a:endParaRPr lang="en-US" b="0" i="1" u="none" baseline="0" dirty="0"/>
          </a:p>
        </p:txBody>
      </p:sp>
    </p:spTree>
    <p:extLst>
      <p:ext uri="{BB962C8B-B14F-4D97-AF65-F5344CB8AC3E}">
        <p14:creationId xmlns:p14="http://schemas.microsoft.com/office/powerpoint/2010/main" val="2184256142"/>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fi-FI" b="0" i="0" u="none" baseline="0" dirty="0"/>
              <a:t>[1]	M. S. Hossain Lipu</a:t>
            </a:r>
            <a:r>
              <a:rPr lang="fi-FI" b="0" i="1" u="none" baseline="0" dirty="0"/>
              <a:t> et al.</a:t>
            </a:r>
            <a:r>
              <a:rPr lang="en-US" b="0" i="0" u="none" baseline="0" dirty="0"/>
              <a:t>, "Intelligent algorithms and control strategies for battery management system in electric vehicles: Progress, challenges and future outlook," </a:t>
            </a:r>
            <a:r>
              <a:rPr lang="en-US" b="0" i="1" u="none" baseline="0" dirty="0"/>
              <a:t>Journal of Cleaner Production, </a:t>
            </a:r>
            <a:r>
              <a:rPr lang="nl-NL" b="0" i="0" u="none" baseline="0" dirty="0"/>
              <a:t>vol. 292, p. 126044, 2021/04/10/ 2021, doi: https://doi.org/10.1016/j.jclepro.2021.126044.</a:t>
            </a:r>
          </a:p>
          <a:p>
            <a:endParaRPr lang="en-US" b="0" i="1" u="none" baseline="0" dirty="0"/>
          </a:p>
        </p:txBody>
      </p:sp>
    </p:spTree>
    <p:extLst>
      <p:ext uri="{BB962C8B-B14F-4D97-AF65-F5344CB8AC3E}">
        <p14:creationId xmlns:p14="http://schemas.microsoft.com/office/powerpoint/2010/main" val="486259679"/>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192771282"/>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1111896988"/>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0" i="0" u="none" baseline="0" dirty="0"/>
              <a:t>[1]	I. </a:t>
            </a:r>
            <a:r>
              <a:rPr lang="en-US" b="0" i="0" u="none" baseline="0" dirty="0" err="1"/>
              <a:t>Baccouche</a:t>
            </a:r>
            <a:r>
              <a:rPr lang="en-US" b="0" i="0" u="none" baseline="0" dirty="0"/>
              <a:t>, S. </a:t>
            </a:r>
            <a:r>
              <a:rPr lang="en-US" b="0" i="0" u="none" baseline="0" dirty="0" err="1"/>
              <a:t>Jemmali</a:t>
            </a:r>
            <a:r>
              <a:rPr lang="en-US" b="0" i="0" u="none" baseline="0" dirty="0"/>
              <a:t>, B. </a:t>
            </a:r>
            <a:r>
              <a:rPr lang="en-US" b="0" i="0" u="none" baseline="0" dirty="0" err="1"/>
              <a:t>Manai</a:t>
            </a:r>
            <a:r>
              <a:rPr lang="en-US" b="0" i="0" u="none" baseline="0" dirty="0"/>
              <a:t>, R. </a:t>
            </a:r>
            <a:r>
              <a:rPr lang="en-US" b="0" i="0" u="none" baseline="0" dirty="0" err="1"/>
              <a:t>Chaibi</a:t>
            </a:r>
            <a:r>
              <a:rPr lang="en-US" b="0" i="0" u="none" baseline="0" dirty="0"/>
              <a:t>, and N. E. B. Amara, "Hardware implementation of an algorithm based on </a:t>
            </a:r>
            <a:r>
              <a:rPr lang="en-US" b="0" i="0" u="none" baseline="0" dirty="0" err="1"/>
              <a:t>kalman</a:t>
            </a:r>
            <a:r>
              <a:rPr lang="en-US" b="0" i="0" u="none" baseline="0" dirty="0"/>
              <a:t> </a:t>
            </a:r>
            <a:r>
              <a:rPr lang="en-US" b="0" i="0" u="none" baseline="0" dirty="0" err="1"/>
              <a:t>filtrer</a:t>
            </a:r>
            <a:r>
              <a:rPr lang="en-US" b="0" i="0" u="none" baseline="0" dirty="0"/>
              <a:t> for monitoring low capacity Li-ion batteries," in </a:t>
            </a:r>
            <a:r>
              <a:rPr lang="en-US" b="0" i="1" u="none" baseline="0" dirty="0"/>
              <a:t>2016 7th International Renewable Energy Congress (IREC)</a:t>
            </a:r>
            <a:r>
              <a:rPr lang="en-US" b="0" i="0" u="none" baseline="0" dirty="0"/>
              <a:t>, 2016: IEEE, pp. 1-6. </a:t>
            </a:r>
          </a:p>
          <a:p>
            <a:endParaRPr lang="en-US" b="0" i="1" u="none" baseline="0" dirty="0"/>
          </a:p>
        </p:txBody>
      </p:sp>
    </p:spTree>
    <p:extLst>
      <p:ext uri="{BB962C8B-B14F-4D97-AF65-F5344CB8AC3E}">
        <p14:creationId xmlns:p14="http://schemas.microsoft.com/office/powerpoint/2010/main" val="1221298874"/>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881517567"/>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0" i="0" u="none" baseline="0" dirty="0"/>
              <a:t>[1]	N. </a:t>
            </a:r>
            <a:r>
              <a:rPr lang="en-US" b="0" i="0" u="none" baseline="0" dirty="0" err="1"/>
              <a:t>Ghaeminezhad</a:t>
            </a:r>
            <a:r>
              <a:rPr lang="en-US" b="0" i="0" u="none" baseline="0" dirty="0"/>
              <a:t>, Q. Ouyang, X. Hu, G. Xu, and Z. Wang, "Active cell equalization topologies analysis for battery packs: A systematic review," </a:t>
            </a:r>
            <a:r>
              <a:rPr lang="en-US" b="0" i="1" u="none" baseline="0" dirty="0"/>
              <a:t>IEEE Transactions on Power Electronics, </a:t>
            </a:r>
            <a:r>
              <a:rPr lang="en-US" b="0" i="0" u="none" baseline="0" dirty="0"/>
              <a:t>vol. 36, no. 8, pp. 9119-9135, 2021.</a:t>
            </a:r>
          </a:p>
          <a:p>
            <a:endParaRPr lang="en-US" b="0" i="1" u="none" baseline="0" dirty="0"/>
          </a:p>
        </p:txBody>
      </p:sp>
    </p:spTree>
    <p:extLst>
      <p:ext uri="{BB962C8B-B14F-4D97-AF65-F5344CB8AC3E}">
        <p14:creationId xmlns:p14="http://schemas.microsoft.com/office/powerpoint/2010/main" val="845139586"/>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0" i="0" u="none" baseline="0" dirty="0"/>
              <a:t>[1]	Q. Ouyang, J. Chen, C. Xu, and H. Su, "Cell balancing control for serially connected lithium-ion batteries," in </a:t>
            </a:r>
            <a:r>
              <a:rPr lang="en-US" b="0" i="1" u="none" baseline="0" dirty="0"/>
              <a:t>2016 American control conference (ACC)</a:t>
            </a:r>
            <a:r>
              <a:rPr lang="en-US" b="0" i="0" u="none" baseline="0" dirty="0"/>
              <a:t>, 2016: IEEE, pp. 3095-3100. </a:t>
            </a:r>
          </a:p>
          <a:p>
            <a:endParaRPr lang="en-US" b="0" i="1" u="none" baseline="0" dirty="0"/>
          </a:p>
        </p:txBody>
      </p:sp>
    </p:spTree>
    <p:extLst>
      <p:ext uri="{BB962C8B-B14F-4D97-AF65-F5344CB8AC3E}">
        <p14:creationId xmlns:p14="http://schemas.microsoft.com/office/powerpoint/2010/main" val="1635594077"/>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0" i="0" u="none" baseline="0" dirty="0"/>
              <a:t>[1]	X. Wei, X. Zhao, and H. Dai, "The application of </a:t>
            </a:r>
            <a:r>
              <a:rPr lang="en-US" b="0" i="0" u="none" baseline="0" dirty="0" err="1"/>
              <a:t>flyback</a:t>
            </a:r>
            <a:r>
              <a:rPr lang="en-US" b="0" i="0" u="none" baseline="0" dirty="0"/>
              <a:t> DC/DC converter in Li-ion batteries active balancing," in </a:t>
            </a:r>
            <a:r>
              <a:rPr lang="en-US" b="0" i="1" u="none" baseline="0" dirty="0"/>
              <a:t>2009 IEEE Vehicle Power and Propulsion Conference</a:t>
            </a:r>
            <a:r>
              <a:rPr lang="en-US" b="0" i="0" u="none" baseline="0" dirty="0"/>
              <a:t>, 2009: IEEE, pp. 1654-1656. </a:t>
            </a:r>
          </a:p>
          <a:p>
            <a:endParaRPr lang="en-US" b="0" i="1" u="none" baseline="0" dirty="0"/>
          </a:p>
        </p:txBody>
      </p:sp>
    </p:spTree>
    <p:extLst>
      <p:ext uri="{BB962C8B-B14F-4D97-AF65-F5344CB8AC3E}">
        <p14:creationId xmlns:p14="http://schemas.microsoft.com/office/powerpoint/2010/main" val="94123907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0" i="0" u="none" baseline="0" dirty="0"/>
              <a:t>[1]	M. </a:t>
            </a:r>
            <a:r>
              <a:rPr lang="en-US" b="0" i="0" u="none" baseline="0" dirty="0" err="1"/>
              <a:t>Daowd</a:t>
            </a:r>
            <a:r>
              <a:rPr lang="en-US" b="0" i="0" u="none" baseline="0" dirty="0"/>
              <a:t>, M. Antoine, N. Omar, P. Van den </a:t>
            </a:r>
            <a:r>
              <a:rPr lang="en-US" b="0" i="0" u="none" baseline="0" dirty="0" err="1"/>
              <a:t>Bossche</a:t>
            </a:r>
            <a:r>
              <a:rPr lang="en-US" b="0" i="0" u="none" baseline="0" dirty="0"/>
              <a:t>, and J. Van </a:t>
            </a:r>
            <a:r>
              <a:rPr lang="en-US" b="0" i="0" u="none" baseline="0" dirty="0" err="1"/>
              <a:t>Mierlo</a:t>
            </a:r>
            <a:r>
              <a:rPr lang="en-US" b="0" i="0" u="none" baseline="0" dirty="0"/>
              <a:t>, "Single switched capacitor battery balancing system enhancements," </a:t>
            </a:r>
            <a:r>
              <a:rPr lang="en-US" b="0" i="1" u="none" baseline="0" dirty="0"/>
              <a:t>Energies, </a:t>
            </a:r>
            <a:r>
              <a:rPr lang="en-US" b="0" i="0" u="none" baseline="0" dirty="0"/>
              <a:t>vol. 6, no. 4, pp. 2149-2174, 2013.</a:t>
            </a:r>
          </a:p>
          <a:p>
            <a:endParaRPr lang="en-US" b="0" i="1" u="none" baseline="0" dirty="0"/>
          </a:p>
        </p:txBody>
      </p:sp>
    </p:spTree>
    <p:extLst>
      <p:ext uri="{BB962C8B-B14F-4D97-AF65-F5344CB8AC3E}">
        <p14:creationId xmlns:p14="http://schemas.microsoft.com/office/powerpoint/2010/main" val="687194370"/>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1752600070"/>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2783021142"/>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785703168"/>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1251029514"/>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761373987"/>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0" i="0" u="none" baseline="0" dirty="0"/>
              <a:t>[1]	S. Shah, M. </a:t>
            </a:r>
            <a:r>
              <a:rPr lang="en-US" b="0" i="0" u="none" baseline="0" dirty="0" err="1"/>
              <a:t>Murali</a:t>
            </a:r>
            <a:r>
              <a:rPr lang="en-US" b="0" i="0" u="none" baseline="0" dirty="0"/>
              <a:t>, and P. Gandhi, "A practical approach of active cell balancing in a battery management system," in </a:t>
            </a:r>
            <a:r>
              <a:rPr lang="en-US" b="0" i="1" u="none" baseline="0" dirty="0"/>
              <a:t>2018 IEEE International Conference on Power Electronics, Drives and Energy Systems (PEDES)</a:t>
            </a:r>
            <a:r>
              <a:rPr lang="en-US" b="0" i="0" u="none" baseline="0" dirty="0"/>
              <a:t>, 2018: IEEE, pp. 1-6. </a:t>
            </a:r>
          </a:p>
          <a:p>
            <a:r>
              <a:rPr lang="en-US" b="0" i="0" u="none" baseline="0" dirty="0"/>
              <a:t>[2]	</a:t>
            </a:r>
            <a:r>
              <a:rPr lang="en-US" b="0" i="0" u="none" baseline="0" dirty="0" err="1"/>
              <a:t>ti</a:t>
            </a:r>
            <a:r>
              <a:rPr lang="en-US" b="0" i="0" u="none" baseline="0" dirty="0"/>
              <a:t>, "Active chipset reference design guide, reference guide," 2013. [Online]. Available: https://www.ti.com/lit/pdf/sluuas6,.</a:t>
            </a:r>
          </a:p>
          <a:p>
            <a:pPr marL="0" marR="0" lvl="0" indent="0" algn="l" defTabSz="914400" rtl="0" eaLnBrk="1" fontAlgn="auto" latinLnBrk="0" hangingPunct="1">
              <a:lnSpc>
                <a:spcPct val="100000"/>
              </a:lnSpc>
              <a:spcBef>
                <a:spcPts val="0"/>
              </a:spcBef>
              <a:spcAft>
                <a:spcPts val="0"/>
              </a:spcAft>
              <a:buClrTx/>
              <a:buSzTx/>
              <a:buFontTx/>
              <a:buNone/>
              <a:tabLst/>
              <a:defRPr/>
            </a:pPr>
            <a:r>
              <a:rPr lang="en-US" b="0" i="0" u="none" baseline="0" dirty="0"/>
              <a:t>[3]	B. </a:t>
            </a:r>
            <a:r>
              <a:rPr lang="en-US" b="0" i="0" u="none" baseline="0" dirty="0" err="1"/>
              <a:t>Erdoğan</a:t>
            </a:r>
            <a:r>
              <a:rPr lang="en-US" b="0" i="0" u="none" baseline="0" dirty="0"/>
              <a:t>, M. M. </a:t>
            </a:r>
            <a:r>
              <a:rPr lang="en-US" b="0" i="0" u="none" baseline="0" dirty="0" err="1"/>
              <a:t>Savrun</a:t>
            </a:r>
            <a:r>
              <a:rPr lang="en-US" b="0" i="0" u="none" baseline="0" dirty="0"/>
              <a:t>, T. </a:t>
            </a:r>
            <a:r>
              <a:rPr lang="en-US" b="0" i="0" u="none" baseline="0" dirty="0" err="1"/>
              <a:t>Köroğlu</a:t>
            </a:r>
            <a:r>
              <a:rPr lang="en-US" b="0" i="0" u="none" baseline="0" dirty="0"/>
              <a:t>, M. U. </a:t>
            </a:r>
            <a:r>
              <a:rPr lang="en-US" b="0" i="0" u="none" baseline="0" dirty="0" err="1"/>
              <a:t>Cuma</a:t>
            </a:r>
            <a:r>
              <a:rPr lang="en-US" b="0" i="0" u="none" baseline="0" dirty="0"/>
              <a:t>, and M. </a:t>
            </a:r>
            <a:r>
              <a:rPr lang="en-US" b="0" i="0" u="none" baseline="0" dirty="0" err="1"/>
              <a:t>Tümay</a:t>
            </a:r>
            <a:r>
              <a:rPr lang="en-US" b="0" i="0" u="none" baseline="0" dirty="0"/>
              <a:t>, "An improved and fast balancing algorithm for electric heavy commercial vehicles," </a:t>
            </a:r>
            <a:r>
              <a:rPr lang="en-US" b="0" i="1" u="none" baseline="0" dirty="0"/>
              <a:t>Journal of Energy Storage, </a:t>
            </a:r>
            <a:r>
              <a:rPr lang="nl-NL" b="0" i="0" u="none" baseline="0" dirty="0"/>
              <a:t>vol. 38, p. 102522, 2021.</a:t>
            </a:r>
          </a:p>
          <a:p>
            <a:endParaRPr lang="en-US" b="0" i="0" u="none" baseline="0" dirty="0"/>
          </a:p>
          <a:p>
            <a:endParaRPr lang="en-US" b="0" i="1" u="none" baseline="0" dirty="0"/>
          </a:p>
        </p:txBody>
      </p:sp>
    </p:spTree>
    <p:extLst>
      <p:ext uri="{BB962C8B-B14F-4D97-AF65-F5344CB8AC3E}">
        <p14:creationId xmlns:p14="http://schemas.microsoft.com/office/powerpoint/2010/main" val="61271846"/>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1038948636"/>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b="0" i="0" u="none" baseline="0" dirty="0"/>
              <a:t>[1]	S. </a:t>
            </a:r>
            <a:r>
              <a:rPr lang="en-US" b="0" i="0" u="none" baseline="0" dirty="0" err="1"/>
              <a:t>Jinlei</a:t>
            </a:r>
            <a:r>
              <a:rPr lang="en-US" b="0" i="0" u="none" baseline="0" dirty="0"/>
              <a:t>, L. Wei, T. </a:t>
            </a:r>
            <a:r>
              <a:rPr lang="en-US" b="0" i="0" u="none" baseline="0" dirty="0" err="1"/>
              <a:t>Chuanyu</a:t>
            </a:r>
            <a:r>
              <a:rPr lang="en-US" b="0" i="0" u="none" baseline="0" dirty="0"/>
              <a:t>, W. </a:t>
            </a:r>
            <a:r>
              <a:rPr lang="en-US" b="0" i="0" u="none" baseline="0" dirty="0" err="1"/>
              <a:t>Tianru</a:t>
            </a:r>
            <a:r>
              <a:rPr lang="en-US" b="0" i="0" u="none" baseline="0" dirty="0"/>
              <a:t>, J. Tao, and T. Yong, "A novel active equalization method for series-connected battery packs based on clustering analysis with genetic algorithm," </a:t>
            </a:r>
            <a:r>
              <a:rPr lang="en-US" b="0" i="1" u="none" baseline="0" dirty="0"/>
              <a:t>IEEE Transactions on Power Electronics, </a:t>
            </a:r>
            <a:r>
              <a:rPr lang="en-US" b="0" i="0" u="none" baseline="0" dirty="0"/>
              <a:t>vol. 36, no. 7, pp. 7853-7865, 2021.</a:t>
            </a:r>
            <a:endParaRPr lang="en-US" dirty="0"/>
          </a:p>
        </p:txBody>
      </p:sp>
    </p:spTree>
    <p:extLst>
      <p:ext uri="{BB962C8B-B14F-4D97-AF65-F5344CB8AC3E}">
        <p14:creationId xmlns:p14="http://schemas.microsoft.com/office/powerpoint/2010/main" val="1082132162"/>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0" i="0" u="none" baseline="0" dirty="0"/>
              <a:t>[1]	S. </a:t>
            </a:r>
            <a:r>
              <a:rPr lang="en-US" b="0" i="0" u="none" baseline="0" dirty="0" err="1"/>
              <a:t>Jinlei</a:t>
            </a:r>
            <a:r>
              <a:rPr lang="en-US" b="0" i="0" u="none" baseline="0" dirty="0"/>
              <a:t>, L. Wei, T. </a:t>
            </a:r>
            <a:r>
              <a:rPr lang="en-US" b="0" i="0" u="none" baseline="0" dirty="0" err="1"/>
              <a:t>Chuanyu</a:t>
            </a:r>
            <a:r>
              <a:rPr lang="en-US" b="0" i="0" u="none" baseline="0" dirty="0"/>
              <a:t>, W. </a:t>
            </a:r>
            <a:r>
              <a:rPr lang="en-US" b="0" i="0" u="none" baseline="0" dirty="0" err="1"/>
              <a:t>Tianru</a:t>
            </a:r>
            <a:r>
              <a:rPr lang="en-US" b="0" i="0" u="none" baseline="0" dirty="0"/>
              <a:t>, J. Tao, and T. Yong, "A novel active equalization method for series-connected battery packs based on clustering analysis with genetic algorithm," </a:t>
            </a:r>
            <a:r>
              <a:rPr lang="en-US" b="0" i="1" u="none" baseline="0" dirty="0"/>
              <a:t>IEEE Transactions on Power Electronics, </a:t>
            </a:r>
            <a:r>
              <a:rPr lang="en-US" b="0" i="0" u="none" baseline="0" dirty="0"/>
              <a:t>vol. 36, no. 7, pp. 7853-7865, 2021.</a:t>
            </a:r>
          </a:p>
          <a:p>
            <a:endParaRPr lang="en-US" b="0" i="1" u="none" baseline="0" dirty="0"/>
          </a:p>
        </p:txBody>
      </p:sp>
    </p:spTree>
    <p:extLst>
      <p:ext uri="{BB962C8B-B14F-4D97-AF65-F5344CB8AC3E}">
        <p14:creationId xmlns:p14="http://schemas.microsoft.com/office/powerpoint/2010/main" val="584600709"/>
      </p:ext>
    </p:extLst>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0" i="0" u="none" baseline="0" dirty="0"/>
              <a:t>[1]	S. </a:t>
            </a:r>
            <a:r>
              <a:rPr lang="en-US" b="0" i="0" u="none" baseline="0" dirty="0" err="1"/>
              <a:t>Jinlei</a:t>
            </a:r>
            <a:r>
              <a:rPr lang="en-US" b="0" i="0" u="none" baseline="0" dirty="0"/>
              <a:t>, L. Wei, T. </a:t>
            </a:r>
            <a:r>
              <a:rPr lang="en-US" b="0" i="0" u="none" baseline="0" dirty="0" err="1"/>
              <a:t>Chuanyu</a:t>
            </a:r>
            <a:r>
              <a:rPr lang="en-US" b="0" i="0" u="none" baseline="0" dirty="0"/>
              <a:t>, W. </a:t>
            </a:r>
            <a:r>
              <a:rPr lang="en-US" b="0" i="0" u="none" baseline="0" dirty="0" err="1"/>
              <a:t>Tianru</a:t>
            </a:r>
            <a:r>
              <a:rPr lang="en-US" b="0" i="0" u="none" baseline="0" dirty="0"/>
              <a:t>, J. Tao, and T. Yong, "A novel active equalization method for series-connected battery packs based on clustering analysis with genetic algorithm," </a:t>
            </a:r>
            <a:r>
              <a:rPr lang="en-US" b="0" i="1" u="none" baseline="0" dirty="0"/>
              <a:t>IEEE Transactions on Power Electronics, </a:t>
            </a:r>
            <a:r>
              <a:rPr lang="en-US" b="0" i="0" u="none" baseline="0" dirty="0"/>
              <a:t>vol. 36, no. 7, pp. 7853-7865, 2021.</a:t>
            </a:r>
          </a:p>
        </p:txBody>
      </p:sp>
    </p:spTree>
    <p:extLst>
      <p:ext uri="{BB962C8B-B14F-4D97-AF65-F5344CB8AC3E}">
        <p14:creationId xmlns:p14="http://schemas.microsoft.com/office/powerpoint/2010/main" val="975647684"/>
      </p:ext>
    </p:extLst>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b="0" i="0" u="none" baseline="0" dirty="0"/>
              <a:t>[1]	S. </a:t>
            </a:r>
            <a:r>
              <a:rPr lang="en-US" b="0" i="0" u="none" baseline="0" dirty="0" err="1"/>
              <a:t>Jinlei</a:t>
            </a:r>
            <a:r>
              <a:rPr lang="en-US" b="0" i="0" u="none" baseline="0" dirty="0"/>
              <a:t>, L. Wei, T. </a:t>
            </a:r>
            <a:r>
              <a:rPr lang="en-US" b="0" i="0" u="none" baseline="0" dirty="0" err="1"/>
              <a:t>Chuanyu</a:t>
            </a:r>
            <a:r>
              <a:rPr lang="en-US" b="0" i="0" u="none" baseline="0" dirty="0"/>
              <a:t>, W. </a:t>
            </a:r>
            <a:r>
              <a:rPr lang="en-US" b="0" i="0" u="none" baseline="0" dirty="0" err="1"/>
              <a:t>Tianru</a:t>
            </a:r>
            <a:r>
              <a:rPr lang="en-US" b="0" i="0" u="none" baseline="0" dirty="0"/>
              <a:t>, J. Tao, and T. Yong, "A novel active equalization method for series-connected battery packs based on clustering analysis with genetic algorithm," </a:t>
            </a:r>
            <a:r>
              <a:rPr lang="en-US" b="0" i="1" u="none" baseline="0" dirty="0"/>
              <a:t>IEEE Transactions on Power Electronics, </a:t>
            </a:r>
            <a:r>
              <a:rPr lang="en-US" b="0" i="0" u="none" baseline="0" dirty="0"/>
              <a:t>vol. 36, no. 7, pp. 7853-7865, 2021.</a:t>
            </a:r>
            <a:endParaRPr lang="en-US" dirty="0"/>
          </a:p>
        </p:txBody>
      </p:sp>
    </p:spTree>
    <p:extLst>
      <p:ext uri="{BB962C8B-B14F-4D97-AF65-F5344CB8AC3E}">
        <p14:creationId xmlns:p14="http://schemas.microsoft.com/office/powerpoint/2010/main" val="719305150"/>
      </p:ext>
    </p:extLst>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b="0" i="0" u="none" baseline="0" dirty="0"/>
              <a:t>[1]	S. </a:t>
            </a:r>
            <a:r>
              <a:rPr lang="en-US" b="0" i="0" u="none" baseline="0" dirty="0" err="1"/>
              <a:t>Jinlei</a:t>
            </a:r>
            <a:r>
              <a:rPr lang="en-US" b="0" i="0" u="none" baseline="0" dirty="0"/>
              <a:t>, L. Wei, T. </a:t>
            </a:r>
            <a:r>
              <a:rPr lang="en-US" b="0" i="0" u="none" baseline="0" dirty="0" err="1"/>
              <a:t>Chuanyu</a:t>
            </a:r>
            <a:r>
              <a:rPr lang="en-US" b="0" i="0" u="none" baseline="0" dirty="0"/>
              <a:t>, W. </a:t>
            </a:r>
            <a:r>
              <a:rPr lang="en-US" b="0" i="0" u="none" baseline="0" dirty="0" err="1"/>
              <a:t>Tianru</a:t>
            </a:r>
            <a:r>
              <a:rPr lang="en-US" b="0" i="0" u="none" baseline="0" dirty="0"/>
              <a:t>, J. Tao, and T. Yong, "A novel active equalization method for series-connected battery packs based on clustering analysis with genetic algorithm," </a:t>
            </a:r>
            <a:r>
              <a:rPr lang="en-US" b="0" i="1" u="none" baseline="0" dirty="0"/>
              <a:t>IEEE Transactions on Power Electronics, </a:t>
            </a:r>
            <a:r>
              <a:rPr lang="en-US" b="0" i="0" u="none" baseline="0" dirty="0"/>
              <a:t>vol. 36, no. 7, pp. 7853-7865, 2021.</a:t>
            </a:r>
          </a:p>
        </p:txBody>
      </p:sp>
    </p:spTree>
    <p:extLst>
      <p:ext uri="{BB962C8B-B14F-4D97-AF65-F5344CB8AC3E}">
        <p14:creationId xmlns:p14="http://schemas.microsoft.com/office/powerpoint/2010/main" val="3210477361"/>
      </p:ext>
    </p:extLst>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b="0" i="0" u="none" baseline="0" dirty="0"/>
              <a:t>[1]	S. </a:t>
            </a:r>
            <a:r>
              <a:rPr lang="en-US" b="0" i="0" u="none" baseline="0" dirty="0" err="1"/>
              <a:t>Jinlei</a:t>
            </a:r>
            <a:r>
              <a:rPr lang="en-US" b="0" i="0" u="none" baseline="0" dirty="0"/>
              <a:t>, L. Wei, T. </a:t>
            </a:r>
            <a:r>
              <a:rPr lang="en-US" b="0" i="0" u="none" baseline="0" dirty="0" err="1"/>
              <a:t>Chuanyu</a:t>
            </a:r>
            <a:r>
              <a:rPr lang="en-US" b="0" i="0" u="none" baseline="0" dirty="0"/>
              <a:t>, W. </a:t>
            </a:r>
            <a:r>
              <a:rPr lang="en-US" b="0" i="0" u="none" baseline="0" dirty="0" err="1"/>
              <a:t>Tianru</a:t>
            </a:r>
            <a:r>
              <a:rPr lang="en-US" b="0" i="0" u="none" baseline="0" dirty="0"/>
              <a:t>, J. Tao, and T. Yong, "A novel active equalization method for series-connected battery packs based on clustering analysis with genetic algorithm," </a:t>
            </a:r>
            <a:r>
              <a:rPr lang="en-US" b="0" i="1" u="none" baseline="0" dirty="0"/>
              <a:t>IEEE Transactions on Power Electronics, </a:t>
            </a:r>
            <a:r>
              <a:rPr lang="en-US" b="0" i="0" u="none" baseline="0" dirty="0"/>
              <a:t>vol. 36, no. 7, pp. 7853-7865, 2021.</a:t>
            </a:r>
            <a:endParaRPr lang="en-US" baseline="-25000" dirty="0"/>
          </a:p>
        </p:txBody>
      </p:sp>
    </p:spTree>
    <p:extLst>
      <p:ext uri="{BB962C8B-B14F-4D97-AF65-F5344CB8AC3E}">
        <p14:creationId xmlns:p14="http://schemas.microsoft.com/office/powerpoint/2010/main" val="2033212445"/>
      </p:ext>
    </p:extLst>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b="0" i="0" u="none" baseline="0" dirty="0"/>
              <a:t>[1]	S. </a:t>
            </a:r>
            <a:r>
              <a:rPr lang="en-US" b="0" i="0" u="none" baseline="0" dirty="0" err="1"/>
              <a:t>Jinlei</a:t>
            </a:r>
            <a:r>
              <a:rPr lang="en-US" b="0" i="0" u="none" baseline="0" dirty="0"/>
              <a:t>, L. Wei, T. </a:t>
            </a:r>
            <a:r>
              <a:rPr lang="en-US" b="0" i="0" u="none" baseline="0" dirty="0" err="1"/>
              <a:t>Chuanyu</a:t>
            </a:r>
            <a:r>
              <a:rPr lang="en-US" b="0" i="0" u="none" baseline="0" dirty="0"/>
              <a:t>, W. </a:t>
            </a:r>
            <a:r>
              <a:rPr lang="en-US" b="0" i="0" u="none" baseline="0" dirty="0" err="1"/>
              <a:t>Tianru</a:t>
            </a:r>
            <a:r>
              <a:rPr lang="en-US" b="0" i="0" u="none" baseline="0" dirty="0"/>
              <a:t>, J. Tao, and T. Yong, "A novel active equalization method for series-connected battery packs based on clustering analysis with genetic algorithm," </a:t>
            </a:r>
            <a:r>
              <a:rPr lang="en-US" b="0" i="1" u="none" baseline="0" dirty="0"/>
              <a:t>IEEE Transactions on Power Electronics, </a:t>
            </a:r>
            <a:r>
              <a:rPr lang="en-US" b="0" i="0" u="none" baseline="0" dirty="0"/>
              <a:t>vol. 36, no. 7, pp. 7853-7865, 2021.</a:t>
            </a:r>
            <a:endParaRPr lang="en-US" dirty="0"/>
          </a:p>
          <a:p>
            <a:endParaRPr lang="en-US" dirty="0"/>
          </a:p>
        </p:txBody>
      </p:sp>
    </p:spTree>
    <p:extLst>
      <p:ext uri="{BB962C8B-B14F-4D97-AF65-F5344CB8AC3E}">
        <p14:creationId xmlns:p14="http://schemas.microsoft.com/office/powerpoint/2010/main" val="2865577407"/>
      </p:ext>
    </p:extLst>
  </p:cSld>
  <p:clrMapOvr>
    <a:masterClrMapping/>
  </p:clrMapOvr>
</p:notes>
</file>

<file path=ppt/notesSlides/notesSlide7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b="0" i="0" u="none" baseline="0" dirty="0"/>
              <a:t>[1]	S. </a:t>
            </a:r>
            <a:r>
              <a:rPr lang="en-US" b="0" i="0" u="none" baseline="0" dirty="0" err="1"/>
              <a:t>Jinlei</a:t>
            </a:r>
            <a:r>
              <a:rPr lang="en-US" b="0" i="0" u="none" baseline="0" dirty="0"/>
              <a:t>, L. Wei, T. </a:t>
            </a:r>
            <a:r>
              <a:rPr lang="en-US" b="0" i="0" u="none" baseline="0" dirty="0" err="1"/>
              <a:t>Chuanyu</a:t>
            </a:r>
            <a:r>
              <a:rPr lang="en-US" b="0" i="0" u="none" baseline="0" dirty="0"/>
              <a:t>, W. </a:t>
            </a:r>
            <a:r>
              <a:rPr lang="en-US" b="0" i="0" u="none" baseline="0" dirty="0" err="1"/>
              <a:t>Tianru</a:t>
            </a:r>
            <a:r>
              <a:rPr lang="en-US" b="0" i="0" u="none" baseline="0" dirty="0"/>
              <a:t>, J. Tao, and T. Yong, "A novel active equalization method for series-connected battery packs based on clustering analysis with genetic algorithm," </a:t>
            </a:r>
            <a:r>
              <a:rPr lang="en-US" b="0" i="1" u="none" baseline="0" dirty="0"/>
              <a:t>IEEE Transactions on Power Electronics, </a:t>
            </a:r>
            <a:r>
              <a:rPr lang="en-US" b="0" i="0" u="none" baseline="0" dirty="0"/>
              <a:t>vol. 36, no. 7, pp. 7853-7865, 2021.</a:t>
            </a:r>
            <a:endParaRPr lang="en-US" dirty="0"/>
          </a:p>
        </p:txBody>
      </p:sp>
    </p:spTree>
    <p:extLst>
      <p:ext uri="{BB962C8B-B14F-4D97-AF65-F5344CB8AC3E}">
        <p14:creationId xmlns:p14="http://schemas.microsoft.com/office/powerpoint/2010/main" val="1817904026"/>
      </p:ext>
    </p:extLst>
  </p:cSld>
  <p:clrMapOvr>
    <a:masterClrMapping/>
  </p:clrMapOvr>
</p:notes>
</file>

<file path=ppt/notesSlides/notesSlide7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b="0" i="0" u="none" baseline="0" dirty="0"/>
              <a:t>[1]	W. </a:t>
            </a:r>
            <a:r>
              <a:rPr lang="en-US" b="0" i="0" u="none" baseline="0" dirty="0" err="1"/>
              <a:t>Lujun</a:t>
            </a:r>
            <a:r>
              <a:rPr lang="en-US" b="0" i="1" u="none" baseline="0" dirty="0"/>
              <a:t> et al.</a:t>
            </a:r>
            <a:r>
              <a:rPr lang="en-US" b="0" i="0" u="none" baseline="0" dirty="0"/>
              <a:t>, "Efficient and fast active equalization method for retired battery pack using wide voltage range bidirectional converter and DBSCAN clustering algorithm," </a:t>
            </a:r>
            <a:r>
              <a:rPr lang="en-US" b="0" i="1" u="none" baseline="0" dirty="0"/>
              <a:t>IEEE Transactions on Power Electronics, </a:t>
            </a:r>
            <a:r>
              <a:rPr lang="en-US" b="0" i="0" u="none" baseline="0" dirty="0"/>
              <a:t>vol. 37, no. 11, pp. 13824-13833, 2022.</a:t>
            </a:r>
            <a:endParaRPr lang="en-US" dirty="0"/>
          </a:p>
        </p:txBody>
      </p:sp>
    </p:spTree>
    <p:extLst>
      <p:ext uri="{BB962C8B-B14F-4D97-AF65-F5344CB8AC3E}">
        <p14:creationId xmlns:p14="http://schemas.microsoft.com/office/powerpoint/2010/main" val="3730464993"/>
      </p:ext>
    </p:extLst>
  </p:cSld>
  <p:clrMapOvr>
    <a:masterClrMapping/>
  </p:clrMapOvr>
</p:notes>
</file>

<file path=ppt/notesSlides/notesSlide7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Tree>
    <p:extLst>
      <p:ext uri="{BB962C8B-B14F-4D97-AF65-F5344CB8AC3E}">
        <p14:creationId xmlns:p14="http://schemas.microsoft.com/office/powerpoint/2010/main" val="2920352520"/>
      </p:ext>
    </p:extLst>
  </p:cSld>
  <p:clrMapOvr>
    <a:masterClrMapping/>
  </p:clrMapOvr>
</p:notes>
</file>

<file path=ppt/notesSlides/notesSlide7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0" i="0" u="none" baseline="0" dirty="0"/>
              <a:t>[1]	K. </a:t>
            </a:r>
            <a:r>
              <a:rPr lang="en-US" b="0" i="0" u="none" baseline="0" dirty="0" err="1"/>
              <a:t>Movassagh</a:t>
            </a:r>
            <a:r>
              <a:rPr lang="en-US" b="0" i="0" u="none" baseline="0" dirty="0"/>
              <a:t>, A. Raihan, B. </a:t>
            </a:r>
            <a:r>
              <a:rPr lang="en-US" b="0" i="0" u="none" baseline="0" dirty="0" err="1"/>
              <a:t>Balasingam</a:t>
            </a:r>
            <a:r>
              <a:rPr lang="en-US" b="0" i="0" u="none" baseline="0" dirty="0"/>
              <a:t>, and K. </a:t>
            </a:r>
            <a:r>
              <a:rPr lang="en-US" b="0" i="0" u="none" baseline="0" dirty="0" err="1"/>
              <a:t>Pattipati</a:t>
            </a:r>
            <a:r>
              <a:rPr lang="en-US" b="0" i="0" u="none" baseline="0" dirty="0"/>
              <a:t>, "A Critical Look at Coulomb Counting Approach for State of Charge Estimation in Batteries," </a:t>
            </a:r>
            <a:r>
              <a:rPr lang="en-US" b="0" i="1" u="none" baseline="0" dirty="0"/>
              <a:t>Energies, </a:t>
            </a:r>
            <a:r>
              <a:rPr lang="en-US" b="0" i="0" u="none" baseline="0" dirty="0"/>
              <a:t>vol. 14, no. 14, p. 4074, 2021. [Online]. Available: https://www.mdpi.com/1996-1073/14/14/4074.</a:t>
            </a:r>
          </a:p>
          <a:p>
            <a:endParaRPr lang="en-US" b="0" i="1" u="none" baseline="0" dirty="0"/>
          </a:p>
        </p:txBody>
      </p:sp>
    </p:spTree>
    <p:extLst>
      <p:ext uri="{BB962C8B-B14F-4D97-AF65-F5344CB8AC3E}">
        <p14:creationId xmlns:p14="http://schemas.microsoft.com/office/powerpoint/2010/main" val="134233772"/>
      </p:ext>
    </p:extLst>
  </p:cSld>
  <p:clrMapOvr>
    <a:masterClrMapping/>
  </p:clrMapOvr>
</p:notes>
</file>

<file path=ppt/notesSlides/notesSlide7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0" i="0" u="none" baseline="0" dirty="0"/>
              <a:t>[1]	I. </a:t>
            </a:r>
            <a:r>
              <a:rPr lang="en-US" b="0" i="0" u="none" baseline="0" dirty="0" err="1"/>
              <a:t>Baccouche</a:t>
            </a:r>
            <a:r>
              <a:rPr lang="en-US" b="0" i="0" u="none" baseline="0" dirty="0"/>
              <a:t>, S. </a:t>
            </a:r>
            <a:r>
              <a:rPr lang="en-US" b="0" i="0" u="none" baseline="0" dirty="0" err="1"/>
              <a:t>Jemmali</a:t>
            </a:r>
            <a:r>
              <a:rPr lang="en-US" b="0" i="0" u="none" baseline="0" dirty="0"/>
              <a:t>, B. </a:t>
            </a:r>
            <a:r>
              <a:rPr lang="en-US" b="0" i="0" u="none" baseline="0" dirty="0" err="1"/>
              <a:t>Manai</a:t>
            </a:r>
            <a:r>
              <a:rPr lang="en-US" b="0" i="0" u="none" baseline="0" dirty="0"/>
              <a:t>, N. Omar, and N. E. B. Amara, "Improved OCV Model of a Li-Ion NMC Battery for Online SOC Estimation Using the Extended Kalman Filter," </a:t>
            </a:r>
            <a:r>
              <a:rPr lang="en-US" b="0" i="1" u="none" baseline="0" dirty="0"/>
              <a:t>Energies, </a:t>
            </a:r>
            <a:r>
              <a:rPr lang="en-US" b="0" i="0" u="none" baseline="0" dirty="0"/>
              <a:t>vol. 10, no. 6, p. 764, 2017. [Online]. Available: https://www.mdpi.com/1996-1073/10/6/764.</a:t>
            </a:r>
          </a:p>
          <a:p>
            <a:endParaRPr lang="en-US" b="0" i="1" u="none" baseline="0" dirty="0"/>
          </a:p>
        </p:txBody>
      </p:sp>
    </p:spTree>
    <p:extLst>
      <p:ext uri="{BB962C8B-B14F-4D97-AF65-F5344CB8AC3E}">
        <p14:creationId xmlns:p14="http://schemas.microsoft.com/office/powerpoint/2010/main" val="2192840650"/>
      </p:ext>
    </p:extLst>
  </p:cSld>
  <p:clrMapOvr>
    <a:masterClrMapping/>
  </p:clrMapOvr>
</p:notes>
</file>

<file path=ppt/notesSlides/notesSlide7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0" i="0" u="none" baseline="0" dirty="0"/>
              <a:t>[1]	J. Nadeau, M. Dubois, A. Desrochers, and N. Denis, "Ageing estimation of lithium-ion batteries applied to a three-wheel PHEV roadster," in </a:t>
            </a:r>
            <a:r>
              <a:rPr lang="en-US" b="0" i="1" u="none" baseline="0" dirty="0"/>
              <a:t>2013 IEEE Vehicle Power and Propulsion Conference (VPPC)</a:t>
            </a:r>
            <a:r>
              <a:rPr lang="en-US" b="0" i="0" u="none" baseline="0" dirty="0"/>
              <a:t>, 2013: IEEE, pp. 1-6. </a:t>
            </a:r>
          </a:p>
          <a:p>
            <a:endParaRPr lang="en-US" b="0" i="1" u="none" baseline="0" dirty="0"/>
          </a:p>
        </p:txBody>
      </p:sp>
    </p:spTree>
    <p:extLst>
      <p:ext uri="{BB962C8B-B14F-4D97-AF65-F5344CB8AC3E}">
        <p14:creationId xmlns:p14="http://schemas.microsoft.com/office/powerpoint/2010/main" val="2260874760"/>
      </p:ext>
    </p:extLst>
  </p:cSld>
  <p:clrMapOvr>
    <a:masterClrMapping/>
  </p:clrMapOvr>
</p:notes>
</file>

<file path=ppt/notesSlides/notesSlide8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0" i="0" u="none" baseline="0" dirty="0"/>
              <a:t>[1]	X. Ding</a:t>
            </a:r>
            <a:r>
              <a:rPr lang="en-US" b="0" i="1" u="none" baseline="0" dirty="0"/>
              <a:t> et al.</a:t>
            </a:r>
            <a:r>
              <a:rPr lang="en-US" b="0" i="0" u="none" baseline="0" dirty="0"/>
              <a:t>, "A novel active equalization topology for series-connected lithium-ion battery packs," </a:t>
            </a:r>
            <a:r>
              <a:rPr lang="en-US" b="0" i="1" u="none" baseline="0" dirty="0"/>
              <a:t>IEEE Transactions on Industry Applications, </a:t>
            </a:r>
            <a:r>
              <a:rPr lang="en-US" b="0" i="0" u="none" baseline="0" dirty="0"/>
              <a:t>vol. 56, no. 6, pp. 6892-6903, 2020.</a:t>
            </a:r>
          </a:p>
          <a:p>
            <a:endParaRPr lang="en-US" b="0" i="1" u="none" baseline="0" dirty="0"/>
          </a:p>
        </p:txBody>
      </p:sp>
    </p:spTree>
    <p:extLst>
      <p:ext uri="{BB962C8B-B14F-4D97-AF65-F5344CB8AC3E}">
        <p14:creationId xmlns:p14="http://schemas.microsoft.com/office/powerpoint/2010/main" val="3064725532"/>
      </p:ext>
    </p:extLst>
  </p:cSld>
  <p:clrMapOvr>
    <a:masterClrMapping/>
  </p:clrMapOvr>
</p:notes>
</file>

<file path=ppt/notesSlides/notesSlide8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b="0" i="0" u="none" baseline="0" dirty="0"/>
              <a:t>[1]	S. </a:t>
            </a:r>
            <a:r>
              <a:rPr lang="en-US" b="0" i="0" u="none" baseline="0" dirty="0" err="1"/>
              <a:t>Jinlei</a:t>
            </a:r>
            <a:r>
              <a:rPr lang="en-US" b="0" i="0" u="none" baseline="0" dirty="0"/>
              <a:t>, L. Wei, T. </a:t>
            </a:r>
            <a:r>
              <a:rPr lang="en-US" b="0" i="0" u="none" baseline="0" dirty="0" err="1"/>
              <a:t>Chuanyu</a:t>
            </a:r>
            <a:r>
              <a:rPr lang="en-US" b="0" i="0" u="none" baseline="0" dirty="0"/>
              <a:t>, W. </a:t>
            </a:r>
            <a:r>
              <a:rPr lang="en-US" b="0" i="0" u="none" baseline="0" dirty="0" err="1"/>
              <a:t>Tianru</a:t>
            </a:r>
            <a:r>
              <a:rPr lang="en-US" b="0" i="0" u="none" baseline="0" dirty="0"/>
              <a:t>, J. Tao, and T. Yong, "A novel active equalization method for series-connected battery packs based on clustering analysis with genetic algorithm," </a:t>
            </a:r>
            <a:r>
              <a:rPr lang="en-US" b="0" i="1" u="none" baseline="0" dirty="0"/>
              <a:t>IEEE Transactions on Power Electronics, </a:t>
            </a:r>
            <a:r>
              <a:rPr lang="en-US" b="0" i="0" u="none" baseline="0" dirty="0"/>
              <a:t>vol. 36, no. 7, pp. 7853-7865, 2021.</a:t>
            </a:r>
            <a:endParaRPr lang="en-US" dirty="0"/>
          </a:p>
        </p:txBody>
      </p:sp>
    </p:spTree>
    <p:extLst>
      <p:ext uri="{BB962C8B-B14F-4D97-AF65-F5344CB8AC3E}">
        <p14:creationId xmlns:p14="http://schemas.microsoft.com/office/powerpoint/2010/main" val="1216566161"/>
      </p:ext>
    </p:extLst>
  </p:cSld>
  <p:clrMapOvr>
    <a:masterClrMapping/>
  </p:clrMapOvr>
</p:notes>
</file>

<file path=ppt/notesSlides/notesSlide8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2412233241"/>
      </p:ext>
    </p:extLst>
  </p:cSld>
  <p:clrMapOvr>
    <a:masterClrMapping/>
  </p:clrMapOvr>
</p:notes>
</file>

<file path=ppt/notesSlides/notesSlide8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3495883452"/>
      </p:ext>
    </p:extLst>
  </p:cSld>
  <p:clrMapOvr>
    <a:masterClrMapping/>
  </p:clrMapOvr>
</p:notes>
</file>

<file path=ppt/notesSlides/notesSlide8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2104217402"/>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371600"/>
            <a:ext cx="7848600" cy="1927225"/>
          </a:xfrm>
        </p:spPr>
        <p:txBody>
          <a:bodyPr anchor="b">
            <a:noAutofit/>
          </a:bodyPr>
          <a:lstStyle>
            <a:lvl1pPr>
              <a:defRPr sz="5400" cap="all" baseline="0"/>
            </a:lvl1pPr>
          </a:lstStyle>
          <a:p>
            <a:r>
              <a:rPr lang="en-US"/>
              <a:t>Click to edit Master title style</a:t>
            </a:r>
            <a:endParaRPr lang="en-US" dirty="0"/>
          </a:p>
        </p:txBody>
      </p:sp>
      <p:sp>
        <p:nvSpPr>
          <p:cNvPr id="3" name="Subtitle 2"/>
          <p:cNvSpPr>
            <a:spLocks noGrp="1"/>
          </p:cNvSpPr>
          <p:nvPr>
            <p:ph type="subTitle" idx="1"/>
          </p:nvPr>
        </p:nvSpPr>
        <p:spPr>
          <a:xfrm>
            <a:off x="685800" y="3505200"/>
            <a:ext cx="6400800" cy="1752600"/>
          </a:xfrm>
        </p:spPr>
        <p:txBody>
          <a:bodyPr/>
          <a:lstStyle>
            <a:lvl1pPr marL="0" indent="0" algn="l">
              <a:buNone/>
              <a:defRPr>
                <a:solidFill>
                  <a:schemeClr val="tx1">
                    <a:lumMod val="75000"/>
                    <a:lumOff val="2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endParaRPr lang="en-US" dirty="0"/>
          </a:p>
        </p:txBody>
      </p:sp>
      <p:sp>
        <p:nvSpPr>
          <p:cNvPr id="4" name="Date Placeholder 3"/>
          <p:cNvSpPr>
            <a:spLocks noGrp="1"/>
          </p:cNvSpPr>
          <p:nvPr>
            <p:ph type="dt" sz="half" idx="10"/>
          </p:nvPr>
        </p:nvSpPr>
        <p:spPr/>
        <p:txBody>
          <a:bodyPr/>
          <a:lstStyle/>
          <a:p>
            <a:fld id="{342F33C8-C791-4D5C-A762-F1444BAB6895}" type="datetime1">
              <a:rPr lang="en-US" smtClean="0"/>
              <a:t>8/16/2024</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7FC2E40A-4446-4E2B-B9AD-16F559E28E02}" type="slidenum">
              <a:rPr lang="en-US" smtClean="0"/>
              <a:t>‹#›</a:t>
            </a:fld>
            <a:endParaRPr lang="en-US"/>
          </a:p>
        </p:txBody>
      </p:sp>
      <p:cxnSp>
        <p:nvCxnSpPr>
          <p:cNvPr id="8" name="Straight Connector 7"/>
          <p:cNvCxnSpPr/>
          <p:nvPr/>
        </p:nvCxnSpPr>
        <p:spPr>
          <a:xfrm>
            <a:off x="685800" y="3398520"/>
            <a:ext cx="7848600" cy="1588"/>
          </a:xfrm>
          <a:prstGeom prst="line">
            <a:avLst/>
          </a:prstGeom>
          <a:ln w="19050">
            <a:solidFill>
              <a:schemeClr val="tx2"/>
            </a:solidFill>
          </a:ln>
        </p:spPr>
        <p:style>
          <a:lnRef idx="1">
            <a:schemeClr val="accent1"/>
          </a:lnRef>
          <a:fillRef idx="0">
            <a:schemeClr val="accent1"/>
          </a:fillRef>
          <a:effectRef idx="0">
            <a:schemeClr val="accent1"/>
          </a:effectRef>
          <a:fontRef idx="minor">
            <a:schemeClr val="tx1"/>
          </a:fontRef>
        </p:style>
      </p:cxn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E3DD26C-48B8-45C9-95EB-0EA6E3001BE1}" type="datetime1">
              <a:rPr lang="en-US" smtClean="0"/>
              <a:t>8/16/2024</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7FC2E40A-4446-4E2B-B9AD-16F559E28E02}" type="slidenum">
              <a:rPr lang="en-US" smtClean="0"/>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bg>
      <p:bgRef idx="1001">
        <a:schemeClr val="bg2"/>
      </p:bgRef>
    </p:bg>
    <p:spTree>
      <p:nvGrpSpPr>
        <p:cNvPr id="1" name=""/>
        <p:cNvGrpSpPr/>
        <p:nvPr/>
      </p:nvGrpSpPr>
      <p:grpSpPr>
        <a:xfrm>
          <a:off x="0" y="0"/>
          <a:ext cx="0" cy="0"/>
          <a:chOff x="0" y="0"/>
          <a:chExt cx="0" cy="0"/>
        </a:xfrm>
      </p:grpSpPr>
      <p:sp>
        <p:nvSpPr>
          <p:cNvPr id="2" name="Title 1"/>
          <p:cNvSpPr>
            <a:spLocks noGrp="1"/>
          </p:cNvSpPr>
          <p:nvPr>
            <p:ph type="title"/>
          </p:nvPr>
        </p:nvSpPr>
        <p:spPr>
          <a:xfrm>
            <a:off x="722313" y="2362200"/>
            <a:ext cx="7772400" cy="2200275"/>
          </a:xfrm>
        </p:spPr>
        <p:txBody>
          <a:bodyPr anchor="b">
            <a:normAutofit/>
          </a:bodyPr>
          <a:lstStyle>
            <a:lvl1pPr algn="l">
              <a:defRPr sz="4800" b="0" cap="all"/>
            </a:lvl1pPr>
          </a:lstStyle>
          <a:p>
            <a:r>
              <a:rPr lang="en-US"/>
              <a:t>Click to edit Master title style</a:t>
            </a:r>
            <a:endParaRPr lang="en-US" dirty="0"/>
          </a:p>
        </p:txBody>
      </p:sp>
      <p:sp>
        <p:nvSpPr>
          <p:cNvPr id="3" name="Text Placeholder 2"/>
          <p:cNvSpPr>
            <a:spLocks noGrp="1"/>
          </p:cNvSpPr>
          <p:nvPr>
            <p:ph type="body" idx="1"/>
          </p:nvPr>
        </p:nvSpPr>
        <p:spPr>
          <a:xfrm>
            <a:off x="722313" y="4626864"/>
            <a:ext cx="7772400" cy="1500187"/>
          </a:xfrm>
        </p:spPr>
        <p:txBody>
          <a:bodyPr anchor="t">
            <a:normAutofit/>
          </a:bodyPr>
          <a:lstStyle>
            <a:lvl1pPr marL="0" indent="0">
              <a:buNone/>
              <a:defRPr sz="2400">
                <a:solidFill>
                  <a:schemeClr val="tx2"/>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F879586F-0E80-4B87-99A0-AC67FF591324}" type="datetime1">
              <a:rPr lang="en-US" smtClean="0"/>
              <a:t>8/16/2024</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7FC2E40A-4446-4E2B-B9AD-16F559E28E02}" type="slidenum">
              <a:rPr lang="en-US" smtClean="0"/>
              <a:t>‹#›</a:t>
            </a:fld>
            <a:endParaRPr lang="en-US"/>
          </a:p>
        </p:txBody>
      </p:sp>
      <p:cxnSp>
        <p:nvCxnSpPr>
          <p:cNvPr id="7" name="Straight Connector 6"/>
          <p:cNvCxnSpPr/>
          <p:nvPr/>
        </p:nvCxnSpPr>
        <p:spPr>
          <a:xfrm>
            <a:off x="731520" y="4599432"/>
            <a:ext cx="7848600" cy="1588"/>
          </a:xfrm>
          <a:prstGeom prst="line">
            <a:avLst/>
          </a:prstGeom>
          <a:ln w="19050">
            <a:solidFill>
              <a:schemeClr val="tx2"/>
            </a:solidFill>
          </a:ln>
        </p:spPr>
        <p:style>
          <a:lnRef idx="1">
            <a:schemeClr val="accent1"/>
          </a:lnRef>
          <a:fillRef idx="0">
            <a:schemeClr val="accent1"/>
          </a:fillRef>
          <a:effectRef idx="0">
            <a:schemeClr val="accent1"/>
          </a:effectRef>
          <a:fontRef idx="minor">
            <a:schemeClr val="tx1"/>
          </a:fontRef>
        </p:style>
      </p:cxnSp>
    </p:spTree>
  </p:cSld>
  <p:clrMapOvr>
    <a:overrideClrMapping bg1="dk1" tx1="lt1" bg2="dk2" tx2="lt2" accent1="accent1" accent2="accent2" accent3="accent3" accent4="accent4" accent5="accent5" accent6="accent6" hlink="hlink" folHlink="folHlink"/>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73352"/>
            <a:ext cx="4038600" cy="4718304"/>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4648200" y="1673352"/>
            <a:ext cx="4038600" cy="4718304"/>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07411467-27C9-4EF3-A44B-DA78076DC202}" type="datetime1">
              <a:rPr lang="en-US" smtClean="0"/>
              <a:t>8/16/2024</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7FC2E40A-4446-4E2B-B9AD-16F559E28E02}" type="slidenum">
              <a:rPr lang="en-US" smtClean="0"/>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endParaRPr lang="en-US" dirty="0"/>
          </a:p>
        </p:txBody>
      </p:sp>
      <p:sp>
        <p:nvSpPr>
          <p:cNvPr id="3" name="Text Placeholder 2"/>
          <p:cNvSpPr>
            <a:spLocks noGrp="1"/>
          </p:cNvSpPr>
          <p:nvPr>
            <p:ph type="body" idx="1"/>
          </p:nvPr>
        </p:nvSpPr>
        <p:spPr>
          <a:xfrm>
            <a:off x="457200" y="1676400"/>
            <a:ext cx="3931920" cy="639762"/>
          </a:xfrm>
          <a:noFill/>
          <a:ln>
            <a:noFill/>
          </a:ln>
          <a:effectLst/>
        </p:spPr>
        <p:style>
          <a:lnRef idx="3">
            <a:schemeClr val="lt1"/>
          </a:lnRef>
          <a:fillRef idx="1">
            <a:schemeClr val="accent2"/>
          </a:fillRef>
          <a:effectRef idx="1">
            <a:schemeClr val="accent2"/>
          </a:effectRef>
          <a:fontRef idx="none"/>
        </p:style>
        <p:txBody>
          <a:bodyPr anchor="ctr">
            <a:normAutofit/>
          </a:bodyPr>
          <a:lstStyle>
            <a:lvl1pPr marL="0" indent="0" algn="ctr">
              <a:buNone/>
              <a:defRPr sz="2000" b="0">
                <a:solidFill>
                  <a:schemeClr val="tx2"/>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438400"/>
            <a:ext cx="3931920"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4754880" y="1676400"/>
            <a:ext cx="3931920" cy="639762"/>
          </a:xfrm>
          <a:noFill/>
          <a:ln>
            <a:noFill/>
          </a:ln>
          <a:effectLst/>
        </p:spPr>
        <p:style>
          <a:lnRef idx="3">
            <a:schemeClr val="lt1"/>
          </a:lnRef>
          <a:fillRef idx="1">
            <a:schemeClr val="accent2"/>
          </a:fillRef>
          <a:effectRef idx="1">
            <a:schemeClr val="accent2"/>
          </a:effectRef>
          <a:fontRef idx="none"/>
        </p:style>
        <p:txBody>
          <a:bodyPr anchor="ctr">
            <a:normAutofit/>
          </a:bodyPr>
          <a:lstStyle>
            <a:lvl1pPr marL="0" indent="0" algn="ctr">
              <a:buNone/>
              <a:defRPr lang="en-US" sz="2000" b="0" kern="1200" dirty="0" smtClean="0">
                <a:solidFill>
                  <a:schemeClr val="tx2"/>
                </a:solidFill>
                <a:latin typeface="+mn-lt"/>
                <a:ea typeface="+mn-ea"/>
                <a:cs typeface="+mn-cs"/>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754880" y="2438400"/>
            <a:ext cx="3931920"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2AD91F66-80B8-4A19-B3B6-8291C1CA85B4}" type="datetime1">
              <a:rPr lang="en-US" smtClean="0"/>
              <a:t>8/16/2024</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7FC2E40A-4446-4E2B-B9AD-16F559E28E02}" type="slidenum">
              <a:rPr lang="en-US" smtClean="0"/>
              <a:t>‹#›</a:t>
            </a:fld>
            <a:endParaRPr lang="en-US"/>
          </a:p>
        </p:txBody>
      </p:sp>
      <p:cxnSp>
        <p:nvCxnSpPr>
          <p:cNvPr id="11" name="Straight Connector 10"/>
          <p:cNvCxnSpPr/>
          <p:nvPr/>
        </p:nvCxnSpPr>
        <p:spPr>
          <a:xfrm rot="5400000">
            <a:off x="2217817" y="4045823"/>
            <a:ext cx="4709160" cy="794"/>
          </a:xfrm>
          <a:prstGeom prst="line">
            <a:avLst/>
          </a:prstGeom>
          <a:ln w="19050">
            <a:solidFill>
              <a:schemeClr val="tx2"/>
            </a:solidFill>
          </a:ln>
        </p:spPr>
        <p:style>
          <a:lnRef idx="1">
            <a:schemeClr val="accent1"/>
          </a:lnRef>
          <a:fillRef idx="0">
            <a:schemeClr val="accent1"/>
          </a:fillRef>
          <a:effectRef idx="0">
            <a:schemeClr val="accent1"/>
          </a:effectRef>
          <a:fontRef idx="minor">
            <a:schemeClr val="tx1"/>
          </a:fontRef>
        </p:style>
      </p:cxn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3E7606D0-D078-44A0-89CE-A2CEC3D33077}" type="datetime1">
              <a:rPr lang="en-US" smtClean="0"/>
              <a:t>8/16/2024</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7FC2E40A-4446-4E2B-B9AD-16F559E28E02}" type="slidenum">
              <a:rPr lang="en-US" smtClean="0"/>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E768D3E4-BCCE-4F4E-9DEF-708980C29233}" type="datetime1">
              <a:rPr lang="en-US" smtClean="0"/>
              <a:t>8/16/2024</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7FC2E40A-4446-4E2B-B9AD-16F559E28E02}" type="slidenum">
              <a:rPr lang="en-US" smtClean="0"/>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792080"/>
            <a:ext cx="2139696" cy="1261872"/>
          </a:xfrm>
        </p:spPr>
        <p:txBody>
          <a:bodyPr anchor="b">
            <a:noAutofit/>
          </a:bodyPr>
          <a:lstStyle>
            <a:lvl1pPr algn="l">
              <a:defRPr sz="2400" b="0"/>
            </a:lvl1pPr>
          </a:lstStyle>
          <a:p>
            <a:r>
              <a:rPr lang="en-US"/>
              <a:t>Click to edit Master title style</a:t>
            </a:r>
            <a:endParaRPr lang="en-US" dirty="0"/>
          </a:p>
        </p:txBody>
      </p:sp>
      <p:sp>
        <p:nvSpPr>
          <p:cNvPr id="3" name="Content Placeholder 2"/>
          <p:cNvSpPr>
            <a:spLocks noGrp="1"/>
          </p:cNvSpPr>
          <p:nvPr>
            <p:ph idx="1"/>
          </p:nvPr>
        </p:nvSpPr>
        <p:spPr>
          <a:xfrm>
            <a:off x="2971800" y="792080"/>
            <a:ext cx="5715000" cy="5577840"/>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457201" y="2130552"/>
            <a:ext cx="2139696" cy="4243615"/>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AB8D7E03-6B66-491F-9181-D81578D55D63}" type="datetime1">
              <a:rPr lang="en-US" smtClean="0"/>
              <a:t>8/16/2024</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7FC2E40A-4446-4E2B-B9AD-16F559E28E02}" type="slidenum">
              <a:rPr lang="en-US" smtClean="0"/>
              <a:t>‹#›</a:t>
            </a:fld>
            <a:endParaRPr lang="en-US"/>
          </a:p>
        </p:txBody>
      </p:sp>
      <p:cxnSp>
        <p:nvCxnSpPr>
          <p:cNvPr id="9" name="Straight Connector 8"/>
          <p:cNvCxnSpPr/>
          <p:nvPr/>
        </p:nvCxnSpPr>
        <p:spPr>
          <a:xfrm rot="5400000">
            <a:off x="-13116" y="3580206"/>
            <a:ext cx="5577840" cy="1588"/>
          </a:xfrm>
          <a:prstGeom prst="line">
            <a:avLst/>
          </a:prstGeom>
          <a:ln w="19050">
            <a:solidFill>
              <a:schemeClr val="tx2"/>
            </a:solidFill>
          </a:ln>
        </p:spPr>
        <p:style>
          <a:lnRef idx="1">
            <a:schemeClr val="accent1"/>
          </a:lnRef>
          <a:fillRef idx="0">
            <a:schemeClr val="accent1"/>
          </a:fillRef>
          <a:effectRef idx="0">
            <a:schemeClr val="accent1"/>
          </a:effectRef>
          <a:fontRef idx="minor">
            <a:schemeClr val="tx1"/>
          </a:fontRef>
        </p:style>
      </p:cxn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792480"/>
            <a:ext cx="2142680" cy="1264920"/>
          </a:xfrm>
        </p:spPr>
        <p:txBody>
          <a:bodyPr anchor="b">
            <a:normAutofit/>
          </a:bodyPr>
          <a:lstStyle>
            <a:lvl1pPr algn="l">
              <a:defRPr sz="2400" b="0"/>
            </a:lvl1pPr>
          </a:lstStyle>
          <a:p>
            <a:r>
              <a:rPr lang="en-US"/>
              <a:t>Click to edit Master title style</a:t>
            </a:r>
            <a:endParaRPr lang="en-US" dirty="0"/>
          </a:p>
        </p:txBody>
      </p:sp>
      <p:sp>
        <p:nvSpPr>
          <p:cNvPr id="3" name="Picture Placeholder 2"/>
          <p:cNvSpPr>
            <a:spLocks noGrp="1"/>
          </p:cNvSpPr>
          <p:nvPr>
            <p:ph type="pic" idx="1"/>
          </p:nvPr>
        </p:nvSpPr>
        <p:spPr>
          <a:xfrm>
            <a:off x="2858610" y="838201"/>
            <a:ext cx="5904390" cy="5500456"/>
          </a:xfrm>
          <a:solidFill>
            <a:schemeClr val="bg2"/>
          </a:solidFill>
          <a:ln w="76200">
            <a:solidFill>
              <a:srgbClr val="FFFFFF"/>
            </a:solidFill>
            <a:miter lim="800000"/>
          </a:ln>
          <a:effectLst>
            <a:outerShdw blurRad="50800" dist="12700" dir="5400000" algn="t" rotWithShape="0">
              <a:prstClr val="black">
                <a:alpha val="59000"/>
              </a:prstClr>
            </a:outerShdw>
          </a:effectLst>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endParaRPr lang="en-US" dirty="0"/>
          </a:p>
        </p:txBody>
      </p:sp>
      <p:sp>
        <p:nvSpPr>
          <p:cNvPr id="4" name="Text Placeholder 3"/>
          <p:cNvSpPr>
            <a:spLocks noGrp="1"/>
          </p:cNvSpPr>
          <p:nvPr>
            <p:ph type="body" sz="half" idx="2"/>
          </p:nvPr>
        </p:nvSpPr>
        <p:spPr>
          <a:xfrm>
            <a:off x="457200" y="2133600"/>
            <a:ext cx="2139696" cy="4242816"/>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9A99FA1F-D7CC-4837-8992-E30AF8B71F8D}" type="datetime1">
              <a:rPr lang="en-US" smtClean="0"/>
              <a:t>8/16/2024</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7FC2E40A-4446-4E2B-B9AD-16F559E28E02}" type="slidenum">
              <a:rPr lang="en-US" smtClean="0"/>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3D90075E-631E-4B85-B7A9-78F4247B9156}" type="datetime1">
              <a:rPr lang="en-US" smtClean="0"/>
              <a:t>8/16/2024</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7FC2E40A-4446-4E2B-B9AD-16F559E28E02}" type="slidenum">
              <a:rPr lang="en-US" smtClean="0"/>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609600"/>
            <a:ext cx="2057400" cy="5867400"/>
          </a:xfrm>
        </p:spPr>
        <p:txBody>
          <a:bodyPr vert="eaVert" anchor="b"/>
          <a:lstStyle/>
          <a:p>
            <a:r>
              <a:rPr lang="en-US"/>
              <a:t>Click to edit Master title style</a:t>
            </a:r>
            <a:endParaRPr lang="en-US" dirty="0"/>
          </a:p>
        </p:txBody>
      </p:sp>
      <p:sp>
        <p:nvSpPr>
          <p:cNvPr id="3" name="Vertical Text Placeholder 2"/>
          <p:cNvSpPr>
            <a:spLocks noGrp="1"/>
          </p:cNvSpPr>
          <p:nvPr>
            <p:ph type="body" orient="vert" idx="1"/>
          </p:nvPr>
        </p:nvSpPr>
        <p:spPr>
          <a:xfrm>
            <a:off x="457200" y="609600"/>
            <a:ext cx="6019800" cy="5867400"/>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339BF593-2376-4A79-8724-50302707B811}" type="datetime1">
              <a:rPr lang="en-US" smtClean="0"/>
              <a:t>8/16/2024</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7FC2E40A-4446-4E2B-B9AD-16F559E28E02}" type="slidenum">
              <a:rPr lang="en-US" smtClean="0"/>
              <a:t>‹#›</a:t>
            </a:fld>
            <a:endParaRPr lang="en-US"/>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showMasterSp="0" type="title" preserve="1">
  <p:cSld name="Title Slide">
    <p:spTree>
      <p:nvGrpSpPr>
        <p:cNvPr id="1" name=""/>
        <p:cNvGrpSpPr/>
        <p:nvPr/>
      </p:nvGrpSpPr>
      <p:grpSpPr>
        <a:xfrm>
          <a:off x="0" y="0"/>
          <a:ext cx="0" cy="0"/>
          <a:chOff x="0" y="0"/>
          <a:chExt cx="0" cy="0"/>
        </a:xfrm>
      </p:grpSpPr>
      <p:grpSp>
        <p:nvGrpSpPr>
          <p:cNvPr id="25" name="Group 24"/>
          <p:cNvGrpSpPr/>
          <p:nvPr/>
        </p:nvGrpSpPr>
        <p:grpSpPr>
          <a:xfrm>
            <a:off x="203200" y="0"/>
            <a:ext cx="3778250" cy="6858001"/>
            <a:chOff x="203200" y="0"/>
            <a:chExt cx="3778250" cy="6858001"/>
          </a:xfrm>
        </p:grpSpPr>
        <p:sp>
          <p:nvSpPr>
            <p:cNvPr id="14" name="Freeform 6"/>
            <p:cNvSpPr/>
            <p:nvPr/>
          </p:nvSpPr>
          <p:spPr bwMode="auto">
            <a:xfrm>
              <a:off x="641350" y="0"/>
              <a:ext cx="1365250" cy="3971925"/>
            </a:xfrm>
            <a:custGeom>
              <a:avLst/>
              <a:gdLst/>
              <a:ahLst/>
              <a:cxnLst/>
              <a:rect l="0" t="0" r="r" b="b"/>
              <a:pathLst>
                <a:path w="860" h="2502">
                  <a:moveTo>
                    <a:pt x="0" y="2445"/>
                  </a:moveTo>
                  <a:lnTo>
                    <a:pt x="228" y="2502"/>
                  </a:lnTo>
                  <a:lnTo>
                    <a:pt x="860" y="0"/>
                  </a:lnTo>
                  <a:lnTo>
                    <a:pt x="620" y="0"/>
                  </a:lnTo>
                  <a:lnTo>
                    <a:pt x="0" y="2445"/>
                  </a:lnTo>
                  <a:close/>
                </a:path>
              </a:pathLst>
            </a:custGeom>
            <a:solidFill>
              <a:schemeClr val="accent1"/>
            </a:solidFill>
            <a:ln>
              <a:noFill/>
            </a:ln>
          </p:spPr>
        </p:sp>
        <p:sp>
          <p:nvSpPr>
            <p:cNvPr id="15" name="Freeform 7"/>
            <p:cNvSpPr/>
            <p:nvPr/>
          </p:nvSpPr>
          <p:spPr bwMode="auto">
            <a:xfrm>
              <a:off x="203200" y="0"/>
              <a:ext cx="1336675" cy="3862388"/>
            </a:xfrm>
            <a:custGeom>
              <a:avLst/>
              <a:gdLst/>
              <a:ahLst/>
              <a:cxnLst/>
              <a:rect l="0" t="0" r="r" b="b"/>
              <a:pathLst>
                <a:path w="842" h="2433">
                  <a:moveTo>
                    <a:pt x="842" y="0"/>
                  </a:moveTo>
                  <a:lnTo>
                    <a:pt x="602" y="0"/>
                  </a:lnTo>
                  <a:lnTo>
                    <a:pt x="0" y="2376"/>
                  </a:lnTo>
                  <a:lnTo>
                    <a:pt x="228" y="2433"/>
                  </a:lnTo>
                  <a:lnTo>
                    <a:pt x="842" y="0"/>
                  </a:lnTo>
                  <a:close/>
                </a:path>
              </a:pathLst>
            </a:custGeom>
            <a:solidFill>
              <a:schemeClr val="tx1">
                <a:lumMod val="65000"/>
                <a:lumOff val="35000"/>
              </a:schemeClr>
            </a:solidFill>
            <a:ln>
              <a:noFill/>
            </a:ln>
          </p:spPr>
        </p:sp>
        <p:sp>
          <p:nvSpPr>
            <p:cNvPr id="16" name="Freeform 8"/>
            <p:cNvSpPr/>
            <p:nvPr/>
          </p:nvSpPr>
          <p:spPr bwMode="auto">
            <a:xfrm>
              <a:off x="207963" y="3776663"/>
              <a:ext cx="1936750" cy="3081338"/>
            </a:xfrm>
            <a:custGeom>
              <a:avLst/>
              <a:gdLst/>
              <a:ahLst/>
              <a:cxnLst/>
              <a:rect l="0" t="0" r="r" b="b"/>
              <a:pathLst>
                <a:path w="1220" h="1941">
                  <a:moveTo>
                    <a:pt x="0" y="0"/>
                  </a:moveTo>
                  <a:lnTo>
                    <a:pt x="1166" y="1941"/>
                  </a:lnTo>
                  <a:lnTo>
                    <a:pt x="1220" y="1941"/>
                  </a:lnTo>
                  <a:lnTo>
                    <a:pt x="0" y="0"/>
                  </a:lnTo>
                  <a:close/>
                </a:path>
              </a:pathLst>
            </a:custGeom>
            <a:solidFill>
              <a:schemeClr val="tx1">
                <a:lumMod val="85000"/>
                <a:lumOff val="15000"/>
              </a:schemeClr>
            </a:solidFill>
            <a:ln>
              <a:noFill/>
            </a:ln>
          </p:spPr>
        </p:sp>
        <p:sp>
          <p:nvSpPr>
            <p:cNvPr id="20" name="Freeform 9"/>
            <p:cNvSpPr/>
            <p:nvPr/>
          </p:nvSpPr>
          <p:spPr bwMode="auto">
            <a:xfrm>
              <a:off x="646113" y="3886200"/>
              <a:ext cx="2373313" cy="2971800"/>
            </a:xfrm>
            <a:custGeom>
              <a:avLst/>
              <a:gdLst/>
              <a:ahLst/>
              <a:cxnLst/>
              <a:rect l="0" t="0" r="r" b="b"/>
              <a:pathLst>
                <a:path w="1495" h="1872">
                  <a:moveTo>
                    <a:pt x="1495" y="1872"/>
                  </a:moveTo>
                  <a:lnTo>
                    <a:pt x="0" y="0"/>
                  </a:lnTo>
                  <a:lnTo>
                    <a:pt x="1442" y="1872"/>
                  </a:lnTo>
                  <a:lnTo>
                    <a:pt x="1495" y="1872"/>
                  </a:lnTo>
                  <a:close/>
                </a:path>
              </a:pathLst>
            </a:custGeom>
            <a:solidFill>
              <a:schemeClr val="accent1">
                <a:lumMod val="50000"/>
              </a:schemeClr>
            </a:solidFill>
            <a:ln>
              <a:noFill/>
            </a:ln>
          </p:spPr>
        </p:sp>
        <p:sp>
          <p:nvSpPr>
            <p:cNvPr id="21" name="Freeform 10"/>
            <p:cNvSpPr/>
            <p:nvPr/>
          </p:nvSpPr>
          <p:spPr bwMode="auto">
            <a:xfrm>
              <a:off x="641350" y="3881438"/>
              <a:ext cx="3340100" cy="2976563"/>
            </a:xfrm>
            <a:custGeom>
              <a:avLst/>
              <a:gdLst/>
              <a:ahLst/>
              <a:cxnLst/>
              <a:rect l="0" t="0" r="r" b="b"/>
              <a:pathLst>
                <a:path w="2104" h="1875">
                  <a:moveTo>
                    <a:pt x="0" y="0"/>
                  </a:moveTo>
                  <a:lnTo>
                    <a:pt x="3" y="3"/>
                  </a:lnTo>
                  <a:lnTo>
                    <a:pt x="1498" y="1875"/>
                  </a:lnTo>
                  <a:lnTo>
                    <a:pt x="2104" y="1875"/>
                  </a:lnTo>
                  <a:lnTo>
                    <a:pt x="228" y="57"/>
                  </a:lnTo>
                  <a:lnTo>
                    <a:pt x="0" y="0"/>
                  </a:lnTo>
                  <a:close/>
                </a:path>
              </a:pathLst>
            </a:custGeom>
            <a:solidFill>
              <a:schemeClr val="accent1">
                <a:lumMod val="75000"/>
              </a:schemeClr>
            </a:solidFill>
            <a:ln>
              <a:noFill/>
            </a:ln>
          </p:spPr>
        </p:sp>
        <p:sp>
          <p:nvSpPr>
            <p:cNvPr id="22" name="Freeform 11"/>
            <p:cNvSpPr/>
            <p:nvPr/>
          </p:nvSpPr>
          <p:spPr bwMode="auto">
            <a:xfrm>
              <a:off x="203200" y="3771900"/>
              <a:ext cx="2660650" cy="3086100"/>
            </a:xfrm>
            <a:custGeom>
              <a:avLst/>
              <a:gdLst/>
              <a:ahLst/>
              <a:cxnLst/>
              <a:rect l="0" t="0" r="r" b="b"/>
              <a:pathLst>
                <a:path w="1676" h="1944">
                  <a:moveTo>
                    <a:pt x="1676" y="1944"/>
                  </a:moveTo>
                  <a:lnTo>
                    <a:pt x="264" y="111"/>
                  </a:lnTo>
                  <a:lnTo>
                    <a:pt x="225" y="60"/>
                  </a:lnTo>
                  <a:lnTo>
                    <a:pt x="228" y="60"/>
                  </a:lnTo>
                  <a:lnTo>
                    <a:pt x="264" y="111"/>
                  </a:lnTo>
                  <a:lnTo>
                    <a:pt x="234" y="69"/>
                  </a:lnTo>
                  <a:lnTo>
                    <a:pt x="228" y="57"/>
                  </a:lnTo>
                  <a:lnTo>
                    <a:pt x="222" y="54"/>
                  </a:lnTo>
                  <a:lnTo>
                    <a:pt x="0" y="0"/>
                  </a:lnTo>
                  <a:lnTo>
                    <a:pt x="3" y="3"/>
                  </a:lnTo>
                  <a:lnTo>
                    <a:pt x="1223" y="1944"/>
                  </a:lnTo>
                  <a:lnTo>
                    <a:pt x="1676" y="1944"/>
                  </a:lnTo>
                  <a:close/>
                </a:path>
              </a:pathLst>
            </a:custGeom>
            <a:solidFill>
              <a:schemeClr val="tx1">
                <a:lumMod val="75000"/>
                <a:lumOff val="25000"/>
              </a:schemeClr>
            </a:solidFill>
            <a:ln>
              <a:noFill/>
            </a:ln>
          </p:spPr>
        </p:sp>
      </p:grpSp>
      <p:sp>
        <p:nvSpPr>
          <p:cNvPr id="2" name="Title 1"/>
          <p:cNvSpPr>
            <a:spLocks noGrp="1"/>
          </p:cNvSpPr>
          <p:nvPr>
            <p:ph type="ctrTitle"/>
          </p:nvPr>
        </p:nvSpPr>
        <p:spPr>
          <a:xfrm>
            <a:off x="1739673" y="914401"/>
            <a:ext cx="6947127" cy="3488266"/>
          </a:xfrm>
        </p:spPr>
        <p:txBody>
          <a:bodyPr anchor="b">
            <a:normAutofit/>
          </a:bodyPr>
          <a:lstStyle>
            <a:lvl1pPr algn="r">
              <a:defRPr sz="5400">
                <a:effectLst/>
              </a:defRPr>
            </a:lvl1pPr>
          </a:lstStyle>
          <a:p>
            <a:r>
              <a:rPr lang="en-US"/>
              <a:t>Click to edit Master title style</a:t>
            </a:r>
            <a:endParaRPr lang="en-US" dirty="0"/>
          </a:p>
        </p:txBody>
      </p:sp>
      <p:sp>
        <p:nvSpPr>
          <p:cNvPr id="3" name="Subtitle 2"/>
          <p:cNvSpPr>
            <a:spLocks noGrp="1"/>
          </p:cNvSpPr>
          <p:nvPr>
            <p:ph type="subTitle" idx="1"/>
          </p:nvPr>
        </p:nvSpPr>
        <p:spPr>
          <a:xfrm>
            <a:off x="2924238" y="4402666"/>
            <a:ext cx="5762563" cy="1364531"/>
          </a:xfrm>
        </p:spPr>
        <p:txBody>
          <a:bodyPr anchor="t">
            <a:normAutofit/>
          </a:bodyPr>
          <a:lstStyle>
            <a:lvl1pPr marL="0" indent="0" algn="r">
              <a:buNone/>
              <a:defRPr sz="1800">
                <a:solidFill>
                  <a:schemeClr val="tx1"/>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endParaRPr lang="en-US" dirty="0"/>
          </a:p>
        </p:txBody>
      </p:sp>
      <p:sp>
        <p:nvSpPr>
          <p:cNvPr id="4" name="Date Placeholder 3"/>
          <p:cNvSpPr>
            <a:spLocks noGrp="1"/>
          </p:cNvSpPr>
          <p:nvPr>
            <p:ph type="dt" sz="half" idx="10"/>
          </p:nvPr>
        </p:nvSpPr>
        <p:spPr>
          <a:xfrm>
            <a:off x="7325773" y="6117336"/>
            <a:ext cx="857473" cy="365125"/>
          </a:xfrm>
        </p:spPr>
        <p:txBody>
          <a:bodyPr/>
          <a:lstStyle/>
          <a:p>
            <a:fld id="{9BC887E4-74DD-469A-BB68-5D653A4964D8}" type="datetime1">
              <a:rPr lang="en-US" smtClean="0"/>
              <a:t>8/16/2024</a:t>
            </a:fld>
            <a:endParaRPr lang="en-US"/>
          </a:p>
        </p:txBody>
      </p:sp>
      <p:sp>
        <p:nvSpPr>
          <p:cNvPr id="5" name="Footer Placeholder 4"/>
          <p:cNvSpPr>
            <a:spLocks noGrp="1"/>
          </p:cNvSpPr>
          <p:nvPr>
            <p:ph type="ftr" sz="quarter" idx="11"/>
          </p:nvPr>
        </p:nvSpPr>
        <p:spPr>
          <a:xfrm>
            <a:off x="3623733" y="6117336"/>
            <a:ext cx="3609438" cy="365125"/>
          </a:xfrm>
        </p:spPr>
        <p:txBody>
          <a:bodyPr/>
          <a:lstStyle/>
          <a:p>
            <a:endParaRPr lang="en-US"/>
          </a:p>
        </p:txBody>
      </p:sp>
      <p:sp>
        <p:nvSpPr>
          <p:cNvPr id="6" name="Slide Number Placeholder 5"/>
          <p:cNvSpPr>
            <a:spLocks noGrp="1"/>
          </p:cNvSpPr>
          <p:nvPr>
            <p:ph type="sldNum" sz="quarter" idx="12"/>
          </p:nvPr>
        </p:nvSpPr>
        <p:spPr>
          <a:xfrm>
            <a:off x="8275320" y="6117336"/>
            <a:ext cx="411480" cy="365125"/>
          </a:xfrm>
        </p:spPr>
        <p:txBody>
          <a:bodyPr/>
          <a:lstStyle/>
          <a:p>
            <a:fld id="{7FC2E40A-4446-4E2B-B9AD-16F559E28E02}" type="slidenum">
              <a:rPr lang="en-US" smtClean="0"/>
              <a:t>‹#›</a:t>
            </a:fld>
            <a:endParaRPr lang="en-US"/>
          </a:p>
        </p:txBody>
      </p:sp>
      <p:sp>
        <p:nvSpPr>
          <p:cNvPr id="23" name="Freeform 12"/>
          <p:cNvSpPr/>
          <p:nvPr/>
        </p:nvSpPr>
        <p:spPr bwMode="auto">
          <a:xfrm>
            <a:off x="203200" y="3771900"/>
            <a:ext cx="361950" cy="90488"/>
          </a:xfrm>
          <a:custGeom>
            <a:avLst/>
            <a:gdLst/>
            <a:ahLst/>
            <a:cxnLst/>
            <a:rect l="0" t="0" r="r" b="b"/>
            <a:pathLst>
              <a:path w="228" h="57">
                <a:moveTo>
                  <a:pt x="228" y="57"/>
                </a:moveTo>
                <a:lnTo>
                  <a:pt x="0" y="0"/>
                </a:lnTo>
                <a:lnTo>
                  <a:pt x="222" y="54"/>
                </a:lnTo>
                <a:lnTo>
                  <a:pt x="228" y="57"/>
                </a:lnTo>
                <a:close/>
              </a:path>
            </a:pathLst>
          </a:custGeom>
          <a:solidFill>
            <a:srgbClr val="29ABE2"/>
          </a:solidFill>
          <a:ln>
            <a:noFill/>
          </a:ln>
          <a:extLst>
            <a:ext uri="{91240B29-F687-4f45-9708-019B960494DF}">
              <a14:hiddenLine xmlns="" xmlns:a14="http://schemas.microsoft.com/office/drawing/2010/main" w="9525">
                <a:solidFill>
                  <a:srgbClr val="000000"/>
                </a:solidFill>
                <a:round/>
                <a:headEnd/>
                <a:tailEnd/>
              </a14:hiddenLine>
            </a:ext>
          </a:extLst>
        </p:spPr>
      </p:sp>
      <p:sp>
        <p:nvSpPr>
          <p:cNvPr id="24" name="Freeform 13"/>
          <p:cNvSpPr/>
          <p:nvPr/>
        </p:nvSpPr>
        <p:spPr bwMode="auto">
          <a:xfrm>
            <a:off x="560388" y="3867150"/>
            <a:ext cx="61913" cy="80963"/>
          </a:xfrm>
          <a:custGeom>
            <a:avLst/>
            <a:gdLst/>
            <a:ahLst/>
            <a:cxnLst/>
            <a:rect l="0" t="0" r="r" b="b"/>
            <a:pathLst>
              <a:path w="39" h="51">
                <a:moveTo>
                  <a:pt x="0" y="0"/>
                </a:moveTo>
                <a:lnTo>
                  <a:pt x="39" y="51"/>
                </a:lnTo>
                <a:lnTo>
                  <a:pt x="3" y="0"/>
                </a:lnTo>
                <a:lnTo>
                  <a:pt x="0" y="0"/>
                </a:lnTo>
                <a:close/>
              </a:path>
            </a:pathLst>
          </a:custGeom>
          <a:solidFill>
            <a:srgbClr val="29ABE2"/>
          </a:solidFill>
          <a:ln>
            <a:noFill/>
          </a:ln>
          <a:extLst>
            <a:ext uri="{91240B29-F687-4f45-9708-019B960494DF}">
              <a14:hiddenLine xmlns="" xmlns:a14="http://schemas.microsoft.com/office/drawing/2010/main" w="9525">
                <a:solidFill>
                  <a:srgbClr val="000000"/>
                </a:solidFill>
                <a:round/>
                <a:headEnd/>
                <a:tailEnd/>
              </a14:hiddenLine>
            </a:ext>
          </a:extLst>
        </p:spPr>
      </p:sp>
    </p:spTree>
    <p:extLst>
      <p:ext uri="{BB962C8B-B14F-4D97-AF65-F5344CB8AC3E}">
        <p14:creationId xmlns:p14="http://schemas.microsoft.com/office/powerpoint/2010/main" val="3281991236"/>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982133" y="457201"/>
            <a:ext cx="7704667" cy="1981200"/>
          </a:xfrm>
        </p:spPr>
        <p:txBody>
          <a:bodyPr/>
          <a:lstStyle/>
          <a:p>
            <a:r>
              <a:rPr lang="en-US"/>
              <a:t>Click to edit Master title style</a:t>
            </a:r>
            <a:endParaRPr lang="en-US" dirty="0"/>
          </a:p>
        </p:txBody>
      </p:sp>
      <p:sp>
        <p:nvSpPr>
          <p:cNvPr id="3" name="Content Placeholder 2"/>
          <p:cNvSpPr>
            <a:spLocks noGrp="1"/>
          </p:cNvSpPr>
          <p:nvPr>
            <p:ph idx="1"/>
          </p:nvPr>
        </p:nvSpPr>
        <p:spPr>
          <a:xfrm>
            <a:off x="982133" y="2667000"/>
            <a:ext cx="7704667" cy="3332816"/>
          </a:xfrm>
        </p:spPr>
        <p:txBody>
          <a:bodyPr anchor="ct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a:xfrm>
            <a:off x="7344329" y="6108173"/>
            <a:ext cx="857473" cy="365125"/>
          </a:xfrm>
        </p:spPr>
        <p:txBody>
          <a:bodyPr/>
          <a:lstStyle/>
          <a:p>
            <a:fld id="{62708018-F7F3-4C2F-8E03-D84A23E63DCE}" type="datetime1">
              <a:rPr lang="en-US" smtClean="0"/>
              <a:t>8/16/2024</a:t>
            </a:fld>
            <a:endParaRPr lang="en-US"/>
          </a:p>
        </p:txBody>
      </p:sp>
      <p:sp>
        <p:nvSpPr>
          <p:cNvPr id="5" name="Footer Placeholder 4"/>
          <p:cNvSpPr>
            <a:spLocks noGrp="1"/>
          </p:cNvSpPr>
          <p:nvPr>
            <p:ph type="ftr" sz="quarter" idx="11"/>
          </p:nvPr>
        </p:nvSpPr>
        <p:spPr>
          <a:xfrm>
            <a:off x="1972647" y="6108173"/>
            <a:ext cx="5314517" cy="365125"/>
          </a:xfrm>
        </p:spPr>
        <p:txBody>
          <a:bodyPr/>
          <a:lstStyle/>
          <a:p>
            <a:endParaRPr lang="en-US"/>
          </a:p>
        </p:txBody>
      </p:sp>
      <p:sp>
        <p:nvSpPr>
          <p:cNvPr id="6" name="Slide Number Placeholder 5"/>
          <p:cNvSpPr>
            <a:spLocks noGrp="1"/>
          </p:cNvSpPr>
          <p:nvPr>
            <p:ph type="sldNum" sz="quarter" idx="12"/>
          </p:nvPr>
        </p:nvSpPr>
        <p:spPr>
          <a:xfrm>
            <a:off x="8258967" y="6108173"/>
            <a:ext cx="427833" cy="365125"/>
          </a:xfrm>
        </p:spPr>
        <p:txBody>
          <a:bodyPr/>
          <a:lstStyle/>
          <a:p>
            <a:fld id="{7FC2E40A-4446-4E2B-B9AD-16F559E28E02}" type="slidenum">
              <a:rPr lang="en-US" smtClean="0"/>
              <a:t>‹#›</a:t>
            </a:fld>
            <a:endParaRPr lang="en-US"/>
          </a:p>
        </p:txBody>
      </p:sp>
    </p:spTree>
    <p:extLst>
      <p:ext uri="{BB962C8B-B14F-4D97-AF65-F5344CB8AC3E}">
        <p14:creationId xmlns:p14="http://schemas.microsoft.com/office/powerpoint/2010/main" val="1317154946"/>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1986995" y="2666998"/>
            <a:ext cx="6699805" cy="2360071"/>
          </a:xfrm>
        </p:spPr>
        <p:txBody>
          <a:bodyPr anchor="b"/>
          <a:lstStyle>
            <a:lvl1pPr algn="r">
              <a:defRPr sz="4000" b="0" cap="none"/>
            </a:lvl1pPr>
          </a:lstStyle>
          <a:p>
            <a:r>
              <a:rPr lang="en-US"/>
              <a:t>Click to edit Master title style</a:t>
            </a:r>
            <a:endParaRPr lang="en-US" dirty="0"/>
          </a:p>
        </p:txBody>
      </p:sp>
      <p:sp>
        <p:nvSpPr>
          <p:cNvPr id="3" name="Text Placeholder 2"/>
          <p:cNvSpPr>
            <a:spLocks noGrp="1"/>
          </p:cNvSpPr>
          <p:nvPr>
            <p:ph type="body" idx="1"/>
          </p:nvPr>
        </p:nvSpPr>
        <p:spPr>
          <a:xfrm>
            <a:off x="1986998" y="5027070"/>
            <a:ext cx="6699802" cy="860400"/>
          </a:xfrm>
        </p:spPr>
        <p:txBody>
          <a:bodyPr anchor="t">
            <a:normAutofit/>
          </a:bodyPr>
          <a:lstStyle>
            <a:lvl1pPr marL="0" indent="0" algn="r">
              <a:buNone/>
              <a:defRPr sz="2000">
                <a:solidFill>
                  <a:schemeClr val="tx1"/>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0F7FD5E-E5D1-419C-9E8E-06AFAA2EACFB}" type="datetime1">
              <a:rPr lang="en-US" smtClean="0"/>
              <a:t>8/16/2024</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a:xfrm>
            <a:off x="8273317" y="6116070"/>
            <a:ext cx="413483" cy="365125"/>
          </a:xfrm>
        </p:spPr>
        <p:txBody>
          <a:bodyPr/>
          <a:lstStyle/>
          <a:p>
            <a:fld id="{7FC2E40A-4446-4E2B-B9AD-16F559E28E02}" type="slidenum">
              <a:rPr lang="en-US" smtClean="0"/>
              <a:t>‹#›</a:t>
            </a:fld>
            <a:endParaRPr lang="en-US"/>
          </a:p>
        </p:txBody>
      </p:sp>
    </p:spTree>
    <p:extLst>
      <p:ext uri="{BB962C8B-B14F-4D97-AF65-F5344CB8AC3E}">
        <p14:creationId xmlns:p14="http://schemas.microsoft.com/office/powerpoint/2010/main" val="1128589431"/>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982133" y="685801"/>
            <a:ext cx="7704667" cy="1752599"/>
          </a:xfrm>
        </p:spPr>
        <p:txBody>
          <a:bodyPr/>
          <a:lstStyle/>
          <a:p>
            <a:r>
              <a:rPr lang="en-US"/>
              <a:t>Click to edit Master title style</a:t>
            </a:r>
            <a:endParaRPr lang="en-US" dirty="0"/>
          </a:p>
        </p:txBody>
      </p:sp>
      <p:sp>
        <p:nvSpPr>
          <p:cNvPr id="3" name="Content Placeholder 2"/>
          <p:cNvSpPr>
            <a:spLocks noGrp="1"/>
          </p:cNvSpPr>
          <p:nvPr>
            <p:ph sz="half" idx="1"/>
          </p:nvPr>
        </p:nvSpPr>
        <p:spPr>
          <a:xfrm>
            <a:off x="982133" y="2667000"/>
            <a:ext cx="3739896" cy="3368674"/>
          </a:xfrm>
        </p:spPr>
        <p:txBody>
          <a:bodyPr>
            <a:normAutofit/>
          </a:bodyPr>
          <a:lstStyle>
            <a:lvl1pPr>
              <a:defRPr sz="1800"/>
            </a:lvl1pPr>
            <a:lvl2pPr>
              <a:defRPr sz="1600"/>
            </a:lvl2pPr>
            <a:lvl3pPr>
              <a:defRPr sz="140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4946904" y="2667000"/>
            <a:ext cx="3739896" cy="3346824"/>
          </a:xfrm>
        </p:spPr>
        <p:txBody>
          <a:bodyPr>
            <a:normAutofit/>
          </a:bodyPr>
          <a:lstStyle>
            <a:lvl1pPr>
              <a:defRPr sz="1800"/>
            </a:lvl1pPr>
            <a:lvl2pPr>
              <a:defRPr sz="1600"/>
            </a:lvl2pPr>
            <a:lvl3pPr>
              <a:defRPr sz="140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5CB3035D-0264-439F-9B8B-A3046626387F}" type="datetime1">
              <a:rPr lang="en-US" smtClean="0"/>
              <a:t>8/16/2024</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7FC2E40A-4446-4E2B-B9AD-16F559E28E02}" type="slidenum">
              <a:rPr lang="en-US" smtClean="0"/>
              <a:t>‹#›</a:t>
            </a:fld>
            <a:endParaRPr lang="en-US"/>
          </a:p>
        </p:txBody>
      </p:sp>
    </p:spTree>
    <p:extLst>
      <p:ext uri="{BB962C8B-B14F-4D97-AF65-F5344CB8AC3E}">
        <p14:creationId xmlns:p14="http://schemas.microsoft.com/office/powerpoint/2010/main" val="712046639"/>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endParaRPr lang="en-US" dirty="0"/>
          </a:p>
        </p:txBody>
      </p:sp>
      <p:sp>
        <p:nvSpPr>
          <p:cNvPr id="3" name="Text Placeholder 2"/>
          <p:cNvSpPr>
            <a:spLocks noGrp="1"/>
          </p:cNvSpPr>
          <p:nvPr>
            <p:ph type="body" idx="1"/>
          </p:nvPr>
        </p:nvSpPr>
        <p:spPr>
          <a:xfrm>
            <a:off x="1329481" y="2658533"/>
            <a:ext cx="3456291" cy="576262"/>
          </a:xfrm>
        </p:spPr>
        <p:txBody>
          <a:bodyPr anchor="b">
            <a:noAutofit/>
          </a:bodyPr>
          <a:lstStyle>
            <a:lvl1pPr marL="0" indent="0">
              <a:buNone/>
              <a:defRPr sz="2800" b="0">
                <a:solidFill>
                  <a:schemeClr val="accent1">
                    <a:lumMod val="75000"/>
                  </a:schemeClr>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1113523" y="3335336"/>
            <a:ext cx="3672248" cy="2665259"/>
          </a:xfrm>
        </p:spPr>
        <p:txBody>
          <a:bodyPr anchor="t">
            <a:normAutofit/>
          </a:bodyPr>
          <a:lstStyle>
            <a:lvl1pPr>
              <a:defRPr sz="1800"/>
            </a:lvl1pPr>
            <a:lvl2pPr>
              <a:defRPr sz="1600"/>
            </a:lvl2pPr>
            <a:lvl3pPr>
              <a:defRPr sz="140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5161710" y="2667000"/>
            <a:ext cx="3467806" cy="576262"/>
          </a:xfrm>
        </p:spPr>
        <p:txBody>
          <a:bodyPr anchor="b">
            <a:noAutofit/>
          </a:bodyPr>
          <a:lstStyle>
            <a:lvl1pPr marL="0" indent="0">
              <a:buNone/>
              <a:defRPr sz="2800" b="0">
                <a:solidFill>
                  <a:schemeClr val="accent1">
                    <a:lumMod val="75000"/>
                  </a:schemeClr>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957266" y="3335336"/>
            <a:ext cx="3672248" cy="2665259"/>
          </a:xfrm>
        </p:spPr>
        <p:txBody>
          <a:bodyPr anchor="t">
            <a:normAutofit/>
          </a:bodyPr>
          <a:lstStyle>
            <a:lvl1pPr>
              <a:defRPr sz="1800"/>
            </a:lvl1pPr>
            <a:lvl2pPr>
              <a:defRPr sz="1600"/>
            </a:lvl2pPr>
            <a:lvl3pPr>
              <a:defRPr sz="140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62C60FB1-91E5-4533-BA34-31E451504F76}" type="datetime1">
              <a:rPr lang="en-US" smtClean="0"/>
              <a:t>8/16/2024</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7FC2E40A-4446-4E2B-B9AD-16F559E28E02}" type="slidenum">
              <a:rPr lang="en-US" smtClean="0"/>
              <a:t>‹#›</a:t>
            </a:fld>
            <a:endParaRPr lang="en-US"/>
          </a:p>
        </p:txBody>
      </p:sp>
    </p:spTree>
    <p:extLst>
      <p:ext uri="{BB962C8B-B14F-4D97-AF65-F5344CB8AC3E}">
        <p14:creationId xmlns:p14="http://schemas.microsoft.com/office/powerpoint/2010/main" val="1663406869"/>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fld id="{45BE82B9-7741-4AF2-AA70-134028B877B9}" type="datetime1">
              <a:rPr lang="en-US" smtClean="0"/>
              <a:t>8/16/2024</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7FC2E40A-4446-4E2B-B9AD-16F559E28E02}" type="slidenum">
              <a:rPr lang="en-US" smtClean="0"/>
              <a:t>‹#›</a:t>
            </a:fld>
            <a:endParaRPr lang="en-US"/>
          </a:p>
        </p:txBody>
      </p:sp>
    </p:spTree>
    <p:extLst>
      <p:ext uri="{BB962C8B-B14F-4D97-AF65-F5344CB8AC3E}">
        <p14:creationId xmlns:p14="http://schemas.microsoft.com/office/powerpoint/2010/main" val="2930921954"/>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540CC08-3CB7-4BD3-9E7C-E18358FFE96C}" type="datetime1">
              <a:rPr lang="en-US" smtClean="0"/>
              <a:t>8/16/2024</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7FC2E40A-4446-4E2B-B9AD-16F559E28E02}" type="slidenum">
              <a:rPr lang="en-US" smtClean="0"/>
              <a:t>‹#›</a:t>
            </a:fld>
            <a:endParaRPr lang="en-US"/>
          </a:p>
        </p:txBody>
      </p:sp>
    </p:spTree>
    <p:extLst>
      <p:ext uri="{BB962C8B-B14F-4D97-AF65-F5344CB8AC3E}">
        <p14:creationId xmlns:p14="http://schemas.microsoft.com/office/powerpoint/2010/main" val="3478168812"/>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113524" y="1600200"/>
            <a:ext cx="2662534" cy="1371600"/>
          </a:xfrm>
        </p:spPr>
        <p:txBody>
          <a:bodyPr anchor="b">
            <a:normAutofit/>
          </a:bodyPr>
          <a:lstStyle>
            <a:lvl1pPr algn="ctr">
              <a:defRPr sz="2400" b="0"/>
            </a:lvl1pPr>
          </a:lstStyle>
          <a:p>
            <a:r>
              <a:rPr lang="en-US"/>
              <a:t>Click to edit Master title style</a:t>
            </a:r>
            <a:endParaRPr lang="en-US" dirty="0"/>
          </a:p>
        </p:txBody>
      </p:sp>
      <p:sp>
        <p:nvSpPr>
          <p:cNvPr id="3" name="Content Placeholder 2"/>
          <p:cNvSpPr>
            <a:spLocks noGrp="1"/>
          </p:cNvSpPr>
          <p:nvPr>
            <p:ph idx="1"/>
          </p:nvPr>
        </p:nvSpPr>
        <p:spPr>
          <a:xfrm>
            <a:off x="3947553" y="685800"/>
            <a:ext cx="4681962" cy="5105401"/>
          </a:xfrm>
        </p:spPr>
        <p:txBody>
          <a:bodyPr anchor="ctr">
            <a:normAutofit/>
          </a:bodyPr>
          <a:lstStyle>
            <a:lvl1pPr>
              <a:defRPr sz="2000"/>
            </a:lvl1pPr>
            <a:lvl2pPr>
              <a:defRPr sz="1800"/>
            </a:lvl2pPr>
            <a:lvl3pPr>
              <a:defRPr sz="1600"/>
            </a:lvl3pPr>
            <a:lvl4pPr>
              <a:defRPr sz="1400"/>
            </a:lvl4pPr>
            <a:lvl5pPr>
              <a:defRPr sz="1400"/>
            </a:lvl5pPr>
            <a:lvl6pPr>
              <a:defRPr sz="1400"/>
            </a:lvl6pPr>
            <a:lvl7pPr>
              <a:defRPr sz="1400"/>
            </a:lvl7pPr>
            <a:lvl8pPr>
              <a:defRPr sz="1400"/>
            </a:lvl8pPr>
            <a:lvl9pPr>
              <a:defRPr sz="14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1113524" y="2971800"/>
            <a:ext cx="2662534" cy="1828800"/>
          </a:xfrm>
        </p:spPr>
        <p:txBody>
          <a:bodyPr>
            <a:normAutofit/>
          </a:bodyPr>
          <a:lstStyle>
            <a:lvl1pPr marL="0" indent="0" algn="ctr">
              <a:buNone/>
              <a:defRPr sz="16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6A3536C4-DE95-4406-A21D-864D3C70B6E8}" type="datetime1">
              <a:rPr lang="en-US" smtClean="0"/>
              <a:t>8/16/2024</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7FC2E40A-4446-4E2B-B9AD-16F559E28E02}" type="slidenum">
              <a:rPr lang="en-US" smtClean="0"/>
              <a:t>‹#›</a:t>
            </a:fld>
            <a:endParaRPr lang="en-US"/>
          </a:p>
        </p:txBody>
      </p:sp>
    </p:spTree>
    <p:extLst>
      <p:ext uri="{BB962C8B-B14F-4D97-AF65-F5344CB8AC3E}">
        <p14:creationId xmlns:p14="http://schemas.microsoft.com/office/powerpoint/2010/main" val="829609224"/>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112332" y="1752599"/>
            <a:ext cx="4070679" cy="1371600"/>
          </a:xfrm>
        </p:spPr>
        <p:txBody>
          <a:bodyPr anchor="b">
            <a:normAutofit/>
          </a:bodyPr>
          <a:lstStyle>
            <a:lvl1pPr algn="ctr">
              <a:defRPr sz="2800" b="0"/>
            </a:lvl1pPr>
          </a:lstStyle>
          <a:p>
            <a:r>
              <a:rPr lang="en-US"/>
              <a:t>Click to edit Master title style</a:t>
            </a:r>
            <a:endParaRPr lang="en-US" dirty="0"/>
          </a:p>
        </p:txBody>
      </p:sp>
      <p:sp>
        <p:nvSpPr>
          <p:cNvPr id="14" name="Picture Placeholder 2"/>
          <p:cNvSpPr>
            <a:spLocks noGrp="1" noChangeAspect="1"/>
          </p:cNvSpPr>
          <p:nvPr>
            <p:ph type="pic" idx="1"/>
          </p:nvPr>
        </p:nvSpPr>
        <p:spPr>
          <a:xfrm>
            <a:off x="5697495" y="914400"/>
            <a:ext cx="2461371" cy="4572000"/>
          </a:xfrm>
          <a:prstGeom prst="roundRect">
            <a:avLst>
              <a:gd name="adj" fmla="val 4280"/>
            </a:avLst>
          </a:prstGeom>
          <a:ln w="38100">
            <a:gradFill flip="none" rotWithShape="1">
              <a:gsLst>
                <a:gs pos="0">
                  <a:schemeClr val="bg2"/>
                </a:gs>
                <a:gs pos="100000">
                  <a:schemeClr val="bg2">
                    <a:lumMod val="75000"/>
                  </a:schemeClr>
                </a:gs>
              </a:gsLst>
              <a:lin ang="5400000" scaled="0"/>
              <a:tileRect/>
            </a:gradFill>
          </a:ln>
          <a:effectLst>
            <a:innerShdw blurRad="57150" dist="38100" dir="14460000">
              <a:srgbClr val="000000">
                <a:alpha val="70000"/>
              </a:srgbClr>
            </a:innerShdw>
          </a:effectLst>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en-US"/>
              <a:t>Click icon to add picture</a:t>
            </a:r>
            <a:endParaRPr lang="en-US" dirty="0"/>
          </a:p>
        </p:txBody>
      </p:sp>
      <p:sp>
        <p:nvSpPr>
          <p:cNvPr id="4" name="Text Placeholder 3"/>
          <p:cNvSpPr>
            <a:spLocks noGrp="1"/>
          </p:cNvSpPr>
          <p:nvPr>
            <p:ph type="body" sz="half" idx="2"/>
          </p:nvPr>
        </p:nvSpPr>
        <p:spPr>
          <a:xfrm>
            <a:off x="1112332" y="3124199"/>
            <a:ext cx="4070679" cy="1828800"/>
          </a:xfrm>
        </p:spPr>
        <p:txBody>
          <a:bodyPr>
            <a:normAutofit/>
          </a:bodyPr>
          <a:lstStyle>
            <a:lvl1pPr marL="0" indent="0" algn="ctr">
              <a:buNone/>
              <a:defRPr sz="18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AE85CCF0-6175-4FE0-A492-6D78E2842D5F}" type="datetime1">
              <a:rPr lang="en-US" smtClean="0"/>
              <a:t>8/16/2024</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7FC2E40A-4446-4E2B-B9AD-16F559E28E02}" type="slidenum">
              <a:rPr lang="en-US" smtClean="0"/>
              <a:t>‹#›</a:t>
            </a:fld>
            <a:endParaRPr lang="en-US"/>
          </a:p>
        </p:txBody>
      </p:sp>
    </p:spTree>
    <p:extLst>
      <p:ext uri="{BB962C8B-B14F-4D97-AF65-F5344CB8AC3E}">
        <p14:creationId xmlns:p14="http://schemas.microsoft.com/office/powerpoint/2010/main" val="847727229"/>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p:cSld name="Panoramic 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113523" y="4732865"/>
            <a:ext cx="7515991" cy="566738"/>
          </a:xfrm>
        </p:spPr>
        <p:txBody>
          <a:bodyPr anchor="b">
            <a:normAutofit/>
          </a:bodyPr>
          <a:lstStyle>
            <a:lvl1pPr algn="ctr">
              <a:defRPr sz="2400" b="0"/>
            </a:lvl1pPr>
          </a:lstStyle>
          <a:p>
            <a:r>
              <a:rPr lang="en-US"/>
              <a:t>Click to edit Master title style</a:t>
            </a:r>
            <a:endParaRPr lang="en-US" dirty="0"/>
          </a:p>
        </p:txBody>
      </p:sp>
      <p:sp>
        <p:nvSpPr>
          <p:cNvPr id="3" name="Picture Placeholder 2"/>
          <p:cNvSpPr>
            <a:spLocks noGrp="1" noChangeAspect="1"/>
          </p:cNvSpPr>
          <p:nvPr>
            <p:ph type="pic" idx="1"/>
          </p:nvPr>
        </p:nvSpPr>
        <p:spPr>
          <a:xfrm>
            <a:off x="1789975" y="932112"/>
            <a:ext cx="6171065" cy="3164976"/>
          </a:xfrm>
          <a:prstGeom prst="roundRect">
            <a:avLst>
              <a:gd name="adj" fmla="val 4380"/>
            </a:avLst>
          </a:prstGeom>
          <a:ln w="38100">
            <a:gradFill flip="none" rotWithShape="1">
              <a:gsLst>
                <a:gs pos="0">
                  <a:schemeClr val="bg2"/>
                </a:gs>
                <a:gs pos="100000">
                  <a:schemeClr val="bg2">
                    <a:lumMod val="75000"/>
                  </a:schemeClr>
                </a:gs>
              </a:gsLst>
              <a:lin ang="5400000" scaled="0"/>
              <a:tileRect/>
            </a:gradFill>
          </a:ln>
          <a:effectLst>
            <a:innerShdw blurRad="57150" dist="38100" dir="14460000">
              <a:srgbClr val="000000">
                <a:alpha val="70000"/>
              </a:srgbClr>
            </a:innerShdw>
          </a:effectLst>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en-US"/>
              <a:t>Click icon to add picture</a:t>
            </a:r>
            <a:endParaRPr lang="en-US" dirty="0"/>
          </a:p>
        </p:txBody>
      </p:sp>
      <p:sp>
        <p:nvSpPr>
          <p:cNvPr id="4" name="Text Placeholder 3"/>
          <p:cNvSpPr>
            <a:spLocks noGrp="1"/>
          </p:cNvSpPr>
          <p:nvPr>
            <p:ph type="body" sz="half" idx="2"/>
          </p:nvPr>
        </p:nvSpPr>
        <p:spPr>
          <a:xfrm>
            <a:off x="1113523" y="5299603"/>
            <a:ext cx="7515991" cy="493712"/>
          </a:xfrm>
        </p:spPr>
        <p:txBody>
          <a:bodyPr>
            <a:normAutofit/>
          </a:bodyPr>
          <a:lstStyle>
            <a:lvl1pPr marL="0" indent="0" algn="ctr">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693EC261-6863-4192-A663-459CB6E10DFC}" type="datetime1">
              <a:rPr lang="en-US" smtClean="0"/>
              <a:t>8/16/2024</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7FC2E40A-4446-4E2B-B9AD-16F559E28E02}" type="slidenum">
              <a:rPr lang="en-US" smtClean="0"/>
              <a:t>‹#›</a:t>
            </a:fld>
            <a:endParaRPr lang="en-US"/>
          </a:p>
        </p:txBody>
      </p:sp>
    </p:spTree>
    <p:extLst>
      <p:ext uri="{BB962C8B-B14F-4D97-AF65-F5344CB8AC3E}">
        <p14:creationId xmlns:p14="http://schemas.microsoft.com/office/powerpoint/2010/main" val="3143648384"/>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preserve="1">
  <p:cSld name="Title and Caption">
    <p:spTree>
      <p:nvGrpSpPr>
        <p:cNvPr id="1" name=""/>
        <p:cNvGrpSpPr/>
        <p:nvPr/>
      </p:nvGrpSpPr>
      <p:grpSpPr>
        <a:xfrm>
          <a:off x="0" y="0"/>
          <a:ext cx="0" cy="0"/>
          <a:chOff x="0" y="0"/>
          <a:chExt cx="0" cy="0"/>
        </a:xfrm>
      </p:grpSpPr>
      <p:sp>
        <p:nvSpPr>
          <p:cNvPr id="2" name="Title 1"/>
          <p:cNvSpPr>
            <a:spLocks noGrp="1"/>
          </p:cNvSpPr>
          <p:nvPr>
            <p:ph type="title"/>
          </p:nvPr>
        </p:nvSpPr>
        <p:spPr>
          <a:xfrm>
            <a:off x="1113524" y="685800"/>
            <a:ext cx="7515991" cy="3048000"/>
          </a:xfrm>
        </p:spPr>
        <p:txBody>
          <a:bodyPr anchor="ctr">
            <a:normAutofit/>
          </a:bodyPr>
          <a:lstStyle>
            <a:lvl1pPr algn="ctr">
              <a:defRPr sz="3200" b="0" cap="none"/>
            </a:lvl1pPr>
          </a:lstStyle>
          <a:p>
            <a:r>
              <a:rPr lang="en-US"/>
              <a:t>Click to edit Master title style</a:t>
            </a:r>
            <a:endParaRPr lang="en-US" dirty="0"/>
          </a:p>
        </p:txBody>
      </p:sp>
      <p:sp>
        <p:nvSpPr>
          <p:cNvPr id="3" name="Text Placeholder 2"/>
          <p:cNvSpPr>
            <a:spLocks noGrp="1"/>
          </p:cNvSpPr>
          <p:nvPr>
            <p:ph type="body" idx="1"/>
          </p:nvPr>
        </p:nvSpPr>
        <p:spPr>
          <a:xfrm>
            <a:off x="1113524" y="4343400"/>
            <a:ext cx="7515992" cy="1447800"/>
          </a:xfrm>
        </p:spPr>
        <p:txBody>
          <a:bodyPr anchor="ctr">
            <a:normAutofit/>
          </a:bodyPr>
          <a:lstStyle>
            <a:lvl1pPr marL="0" indent="0" algn="ctr">
              <a:buNone/>
              <a:defRPr sz="2000">
                <a:solidFill>
                  <a:schemeClr val="tx1"/>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D3C54E06-EA5A-4665-A543-E2AB76215404}" type="datetime1">
              <a:rPr lang="en-US" smtClean="0"/>
              <a:t>8/16/2024</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7FC2E40A-4446-4E2B-B9AD-16F559E28E02}" type="slidenum">
              <a:rPr lang="en-US" smtClean="0"/>
              <a:t>‹#›</a:t>
            </a:fld>
            <a:endParaRPr lang="en-US"/>
          </a:p>
        </p:txBody>
      </p:sp>
    </p:spTree>
    <p:extLst>
      <p:ext uri="{BB962C8B-B14F-4D97-AF65-F5344CB8AC3E}">
        <p14:creationId xmlns:p14="http://schemas.microsoft.com/office/powerpoint/2010/main" val="1011251116"/>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preserve="1">
  <p:cSld name="Quote with Caption">
    <p:spTree>
      <p:nvGrpSpPr>
        <p:cNvPr id="1" name=""/>
        <p:cNvGrpSpPr/>
        <p:nvPr/>
      </p:nvGrpSpPr>
      <p:grpSpPr>
        <a:xfrm>
          <a:off x="0" y="0"/>
          <a:ext cx="0" cy="0"/>
          <a:chOff x="0" y="0"/>
          <a:chExt cx="0" cy="0"/>
        </a:xfrm>
      </p:grpSpPr>
      <p:sp>
        <p:nvSpPr>
          <p:cNvPr id="14" name="TextBox 13"/>
          <p:cNvSpPr txBox="1"/>
          <p:nvPr/>
        </p:nvSpPr>
        <p:spPr>
          <a:xfrm>
            <a:off x="969421" y="863023"/>
            <a:ext cx="457319" cy="584776"/>
          </a:xfrm>
          <a:prstGeom prst="rect">
            <a:avLst/>
          </a:prstGeom>
        </p:spPr>
        <p:txBody>
          <a:bodyPr vert="horz" lIns="91440" tIns="45720" rIns="91440" bIns="45720" rtlCol="0" anchor="ctr">
            <a:noAutofit/>
          </a:bodyPr>
          <a:lstStyle>
            <a:lvl1pPr>
              <a:spcBef>
                <a:spcPct val="0"/>
              </a:spcBef>
              <a:buNone/>
              <a:defRPr sz="3200" b="0" cap="all">
                <a:ln w="3175" cmpd="sng">
                  <a:noFill/>
                </a:ln>
                <a:effectLst>
                  <a:glow rad="38100">
                    <a:schemeClr val="bg1">
                      <a:lumMod val="65000"/>
                      <a:lumOff val="35000"/>
                      <a:alpha val="40000"/>
                    </a:schemeClr>
                  </a:glow>
                  <a:outerShdw blurRad="28575" dist="38100" dir="14040000" algn="tl" rotWithShape="0">
                    <a:srgbClr val="000000">
                      <a:alpha val="25000"/>
                    </a:srgbClr>
                  </a:outerShdw>
                </a:effectLst>
              </a:defRPr>
            </a:lvl1pPr>
            <a:lvl2pPr>
              <a:defRPr>
                <a:solidFill>
                  <a:schemeClr val="tx2"/>
                </a:solidFill>
              </a:defRPr>
            </a:lvl2pPr>
            <a:lvl3pPr>
              <a:defRPr>
                <a:solidFill>
                  <a:schemeClr val="tx2"/>
                </a:solidFill>
              </a:defRPr>
            </a:lvl3pPr>
            <a:lvl4pPr>
              <a:defRPr>
                <a:solidFill>
                  <a:schemeClr val="tx2"/>
                </a:solidFill>
              </a:defRPr>
            </a:lvl4pPr>
            <a:lvl5pPr>
              <a:defRPr>
                <a:solidFill>
                  <a:schemeClr val="tx2"/>
                </a:solidFill>
              </a:defRPr>
            </a:lvl5pPr>
            <a:lvl6pPr>
              <a:defRPr>
                <a:solidFill>
                  <a:schemeClr val="tx2"/>
                </a:solidFill>
              </a:defRPr>
            </a:lvl6pPr>
            <a:lvl7pPr>
              <a:defRPr>
                <a:solidFill>
                  <a:schemeClr val="tx2"/>
                </a:solidFill>
              </a:defRPr>
            </a:lvl7pPr>
            <a:lvl8pPr>
              <a:defRPr>
                <a:solidFill>
                  <a:schemeClr val="tx2"/>
                </a:solidFill>
              </a:defRPr>
            </a:lvl8pPr>
            <a:lvl9pPr>
              <a:defRPr>
                <a:solidFill>
                  <a:schemeClr val="tx2"/>
                </a:solidFill>
              </a:defRPr>
            </a:lvl9pPr>
          </a:lstStyle>
          <a:p>
            <a:pPr lvl="0"/>
            <a:r>
              <a:rPr lang="en-US" sz="8000" dirty="0">
                <a:solidFill>
                  <a:schemeClr val="tx1"/>
                </a:solidFill>
                <a:effectLst/>
              </a:rPr>
              <a:t>“</a:t>
            </a:r>
          </a:p>
        </p:txBody>
      </p:sp>
      <p:sp>
        <p:nvSpPr>
          <p:cNvPr id="15" name="TextBox 14"/>
          <p:cNvSpPr txBox="1"/>
          <p:nvPr/>
        </p:nvSpPr>
        <p:spPr>
          <a:xfrm>
            <a:off x="8172197" y="2819399"/>
            <a:ext cx="457319" cy="584776"/>
          </a:xfrm>
          <a:prstGeom prst="rect">
            <a:avLst/>
          </a:prstGeom>
        </p:spPr>
        <p:txBody>
          <a:bodyPr vert="horz" lIns="91440" tIns="45720" rIns="91440" bIns="45720" rtlCol="0" anchor="ctr">
            <a:noAutofit/>
          </a:bodyPr>
          <a:lstStyle>
            <a:lvl1pPr>
              <a:spcBef>
                <a:spcPct val="0"/>
              </a:spcBef>
              <a:buNone/>
              <a:defRPr sz="3200" b="0" cap="all">
                <a:ln w="3175" cmpd="sng">
                  <a:noFill/>
                </a:ln>
                <a:effectLst>
                  <a:glow rad="38100">
                    <a:schemeClr val="bg1">
                      <a:lumMod val="65000"/>
                      <a:lumOff val="35000"/>
                      <a:alpha val="40000"/>
                    </a:schemeClr>
                  </a:glow>
                  <a:outerShdw blurRad="28575" dist="38100" dir="14040000" algn="tl" rotWithShape="0">
                    <a:srgbClr val="000000">
                      <a:alpha val="25000"/>
                    </a:srgbClr>
                  </a:outerShdw>
                </a:effectLst>
              </a:defRPr>
            </a:lvl1pPr>
            <a:lvl2pPr>
              <a:defRPr>
                <a:solidFill>
                  <a:schemeClr val="tx2"/>
                </a:solidFill>
              </a:defRPr>
            </a:lvl2pPr>
            <a:lvl3pPr>
              <a:defRPr>
                <a:solidFill>
                  <a:schemeClr val="tx2"/>
                </a:solidFill>
              </a:defRPr>
            </a:lvl3pPr>
            <a:lvl4pPr>
              <a:defRPr>
                <a:solidFill>
                  <a:schemeClr val="tx2"/>
                </a:solidFill>
              </a:defRPr>
            </a:lvl4pPr>
            <a:lvl5pPr>
              <a:defRPr>
                <a:solidFill>
                  <a:schemeClr val="tx2"/>
                </a:solidFill>
              </a:defRPr>
            </a:lvl5pPr>
            <a:lvl6pPr>
              <a:defRPr>
                <a:solidFill>
                  <a:schemeClr val="tx2"/>
                </a:solidFill>
              </a:defRPr>
            </a:lvl6pPr>
            <a:lvl7pPr>
              <a:defRPr>
                <a:solidFill>
                  <a:schemeClr val="tx2"/>
                </a:solidFill>
              </a:defRPr>
            </a:lvl7pPr>
            <a:lvl8pPr>
              <a:defRPr>
                <a:solidFill>
                  <a:schemeClr val="tx2"/>
                </a:solidFill>
              </a:defRPr>
            </a:lvl8pPr>
            <a:lvl9pPr>
              <a:defRPr>
                <a:solidFill>
                  <a:schemeClr val="tx2"/>
                </a:solidFill>
              </a:defRPr>
            </a:lvl9pPr>
          </a:lstStyle>
          <a:p>
            <a:pPr lvl="0" algn="r"/>
            <a:r>
              <a:rPr lang="en-US" sz="8000" dirty="0">
                <a:solidFill>
                  <a:schemeClr val="tx1"/>
                </a:solidFill>
                <a:effectLst/>
              </a:rPr>
              <a:t>”</a:t>
            </a:r>
          </a:p>
        </p:txBody>
      </p:sp>
      <p:sp>
        <p:nvSpPr>
          <p:cNvPr id="2" name="Title 1"/>
          <p:cNvSpPr>
            <a:spLocks noGrp="1"/>
          </p:cNvSpPr>
          <p:nvPr>
            <p:ph type="title"/>
          </p:nvPr>
        </p:nvSpPr>
        <p:spPr>
          <a:xfrm>
            <a:off x="1426741" y="685801"/>
            <a:ext cx="6974115" cy="2743199"/>
          </a:xfrm>
        </p:spPr>
        <p:txBody>
          <a:bodyPr anchor="ctr">
            <a:normAutofit/>
          </a:bodyPr>
          <a:lstStyle>
            <a:lvl1pPr algn="ctr">
              <a:defRPr sz="3200" b="0" cap="none">
                <a:solidFill>
                  <a:schemeClr val="tx1"/>
                </a:solidFill>
              </a:defRPr>
            </a:lvl1pPr>
          </a:lstStyle>
          <a:p>
            <a:r>
              <a:rPr lang="en-US"/>
              <a:t>Click to edit Master title style</a:t>
            </a:r>
            <a:endParaRPr lang="en-US" dirty="0"/>
          </a:p>
        </p:txBody>
      </p:sp>
      <p:sp>
        <p:nvSpPr>
          <p:cNvPr id="10" name="Text Placeholder 9"/>
          <p:cNvSpPr>
            <a:spLocks noGrp="1"/>
          </p:cNvSpPr>
          <p:nvPr>
            <p:ph type="body" sz="quarter" idx="13"/>
          </p:nvPr>
        </p:nvSpPr>
        <p:spPr>
          <a:xfrm>
            <a:off x="1598235" y="3428999"/>
            <a:ext cx="6631128" cy="381000"/>
          </a:xfrm>
        </p:spPr>
        <p:txBody>
          <a:bodyPr anchor="ctr">
            <a:normAutofit/>
          </a:bodyPr>
          <a:lstStyle>
            <a:lvl1pPr marL="0" indent="0">
              <a:buFontTx/>
              <a:buNone/>
              <a:defRPr sz="1800"/>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a:t>Click to edit Master text styles</a:t>
            </a:r>
          </a:p>
        </p:txBody>
      </p:sp>
      <p:sp>
        <p:nvSpPr>
          <p:cNvPr id="3" name="Text Placeholder 2"/>
          <p:cNvSpPr>
            <a:spLocks noGrp="1"/>
          </p:cNvSpPr>
          <p:nvPr>
            <p:ph type="body" idx="1"/>
          </p:nvPr>
        </p:nvSpPr>
        <p:spPr>
          <a:xfrm>
            <a:off x="1113523" y="4343400"/>
            <a:ext cx="7515991" cy="1447800"/>
          </a:xfrm>
        </p:spPr>
        <p:txBody>
          <a:bodyPr anchor="ctr">
            <a:normAutofit/>
          </a:bodyPr>
          <a:lstStyle>
            <a:lvl1pPr marL="0" indent="0" algn="ctr">
              <a:buNone/>
              <a:defRPr sz="2000">
                <a:solidFill>
                  <a:schemeClr val="tx1"/>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9B536A75-F382-4826-A01C-81EB10C62E9C}" type="datetime1">
              <a:rPr lang="en-US" smtClean="0"/>
              <a:t>8/16/2024</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7FC2E40A-4446-4E2B-B9AD-16F559E28E02}" type="slidenum">
              <a:rPr lang="en-US" smtClean="0"/>
              <a:t>‹#›</a:t>
            </a:fld>
            <a:endParaRPr lang="en-US"/>
          </a:p>
        </p:txBody>
      </p:sp>
    </p:spTree>
    <p:extLst>
      <p:ext uri="{BB962C8B-B14F-4D97-AF65-F5344CB8AC3E}">
        <p14:creationId xmlns:p14="http://schemas.microsoft.com/office/powerpoint/2010/main" val="756948899"/>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preserve="1">
  <p:cSld name="Name Card">
    <p:spTree>
      <p:nvGrpSpPr>
        <p:cNvPr id="1" name=""/>
        <p:cNvGrpSpPr/>
        <p:nvPr/>
      </p:nvGrpSpPr>
      <p:grpSpPr>
        <a:xfrm>
          <a:off x="0" y="0"/>
          <a:ext cx="0" cy="0"/>
          <a:chOff x="0" y="0"/>
          <a:chExt cx="0" cy="0"/>
        </a:xfrm>
      </p:grpSpPr>
      <p:sp>
        <p:nvSpPr>
          <p:cNvPr id="2" name="Title 1"/>
          <p:cNvSpPr>
            <a:spLocks noGrp="1"/>
          </p:cNvSpPr>
          <p:nvPr>
            <p:ph type="title"/>
          </p:nvPr>
        </p:nvSpPr>
        <p:spPr>
          <a:xfrm>
            <a:off x="1113525" y="3308581"/>
            <a:ext cx="7515989" cy="1468800"/>
          </a:xfrm>
        </p:spPr>
        <p:txBody>
          <a:bodyPr anchor="b">
            <a:normAutofit/>
          </a:bodyPr>
          <a:lstStyle>
            <a:lvl1pPr algn="r">
              <a:defRPr sz="3200" b="0" cap="none"/>
            </a:lvl1pPr>
          </a:lstStyle>
          <a:p>
            <a:r>
              <a:rPr lang="en-US"/>
              <a:t>Click to edit Master title style</a:t>
            </a:r>
            <a:endParaRPr lang="en-US" dirty="0"/>
          </a:p>
        </p:txBody>
      </p:sp>
      <p:sp>
        <p:nvSpPr>
          <p:cNvPr id="3" name="Text Placeholder 2"/>
          <p:cNvSpPr>
            <a:spLocks noGrp="1"/>
          </p:cNvSpPr>
          <p:nvPr>
            <p:ph type="body" idx="1"/>
          </p:nvPr>
        </p:nvSpPr>
        <p:spPr>
          <a:xfrm>
            <a:off x="1113524" y="4777381"/>
            <a:ext cx="7515990" cy="860400"/>
          </a:xfrm>
        </p:spPr>
        <p:txBody>
          <a:bodyPr anchor="t">
            <a:normAutofit/>
          </a:bodyPr>
          <a:lstStyle>
            <a:lvl1pPr marL="0" indent="0" algn="r">
              <a:buNone/>
              <a:defRPr sz="2000">
                <a:solidFill>
                  <a:schemeClr val="tx1"/>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D9755AF2-B59B-4622-8846-E82064C8BD0D}" type="datetime1">
              <a:rPr lang="en-US" smtClean="0"/>
              <a:t>8/16/2024</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7FC2E40A-4446-4E2B-B9AD-16F559E28E02}" type="slidenum">
              <a:rPr lang="en-US" smtClean="0"/>
              <a:t>‹#›</a:t>
            </a:fld>
            <a:endParaRPr lang="en-US"/>
          </a:p>
        </p:txBody>
      </p:sp>
    </p:spTree>
    <p:extLst>
      <p:ext uri="{BB962C8B-B14F-4D97-AF65-F5344CB8AC3E}">
        <p14:creationId xmlns:p14="http://schemas.microsoft.com/office/powerpoint/2010/main" val="808362659"/>
      </p:ext>
    </p:extLst>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preserve="1">
  <p:cSld name="Quote Name Card">
    <p:spTree>
      <p:nvGrpSpPr>
        <p:cNvPr id="1" name=""/>
        <p:cNvGrpSpPr/>
        <p:nvPr/>
      </p:nvGrpSpPr>
      <p:grpSpPr>
        <a:xfrm>
          <a:off x="0" y="0"/>
          <a:ext cx="0" cy="0"/>
          <a:chOff x="0" y="0"/>
          <a:chExt cx="0" cy="0"/>
        </a:xfrm>
      </p:grpSpPr>
      <p:sp>
        <p:nvSpPr>
          <p:cNvPr id="14" name="TextBox 13"/>
          <p:cNvSpPr txBox="1"/>
          <p:nvPr/>
        </p:nvSpPr>
        <p:spPr>
          <a:xfrm>
            <a:off x="969421" y="863023"/>
            <a:ext cx="457319" cy="584776"/>
          </a:xfrm>
          <a:prstGeom prst="rect">
            <a:avLst/>
          </a:prstGeom>
        </p:spPr>
        <p:txBody>
          <a:bodyPr vert="horz" lIns="91440" tIns="45720" rIns="91440" bIns="45720" rtlCol="0" anchor="ctr">
            <a:noAutofit/>
          </a:bodyPr>
          <a:lstStyle>
            <a:lvl1pPr>
              <a:spcBef>
                <a:spcPct val="0"/>
              </a:spcBef>
              <a:buNone/>
              <a:defRPr sz="3200" b="0" cap="all">
                <a:ln w="3175" cmpd="sng">
                  <a:noFill/>
                </a:ln>
                <a:effectLst>
                  <a:glow rad="38100">
                    <a:schemeClr val="bg1">
                      <a:lumMod val="65000"/>
                      <a:lumOff val="35000"/>
                      <a:alpha val="40000"/>
                    </a:schemeClr>
                  </a:glow>
                  <a:outerShdw blurRad="28575" dist="38100" dir="14040000" algn="tl" rotWithShape="0">
                    <a:srgbClr val="000000">
                      <a:alpha val="25000"/>
                    </a:srgbClr>
                  </a:outerShdw>
                </a:effectLst>
              </a:defRPr>
            </a:lvl1pPr>
            <a:lvl2pPr>
              <a:defRPr>
                <a:solidFill>
                  <a:schemeClr val="tx2"/>
                </a:solidFill>
              </a:defRPr>
            </a:lvl2pPr>
            <a:lvl3pPr>
              <a:defRPr>
                <a:solidFill>
                  <a:schemeClr val="tx2"/>
                </a:solidFill>
              </a:defRPr>
            </a:lvl3pPr>
            <a:lvl4pPr>
              <a:defRPr>
                <a:solidFill>
                  <a:schemeClr val="tx2"/>
                </a:solidFill>
              </a:defRPr>
            </a:lvl4pPr>
            <a:lvl5pPr>
              <a:defRPr>
                <a:solidFill>
                  <a:schemeClr val="tx2"/>
                </a:solidFill>
              </a:defRPr>
            </a:lvl5pPr>
            <a:lvl6pPr>
              <a:defRPr>
                <a:solidFill>
                  <a:schemeClr val="tx2"/>
                </a:solidFill>
              </a:defRPr>
            </a:lvl6pPr>
            <a:lvl7pPr>
              <a:defRPr>
                <a:solidFill>
                  <a:schemeClr val="tx2"/>
                </a:solidFill>
              </a:defRPr>
            </a:lvl7pPr>
            <a:lvl8pPr>
              <a:defRPr>
                <a:solidFill>
                  <a:schemeClr val="tx2"/>
                </a:solidFill>
              </a:defRPr>
            </a:lvl8pPr>
            <a:lvl9pPr>
              <a:defRPr>
                <a:solidFill>
                  <a:schemeClr val="tx2"/>
                </a:solidFill>
              </a:defRPr>
            </a:lvl9pPr>
          </a:lstStyle>
          <a:p>
            <a:pPr lvl="0"/>
            <a:r>
              <a:rPr lang="en-US" sz="8000" dirty="0">
                <a:solidFill>
                  <a:schemeClr val="tx1"/>
                </a:solidFill>
                <a:effectLst/>
              </a:rPr>
              <a:t>“</a:t>
            </a:r>
          </a:p>
        </p:txBody>
      </p:sp>
      <p:sp>
        <p:nvSpPr>
          <p:cNvPr id="15" name="TextBox 14"/>
          <p:cNvSpPr txBox="1"/>
          <p:nvPr/>
        </p:nvSpPr>
        <p:spPr>
          <a:xfrm>
            <a:off x="8172197" y="2819399"/>
            <a:ext cx="457319" cy="584776"/>
          </a:xfrm>
          <a:prstGeom prst="rect">
            <a:avLst/>
          </a:prstGeom>
        </p:spPr>
        <p:txBody>
          <a:bodyPr vert="horz" lIns="91440" tIns="45720" rIns="91440" bIns="45720" rtlCol="0" anchor="ctr">
            <a:noAutofit/>
          </a:bodyPr>
          <a:lstStyle>
            <a:lvl1pPr>
              <a:spcBef>
                <a:spcPct val="0"/>
              </a:spcBef>
              <a:buNone/>
              <a:defRPr sz="3200" b="0" cap="all">
                <a:ln w="3175" cmpd="sng">
                  <a:noFill/>
                </a:ln>
                <a:effectLst>
                  <a:glow rad="38100">
                    <a:schemeClr val="bg1">
                      <a:lumMod val="65000"/>
                      <a:lumOff val="35000"/>
                      <a:alpha val="40000"/>
                    </a:schemeClr>
                  </a:glow>
                  <a:outerShdw blurRad="28575" dist="38100" dir="14040000" algn="tl" rotWithShape="0">
                    <a:srgbClr val="000000">
                      <a:alpha val="25000"/>
                    </a:srgbClr>
                  </a:outerShdw>
                </a:effectLst>
              </a:defRPr>
            </a:lvl1pPr>
            <a:lvl2pPr>
              <a:defRPr>
                <a:solidFill>
                  <a:schemeClr val="tx2"/>
                </a:solidFill>
              </a:defRPr>
            </a:lvl2pPr>
            <a:lvl3pPr>
              <a:defRPr>
                <a:solidFill>
                  <a:schemeClr val="tx2"/>
                </a:solidFill>
              </a:defRPr>
            </a:lvl3pPr>
            <a:lvl4pPr>
              <a:defRPr>
                <a:solidFill>
                  <a:schemeClr val="tx2"/>
                </a:solidFill>
              </a:defRPr>
            </a:lvl4pPr>
            <a:lvl5pPr>
              <a:defRPr>
                <a:solidFill>
                  <a:schemeClr val="tx2"/>
                </a:solidFill>
              </a:defRPr>
            </a:lvl5pPr>
            <a:lvl6pPr>
              <a:defRPr>
                <a:solidFill>
                  <a:schemeClr val="tx2"/>
                </a:solidFill>
              </a:defRPr>
            </a:lvl6pPr>
            <a:lvl7pPr>
              <a:defRPr>
                <a:solidFill>
                  <a:schemeClr val="tx2"/>
                </a:solidFill>
              </a:defRPr>
            </a:lvl7pPr>
            <a:lvl8pPr>
              <a:defRPr>
                <a:solidFill>
                  <a:schemeClr val="tx2"/>
                </a:solidFill>
              </a:defRPr>
            </a:lvl8pPr>
            <a:lvl9pPr>
              <a:defRPr>
                <a:solidFill>
                  <a:schemeClr val="tx2"/>
                </a:solidFill>
              </a:defRPr>
            </a:lvl9pPr>
          </a:lstStyle>
          <a:p>
            <a:pPr lvl="0" algn="r"/>
            <a:r>
              <a:rPr lang="en-US" sz="8000" dirty="0">
                <a:solidFill>
                  <a:schemeClr val="tx1"/>
                </a:solidFill>
                <a:effectLst/>
              </a:rPr>
              <a:t>”</a:t>
            </a:r>
          </a:p>
        </p:txBody>
      </p:sp>
      <p:sp>
        <p:nvSpPr>
          <p:cNvPr id="2" name="Title 1"/>
          <p:cNvSpPr>
            <a:spLocks noGrp="1"/>
          </p:cNvSpPr>
          <p:nvPr>
            <p:ph type="title"/>
          </p:nvPr>
        </p:nvSpPr>
        <p:spPr>
          <a:xfrm>
            <a:off x="1426741" y="685801"/>
            <a:ext cx="6974115" cy="2743199"/>
          </a:xfrm>
        </p:spPr>
        <p:txBody>
          <a:bodyPr anchor="ctr">
            <a:normAutofit/>
          </a:bodyPr>
          <a:lstStyle>
            <a:lvl1pPr algn="ctr">
              <a:defRPr sz="3200" b="0" cap="none">
                <a:solidFill>
                  <a:schemeClr val="tx1"/>
                </a:solidFill>
              </a:defRPr>
            </a:lvl1pPr>
          </a:lstStyle>
          <a:p>
            <a:r>
              <a:rPr lang="en-US"/>
              <a:t>Click to edit Master title style</a:t>
            </a:r>
            <a:endParaRPr lang="en-US" dirty="0"/>
          </a:p>
        </p:txBody>
      </p:sp>
      <p:sp>
        <p:nvSpPr>
          <p:cNvPr id="10" name="Text Placeholder 9"/>
          <p:cNvSpPr>
            <a:spLocks noGrp="1"/>
          </p:cNvSpPr>
          <p:nvPr>
            <p:ph type="body" sz="quarter" idx="13"/>
          </p:nvPr>
        </p:nvSpPr>
        <p:spPr>
          <a:xfrm>
            <a:off x="1113525" y="3886200"/>
            <a:ext cx="7515990" cy="889000"/>
          </a:xfrm>
        </p:spPr>
        <p:txBody>
          <a:bodyPr vert="horz" lIns="91440" tIns="45720" rIns="91440" bIns="45720" rtlCol="0" anchor="b">
            <a:normAutofit/>
          </a:bodyPr>
          <a:lstStyle>
            <a:lvl1pPr algn="r">
              <a:buNone/>
              <a:defRPr lang="en-US" sz="2400" b="0" cap="none" dirty="0">
                <a:ln w="3175" cmpd="sng">
                  <a:noFill/>
                </a:ln>
                <a:solidFill>
                  <a:schemeClr val="tx1"/>
                </a:solidFill>
                <a:effectLst/>
              </a:defRPr>
            </a:lvl1pPr>
          </a:lstStyle>
          <a:p>
            <a:pPr marL="0" lvl="0">
              <a:spcBef>
                <a:spcPct val="0"/>
              </a:spcBef>
              <a:buNone/>
            </a:pPr>
            <a:r>
              <a:rPr lang="en-US"/>
              <a:t>Click to edit Master text styles</a:t>
            </a:r>
          </a:p>
        </p:txBody>
      </p:sp>
      <p:sp>
        <p:nvSpPr>
          <p:cNvPr id="3" name="Text Placeholder 2"/>
          <p:cNvSpPr>
            <a:spLocks noGrp="1"/>
          </p:cNvSpPr>
          <p:nvPr>
            <p:ph type="body" idx="1"/>
          </p:nvPr>
        </p:nvSpPr>
        <p:spPr>
          <a:xfrm>
            <a:off x="1113524" y="4775200"/>
            <a:ext cx="7515990" cy="1016000"/>
          </a:xfrm>
        </p:spPr>
        <p:txBody>
          <a:bodyPr anchor="t">
            <a:normAutofit/>
          </a:bodyPr>
          <a:lstStyle>
            <a:lvl1pPr marL="0" indent="0" algn="r">
              <a:buNone/>
              <a:defRPr sz="1800">
                <a:solidFill>
                  <a:schemeClr val="tx1"/>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76555CE1-366E-4233-AF71-00754A578A3F}" type="datetime1">
              <a:rPr lang="en-US" smtClean="0"/>
              <a:t>8/16/2024</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7FC2E40A-4446-4E2B-B9AD-16F559E28E02}" type="slidenum">
              <a:rPr lang="en-US" smtClean="0"/>
              <a:t>‹#›</a:t>
            </a:fld>
            <a:endParaRPr lang="en-US"/>
          </a:p>
        </p:txBody>
      </p:sp>
    </p:spTree>
    <p:extLst>
      <p:ext uri="{BB962C8B-B14F-4D97-AF65-F5344CB8AC3E}">
        <p14:creationId xmlns:p14="http://schemas.microsoft.com/office/powerpoint/2010/main" val="2507402853"/>
      </p:ext>
    </p:extLst>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preserve="1">
  <p:cSld name="True or False">
    <p:spTree>
      <p:nvGrpSpPr>
        <p:cNvPr id="1" name=""/>
        <p:cNvGrpSpPr/>
        <p:nvPr/>
      </p:nvGrpSpPr>
      <p:grpSpPr>
        <a:xfrm>
          <a:off x="0" y="0"/>
          <a:ext cx="0" cy="0"/>
          <a:chOff x="0" y="0"/>
          <a:chExt cx="0" cy="0"/>
        </a:xfrm>
      </p:grpSpPr>
      <p:sp>
        <p:nvSpPr>
          <p:cNvPr id="2" name="Title 1"/>
          <p:cNvSpPr>
            <a:spLocks noGrp="1"/>
          </p:cNvSpPr>
          <p:nvPr>
            <p:ph type="title"/>
          </p:nvPr>
        </p:nvSpPr>
        <p:spPr>
          <a:xfrm>
            <a:off x="1113525" y="685801"/>
            <a:ext cx="7515991" cy="2727325"/>
          </a:xfrm>
        </p:spPr>
        <p:txBody>
          <a:bodyPr vert="horz" lIns="91440" tIns="45720" rIns="91440" bIns="45720" rtlCol="0" anchor="ctr">
            <a:normAutofit/>
          </a:bodyPr>
          <a:lstStyle>
            <a:lvl1pPr>
              <a:defRPr lang="en-US" b="0" dirty="0"/>
            </a:lvl1pPr>
          </a:lstStyle>
          <a:p>
            <a:pPr marL="0" lvl="0"/>
            <a:r>
              <a:rPr lang="en-US"/>
              <a:t>Click to edit Master title style</a:t>
            </a:r>
            <a:endParaRPr lang="en-US" dirty="0"/>
          </a:p>
        </p:txBody>
      </p:sp>
      <p:sp>
        <p:nvSpPr>
          <p:cNvPr id="10" name="Text Placeholder 9"/>
          <p:cNvSpPr>
            <a:spLocks noGrp="1"/>
          </p:cNvSpPr>
          <p:nvPr>
            <p:ph type="body" sz="quarter" idx="13"/>
          </p:nvPr>
        </p:nvSpPr>
        <p:spPr>
          <a:xfrm>
            <a:off x="1113524" y="3505200"/>
            <a:ext cx="7515992" cy="838200"/>
          </a:xfrm>
        </p:spPr>
        <p:txBody>
          <a:bodyPr vert="horz" lIns="91440" tIns="45720" rIns="91440" bIns="45720" rtlCol="0" anchor="b">
            <a:normAutofit/>
          </a:bodyPr>
          <a:lstStyle>
            <a:lvl1pPr>
              <a:buNone/>
              <a:defRPr lang="en-US" sz="2800" b="0" cap="none" dirty="0">
                <a:ln w="3175" cmpd="sng">
                  <a:noFill/>
                </a:ln>
                <a:solidFill>
                  <a:schemeClr val="tx1"/>
                </a:solidFill>
                <a:effectLst/>
              </a:defRPr>
            </a:lvl1pPr>
          </a:lstStyle>
          <a:p>
            <a:pPr marL="0" lvl="0">
              <a:spcBef>
                <a:spcPct val="0"/>
              </a:spcBef>
              <a:buNone/>
            </a:pPr>
            <a:r>
              <a:rPr lang="en-US"/>
              <a:t>Click to edit Master text styles</a:t>
            </a:r>
          </a:p>
        </p:txBody>
      </p:sp>
      <p:sp>
        <p:nvSpPr>
          <p:cNvPr id="3" name="Text Placeholder 2"/>
          <p:cNvSpPr>
            <a:spLocks noGrp="1"/>
          </p:cNvSpPr>
          <p:nvPr>
            <p:ph type="body" idx="1"/>
          </p:nvPr>
        </p:nvSpPr>
        <p:spPr>
          <a:xfrm>
            <a:off x="1113524" y="4343400"/>
            <a:ext cx="7515992" cy="1447800"/>
          </a:xfrm>
        </p:spPr>
        <p:txBody>
          <a:bodyPr anchor="t">
            <a:normAutofit/>
          </a:bodyPr>
          <a:lstStyle>
            <a:lvl1pPr marL="0" indent="0" algn="l">
              <a:buNone/>
              <a:defRPr sz="1800">
                <a:solidFill>
                  <a:schemeClr val="tx1"/>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65131A79-D5E8-482F-995E-BA8BE9225100}" type="datetime1">
              <a:rPr lang="en-US" smtClean="0"/>
              <a:t>8/16/2024</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7FC2E40A-4446-4E2B-B9AD-16F559E28E02}" type="slidenum">
              <a:rPr lang="en-US" smtClean="0"/>
              <a:t>‹#›</a:t>
            </a:fld>
            <a:endParaRPr lang="en-US"/>
          </a:p>
        </p:txBody>
      </p:sp>
    </p:spTree>
    <p:extLst>
      <p:ext uri="{BB962C8B-B14F-4D97-AF65-F5344CB8AC3E}">
        <p14:creationId xmlns:p14="http://schemas.microsoft.com/office/powerpoint/2010/main" val="32183485"/>
      </p:ext>
    </p:extLst>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lgn="ctr">
              <a:defRPr/>
            </a:lvl1p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ncho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0932616B-815C-48D7-8254-CE6F277D8EE1}" type="datetime1">
              <a:rPr lang="en-US" smtClean="0"/>
              <a:t>8/16/2024</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7FC2E40A-4446-4E2B-B9AD-16F559E28E02}" type="slidenum">
              <a:rPr lang="en-US" smtClean="0"/>
              <a:t>‹#›</a:t>
            </a:fld>
            <a:endParaRPr lang="en-US"/>
          </a:p>
        </p:txBody>
      </p:sp>
    </p:spTree>
    <p:extLst>
      <p:ext uri="{BB962C8B-B14F-4D97-AF65-F5344CB8AC3E}">
        <p14:creationId xmlns:p14="http://schemas.microsoft.com/office/powerpoint/2010/main" val="524314103"/>
      </p:ext>
    </p:extLst>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7301393" y="685800"/>
            <a:ext cx="1328123" cy="5105400"/>
          </a:xfrm>
        </p:spPr>
        <p:txBody>
          <a:bodyPr vert="eaVert"/>
          <a:lstStyle/>
          <a:p>
            <a:r>
              <a:rPr lang="en-US"/>
              <a:t>Click to edit Master title style</a:t>
            </a:r>
            <a:endParaRPr lang="en-US" dirty="0"/>
          </a:p>
        </p:txBody>
      </p:sp>
      <p:sp>
        <p:nvSpPr>
          <p:cNvPr id="3" name="Vertical Text Placeholder 2"/>
          <p:cNvSpPr>
            <a:spLocks noGrp="1"/>
          </p:cNvSpPr>
          <p:nvPr>
            <p:ph type="body" orient="vert" idx="1"/>
          </p:nvPr>
        </p:nvSpPr>
        <p:spPr>
          <a:xfrm>
            <a:off x="1113524" y="685800"/>
            <a:ext cx="6016373" cy="5105400"/>
          </a:xfrm>
        </p:spPr>
        <p:txBody>
          <a:bodyPr vert="eaVert" ancho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1F733968-3591-4F01-AE5E-B07C1F3365BA}" type="datetime1">
              <a:rPr lang="en-US" smtClean="0"/>
              <a:t>8/16/2024</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7FC2E40A-4446-4E2B-B9AD-16F559E28E02}" type="slidenum">
              <a:rPr lang="en-US" smtClean="0"/>
              <a:t>‹#›</a:t>
            </a:fld>
            <a:endParaRPr lang="en-US"/>
          </a:p>
        </p:txBody>
      </p:sp>
    </p:spTree>
    <p:extLst>
      <p:ext uri="{BB962C8B-B14F-4D97-AF65-F5344CB8AC3E}">
        <p14:creationId xmlns:p14="http://schemas.microsoft.com/office/powerpoint/2010/main" val="3393269691"/>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_rels/slideMaster2.xml.rels><?xml version="1.0" encoding="UTF-8" standalone="yes"?>
<Relationships xmlns="http://schemas.openxmlformats.org/package/2006/relationships"><Relationship Id="rId8" Type="http://schemas.openxmlformats.org/officeDocument/2006/relationships/slideLayout" Target="../slideLayouts/slideLayout19.xml"/><Relationship Id="rId13" Type="http://schemas.openxmlformats.org/officeDocument/2006/relationships/slideLayout" Target="../slideLayouts/slideLayout24.xml"/><Relationship Id="rId18" Type="http://schemas.openxmlformats.org/officeDocument/2006/relationships/theme" Target="../theme/theme2.xml"/><Relationship Id="rId3" Type="http://schemas.openxmlformats.org/officeDocument/2006/relationships/slideLayout" Target="../slideLayouts/slideLayout14.xml"/><Relationship Id="rId7" Type="http://schemas.openxmlformats.org/officeDocument/2006/relationships/slideLayout" Target="../slideLayouts/slideLayout18.xml"/><Relationship Id="rId12" Type="http://schemas.openxmlformats.org/officeDocument/2006/relationships/slideLayout" Target="../slideLayouts/slideLayout23.xml"/><Relationship Id="rId17" Type="http://schemas.openxmlformats.org/officeDocument/2006/relationships/slideLayout" Target="../slideLayouts/slideLayout28.xml"/><Relationship Id="rId2" Type="http://schemas.openxmlformats.org/officeDocument/2006/relationships/slideLayout" Target="../slideLayouts/slideLayout13.xml"/><Relationship Id="rId16" Type="http://schemas.openxmlformats.org/officeDocument/2006/relationships/slideLayout" Target="../slideLayouts/slideLayout27.xml"/><Relationship Id="rId1" Type="http://schemas.openxmlformats.org/officeDocument/2006/relationships/slideLayout" Target="../slideLayouts/slideLayout12.xml"/><Relationship Id="rId6" Type="http://schemas.openxmlformats.org/officeDocument/2006/relationships/slideLayout" Target="../slideLayouts/slideLayout17.xml"/><Relationship Id="rId11" Type="http://schemas.openxmlformats.org/officeDocument/2006/relationships/slideLayout" Target="../slideLayouts/slideLayout22.xml"/><Relationship Id="rId5" Type="http://schemas.openxmlformats.org/officeDocument/2006/relationships/slideLayout" Target="../slideLayouts/slideLayout16.xml"/><Relationship Id="rId15" Type="http://schemas.openxmlformats.org/officeDocument/2006/relationships/slideLayout" Target="../slideLayouts/slideLayout26.xml"/><Relationship Id="rId10" Type="http://schemas.openxmlformats.org/officeDocument/2006/relationships/slideLayout" Target="../slideLayouts/slideLayout21.xml"/><Relationship Id="rId4" Type="http://schemas.openxmlformats.org/officeDocument/2006/relationships/slideLayout" Target="../slideLayouts/slideLayout15.xml"/><Relationship Id="rId9" Type="http://schemas.openxmlformats.org/officeDocument/2006/relationships/slideLayout" Target="../slideLayouts/slideLayout20.xml"/><Relationship Id="rId14" Type="http://schemas.openxmlformats.org/officeDocument/2006/relationships/slideLayout" Target="../slideLayouts/slideLayout25.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10" name="Rectangle 9"/>
          <p:cNvSpPr/>
          <p:nvPr/>
        </p:nvSpPr>
        <p:spPr>
          <a:xfrm>
            <a:off x="0" y="220786"/>
            <a:ext cx="9144000" cy="228600"/>
          </a:xfrm>
          <a:prstGeom prst="rect">
            <a:avLst/>
          </a:prstGeom>
          <a:solidFill>
            <a:srgbClr val="FFFF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Placeholder 1"/>
          <p:cNvSpPr>
            <a:spLocks noGrp="1"/>
          </p:cNvSpPr>
          <p:nvPr>
            <p:ph type="title"/>
          </p:nvPr>
        </p:nvSpPr>
        <p:spPr>
          <a:xfrm>
            <a:off x="457200" y="533400"/>
            <a:ext cx="8229600" cy="990600"/>
          </a:xfrm>
          <a:prstGeom prst="rect">
            <a:avLst/>
          </a:prstGeom>
        </p:spPr>
        <p:txBody>
          <a:bodyPr vert="horz" lIns="91440" tIns="45720" rIns="91440" bIns="45720" rtlCol="0" anchor="ctr">
            <a:normAutofit/>
          </a:bodyPr>
          <a:lstStyle/>
          <a:p>
            <a:r>
              <a:rPr lang="en-US"/>
              <a:t>Click to edit Master title style</a:t>
            </a:r>
            <a:endParaRPr lang="en-US" dirty="0"/>
          </a:p>
        </p:txBody>
      </p:sp>
      <p:sp>
        <p:nvSpPr>
          <p:cNvPr id="3" name="Text Placeholder 2"/>
          <p:cNvSpPr>
            <a:spLocks noGrp="1"/>
          </p:cNvSpPr>
          <p:nvPr>
            <p:ph type="body" idx="1"/>
          </p:nvPr>
        </p:nvSpPr>
        <p:spPr>
          <a:xfrm>
            <a:off x="457200" y="1600200"/>
            <a:ext cx="8229600" cy="4876800"/>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Rectangle 6"/>
          <p:cNvSpPr/>
          <p:nvPr/>
        </p:nvSpPr>
        <p:spPr>
          <a:xfrm>
            <a:off x="0" y="0"/>
            <a:ext cx="9144000" cy="36576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Date Placeholder 3"/>
          <p:cNvSpPr>
            <a:spLocks noGrp="1"/>
          </p:cNvSpPr>
          <p:nvPr>
            <p:ph type="dt" sz="half" idx="2"/>
          </p:nvPr>
        </p:nvSpPr>
        <p:spPr>
          <a:xfrm>
            <a:off x="457200" y="18288"/>
            <a:ext cx="2895600" cy="329184"/>
          </a:xfrm>
          <a:prstGeom prst="rect">
            <a:avLst/>
          </a:prstGeom>
        </p:spPr>
        <p:txBody>
          <a:bodyPr vert="horz" lIns="91440" tIns="45720" rIns="91440" bIns="45720" rtlCol="0" anchor="ctr"/>
          <a:lstStyle>
            <a:lvl1pPr algn="l">
              <a:defRPr sz="1200">
                <a:solidFill>
                  <a:srgbClr val="FFFFFF"/>
                </a:solidFill>
              </a:defRPr>
            </a:lvl1pPr>
          </a:lstStyle>
          <a:p>
            <a:fld id="{DD93E8A1-BF70-4AAD-8DED-D83C0E6B392D}" type="datetime1">
              <a:rPr lang="en-US" smtClean="0"/>
              <a:t>8/16/2024</a:t>
            </a:fld>
            <a:endParaRPr lang="en-US"/>
          </a:p>
        </p:txBody>
      </p:sp>
      <p:sp>
        <p:nvSpPr>
          <p:cNvPr id="5" name="Footer Placeholder 4"/>
          <p:cNvSpPr>
            <a:spLocks noGrp="1"/>
          </p:cNvSpPr>
          <p:nvPr>
            <p:ph type="ftr" sz="quarter" idx="3"/>
          </p:nvPr>
        </p:nvSpPr>
        <p:spPr>
          <a:xfrm>
            <a:off x="3429000" y="18288"/>
            <a:ext cx="4114800" cy="329184"/>
          </a:xfrm>
          <a:prstGeom prst="rect">
            <a:avLst/>
          </a:prstGeom>
        </p:spPr>
        <p:txBody>
          <a:bodyPr vert="horz" lIns="91440" tIns="45720" rIns="91440" bIns="45720" rtlCol="0" anchor="ctr"/>
          <a:lstStyle>
            <a:lvl1pPr algn="ctr">
              <a:defRPr sz="1200">
                <a:solidFill>
                  <a:srgbClr val="FFFFFF"/>
                </a:solidFill>
              </a:defRPr>
            </a:lvl1pPr>
          </a:lstStyle>
          <a:p>
            <a:endParaRPr lang="en-US"/>
          </a:p>
        </p:txBody>
      </p:sp>
      <p:sp>
        <p:nvSpPr>
          <p:cNvPr id="6" name="Slide Number Placeholder 5"/>
          <p:cNvSpPr>
            <a:spLocks noGrp="1"/>
          </p:cNvSpPr>
          <p:nvPr>
            <p:ph type="sldNum" sz="quarter" idx="4"/>
          </p:nvPr>
        </p:nvSpPr>
        <p:spPr>
          <a:xfrm>
            <a:off x="7620000" y="18288"/>
            <a:ext cx="1066800" cy="329184"/>
          </a:xfrm>
          <a:prstGeom prst="rect">
            <a:avLst/>
          </a:prstGeom>
        </p:spPr>
        <p:txBody>
          <a:bodyPr vert="horz" lIns="91440" tIns="45720" rIns="91440" bIns="45720" rtlCol="0" anchor="ctr"/>
          <a:lstStyle>
            <a:lvl1pPr algn="l">
              <a:defRPr sz="1400" b="1">
                <a:solidFill>
                  <a:srgbClr val="FFFFFF"/>
                </a:solidFill>
              </a:defRPr>
            </a:lvl1pPr>
          </a:lstStyle>
          <a:p>
            <a:fld id="{7FC2E40A-4446-4E2B-B9AD-16F559E28E02}" type="slidenum">
              <a:rPr lang="en-US" smtClean="0"/>
              <a:t>‹#›</a:t>
            </a:fld>
            <a:endParaRPr lang="en-US"/>
          </a:p>
        </p:txBody>
      </p:sp>
    </p:spTree>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Lst>
  <p:hf hdr="0" ftr="0" dt="0"/>
  <p:txStyles>
    <p:titleStyle>
      <a:lvl1pPr algn="l" defTabSz="914400" rtl="0" eaLnBrk="1" latinLnBrk="0" hangingPunct="1">
        <a:spcBef>
          <a:spcPct val="0"/>
        </a:spcBef>
        <a:buNone/>
        <a:defRPr sz="4000" kern="1200" spc="-100" baseline="0">
          <a:solidFill>
            <a:schemeClr val="tx2"/>
          </a:solidFill>
          <a:latin typeface="+mj-lt"/>
          <a:ea typeface="+mj-ea"/>
          <a:cs typeface="+mj-cs"/>
        </a:defRPr>
      </a:lvl1pPr>
    </p:titleStyle>
    <p:bodyStyle>
      <a:lvl1pPr marL="182880" indent="-182880" algn="l" defTabSz="914400" rtl="0" eaLnBrk="1" latinLnBrk="0" hangingPunct="1">
        <a:spcBef>
          <a:spcPct val="20000"/>
        </a:spcBef>
        <a:buClr>
          <a:schemeClr val="accent1"/>
        </a:buClr>
        <a:buSzPct val="85000"/>
        <a:buFont typeface="Arial" pitchFamily="34" charset="0"/>
        <a:buChar char="•"/>
        <a:defRPr sz="2400" kern="1200">
          <a:solidFill>
            <a:schemeClr val="tx1"/>
          </a:solidFill>
          <a:latin typeface="+mn-lt"/>
          <a:ea typeface="+mn-ea"/>
          <a:cs typeface="+mn-cs"/>
        </a:defRPr>
      </a:lvl1pPr>
      <a:lvl2pPr marL="457200" indent="-182880" algn="l" defTabSz="914400" rtl="0" eaLnBrk="1" latinLnBrk="0" hangingPunct="1">
        <a:spcBef>
          <a:spcPct val="20000"/>
        </a:spcBef>
        <a:buClr>
          <a:schemeClr val="accent1"/>
        </a:buClr>
        <a:buSzPct val="85000"/>
        <a:buFont typeface="Arial" pitchFamily="34" charset="0"/>
        <a:buChar char="•"/>
        <a:defRPr sz="2000" kern="1200">
          <a:solidFill>
            <a:schemeClr val="tx1"/>
          </a:solidFill>
          <a:latin typeface="+mn-lt"/>
          <a:ea typeface="+mn-ea"/>
          <a:cs typeface="+mn-cs"/>
        </a:defRPr>
      </a:lvl2pPr>
      <a:lvl3pPr marL="731520" indent="-182880" algn="l" defTabSz="914400" rtl="0" eaLnBrk="1" latinLnBrk="0" hangingPunct="1">
        <a:spcBef>
          <a:spcPct val="20000"/>
        </a:spcBef>
        <a:buClr>
          <a:schemeClr val="accent1"/>
        </a:buClr>
        <a:buSzPct val="90000"/>
        <a:buFont typeface="Arial" pitchFamily="34" charset="0"/>
        <a:buChar char="•"/>
        <a:defRPr sz="1800" kern="1200">
          <a:solidFill>
            <a:schemeClr val="tx1"/>
          </a:solidFill>
          <a:latin typeface="+mn-lt"/>
          <a:ea typeface="+mn-ea"/>
          <a:cs typeface="+mn-cs"/>
        </a:defRPr>
      </a:lvl3pPr>
      <a:lvl4pPr marL="1005840" indent="-182880" algn="l" defTabSz="914400" rtl="0" eaLnBrk="1" latinLnBrk="0" hangingPunct="1">
        <a:spcBef>
          <a:spcPct val="20000"/>
        </a:spcBef>
        <a:buClr>
          <a:schemeClr val="accent1"/>
        </a:buClr>
        <a:buFont typeface="Arial" pitchFamily="34" charset="0"/>
        <a:buChar char="•"/>
        <a:defRPr sz="1600" kern="1200">
          <a:solidFill>
            <a:schemeClr val="tx1"/>
          </a:solidFill>
          <a:latin typeface="+mn-lt"/>
          <a:ea typeface="+mn-ea"/>
          <a:cs typeface="+mn-cs"/>
        </a:defRPr>
      </a:lvl4pPr>
      <a:lvl5pPr marL="1188720" indent="-137160" algn="l" defTabSz="914400" rtl="0" eaLnBrk="1" latinLnBrk="0" hangingPunct="1">
        <a:spcBef>
          <a:spcPct val="20000"/>
        </a:spcBef>
        <a:buClr>
          <a:schemeClr val="accent1"/>
        </a:buClr>
        <a:buSzPct val="100000"/>
        <a:buFont typeface="Arial" pitchFamily="34" charset="0"/>
        <a:buChar char="•"/>
        <a:defRPr sz="1400" kern="1200" baseline="0">
          <a:solidFill>
            <a:schemeClr val="tx1"/>
          </a:solidFill>
          <a:latin typeface="+mn-lt"/>
          <a:ea typeface="+mn-ea"/>
          <a:cs typeface="+mn-cs"/>
        </a:defRPr>
      </a:lvl5pPr>
      <a:lvl6pPr marL="1371600" indent="-182880" algn="l" defTabSz="914400" rtl="0" eaLnBrk="1" latinLnBrk="0" hangingPunct="1">
        <a:spcBef>
          <a:spcPct val="20000"/>
        </a:spcBef>
        <a:buClr>
          <a:schemeClr val="accent1"/>
        </a:buClr>
        <a:buFont typeface="Arial" pitchFamily="34" charset="0"/>
        <a:buChar char="•"/>
        <a:defRPr sz="1300" kern="1200">
          <a:solidFill>
            <a:schemeClr val="tx1"/>
          </a:solidFill>
          <a:latin typeface="+mn-lt"/>
          <a:ea typeface="+mn-ea"/>
          <a:cs typeface="+mn-cs"/>
        </a:defRPr>
      </a:lvl6pPr>
      <a:lvl7pPr marL="1554480" indent="-182880" algn="l" defTabSz="914400" rtl="0" eaLnBrk="1" latinLnBrk="0" hangingPunct="1">
        <a:spcBef>
          <a:spcPct val="20000"/>
        </a:spcBef>
        <a:buClr>
          <a:schemeClr val="accent1"/>
        </a:buClr>
        <a:buFont typeface="Arial" pitchFamily="34" charset="0"/>
        <a:buChar char="•"/>
        <a:defRPr sz="1300" kern="1200">
          <a:solidFill>
            <a:schemeClr val="tx1"/>
          </a:solidFill>
          <a:latin typeface="+mn-lt"/>
          <a:ea typeface="+mn-ea"/>
          <a:cs typeface="+mn-cs"/>
        </a:defRPr>
      </a:lvl7pPr>
      <a:lvl8pPr marL="1737360" indent="-182880" algn="l" defTabSz="914400" rtl="0" eaLnBrk="1" latinLnBrk="0" hangingPunct="1">
        <a:spcBef>
          <a:spcPct val="20000"/>
        </a:spcBef>
        <a:buClr>
          <a:schemeClr val="accent1"/>
        </a:buClr>
        <a:buFont typeface="Arial" pitchFamily="34" charset="0"/>
        <a:buChar char="•"/>
        <a:defRPr sz="1300" kern="1200">
          <a:solidFill>
            <a:schemeClr val="tx1"/>
          </a:solidFill>
          <a:latin typeface="+mn-lt"/>
          <a:ea typeface="+mn-ea"/>
          <a:cs typeface="+mn-cs"/>
        </a:defRPr>
      </a:lvl8pPr>
      <a:lvl9pPr marL="1920240" indent="-182880" algn="l" defTabSz="914400" rtl="0" eaLnBrk="1" latinLnBrk="0" hangingPunct="1">
        <a:spcBef>
          <a:spcPct val="20000"/>
        </a:spcBef>
        <a:buClr>
          <a:schemeClr val="accent1"/>
        </a:buClr>
        <a:buFont typeface="Arial" pitchFamily="34" charset="0"/>
        <a:buChar char="•"/>
        <a:defRPr sz="13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Ref idx="1003">
        <a:schemeClr val="bg2"/>
      </p:bgRef>
    </p:bg>
    <p:spTree>
      <p:nvGrpSpPr>
        <p:cNvPr id="1" name=""/>
        <p:cNvGrpSpPr/>
        <p:nvPr/>
      </p:nvGrpSpPr>
      <p:grpSpPr>
        <a:xfrm>
          <a:off x="0" y="0"/>
          <a:ext cx="0" cy="0"/>
          <a:chOff x="0" y="0"/>
          <a:chExt cx="0" cy="0"/>
        </a:xfrm>
      </p:grpSpPr>
      <p:grpSp>
        <p:nvGrpSpPr>
          <p:cNvPr id="14" name="Group 13"/>
          <p:cNvGrpSpPr/>
          <p:nvPr/>
        </p:nvGrpSpPr>
        <p:grpSpPr>
          <a:xfrm>
            <a:off x="0" y="0"/>
            <a:ext cx="2132013" cy="6858001"/>
            <a:chOff x="0" y="0"/>
            <a:chExt cx="2132013" cy="6858001"/>
          </a:xfrm>
        </p:grpSpPr>
        <p:sp>
          <p:nvSpPr>
            <p:cNvPr id="15" name="Freeform 6"/>
            <p:cNvSpPr/>
            <p:nvPr/>
          </p:nvSpPr>
          <p:spPr bwMode="auto">
            <a:xfrm>
              <a:off x="0" y="0"/>
              <a:ext cx="1073150" cy="5291138"/>
            </a:xfrm>
            <a:custGeom>
              <a:avLst/>
              <a:gdLst/>
              <a:ahLst/>
              <a:cxnLst/>
              <a:rect l="0" t="0" r="r" b="b"/>
              <a:pathLst>
                <a:path w="676" h="3333">
                  <a:moveTo>
                    <a:pt x="0" y="3132"/>
                  </a:moveTo>
                  <a:lnTo>
                    <a:pt x="0" y="3312"/>
                  </a:lnTo>
                  <a:lnTo>
                    <a:pt x="126" y="3333"/>
                  </a:lnTo>
                  <a:lnTo>
                    <a:pt x="676" y="0"/>
                  </a:lnTo>
                  <a:lnTo>
                    <a:pt x="514" y="0"/>
                  </a:lnTo>
                  <a:lnTo>
                    <a:pt x="0" y="3132"/>
                  </a:lnTo>
                  <a:close/>
                </a:path>
              </a:pathLst>
            </a:custGeom>
            <a:solidFill>
              <a:schemeClr val="accent1"/>
            </a:solidFill>
            <a:ln>
              <a:noFill/>
            </a:ln>
          </p:spPr>
        </p:sp>
        <p:sp>
          <p:nvSpPr>
            <p:cNvPr id="16" name="Freeform 7"/>
            <p:cNvSpPr/>
            <p:nvPr/>
          </p:nvSpPr>
          <p:spPr bwMode="auto">
            <a:xfrm>
              <a:off x="0" y="0"/>
              <a:ext cx="758825" cy="4624388"/>
            </a:xfrm>
            <a:custGeom>
              <a:avLst/>
              <a:gdLst/>
              <a:ahLst/>
              <a:cxnLst/>
              <a:rect l="0" t="0" r="r" b="b"/>
              <a:pathLst>
                <a:path w="478" h="2913">
                  <a:moveTo>
                    <a:pt x="478" y="0"/>
                  </a:moveTo>
                  <a:lnTo>
                    <a:pt x="318" y="0"/>
                  </a:lnTo>
                  <a:lnTo>
                    <a:pt x="0" y="1938"/>
                  </a:lnTo>
                  <a:lnTo>
                    <a:pt x="0" y="2913"/>
                  </a:lnTo>
                  <a:lnTo>
                    <a:pt x="478" y="0"/>
                  </a:lnTo>
                  <a:close/>
                </a:path>
              </a:pathLst>
            </a:custGeom>
            <a:solidFill>
              <a:schemeClr val="tx1">
                <a:lumMod val="65000"/>
                <a:lumOff val="35000"/>
              </a:schemeClr>
            </a:solidFill>
            <a:ln>
              <a:noFill/>
            </a:ln>
          </p:spPr>
        </p:sp>
        <p:sp>
          <p:nvSpPr>
            <p:cNvPr id="17" name="Freeform 8"/>
            <p:cNvSpPr/>
            <p:nvPr/>
          </p:nvSpPr>
          <p:spPr bwMode="auto">
            <a:xfrm>
              <a:off x="0" y="5662613"/>
              <a:ext cx="906463" cy="1195388"/>
            </a:xfrm>
            <a:custGeom>
              <a:avLst/>
              <a:gdLst/>
              <a:ahLst/>
              <a:cxnLst/>
              <a:rect l="0" t="0" r="r" b="b"/>
              <a:pathLst>
                <a:path w="571" h="753">
                  <a:moveTo>
                    <a:pt x="0" y="0"/>
                  </a:moveTo>
                  <a:lnTo>
                    <a:pt x="0" y="12"/>
                  </a:lnTo>
                  <a:lnTo>
                    <a:pt x="538" y="753"/>
                  </a:lnTo>
                  <a:lnTo>
                    <a:pt x="571" y="753"/>
                  </a:lnTo>
                  <a:lnTo>
                    <a:pt x="0" y="0"/>
                  </a:lnTo>
                  <a:close/>
                </a:path>
              </a:pathLst>
            </a:custGeom>
            <a:solidFill>
              <a:schemeClr val="tx1">
                <a:lumMod val="85000"/>
                <a:lumOff val="15000"/>
              </a:schemeClr>
            </a:solidFill>
            <a:ln>
              <a:noFill/>
            </a:ln>
          </p:spPr>
        </p:sp>
        <p:sp>
          <p:nvSpPr>
            <p:cNvPr id="18" name="Freeform 9"/>
            <p:cNvSpPr/>
            <p:nvPr/>
          </p:nvSpPr>
          <p:spPr bwMode="auto">
            <a:xfrm>
              <a:off x="0" y="5295900"/>
              <a:ext cx="1487488" cy="1562100"/>
            </a:xfrm>
            <a:custGeom>
              <a:avLst/>
              <a:gdLst/>
              <a:ahLst/>
              <a:cxnLst/>
              <a:rect l="0" t="0" r="r" b="b"/>
              <a:pathLst>
                <a:path w="937" h="984">
                  <a:moveTo>
                    <a:pt x="0" y="0"/>
                  </a:moveTo>
                  <a:lnTo>
                    <a:pt x="0" y="3"/>
                  </a:lnTo>
                  <a:lnTo>
                    <a:pt x="901" y="984"/>
                  </a:lnTo>
                  <a:lnTo>
                    <a:pt x="937" y="984"/>
                  </a:lnTo>
                  <a:lnTo>
                    <a:pt x="0" y="0"/>
                  </a:lnTo>
                  <a:close/>
                </a:path>
              </a:pathLst>
            </a:custGeom>
            <a:solidFill>
              <a:schemeClr val="accent1">
                <a:lumMod val="50000"/>
              </a:schemeClr>
            </a:solidFill>
            <a:ln>
              <a:noFill/>
            </a:ln>
          </p:spPr>
        </p:sp>
        <p:sp>
          <p:nvSpPr>
            <p:cNvPr id="19" name="Freeform 10"/>
            <p:cNvSpPr/>
            <p:nvPr/>
          </p:nvSpPr>
          <p:spPr bwMode="auto">
            <a:xfrm>
              <a:off x="0" y="5257800"/>
              <a:ext cx="2132013" cy="1600200"/>
            </a:xfrm>
            <a:custGeom>
              <a:avLst/>
              <a:gdLst/>
              <a:ahLst/>
              <a:cxnLst/>
              <a:rect l="0" t="0" r="r" b="b"/>
              <a:pathLst>
                <a:path w="1343" h="1008">
                  <a:moveTo>
                    <a:pt x="0" y="24"/>
                  </a:moveTo>
                  <a:lnTo>
                    <a:pt x="937" y="1008"/>
                  </a:lnTo>
                  <a:lnTo>
                    <a:pt x="1343" y="1008"/>
                  </a:lnTo>
                  <a:lnTo>
                    <a:pt x="126" y="21"/>
                  </a:lnTo>
                  <a:lnTo>
                    <a:pt x="0" y="0"/>
                  </a:lnTo>
                  <a:lnTo>
                    <a:pt x="0" y="24"/>
                  </a:lnTo>
                  <a:close/>
                </a:path>
              </a:pathLst>
            </a:custGeom>
            <a:solidFill>
              <a:schemeClr val="accent1">
                <a:lumMod val="75000"/>
              </a:schemeClr>
            </a:solidFill>
            <a:ln>
              <a:noFill/>
            </a:ln>
          </p:spPr>
        </p:sp>
        <p:sp>
          <p:nvSpPr>
            <p:cNvPr id="20" name="Freeform 11"/>
            <p:cNvSpPr/>
            <p:nvPr/>
          </p:nvSpPr>
          <p:spPr bwMode="auto">
            <a:xfrm>
              <a:off x="0" y="5357813"/>
              <a:ext cx="1377950" cy="1500188"/>
            </a:xfrm>
            <a:custGeom>
              <a:avLst/>
              <a:gdLst/>
              <a:ahLst/>
              <a:cxnLst/>
              <a:rect l="0" t="0" r="r" b="b"/>
              <a:pathLst>
                <a:path w="868" h="945">
                  <a:moveTo>
                    <a:pt x="0" y="192"/>
                  </a:moveTo>
                  <a:lnTo>
                    <a:pt x="571" y="945"/>
                  </a:lnTo>
                  <a:lnTo>
                    <a:pt x="868" y="945"/>
                  </a:lnTo>
                  <a:lnTo>
                    <a:pt x="0" y="0"/>
                  </a:lnTo>
                  <a:lnTo>
                    <a:pt x="0" y="192"/>
                  </a:lnTo>
                  <a:close/>
                </a:path>
              </a:pathLst>
            </a:custGeom>
            <a:solidFill>
              <a:schemeClr val="tx1">
                <a:lumMod val="75000"/>
                <a:lumOff val="25000"/>
              </a:schemeClr>
            </a:solidFill>
            <a:ln>
              <a:noFill/>
            </a:ln>
          </p:spPr>
        </p:sp>
      </p:grpSp>
      <p:sp>
        <p:nvSpPr>
          <p:cNvPr id="2" name="Title Placeholder 1"/>
          <p:cNvSpPr>
            <a:spLocks noGrp="1"/>
          </p:cNvSpPr>
          <p:nvPr>
            <p:ph type="title"/>
          </p:nvPr>
        </p:nvSpPr>
        <p:spPr>
          <a:xfrm>
            <a:off x="982133" y="457201"/>
            <a:ext cx="7704667" cy="1981200"/>
          </a:xfrm>
          <a:prstGeom prst="rect">
            <a:avLst/>
          </a:prstGeom>
          <a:effectLst/>
        </p:spPr>
        <p:txBody>
          <a:bodyPr vert="horz" lIns="91440" tIns="45720" rIns="91440" bIns="45720" rtlCol="0" anchor="ctr">
            <a:normAutofit/>
          </a:bodyPr>
          <a:lstStyle/>
          <a:p>
            <a:r>
              <a:rPr lang="en-US"/>
              <a:t>Click to edit Master title style</a:t>
            </a:r>
            <a:endParaRPr lang="en-US" dirty="0"/>
          </a:p>
        </p:txBody>
      </p:sp>
      <p:sp>
        <p:nvSpPr>
          <p:cNvPr id="3" name="Text Placeholder 2"/>
          <p:cNvSpPr>
            <a:spLocks noGrp="1"/>
          </p:cNvSpPr>
          <p:nvPr>
            <p:ph type="body" idx="1"/>
          </p:nvPr>
        </p:nvSpPr>
        <p:spPr>
          <a:xfrm>
            <a:off x="982134" y="2667000"/>
            <a:ext cx="7704666" cy="3356995"/>
          </a:xfrm>
          <a:prstGeom prst="rect">
            <a:avLst/>
          </a:prstGeom>
        </p:spPr>
        <p:txBody>
          <a:bodyPr vert="horz" lIns="91440" tIns="45720" rIns="91440" bIns="45720" rtlCol="0" anchor="ct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7358679" y="6116070"/>
            <a:ext cx="857473" cy="365125"/>
          </a:xfrm>
          <a:prstGeom prst="rect">
            <a:avLst/>
          </a:prstGeom>
        </p:spPr>
        <p:txBody>
          <a:bodyPr vert="horz" lIns="91440" tIns="45720" rIns="91440" bIns="45720" rtlCol="0" anchor="ctr"/>
          <a:lstStyle>
            <a:lvl1pPr algn="r">
              <a:defRPr sz="1000" b="0" i="0">
                <a:solidFill>
                  <a:schemeClr val="tx1"/>
                </a:solidFill>
                <a:effectLst/>
                <a:latin typeface="+mn-lt"/>
              </a:defRPr>
            </a:lvl1pPr>
          </a:lstStyle>
          <a:p>
            <a:fld id="{95A70397-56CE-487B-B742-7DCBAE992F4C}" type="datetime1">
              <a:rPr lang="en-US" smtClean="0"/>
              <a:t>8/16/2024</a:t>
            </a:fld>
            <a:endParaRPr lang="en-US"/>
          </a:p>
        </p:txBody>
      </p:sp>
      <p:sp>
        <p:nvSpPr>
          <p:cNvPr id="5" name="Footer Placeholder 4"/>
          <p:cNvSpPr>
            <a:spLocks noGrp="1"/>
          </p:cNvSpPr>
          <p:nvPr>
            <p:ph type="ftr" sz="quarter" idx="3"/>
          </p:nvPr>
        </p:nvSpPr>
        <p:spPr>
          <a:xfrm>
            <a:off x="1986997" y="6116070"/>
            <a:ext cx="5314517" cy="365125"/>
          </a:xfrm>
          <a:prstGeom prst="rect">
            <a:avLst/>
          </a:prstGeom>
        </p:spPr>
        <p:txBody>
          <a:bodyPr vert="horz" lIns="91440" tIns="45720" rIns="91440" bIns="45720" rtlCol="0" anchor="ctr"/>
          <a:lstStyle>
            <a:lvl1pPr algn="l">
              <a:defRPr sz="1000" b="0" i="0">
                <a:solidFill>
                  <a:schemeClr val="tx1"/>
                </a:solidFill>
                <a:effectLst/>
                <a:latin typeface="+mn-lt"/>
              </a:defRPr>
            </a:lvl1pPr>
          </a:lstStyle>
          <a:p>
            <a:endParaRPr lang="en-US"/>
          </a:p>
        </p:txBody>
      </p:sp>
      <p:sp>
        <p:nvSpPr>
          <p:cNvPr id="6" name="Slide Number Placeholder 5"/>
          <p:cNvSpPr>
            <a:spLocks noGrp="1"/>
          </p:cNvSpPr>
          <p:nvPr>
            <p:ph type="sldNum" sz="quarter" idx="4"/>
          </p:nvPr>
        </p:nvSpPr>
        <p:spPr>
          <a:xfrm>
            <a:off x="8273317" y="6116070"/>
            <a:ext cx="413483" cy="365125"/>
          </a:xfrm>
          <a:prstGeom prst="rect">
            <a:avLst/>
          </a:prstGeom>
        </p:spPr>
        <p:txBody>
          <a:bodyPr vert="horz" lIns="91440" tIns="45720" rIns="91440" bIns="45720" rtlCol="0" anchor="ctr"/>
          <a:lstStyle>
            <a:lvl1pPr algn="r">
              <a:defRPr sz="1000" b="0" i="0">
                <a:solidFill>
                  <a:schemeClr val="tx1"/>
                </a:solidFill>
                <a:effectLst/>
                <a:latin typeface="+mn-lt"/>
              </a:defRPr>
            </a:lvl1pPr>
          </a:lstStyle>
          <a:p>
            <a:fld id="{7FC2E40A-4446-4E2B-B9AD-16F559E28E02}" type="slidenum">
              <a:rPr lang="en-US" smtClean="0"/>
              <a:t>‹#›</a:t>
            </a:fld>
            <a:endParaRPr lang="en-US"/>
          </a:p>
        </p:txBody>
      </p:sp>
    </p:spTree>
    <p:extLst>
      <p:ext uri="{BB962C8B-B14F-4D97-AF65-F5344CB8AC3E}">
        <p14:creationId xmlns:p14="http://schemas.microsoft.com/office/powerpoint/2010/main" val="2501672085"/>
      </p:ext>
    </p:extLst>
  </p:cSld>
  <p:clrMap bg1="lt1" tx1="dk1" bg2="lt2" tx2="dk2" accent1="accent1" accent2="accent2" accent3="accent3" accent4="accent4" accent5="accent5" accent6="accent6" hlink="hlink" folHlink="folHlink"/>
  <p:sldLayoutIdLst>
    <p:sldLayoutId id="2147483673" r:id="rId1"/>
    <p:sldLayoutId id="2147483674" r:id="rId2"/>
    <p:sldLayoutId id="2147483675" r:id="rId3"/>
    <p:sldLayoutId id="2147483676" r:id="rId4"/>
    <p:sldLayoutId id="2147483677" r:id="rId5"/>
    <p:sldLayoutId id="2147483678" r:id="rId6"/>
    <p:sldLayoutId id="2147483679" r:id="rId7"/>
    <p:sldLayoutId id="2147483680" r:id="rId8"/>
    <p:sldLayoutId id="2147483681" r:id="rId9"/>
    <p:sldLayoutId id="2147483682" r:id="rId10"/>
    <p:sldLayoutId id="2147483683" r:id="rId11"/>
    <p:sldLayoutId id="2147483684" r:id="rId12"/>
    <p:sldLayoutId id="2147483685" r:id="rId13"/>
    <p:sldLayoutId id="2147483686" r:id="rId14"/>
    <p:sldLayoutId id="2147483687" r:id="rId15"/>
    <p:sldLayoutId id="2147483688" r:id="rId16"/>
    <p:sldLayoutId id="2147483689" r:id="rId17"/>
  </p:sldLayoutIdLst>
  <p:hf hdr="0" ftr="0" dt="0"/>
  <p:txStyles>
    <p:titleStyle>
      <a:lvl1pPr algn="ctr" defTabSz="457200" rtl="1" eaLnBrk="1" latinLnBrk="0" hangingPunct="1">
        <a:spcBef>
          <a:spcPct val="0"/>
        </a:spcBef>
        <a:buNone/>
        <a:defRPr sz="4000" kern="1200" cap="none">
          <a:ln w="3175" cmpd="sng">
            <a:noFill/>
          </a:ln>
          <a:solidFill>
            <a:schemeClr val="tx1"/>
          </a:solidFill>
          <a:effectLst/>
          <a:latin typeface="+mj-lt"/>
          <a:ea typeface="+mj-ea"/>
          <a:cs typeface="+mj-cs"/>
        </a:defRPr>
      </a:lvl1pPr>
      <a:lvl2pPr rtl="1" eaLnBrk="1" hangingPunct="1">
        <a:defRPr>
          <a:solidFill>
            <a:schemeClr val="tx2"/>
          </a:solidFill>
        </a:defRPr>
      </a:lvl2pPr>
      <a:lvl3pPr rtl="1" eaLnBrk="1" hangingPunct="1">
        <a:defRPr>
          <a:solidFill>
            <a:schemeClr val="tx2"/>
          </a:solidFill>
        </a:defRPr>
      </a:lvl3pPr>
      <a:lvl4pPr rtl="1" eaLnBrk="1" hangingPunct="1">
        <a:defRPr>
          <a:solidFill>
            <a:schemeClr val="tx2"/>
          </a:solidFill>
        </a:defRPr>
      </a:lvl4pPr>
      <a:lvl5pPr rtl="1" eaLnBrk="1" hangingPunct="1">
        <a:defRPr>
          <a:solidFill>
            <a:schemeClr val="tx2"/>
          </a:solidFill>
        </a:defRPr>
      </a:lvl5pPr>
      <a:lvl6pPr rtl="1" eaLnBrk="1" hangingPunct="1">
        <a:defRPr>
          <a:solidFill>
            <a:schemeClr val="tx2"/>
          </a:solidFill>
        </a:defRPr>
      </a:lvl6pPr>
      <a:lvl7pPr rtl="1" eaLnBrk="1" hangingPunct="1">
        <a:defRPr>
          <a:solidFill>
            <a:schemeClr val="tx2"/>
          </a:solidFill>
        </a:defRPr>
      </a:lvl7pPr>
      <a:lvl8pPr rtl="1" eaLnBrk="1" hangingPunct="1">
        <a:defRPr>
          <a:solidFill>
            <a:schemeClr val="tx2"/>
          </a:solidFill>
        </a:defRPr>
      </a:lvl8pPr>
      <a:lvl9pPr rtl="1" eaLnBrk="1" hangingPunct="1">
        <a:defRPr>
          <a:solidFill>
            <a:schemeClr val="tx2"/>
          </a:solidFill>
        </a:defRPr>
      </a:lvl9pPr>
    </p:titleStyle>
    <p:bodyStyle>
      <a:lvl1pPr marL="285750" indent="-285750" algn="r" defTabSz="457200" rtl="1" eaLnBrk="1" latinLnBrk="0" hangingPunct="1">
        <a:spcBef>
          <a:spcPct val="20000"/>
        </a:spcBef>
        <a:spcAft>
          <a:spcPts val="600"/>
        </a:spcAft>
        <a:buClr>
          <a:schemeClr val="accent1">
            <a:lumMod val="75000"/>
          </a:schemeClr>
        </a:buClr>
        <a:buSzPct val="145000"/>
        <a:buFont typeface="Arial"/>
        <a:buChar char="•"/>
        <a:defRPr sz="2400" kern="1200" cap="none">
          <a:solidFill>
            <a:schemeClr val="tx1"/>
          </a:solidFill>
          <a:effectLst/>
          <a:latin typeface="+mn-lt"/>
          <a:ea typeface="+mn-ea"/>
          <a:cs typeface="+mn-cs"/>
        </a:defRPr>
      </a:lvl1pPr>
      <a:lvl2pPr marL="742950" indent="-285750" algn="r" defTabSz="457200" rtl="1" eaLnBrk="1" latinLnBrk="0" hangingPunct="1">
        <a:spcBef>
          <a:spcPct val="20000"/>
        </a:spcBef>
        <a:spcAft>
          <a:spcPts val="600"/>
        </a:spcAft>
        <a:buClr>
          <a:schemeClr val="accent1">
            <a:lumMod val="75000"/>
          </a:schemeClr>
        </a:buClr>
        <a:buSzPct val="145000"/>
        <a:buFont typeface="Arial"/>
        <a:buChar char="•"/>
        <a:defRPr sz="2000" kern="1200" cap="none">
          <a:solidFill>
            <a:schemeClr val="tx1"/>
          </a:solidFill>
          <a:effectLst/>
          <a:latin typeface="+mn-lt"/>
          <a:ea typeface="+mn-ea"/>
          <a:cs typeface="+mn-cs"/>
        </a:defRPr>
      </a:lvl2pPr>
      <a:lvl3pPr marL="1200150" indent="-285750" algn="r" defTabSz="457200" rtl="1" eaLnBrk="1" latinLnBrk="0" hangingPunct="1">
        <a:spcBef>
          <a:spcPct val="20000"/>
        </a:spcBef>
        <a:spcAft>
          <a:spcPts val="600"/>
        </a:spcAft>
        <a:buClr>
          <a:schemeClr val="accent1">
            <a:lumMod val="75000"/>
          </a:schemeClr>
        </a:buClr>
        <a:buSzPct val="145000"/>
        <a:buFont typeface="Arial"/>
        <a:buChar char="•"/>
        <a:defRPr sz="1800" kern="1200" cap="none">
          <a:solidFill>
            <a:schemeClr val="tx1"/>
          </a:solidFill>
          <a:effectLst/>
          <a:latin typeface="+mn-lt"/>
          <a:ea typeface="+mn-ea"/>
          <a:cs typeface="+mn-cs"/>
        </a:defRPr>
      </a:lvl3pPr>
      <a:lvl4pPr marL="1543050" indent="-171450" algn="r" defTabSz="457200" rtl="1" eaLnBrk="1" latinLnBrk="0" hangingPunct="1">
        <a:spcBef>
          <a:spcPct val="20000"/>
        </a:spcBef>
        <a:spcAft>
          <a:spcPts val="600"/>
        </a:spcAft>
        <a:buClr>
          <a:schemeClr val="accent1">
            <a:lumMod val="75000"/>
          </a:schemeClr>
        </a:buClr>
        <a:buSzPct val="145000"/>
        <a:buFont typeface="Arial"/>
        <a:buChar char="•"/>
        <a:defRPr sz="1600" kern="1200" cap="none">
          <a:solidFill>
            <a:schemeClr val="tx1"/>
          </a:solidFill>
          <a:effectLst/>
          <a:latin typeface="+mn-lt"/>
          <a:ea typeface="+mn-ea"/>
          <a:cs typeface="+mn-cs"/>
        </a:defRPr>
      </a:lvl4pPr>
      <a:lvl5pPr marL="2000250" indent="-171450" algn="r" defTabSz="457200" rtl="1" eaLnBrk="1" latinLnBrk="0" hangingPunct="1">
        <a:spcBef>
          <a:spcPct val="20000"/>
        </a:spcBef>
        <a:spcAft>
          <a:spcPts val="600"/>
        </a:spcAft>
        <a:buClr>
          <a:schemeClr val="accent1">
            <a:lumMod val="75000"/>
          </a:schemeClr>
        </a:buClr>
        <a:buSzPct val="145000"/>
        <a:buFont typeface="Arial"/>
        <a:buChar char="•"/>
        <a:defRPr sz="1400" kern="1200" cap="none">
          <a:solidFill>
            <a:schemeClr val="tx1"/>
          </a:solidFill>
          <a:effectLst/>
          <a:latin typeface="+mn-lt"/>
          <a:ea typeface="+mn-ea"/>
          <a:cs typeface="+mn-cs"/>
        </a:defRPr>
      </a:lvl5pPr>
      <a:lvl6pPr marL="2514600" indent="-228600" algn="r" defTabSz="457200" rtl="1" eaLnBrk="1" latinLnBrk="0" hangingPunct="1">
        <a:spcBef>
          <a:spcPct val="20000"/>
        </a:spcBef>
        <a:spcAft>
          <a:spcPts val="600"/>
        </a:spcAft>
        <a:buClr>
          <a:schemeClr val="accent1">
            <a:lumMod val="75000"/>
          </a:schemeClr>
        </a:buClr>
        <a:buSzPct val="145000"/>
        <a:buFont typeface="Arial"/>
        <a:buChar char="•"/>
        <a:defRPr sz="1400" kern="1200" cap="none">
          <a:solidFill>
            <a:schemeClr val="tx1"/>
          </a:solidFill>
          <a:effectLst/>
          <a:latin typeface="+mn-lt"/>
          <a:ea typeface="+mn-ea"/>
          <a:cs typeface="+mn-cs"/>
        </a:defRPr>
      </a:lvl6pPr>
      <a:lvl7pPr marL="2971800" indent="-228600" algn="r" defTabSz="457200" rtl="1" eaLnBrk="1" latinLnBrk="0" hangingPunct="1">
        <a:spcBef>
          <a:spcPct val="20000"/>
        </a:spcBef>
        <a:spcAft>
          <a:spcPts val="600"/>
        </a:spcAft>
        <a:buClr>
          <a:schemeClr val="accent1">
            <a:lumMod val="75000"/>
          </a:schemeClr>
        </a:buClr>
        <a:buSzPct val="145000"/>
        <a:buFont typeface="Arial"/>
        <a:buChar char="•"/>
        <a:defRPr sz="1400" kern="1200" cap="none">
          <a:solidFill>
            <a:schemeClr val="tx1"/>
          </a:solidFill>
          <a:effectLst/>
          <a:latin typeface="+mn-lt"/>
          <a:ea typeface="+mn-ea"/>
          <a:cs typeface="+mn-cs"/>
        </a:defRPr>
      </a:lvl7pPr>
      <a:lvl8pPr marL="3429000" indent="-228600" algn="r" defTabSz="457200" rtl="1" eaLnBrk="1" latinLnBrk="0" hangingPunct="1">
        <a:spcBef>
          <a:spcPct val="20000"/>
        </a:spcBef>
        <a:spcAft>
          <a:spcPts val="600"/>
        </a:spcAft>
        <a:buClr>
          <a:schemeClr val="accent1">
            <a:lumMod val="75000"/>
          </a:schemeClr>
        </a:buClr>
        <a:buSzPct val="145000"/>
        <a:buFont typeface="Arial"/>
        <a:buChar char="•"/>
        <a:defRPr sz="1400" kern="1200" cap="none">
          <a:solidFill>
            <a:schemeClr val="tx1"/>
          </a:solidFill>
          <a:effectLst/>
          <a:latin typeface="+mn-lt"/>
          <a:ea typeface="+mn-ea"/>
          <a:cs typeface="+mn-cs"/>
        </a:defRPr>
      </a:lvl8pPr>
      <a:lvl9pPr marL="3886200" indent="-228600" algn="r" defTabSz="457200" rtl="1" eaLnBrk="1" latinLnBrk="0" hangingPunct="1">
        <a:spcBef>
          <a:spcPct val="20000"/>
        </a:spcBef>
        <a:spcAft>
          <a:spcPts val="600"/>
        </a:spcAft>
        <a:buClr>
          <a:schemeClr val="accent1">
            <a:lumMod val="75000"/>
          </a:schemeClr>
        </a:buClr>
        <a:buSzPct val="145000"/>
        <a:buFont typeface="Arial"/>
        <a:buChar char="•"/>
        <a:defRPr sz="1400" kern="1200" cap="none">
          <a:solidFill>
            <a:schemeClr val="tx1"/>
          </a:solidFill>
          <a:effectLst/>
          <a:latin typeface="+mn-lt"/>
          <a:ea typeface="+mn-ea"/>
          <a:cs typeface="+mn-cs"/>
        </a:defRPr>
      </a:lvl9pPr>
    </p:bodyStyle>
    <p:otherStyle>
      <a:defPPr>
        <a:defRPr lang="en-US"/>
      </a:defPPr>
      <a:lvl1pPr marL="0" algn="r" defTabSz="457200" rtl="1" eaLnBrk="1" latinLnBrk="0" hangingPunct="1">
        <a:defRPr sz="1800" kern="1200">
          <a:solidFill>
            <a:schemeClr val="tx1"/>
          </a:solidFill>
          <a:latin typeface="+mn-lt"/>
          <a:ea typeface="+mn-ea"/>
          <a:cs typeface="+mn-cs"/>
        </a:defRPr>
      </a:lvl1pPr>
      <a:lvl2pPr marL="457200" algn="r" defTabSz="457200" rtl="1" eaLnBrk="1" latinLnBrk="0" hangingPunct="1">
        <a:defRPr sz="1800" kern="1200">
          <a:solidFill>
            <a:schemeClr val="tx1"/>
          </a:solidFill>
          <a:latin typeface="+mn-lt"/>
          <a:ea typeface="+mn-ea"/>
          <a:cs typeface="+mn-cs"/>
        </a:defRPr>
      </a:lvl2pPr>
      <a:lvl3pPr marL="914400" algn="r" defTabSz="457200" rtl="1" eaLnBrk="1" latinLnBrk="0" hangingPunct="1">
        <a:defRPr sz="1800" kern="1200">
          <a:solidFill>
            <a:schemeClr val="tx1"/>
          </a:solidFill>
          <a:latin typeface="+mn-lt"/>
          <a:ea typeface="+mn-ea"/>
          <a:cs typeface="+mn-cs"/>
        </a:defRPr>
      </a:lvl3pPr>
      <a:lvl4pPr marL="1371600" algn="r" defTabSz="457200" rtl="1" eaLnBrk="1" latinLnBrk="0" hangingPunct="1">
        <a:defRPr sz="1800" kern="1200">
          <a:solidFill>
            <a:schemeClr val="tx1"/>
          </a:solidFill>
          <a:latin typeface="+mn-lt"/>
          <a:ea typeface="+mn-ea"/>
          <a:cs typeface="+mn-cs"/>
        </a:defRPr>
      </a:lvl4pPr>
      <a:lvl5pPr marL="1828800" algn="r" defTabSz="457200" rtl="1" eaLnBrk="1" latinLnBrk="0" hangingPunct="1">
        <a:defRPr sz="1800" kern="1200">
          <a:solidFill>
            <a:schemeClr val="tx1"/>
          </a:solidFill>
          <a:latin typeface="+mn-lt"/>
          <a:ea typeface="+mn-ea"/>
          <a:cs typeface="+mn-cs"/>
        </a:defRPr>
      </a:lvl5pPr>
      <a:lvl6pPr marL="2286000" algn="r" defTabSz="457200" rtl="1" eaLnBrk="1" latinLnBrk="0" hangingPunct="1">
        <a:defRPr sz="1800" kern="1200">
          <a:solidFill>
            <a:schemeClr val="tx1"/>
          </a:solidFill>
          <a:latin typeface="+mn-lt"/>
          <a:ea typeface="+mn-ea"/>
          <a:cs typeface="+mn-cs"/>
        </a:defRPr>
      </a:lvl6pPr>
      <a:lvl7pPr marL="2743200" algn="r" defTabSz="457200" rtl="1" eaLnBrk="1" latinLnBrk="0" hangingPunct="1">
        <a:defRPr sz="1800" kern="1200">
          <a:solidFill>
            <a:schemeClr val="tx1"/>
          </a:solidFill>
          <a:latin typeface="+mn-lt"/>
          <a:ea typeface="+mn-ea"/>
          <a:cs typeface="+mn-cs"/>
        </a:defRPr>
      </a:lvl7pPr>
      <a:lvl8pPr marL="3200400" algn="r" defTabSz="457200" rtl="1" eaLnBrk="1" latinLnBrk="0" hangingPunct="1">
        <a:defRPr sz="1800" kern="1200">
          <a:solidFill>
            <a:schemeClr val="tx1"/>
          </a:solidFill>
          <a:latin typeface="+mn-lt"/>
          <a:ea typeface="+mn-ea"/>
          <a:cs typeface="+mn-cs"/>
        </a:defRPr>
      </a:lvl8pPr>
      <a:lvl9pPr marL="3657600" algn="r" defTabSz="457200" rtl="1"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xml"/><Relationship Id="rId1" Type="http://schemas.openxmlformats.org/officeDocument/2006/relationships/slideLayout" Target="../slideLayouts/slideLayout2.xml"/><Relationship Id="rId4" Type="http://schemas.openxmlformats.org/officeDocument/2006/relationships/image" Target="../media/image4.emf"/></Relationships>
</file>

<file path=ppt/slides/_rels/slide4.xml.rels><?xml version="1.0" encoding="UTF-8" standalone="yes"?>
<Relationships xmlns="http://schemas.openxmlformats.org/package/2006/relationships"><Relationship Id="rId3" Type="http://schemas.openxmlformats.org/officeDocument/2006/relationships/image" Target="../media/image5.png"/><Relationship Id="rId7" Type="http://schemas.openxmlformats.org/officeDocument/2006/relationships/image" Target="../media/image8.emf"/><Relationship Id="rId2" Type="http://schemas.openxmlformats.org/officeDocument/2006/relationships/notesSlide" Target="../notesSlides/notesSlide4.xml"/><Relationship Id="rId1" Type="http://schemas.openxmlformats.org/officeDocument/2006/relationships/slideLayout" Target="../slideLayouts/slideLayout2.xml"/><Relationship Id="rId6" Type="http://schemas.openxmlformats.org/officeDocument/2006/relationships/image" Target="../media/image7.emf"/><Relationship Id="rId5" Type="http://schemas.openxmlformats.org/officeDocument/2006/relationships/image" Target="../media/image3.png"/><Relationship Id="rId4" Type="http://schemas.openxmlformats.org/officeDocument/2006/relationships/image" Target="../media/image6.png"/></Relationships>
</file>

<file path=ppt/slides/_rels/slide5.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5.xml"/><Relationship Id="rId1" Type="http://schemas.openxmlformats.org/officeDocument/2006/relationships/slideLayout" Target="../slideLayouts/slideLayout2.xml"/><Relationship Id="rId5" Type="http://schemas.openxmlformats.org/officeDocument/2006/relationships/image" Target="../media/image3.png"/><Relationship Id="rId4" Type="http://schemas.openxmlformats.org/officeDocument/2006/relationships/image" Target="../media/image6.png"/></Relationships>
</file>

<file path=ppt/slides/_rels/slide6.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6.xml"/><Relationship Id="rId1" Type="http://schemas.openxmlformats.org/officeDocument/2006/relationships/slideLayout" Target="../slideLayouts/slideLayout2.xml"/><Relationship Id="rId5" Type="http://schemas.openxmlformats.org/officeDocument/2006/relationships/image" Target="../media/image10.jpeg"/><Relationship Id="rId4" Type="http://schemas.openxmlformats.org/officeDocument/2006/relationships/image" Target="../media/image3.png"/></Relationships>
</file>

<file path=ppt/slides/_rels/slide7.xml.rels><?xml version="1.0" encoding="UTF-8" standalone="yes"?>
<Relationships xmlns="http://schemas.openxmlformats.org/package/2006/relationships"><Relationship Id="rId8" Type="http://schemas.openxmlformats.org/officeDocument/2006/relationships/image" Target="../media/image3.png"/><Relationship Id="rId3" Type="http://schemas.openxmlformats.org/officeDocument/2006/relationships/image" Target="../media/image11.jpeg"/><Relationship Id="rId7" Type="http://schemas.openxmlformats.org/officeDocument/2006/relationships/image" Target="../media/image15.png"/><Relationship Id="rId2" Type="http://schemas.openxmlformats.org/officeDocument/2006/relationships/notesSlide" Target="../notesSlides/notesSlide7.xml"/><Relationship Id="rId1" Type="http://schemas.openxmlformats.org/officeDocument/2006/relationships/slideLayout" Target="../slideLayouts/slideLayout2.xml"/><Relationship Id="rId6" Type="http://schemas.openxmlformats.org/officeDocument/2006/relationships/image" Target="../media/image14.png"/><Relationship Id="rId5" Type="http://schemas.openxmlformats.org/officeDocument/2006/relationships/image" Target="../media/image13.png"/><Relationship Id="rId4" Type="http://schemas.openxmlformats.org/officeDocument/2006/relationships/image" Target="../media/image12.png"/></Relationships>
</file>

<file path=ppt/slides/_rels/slide8.xml.rels><?xml version="1.0" encoding="UTF-8" standalone="yes"?>
<Relationships xmlns="http://schemas.openxmlformats.org/package/2006/relationships"><Relationship Id="rId3" Type="http://schemas.openxmlformats.org/officeDocument/2006/relationships/image" Target="../media/image16.jpg"/><Relationship Id="rId2" Type="http://schemas.openxmlformats.org/officeDocument/2006/relationships/notesSlide" Target="../notesSlides/notesSlide8.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9.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9.xml"/><Relationship Id="rId1" Type="http://schemas.openxmlformats.org/officeDocument/2006/relationships/slideLayout" Target="../slideLayouts/slideLayout2.xml"/><Relationship Id="rId5" Type="http://schemas.openxmlformats.org/officeDocument/2006/relationships/image" Target="../media/image3.png"/><Relationship Id="rId4" Type="http://schemas.openxmlformats.org/officeDocument/2006/relationships/image" Target="../media/image18.emf"/></Relationships>
</file>

<file path=ppt/slides/_rels/slide10.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0.xml"/><Relationship Id="rId1" Type="http://schemas.openxmlformats.org/officeDocument/2006/relationships/slideLayout" Target="../slideLayouts/slideLayout2.xml"/><Relationship Id="rId4" Type="http://schemas.openxmlformats.org/officeDocument/2006/relationships/image" Target="../media/image19.jpg"/></Relationships>
</file>

<file path=ppt/slides/_rels/slide1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1.xml"/><Relationship Id="rId1" Type="http://schemas.openxmlformats.org/officeDocument/2006/relationships/slideLayout" Target="../slideLayouts/slideLayout2.xml"/><Relationship Id="rId4" Type="http://schemas.openxmlformats.org/officeDocument/2006/relationships/image" Target="../media/image20.png"/></Relationships>
</file>

<file path=ppt/slides/_rels/slide1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2.xml"/><Relationship Id="rId1" Type="http://schemas.openxmlformats.org/officeDocument/2006/relationships/slideLayout" Target="../slideLayouts/slideLayout2.xml"/><Relationship Id="rId4" Type="http://schemas.openxmlformats.org/officeDocument/2006/relationships/image" Target="../media/image21.emf"/></Relationships>
</file>

<file path=ppt/slides/_rels/slide1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3.xml"/><Relationship Id="rId1" Type="http://schemas.openxmlformats.org/officeDocument/2006/relationships/slideLayout" Target="../slideLayouts/slideLayout2.xml"/><Relationship Id="rId4" Type="http://schemas.openxmlformats.org/officeDocument/2006/relationships/image" Target="../media/image22.emf"/></Relationships>
</file>

<file path=ppt/slides/_rels/slide14.xml.rels><?xml version="1.0" encoding="UTF-8" standalone="yes"?>
<Relationships xmlns="http://schemas.openxmlformats.org/package/2006/relationships"><Relationship Id="rId3" Type="http://schemas.openxmlformats.org/officeDocument/2006/relationships/image" Target="../media/image3.png"/><Relationship Id="rId7" Type="http://schemas.openxmlformats.org/officeDocument/2006/relationships/image" Target="../media/image25.emf"/><Relationship Id="rId2" Type="http://schemas.openxmlformats.org/officeDocument/2006/relationships/notesSlide" Target="../notesSlides/notesSlide14.xml"/><Relationship Id="rId1" Type="http://schemas.openxmlformats.org/officeDocument/2006/relationships/slideLayout" Target="../slideLayouts/slideLayout2.xml"/><Relationship Id="rId6" Type="http://schemas.openxmlformats.org/officeDocument/2006/relationships/image" Target="../media/image24.emf"/><Relationship Id="rId5" Type="http://schemas.openxmlformats.org/officeDocument/2006/relationships/image" Target="../media/image23.emf"/><Relationship Id="rId4" Type="http://schemas.openxmlformats.org/officeDocument/2006/relationships/image" Target="../media/image23.png"/></Relationships>
</file>

<file path=ppt/slides/_rels/slide15.xml.rels><?xml version="1.0" encoding="UTF-8" standalone="yes"?>
<Relationships xmlns="http://schemas.openxmlformats.org/package/2006/relationships"><Relationship Id="rId3" Type="http://schemas.openxmlformats.org/officeDocument/2006/relationships/image" Target="../media/image26.png"/><Relationship Id="rId2" Type="http://schemas.openxmlformats.org/officeDocument/2006/relationships/notesSlide" Target="../notesSlides/notesSlide15.xml"/><Relationship Id="rId1" Type="http://schemas.openxmlformats.org/officeDocument/2006/relationships/slideLayout" Target="../slideLayouts/slideLayout2.xml"/><Relationship Id="rId6" Type="http://schemas.openxmlformats.org/officeDocument/2006/relationships/image" Target="../media/image28.png"/><Relationship Id="rId5" Type="http://schemas.openxmlformats.org/officeDocument/2006/relationships/image" Target="../media/image27.png"/><Relationship Id="rId4" Type="http://schemas.openxmlformats.org/officeDocument/2006/relationships/image" Target="../media/image3.png"/></Relationships>
</file>

<file path=ppt/slides/_rels/slide1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8" Type="http://schemas.openxmlformats.org/officeDocument/2006/relationships/image" Target="../media/image33.jpeg"/><Relationship Id="rId3" Type="http://schemas.openxmlformats.org/officeDocument/2006/relationships/image" Target="../media/image29.jpeg"/><Relationship Id="rId7" Type="http://schemas.openxmlformats.org/officeDocument/2006/relationships/image" Target="../media/image32.png"/><Relationship Id="rId2" Type="http://schemas.openxmlformats.org/officeDocument/2006/relationships/notesSlide" Target="../notesSlides/notesSlide17.xml"/><Relationship Id="rId1" Type="http://schemas.openxmlformats.org/officeDocument/2006/relationships/slideLayout" Target="../slideLayouts/slideLayout2.xml"/><Relationship Id="rId6" Type="http://schemas.openxmlformats.org/officeDocument/2006/relationships/image" Target="../media/image31.png"/><Relationship Id="rId5" Type="http://schemas.openxmlformats.org/officeDocument/2006/relationships/image" Target="../media/image30.png"/><Relationship Id="rId4" Type="http://schemas.openxmlformats.org/officeDocument/2006/relationships/image" Target="../media/image3.png"/></Relationships>
</file>

<file path=ppt/slides/_rels/slide18.xml.rels><?xml version="1.0" encoding="UTF-8" standalone="yes"?>
<Relationships xmlns="http://schemas.openxmlformats.org/package/2006/relationships"><Relationship Id="rId8" Type="http://schemas.openxmlformats.org/officeDocument/2006/relationships/image" Target="../media/image38.jpeg"/><Relationship Id="rId3" Type="http://schemas.openxmlformats.org/officeDocument/2006/relationships/image" Target="../media/image34.jpeg"/><Relationship Id="rId7" Type="http://schemas.openxmlformats.org/officeDocument/2006/relationships/image" Target="../media/image37.png"/><Relationship Id="rId2" Type="http://schemas.openxmlformats.org/officeDocument/2006/relationships/notesSlide" Target="../notesSlides/notesSlide18.xml"/><Relationship Id="rId1" Type="http://schemas.openxmlformats.org/officeDocument/2006/relationships/slideLayout" Target="../slideLayouts/slideLayout2.xml"/><Relationship Id="rId6" Type="http://schemas.openxmlformats.org/officeDocument/2006/relationships/image" Target="../media/image36.png"/><Relationship Id="rId5" Type="http://schemas.openxmlformats.org/officeDocument/2006/relationships/image" Target="../media/image35.png"/><Relationship Id="rId4" Type="http://schemas.openxmlformats.org/officeDocument/2006/relationships/image" Target="../media/image3.png"/></Relationships>
</file>

<file path=ppt/slides/_rels/slide19.xml.rels><?xml version="1.0" encoding="UTF-8" standalone="yes"?>
<Relationships xmlns="http://schemas.openxmlformats.org/package/2006/relationships"><Relationship Id="rId8" Type="http://schemas.openxmlformats.org/officeDocument/2006/relationships/image" Target="../media/image43.png"/><Relationship Id="rId3" Type="http://schemas.openxmlformats.org/officeDocument/2006/relationships/image" Target="../media/image39.jpeg"/><Relationship Id="rId7" Type="http://schemas.openxmlformats.org/officeDocument/2006/relationships/image" Target="../media/image42.jpeg"/><Relationship Id="rId2" Type="http://schemas.openxmlformats.org/officeDocument/2006/relationships/notesSlide" Target="../notesSlides/notesSlide19.xml"/><Relationship Id="rId1" Type="http://schemas.openxmlformats.org/officeDocument/2006/relationships/slideLayout" Target="../slideLayouts/slideLayout2.xml"/><Relationship Id="rId6" Type="http://schemas.openxmlformats.org/officeDocument/2006/relationships/image" Target="../media/image41.png"/><Relationship Id="rId5" Type="http://schemas.openxmlformats.org/officeDocument/2006/relationships/image" Target="../media/image40.png"/><Relationship Id="rId4" Type="http://schemas.openxmlformats.org/officeDocument/2006/relationships/image" Target="../media/image3.png"/></Relationships>
</file>

<file path=ppt/slides/_rels/slide20.xml.rels><?xml version="1.0" encoding="UTF-8" standalone="yes"?>
<Relationships xmlns="http://schemas.openxmlformats.org/package/2006/relationships"><Relationship Id="rId8" Type="http://schemas.openxmlformats.org/officeDocument/2006/relationships/image" Target="../media/image47.png"/><Relationship Id="rId3" Type="http://schemas.openxmlformats.org/officeDocument/2006/relationships/image" Target="../media/image43.jpeg"/><Relationship Id="rId7" Type="http://schemas.openxmlformats.org/officeDocument/2006/relationships/image" Target="../media/image46.jpeg"/><Relationship Id="rId2" Type="http://schemas.openxmlformats.org/officeDocument/2006/relationships/notesSlide" Target="../notesSlides/notesSlide20.xml"/><Relationship Id="rId1" Type="http://schemas.openxmlformats.org/officeDocument/2006/relationships/slideLayout" Target="../slideLayouts/slideLayout2.xml"/><Relationship Id="rId6" Type="http://schemas.openxmlformats.org/officeDocument/2006/relationships/image" Target="../media/image45.png"/><Relationship Id="rId5" Type="http://schemas.openxmlformats.org/officeDocument/2006/relationships/image" Target="../media/image44.png"/><Relationship Id="rId4" Type="http://schemas.openxmlformats.org/officeDocument/2006/relationships/image" Target="../media/image3.png"/></Relationships>
</file>

<file path=ppt/slides/_rels/slide2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1.xml"/><Relationship Id="rId1" Type="http://schemas.openxmlformats.org/officeDocument/2006/relationships/slideLayout" Target="../slideLayouts/slideLayout2.xml"/><Relationship Id="rId4" Type="http://schemas.openxmlformats.org/officeDocument/2006/relationships/image" Target="../media/image48.png"/></Relationships>
</file>

<file path=ppt/slides/_rels/slide2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2.xml"/><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3.xml"/><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4.xml"/><Relationship Id="rId1" Type="http://schemas.openxmlformats.org/officeDocument/2006/relationships/slideLayout" Target="../slideLayouts/slideLayout13.xml"/></Relationships>
</file>

<file path=ppt/slides/_rels/slide2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5.xml"/><Relationship Id="rId1" Type="http://schemas.openxmlformats.org/officeDocument/2006/relationships/slideLayout" Target="../slideLayouts/slideLayout2.xml"/><Relationship Id="rId4" Type="http://schemas.openxmlformats.org/officeDocument/2006/relationships/image" Target="../media/image470.png"/></Relationships>
</file>

<file path=ppt/slides/_rels/slide2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6.xml"/><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7.xml"/><Relationship Id="rId1" Type="http://schemas.openxmlformats.org/officeDocument/2006/relationships/slideLayout" Target="../slideLayouts/slideLayout2.xml"/><Relationship Id="rId5" Type="http://schemas.openxmlformats.org/officeDocument/2006/relationships/image" Target="../media/image50.png"/><Relationship Id="rId4" Type="http://schemas.openxmlformats.org/officeDocument/2006/relationships/image" Target="../media/image49.jpeg"/></Relationships>
</file>

<file path=ppt/slides/_rels/slide28.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8.xml"/><Relationship Id="rId1" Type="http://schemas.openxmlformats.org/officeDocument/2006/relationships/slideLayout" Target="../slideLayouts/slideLayout2.xml"/><Relationship Id="rId5" Type="http://schemas.openxmlformats.org/officeDocument/2006/relationships/image" Target="../media/image52.png"/><Relationship Id="rId4" Type="http://schemas.openxmlformats.org/officeDocument/2006/relationships/image" Target="../media/image51.jpeg"/></Relationships>
</file>

<file path=ppt/slides/_rels/slide29.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29.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30.xml.rels><?xml version="1.0" encoding="UTF-8" standalone="yes"?>
<Relationships xmlns="http://schemas.openxmlformats.org/package/2006/relationships"><Relationship Id="rId3" Type="http://schemas.openxmlformats.org/officeDocument/2006/relationships/image" Target="../media/image53.jpg"/><Relationship Id="rId2" Type="http://schemas.openxmlformats.org/officeDocument/2006/relationships/notesSlide" Target="../notesSlides/notesSlide30.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31.xml.rels><?xml version="1.0" encoding="UTF-8" standalone="yes"?>
<Relationships xmlns="http://schemas.openxmlformats.org/package/2006/relationships"><Relationship Id="rId3" Type="http://schemas.openxmlformats.org/officeDocument/2006/relationships/image" Target="../media/image54.jpg"/><Relationship Id="rId2" Type="http://schemas.openxmlformats.org/officeDocument/2006/relationships/notesSlide" Target="../notesSlides/notesSlide31.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32.xml.rels><?xml version="1.0" encoding="UTF-8" standalone="yes"?>
<Relationships xmlns="http://schemas.openxmlformats.org/package/2006/relationships"><Relationship Id="rId3" Type="http://schemas.openxmlformats.org/officeDocument/2006/relationships/image" Target="../media/image55.jpg"/><Relationship Id="rId2" Type="http://schemas.openxmlformats.org/officeDocument/2006/relationships/notesSlide" Target="../notesSlides/notesSlide32.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33.xml.rels><?xml version="1.0" encoding="UTF-8" standalone="yes"?>
<Relationships xmlns="http://schemas.openxmlformats.org/package/2006/relationships"><Relationship Id="rId3" Type="http://schemas.openxmlformats.org/officeDocument/2006/relationships/image" Target="../media/image56.png"/><Relationship Id="rId2" Type="http://schemas.openxmlformats.org/officeDocument/2006/relationships/notesSlide" Target="../notesSlides/notesSlide33.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34.xml.rels><?xml version="1.0" encoding="UTF-8" standalone="yes"?>
<Relationships xmlns="http://schemas.openxmlformats.org/package/2006/relationships"><Relationship Id="rId8" Type="http://schemas.openxmlformats.org/officeDocument/2006/relationships/image" Target="../media/image13.png"/><Relationship Id="rId3" Type="http://schemas.openxmlformats.org/officeDocument/2006/relationships/image" Target="../media/image11.jpeg"/><Relationship Id="rId7" Type="http://schemas.openxmlformats.org/officeDocument/2006/relationships/image" Target="../media/image12.png"/><Relationship Id="rId2" Type="http://schemas.openxmlformats.org/officeDocument/2006/relationships/notesSlide" Target="../notesSlides/notesSlide34.xml"/><Relationship Id="rId1" Type="http://schemas.openxmlformats.org/officeDocument/2006/relationships/slideLayout" Target="../slideLayouts/slideLayout2.xml"/><Relationship Id="rId6" Type="http://schemas.openxmlformats.org/officeDocument/2006/relationships/image" Target="../media/image59.png"/><Relationship Id="rId5" Type="http://schemas.openxmlformats.org/officeDocument/2006/relationships/image" Target="../media/image58.png"/><Relationship Id="rId10" Type="http://schemas.openxmlformats.org/officeDocument/2006/relationships/image" Target="../media/image3.png"/><Relationship Id="rId4" Type="http://schemas.openxmlformats.org/officeDocument/2006/relationships/image" Target="../media/image57.png"/><Relationship Id="rId9" Type="http://schemas.openxmlformats.org/officeDocument/2006/relationships/image" Target="../media/image14.png"/></Relationships>
</file>

<file path=ppt/slides/_rels/slide35.xml.rels><?xml version="1.0" encoding="UTF-8" standalone="yes"?>
<Relationships xmlns="http://schemas.openxmlformats.org/package/2006/relationships"><Relationship Id="rId3" Type="http://schemas.openxmlformats.org/officeDocument/2006/relationships/image" Target="../media/image60.emf"/><Relationship Id="rId2" Type="http://schemas.openxmlformats.org/officeDocument/2006/relationships/notesSlide" Target="../notesSlides/notesSlide35.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36.xml.rels><?xml version="1.0" encoding="UTF-8" standalone="yes"?>
<Relationships xmlns="http://schemas.openxmlformats.org/package/2006/relationships"><Relationship Id="rId8" Type="http://schemas.openxmlformats.org/officeDocument/2006/relationships/image" Target="../media/image61.png"/><Relationship Id="rId3" Type="http://schemas.openxmlformats.org/officeDocument/2006/relationships/image" Target="../media/image11.jpeg"/><Relationship Id="rId7" Type="http://schemas.openxmlformats.org/officeDocument/2006/relationships/image" Target="../media/image3.png"/><Relationship Id="rId2" Type="http://schemas.openxmlformats.org/officeDocument/2006/relationships/notesSlide" Target="../notesSlides/notesSlide36.xml"/><Relationship Id="rId1" Type="http://schemas.openxmlformats.org/officeDocument/2006/relationships/slideLayout" Target="../slideLayouts/slideLayout2.xml"/><Relationship Id="rId6" Type="http://schemas.openxmlformats.org/officeDocument/2006/relationships/image" Target="../media/image14.png"/><Relationship Id="rId5" Type="http://schemas.openxmlformats.org/officeDocument/2006/relationships/image" Target="../media/image13.png"/><Relationship Id="rId4" Type="http://schemas.openxmlformats.org/officeDocument/2006/relationships/image" Target="../media/image12.png"/><Relationship Id="rId9" Type="http://schemas.openxmlformats.org/officeDocument/2006/relationships/image" Target="../media/image62.png"/></Relationships>
</file>

<file path=ppt/slides/_rels/slide37.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7.xml"/><Relationship Id="rId1" Type="http://schemas.openxmlformats.org/officeDocument/2006/relationships/slideLayout" Target="../slideLayouts/slideLayout2.xml"/><Relationship Id="rId4" Type="http://schemas.openxmlformats.org/officeDocument/2006/relationships/image" Target="../media/image63.emf"/></Relationships>
</file>

<file path=ppt/slides/_rels/slide38.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8.xml"/><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3" Type="http://schemas.openxmlformats.org/officeDocument/2006/relationships/image" Target="../media/image60.emf"/><Relationship Id="rId2" Type="http://schemas.openxmlformats.org/officeDocument/2006/relationships/notesSlide" Target="../notesSlides/notesSlide39.xml"/><Relationship Id="rId1" Type="http://schemas.openxmlformats.org/officeDocument/2006/relationships/slideLayout" Target="../slideLayouts/slideLayout2.xml"/><Relationship Id="rId5" Type="http://schemas.openxmlformats.org/officeDocument/2006/relationships/image" Target="../media/image3.png"/><Relationship Id="rId4" Type="http://schemas.openxmlformats.org/officeDocument/2006/relationships/image" Target="../media/image64.png"/></Relationships>
</file>

<file path=ppt/slides/_rels/slide40.xml.rels><?xml version="1.0" encoding="UTF-8" standalone="yes"?>
<Relationships xmlns="http://schemas.openxmlformats.org/package/2006/relationships"><Relationship Id="rId3" Type="http://schemas.openxmlformats.org/officeDocument/2006/relationships/image" Target="../media/image65.png"/><Relationship Id="rId2" Type="http://schemas.openxmlformats.org/officeDocument/2006/relationships/notesSlide" Target="../notesSlides/notesSlide40.xml"/><Relationship Id="rId1" Type="http://schemas.openxmlformats.org/officeDocument/2006/relationships/slideLayout" Target="../slideLayouts/slideLayout2.xml"/><Relationship Id="rId6" Type="http://schemas.openxmlformats.org/officeDocument/2006/relationships/image" Target="../media/image3.png"/><Relationship Id="rId5" Type="http://schemas.openxmlformats.org/officeDocument/2006/relationships/image" Target="../media/image67.png"/><Relationship Id="rId4" Type="http://schemas.openxmlformats.org/officeDocument/2006/relationships/image" Target="../media/image66.png"/></Relationships>
</file>

<file path=ppt/slides/_rels/slide41.xml.rels><?xml version="1.0" encoding="UTF-8" standalone="yes"?>
<Relationships xmlns="http://schemas.openxmlformats.org/package/2006/relationships"><Relationship Id="rId8" Type="http://schemas.openxmlformats.org/officeDocument/2006/relationships/image" Target="../media/image70.png"/><Relationship Id="rId3" Type="http://schemas.openxmlformats.org/officeDocument/2006/relationships/image" Target="../media/image3.png"/><Relationship Id="rId7" Type="http://schemas.openxmlformats.org/officeDocument/2006/relationships/image" Target="../media/image69.png"/><Relationship Id="rId2" Type="http://schemas.openxmlformats.org/officeDocument/2006/relationships/notesSlide" Target="../notesSlides/notesSlide41.xml"/><Relationship Id="rId1" Type="http://schemas.openxmlformats.org/officeDocument/2006/relationships/slideLayout" Target="../slideLayouts/slideLayout2.xml"/><Relationship Id="rId6" Type="http://schemas.openxmlformats.org/officeDocument/2006/relationships/image" Target="../media/image67.png"/><Relationship Id="rId5" Type="http://schemas.openxmlformats.org/officeDocument/2006/relationships/image" Target="../media/image66.png"/><Relationship Id="rId10" Type="http://schemas.openxmlformats.org/officeDocument/2006/relationships/image" Target="../media/image72.png"/><Relationship Id="rId4" Type="http://schemas.openxmlformats.org/officeDocument/2006/relationships/image" Target="../media/image68.jpeg"/><Relationship Id="rId9" Type="http://schemas.openxmlformats.org/officeDocument/2006/relationships/image" Target="../media/image71.png"/></Relationships>
</file>

<file path=ppt/slides/_rels/slide42.xml.rels><?xml version="1.0" encoding="UTF-8" standalone="yes"?>
<Relationships xmlns="http://schemas.openxmlformats.org/package/2006/relationships"><Relationship Id="rId3" Type="http://schemas.openxmlformats.org/officeDocument/2006/relationships/image" Target="../media/image56.png"/><Relationship Id="rId2" Type="http://schemas.openxmlformats.org/officeDocument/2006/relationships/notesSlide" Target="../notesSlides/notesSlide42.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43.xml.rels><?xml version="1.0" encoding="UTF-8" standalone="yes"?>
<Relationships xmlns="http://schemas.openxmlformats.org/package/2006/relationships"><Relationship Id="rId3" Type="http://schemas.openxmlformats.org/officeDocument/2006/relationships/image" Target="../media/image73.png"/><Relationship Id="rId2" Type="http://schemas.openxmlformats.org/officeDocument/2006/relationships/notesSlide" Target="../notesSlides/notesSlide43.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44.xml.rels><?xml version="1.0" encoding="UTF-8" standalone="yes"?>
<Relationships xmlns="http://schemas.openxmlformats.org/package/2006/relationships"><Relationship Id="rId3" Type="http://schemas.openxmlformats.org/officeDocument/2006/relationships/image" Target="../media/image74.jpeg"/><Relationship Id="rId2" Type="http://schemas.openxmlformats.org/officeDocument/2006/relationships/notesSlide" Target="../notesSlides/notesSlide44.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45.xml.rels><?xml version="1.0" encoding="UTF-8" standalone="yes"?>
<Relationships xmlns="http://schemas.openxmlformats.org/package/2006/relationships"><Relationship Id="rId3" Type="http://schemas.openxmlformats.org/officeDocument/2006/relationships/image" Target="../media/image75.png"/><Relationship Id="rId2" Type="http://schemas.openxmlformats.org/officeDocument/2006/relationships/notesSlide" Target="../notesSlides/notesSlide45.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4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46.xml"/><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8" Type="http://schemas.openxmlformats.org/officeDocument/2006/relationships/image" Target="../media/image77.jpeg"/><Relationship Id="rId3" Type="http://schemas.openxmlformats.org/officeDocument/2006/relationships/image" Target="../media/image12.png"/><Relationship Id="rId7" Type="http://schemas.openxmlformats.org/officeDocument/2006/relationships/image" Target="../media/image62.png"/><Relationship Id="rId2" Type="http://schemas.openxmlformats.org/officeDocument/2006/relationships/notesSlide" Target="../notesSlides/notesSlide47.xml"/><Relationship Id="rId1" Type="http://schemas.openxmlformats.org/officeDocument/2006/relationships/slideLayout" Target="../slideLayouts/slideLayout2.xml"/><Relationship Id="rId6" Type="http://schemas.openxmlformats.org/officeDocument/2006/relationships/image" Target="../media/image76.png"/><Relationship Id="rId5" Type="http://schemas.openxmlformats.org/officeDocument/2006/relationships/image" Target="../media/image14.png"/><Relationship Id="rId10" Type="http://schemas.openxmlformats.org/officeDocument/2006/relationships/image" Target="../media/image3.png"/><Relationship Id="rId4" Type="http://schemas.openxmlformats.org/officeDocument/2006/relationships/image" Target="../media/image13.png"/><Relationship Id="rId9" Type="http://schemas.openxmlformats.org/officeDocument/2006/relationships/image" Target="../media/image78.png"/></Relationships>
</file>

<file path=ppt/slides/_rels/slide48.xml.rels><?xml version="1.0" encoding="UTF-8" standalone="yes"?>
<Relationships xmlns="http://schemas.openxmlformats.org/package/2006/relationships"><Relationship Id="rId3" Type="http://schemas.openxmlformats.org/officeDocument/2006/relationships/image" Target="../media/image79.png"/><Relationship Id="rId2" Type="http://schemas.openxmlformats.org/officeDocument/2006/relationships/notesSlide" Target="../notesSlides/notesSlide48.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49.xml.rels><?xml version="1.0" encoding="UTF-8" standalone="yes"?>
<Relationships xmlns="http://schemas.openxmlformats.org/package/2006/relationships"><Relationship Id="rId3" Type="http://schemas.openxmlformats.org/officeDocument/2006/relationships/image" Target="../media/image80.png"/><Relationship Id="rId2" Type="http://schemas.openxmlformats.org/officeDocument/2006/relationships/notesSlide" Target="../notesSlides/notesSlide49.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50.xml.rels><?xml version="1.0" encoding="UTF-8" standalone="yes"?>
<Relationships xmlns="http://schemas.openxmlformats.org/package/2006/relationships"><Relationship Id="rId3" Type="http://schemas.openxmlformats.org/officeDocument/2006/relationships/image" Target="../media/image81.png"/><Relationship Id="rId2" Type="http://schemas.openxmlformats.org/officeDocument/2006/relationships/notesSlide" Target="../notesSlides/notesSlide50.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51.xml.rels><?xml version="1.0" encoding="UTF-8" standalone="yes"?>
<Relationships xmlns="http://schemas.openxmlformats.org/package/2006/relationships"><Relationship Id="rId3" Type="http://schemas.openxmlformats.org/officeDocument/2006/relationships/image" Target="../media/image82.png"/><Relationship Id="rId2" Type="http://schemas.openxmlformats.org/officeDocument/2006/relationships/notesSlide" Target="../notesSlides/notesSlide51.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5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52.xml"/><Relationship Id="rId1" Type="http://schemas.openxmlformats.org/officeDocument/2006/relationships/slideLayout" Target="../slideLayouts/slideLayout2.xml"/><Relationship Id="rId4" Type="http://schemas.openxmlformats.org/officeDocument/2006/relationships/image" Target="../media/image6.png"/></Relationships>
</file>

<file path=ppt/slides/_rels/slide53.xml.rels><?xml version="1.0" encoding="UTF-8" standalone="yes"?>
<Relationships xmlns="http://schemas.openxmlformats.org/package/2006/relationships"><Relationship Id="rId8" Type="http://schemas.openxmlformats.org/officeDocument/2006/relationships/image" Target="../media/image84.emf"/><Relationship Id="rId3" Type="http://schemas.openxmlformats.org/officeDocument/2006/relationships/image" Target="../media/image3.png"/><Relationship Id="rId7" Type="http://schemas.openxmlformats.org/officeDocument/2006/relationships/image" Target="../media/image83.emf"/><Relationship Id="rId2" Type="http://schemas.openxmlformats.org/officeDocument/2006/relationships/notesSlide" Target="../notesSlides/notesSlide53.xml"/><Relationship Id="rId1" Type="http://schemas.openxmlformats.org/officeDocument/2006/relationships/slideLayout" Target="../slideLayouts/slideLayout2.xml"/><Relationship Id="rId6" Type="http://schemas.openxmlformats.org/officeDocument/2006/relationships/image" Target="../media/image69.png"/><Relationship Id="rId5" Type="http://schemas.openxmlformats.org/officeDocument/2006/relationships/image" Target="../media/image67.png"/><Relationship Id="rId4" Type="http://schemas.openxmlformats.org/officeDocument/2006/relationships/image" Target="../media/image66.png"/><Relationship Id="rId9" Type="http://schemas.openxmlformats.org/officeDocument/2006/relationships/image" Target="../media/image85.emf"/></Relationships>
</file>

<file path=ppt/slides/_rels/slide54.xml.rels><?xml version="1.0" encoding="UTF-8" standalone="yes"?>
<Relationships xmlns="http://schemas.openxmlformats.org/package/2006/relationships"><Relationship Id="rId3" Type="http://schemas.openxmlformats.org/officeDocument/2006/relationships/image" Target="../media/image86.png"/><Relationship Id="rId2" Type="http://schemas.openxmlformats.org/officeDocument/2006/relationships/notesSlide" Target="../notesSlides/notesSlide54.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55.xml.rels><?xml version="1.0" encoding="UTF-8" standalone="yes"?>
<Relationships xmlns="http://schemas.openxmlformats.org/package/2006/relationships"><Relationship Id="rId3" Type="http://schemas.openxmlformats.org/officeDocument/2006/relationships/image" Target="../media/image87.png"/><Relationship Id="rId2" Type="http://schemas.openxmlformats.org/officeDocument/2006/relationships/notesSlide" Target="../notesSlides/notesSlide55.xml"/><Relationship Id="rId1" Type="http://schemas.openxmlformats.org/officeDocument/2006/relationships/slideLayout" Target="../slideLayouts/slideLayout2.xml"/><Relationship Id="rId5" Type="http://schemas.openxmlformats.org/officeDocument/2006/relationships/image" Target="../media/image3.png"/><Relationship Id="rId4" Type="http://schemas.openxmlformats.org/officeDocument/2006/relationships/image" Target="../media/image88.png"/></Relationships>
</file>

<file path=ppt/slides/_rels/slide5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56.xml"/><Relationship Id="rId1" Type="http://schemas.openxmlformats.org/officeDocument/2006/relationships/slideLayout" Target="../slideLayouts/slideLayout2.xml"/></Relationships>
</file>

<file path=ppt/slides/_rels/slide57.xml.rels><?xml version="1.0" encoding="UTF-8" standalone="yes"?>
<Relationships xmlns="http://schemas.openxmlformats.org/package/2006/relationships"><Relationship Id="rId3" Type="http://schemas.openxmlformats.org/officeDocument/2006/relationships/image" Target="../media/image89.jpg"/><Relationship Id="rId2" Type="http://schemas.openxmlformats.org/officeDocument/2006/relationships/notesSlide" Target="../notesSlides/notesSlide57.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58.xml.rels><?xml version="1.0" encoding="UTF-8" standalone="yes"?>
<Relationships xmlns="http://schemas.openxmlformats.org/package/2006/relationships"><Relationship Id="rId3" Type="http://schemas.openxmlformats.org/officeDocument/2006/relationships/image" Target="../media/image90.png"/><Relationship Id="rId2" Type="http://schemas.openxmlformats.org/officeDocument/2006/relationships/notesSlide" Target="../notesSlides/notesSlide58.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59.xml.rels><?xml version="1.0" encoding="UTF-8" standalone="yes"?>
<Relationships xmlns="http://schemas.openxmlformats.org/package/2006/relationships"><Relationship Id="rId3" Type="http://schemas.openxmlformats.org/officeDocument/2006/relationships/image" Target="../media/image91.png"/><Relationship Id="rId2" Type="http://schemas.openxmlformats.org/officeDocument/2006/relationships/notesSlide" Target="../notesSlides/notesSlide59.xml"/><Relationship Id="rId1" Type="http://schemas.openxmlformats.org/officeDocument/2006/relationships/slideLayout" Target="../slideLayouts/slideLayout2.xml"/><Relationship Id="rId5" Type="http://schemas.openxmlformats.org/officeDocument/2006/relationships/image" Target="../media/image3.png"/><Relationship Id="rId4" Type="http://schemas.openxmlformats.org/officeDocument/2006/relationships/image" Target="../media/image92.png"/></Relationships>
</file>

<file path=ppt/slides/_rels/slide60.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60.xml"/><Relationship Id="rId1" Type="http://schemas.openxmlformats.org/officeDocument/2006/relationships/slideLayout" Target="../slideLayouts/slideLayout2.xml"/></Relationships>
</file>

<file path=ppt/slides/_rels/slide61.xml.rels><?xml version="1.0" encoding="UTF-8" standalone="yes"?>
<Relationships xmlns="http://schemas.openxmlformats.org/package/2006/relationships"><Relationship Id="rId3" Type="http://schemas.openxmlformats.org/officeDocument/2006/relationships/image" Target="../media/image53.jpg"/><Relationship Id="rId2" Type="http://schemas.openxmlformats.org/officeDocument/2006/relationships/notesSlide" Target="../notesSlides/notesSlide61.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62.xml.rels><?xml version="1.0" encoding="UTF-8" standalone="yes"?>
<Relationships xmlns="http://schemas.openxmlformats.org/package/2006/relationships"><Relationship Id="rId3" Type="http://schemas.openxmlformats.org/officeDocument/2006/relationships/image" Target="../media/image93.jpg"/><Relationship Id="rId2" Type="http://schemas.openxmlformats.org/officeDocument/2006/relationships/notesSlide" Target="../notesSlides/notesSlide62.xml"/><Relationship Id="rId1" Type="http://schemas.openxmlformats.org/officeDocument/2006/relationships/slideLayout" Target="../slideLayouts/slideLayout2.xml"/><Relationship Id="rId6" Type="http://schemas.openxmlformats.org/officeDocument/2006/relationships/image" Target="../media/image55.jpg"/><Relationship Id="rId5" Type="http://schemas.openxmlformats.org/officeDocument/2006/relationships/image" Target="../media/image54.jpg"/><Relationship Id="rId4" Type="http://schemas.openxmlformats.org/officeDocument/2006/relationships/image" Target="../media/image3.png"/></Relationships>
</file>

<file path=ppt/slides/_rels/slide63.xml.rels><?xml version="1.0" encoding="UTF-8" standalone="yes"?>
<Relationships xmlns="http://schemas.openxmlformats.org/package/2006/relationships"><Relationship Id="rId3" Type="http://schemas.openxmlformats.org/officeDocument/2006/relationships/image" Target="../media/image54.jpg"/><Relationship Id="rId2" Type="http://schemas.openxmlformats.org/officeDocument/2006/relationships/notesSlide" Target="../notesSlides/notesSlide63.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6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64.xml"/><Relationship Id="rId1" Type="http://schemas.openxmlformats.org/officeDocument/2006/relationships/slideLayout" Target="../slideLayouts/slideLayout2.xml"/></Relationships>
</file>

<file path=ppt/slides/_rels/slide65.xml.rels><?xml version="1.0" encoding="UTF-8" standalone="yes"?>
<Relationships xmlns="http://schemas.openxmlformats.org/package/2006/relationships"><Relationship Id="rId8" Type="http://schemas.openxmlformats.org/officeDocument/2006/relationships/image" Target="../media/image98.png"/><Relationship Id="rId3" Type="http://schemas.openxmlformats.org/officeDocument/2006/relationships/image" Target="../media/image3.png"/><Relationship Id="rId7" Type="http://schemas.openxmlformats.org/officeDocument/2006/relationships/image" Target="../media/image97.png"/><Relationship Id="rId2" Type="http://schemas.openxmlformats.org/officeDocument/2006/relationships/notesSlide" Target="../notesSlides/notesSlide65.xml"/><Relationship Id="rId1" Type="http://schemas.openxmlformats.org/officeDocument/2006/relationships/slideLayout" Target="../slideLayouts/slideLayout2.xml"/><Relationship Id="rId6" Type="http://schemas.openxmlformats.org/officeDocument/2006/relationships/image" Target="../media/image96.png"/><Relationship Id="rId11" Type="http://schemas.openxmlformats.org/officeDocument/2006/relationships/image" Target="../media/image69.png"/><Relationship Id="rId5" Type="http://schemas.openxmlformats.org/officeDocument/2006/relationships/image" Target="../media/image95.png"/><Relationship Id="rId10" Type="http://schemas.openxmlformats.org/officeDocument/2006/relationships/image" Target="../media/image67.png"/><Relationship Id="rId4" Type="http://schemas.openxmlformats.org/officeDocument/2006/relationships/image" Target="../media/image94.png"/><Relationship Id="rId9" Type="http://schemas.openxmlformats.org/officeDocument/2006/relationships/image" Target="../media/image66.png"/></Relationships>
</file>

<file path=ppt/slides/_rels/slide66.xml.rels><?xml version="1.0" encoding="UTF-8" standalone="yes"?>
<Relationships xmlns="http://schemas.openxmlformats.org/package/2006/relationships"><Relationship Id="rId3" Type="http://schemas.openxmlformats.org/officeDocument/2006/relationships/image" Target="../media/image99.gif"/><Relationship Id="rId2" Type="http://schemas.openxmlformats.org/officeDocument/2006/relationships/notesSlide" Target="../notesSlides/notesSlide66.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67.xml.rels><?xml version="1.0" encoding="UTF-8" standalone="yes"?>
<Relationships xmlns="http://schemas.openxmlformats.org/package/2006/relationships"><Relationship Id="rId3" Type="http://schemas.openxmlformats.org/officeDocument/2006/relationships/image" Target="../media/image100.png"/><Relationship Id="rId2" Type="http://schemas.openxmlformats.org/officeDocument/2006/relationships/notesSlide" Target="../notesSlides/notesSlide67.xml"/><Relationship Id="rId1" Type="http://schemas.openxmlformats.org/officeDocument/2006/relationships/slideLayout" Target="../slideLayouts/slideLayout2.xml"/><Relationship Id="rId5" Type="http://schemas.openxmlformats.org/officeDocument/2006/relationships/image" Target="../media/image64.png"/><Relationship Id="rId4" Type="http://schemas.openxmlformats.org/officeDocument/2006/relationships/image" Target="../media/image3.png"/></Relationships>
</file>

<file path=ppt/slides/_rels/slide68.xml.rels><?xml version="1.0" encoding="UTF-8" standalone="yes"?>
<Relationships xmlns="http://schemas.openxmlformats.org/package/2006/relationships"><Relationship Id="rId3" Type="http://schemas.openxmlformats.org/officeDocument/2006/relationships/image" Target="../media/image101.png"/><Relationship Id="rId2" Type="http://schemas.openxmlformats.org/officeDocument/2006/relationships/notesSlide" Target="../notesSlides/notesSlide68.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69.xml.rels><?xml version="1.0" encoding="UTF-8" standalone="yes"?>
<Relationships xmlns="http://schemas.openxmlformats.org/package/2006/relationships"><Relationship Id="rId3" Type="http://schemas.openxmlformats.org/officeDocument/2006/relationships/image" Target="../media/image102.png"/><Relationship Id="rId2" Type="http://schemas.openxmlformats.org/officeDocument/2006/relationships/notesSlide" Target="../notesSlides/notesSlide69.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70.xml.rels><?xml version="1.0" encoding="UTF-8" standalone="yes"?>
<Relationships xmlns="http://schemas.openxmlformats.org/package/2006/relationships"><Relationship Id="rId3" Type="http://schemas.openxmlformats.org/officeDocument/2006/relationships/image" Target="../media/image103.png"/><Relationship Id="rId2" Type="http://schemas.openxmlformats.org/officeDocument/2006/relationships/notesSlide" Target="../notesSlides/notesSlide70.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71.xml.rels><?xml version="1.0" encoding="UTF-8" standalone="yes"?>
<Relationships xmlns="http://schemas.openxmlformats.org/package/2006/relationships"><Relationship Id="rId3" Type="http://schemas.openxmlformats.org/officeDocument/2006/relationships/image" Target="../media/image104.png"/><Relationship Id="rId2" Type="http://schemas.openxmlformats.org/officeDocument/2006/relationships/notesSlide" Target="../notesSlides/notesSlide71.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72.xml.rels><?xml version="1.0" encoding="UTF-8" standalone="yes"?>
<Relationships xmlns="http://schemas.openxmlformats.org/package/2006/relationships"><Relationship Id="rId3" Type="http://schemas.openxmlformats.org/officeDocument/2006/relationships/image" Target="../media/image3.png"/><Relationship Id="rId7" Type="http://schemas.openxmlformats.org/officeDocument/2006/relationships/image" Target="../media/image69.png"/><Relationship Id="rId2" Type="http://schemas.openxmlformats.org/officeDocument/2006/relationships/notesSlide" Target="../notesSlides/notesSlide72.xml"/><Relationship Id="rId1" Type="http://schemas.openxmlformats.org/officeDocument/2006/relationships/slideLayout" Target="../slideLayouts/slideLayout2.xml"/><Relationship Id="rId6" Type="http://schemas.openxmlformats.org/officeDocument/2006/relationships/image" Target="../media/image67.png"/><Relationship Id="rId5" Type="http://schemas.openxmlformats.org/officeDocument/2006/relationships/image" Target="../media/image66.png"/><Relationship Id="rId4" Type="http://schemas.openxmlformats.org/officeDocument/2006/relationships/image" Target="../media/image105.png"/></Relationships>
</file>

<file path=ppt/slides/_rels/slide73.xml.rels><?xml version="1.0" encoding="UTF-8" standalone="yes"?>
<Relationships xmlns="http://schemas.openxmlformats.org/package/2006/relationships"><Relationship Id="rId3" Type="http://schemas.openxmlformats.org/officeDocument/2006/relationships/image" Target="../media/image106.png"/><Relationship Id="rId2" Type="http://schemas.openxmlformats.org/officeDocument/2006/relationships/notesSlide" Target="../notesSlides/notesSlide73.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74.xml.rels><?xml version="1.0" encoding="UTF-8" standalone="yes"?>
<Relationships xmlns="http://schemas.openxmlformats.org/package/2006/relationships"><Relationship Id="rId3" Type="http://schemas.openxmlformats.org/officeDocument/2006/relationships/image" Target="../media/image3.png"/><Relationship Id="rId7" Type="http://schemas.openxmlformats.org/officeDocument/2006/relationships/image" Target="../media/image69.png"/><Relationship Id="rId2" Type="http://schemas.openxmlformats.org/officeDocument/2006/relationships/notesSlide" Target="../notesSlides/notesSlide74.xml"/><Relationship Id="rId1" Type="http://schemas.openxmlformats.org/officeDocument/2006/relationships/slideLayout" Target="../slideLayouts/slideLayout2.xml"/><Relationship Id="rId6" Type="http://schemas.openxmlformats.org/officeDocument/2006/relationships/image" Target="../media/image67.png"/><Relationship Id="rId5" Type="http://schemas.openxmlformats.org/officeDocument/2006/relationships/image" Target="../media/image66.png"/><Relationship Id="rId4" Type="http://schemas.openxmlformats.org/officeDocument/2006/relationships/image" Target="../media/image107.png"/></Relationships>
</file>

<file path=ppt/slides/_rels/slide75.xml.rels><?xml version="1.0" encoding="UTF-8" standalone="yes"?>
<Relationships xmlns="http://schemas.openxmlformats.org/package/2006/relationships"><Relationship Id="rId8" Type="http://schemas.openxmlformats.org/officeDocument/2006/relationships/image" Target="../media/image113.png"/><Relationship Id="rId3" Type="http://schemas.openxmlformats.org/officeDocument/2006/relationships/image" Target="../media/image108.png"/><Relationship Id="rId7" Type="http://schemas.openxmlformats.org/officeDocument/2006/relationships/image" Target="../media/image112.png"/><Relationship Id="rId2" Type="http://schemas.openxmlformats.org/officeDocument/2006/relationships/notesSlide" Target="../notesSlides/notesSlide75.xml"/><Relationship Id="rId1" Type="http://schemas.openxmlformats.org/officeDocument/2006/relationships/slideLayout" Target="../slideLayouts/slideLayout2.xml"/><Relationship Id="rId6" Type="http://schemas.openxmlformats.org/officeDocument/2006/relationships/image" Target="../media/image111.png"/><Relationship Id="rId5" Type="http://schemas.openxmlformats.org/officeDocument/2006/relationships/image" Target="../media/image110.png"/><Relationship Id="rId4" Type="http://schemas.openxmlformats.org/officeDocument/2006/relationships/image" Target="../media/image109.png"/><Relationship Id="rId9" Type="http://schemas.openxmlformats.org/officeDocument/2006/relationships/image" Target="../media/image3.png"/></Relationships>
</file>

<file path=ppt/slides/_rels/slide76.xml.rels><?xml version="1.0" encoding="UTF-8" standalone="yes"?>
<Relationships xmlns="http://schemas.openxmlformats.org/package/2006/relationships"><Relationship Id="rId3" Type="http://schemas.openxmlformats.org/officeDocument/2006/relationships/image" Target="../media/image114.png"/><Relationship Id="rId2" Type="http://schemas.openxmlformats.org/officeDocument/2006/relationships/notesSlide" Target="../notesSlides/notesSlide76.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77.xml.rels><?xml version="1.0" encoding="UTF-8" standalone="yes"?>
<Relationships xmlns="http://schemas.openxmlformats.org/package/2006/relationships"><Relationship Id="rId3" Type="http://schemas.openxmlformats.org/officeDocument/2006/relationships/image" Target="../media/image115.png"/><Relationship Id="rId2" Type="http://schemas.openxmlformats.org/officeDocument/2006/relationships/notesSlide" Target="../notesSlides/notesSlide77.xml"/><Relationship Id="rId1" Type="http://schemas.openxmlformats.org/officeDocument/2006/relationships/slideLayout" Target="../slideLayouts/slideLayout2.xml"/><Relationship Id="rId6" Type="http://schemas.openxmlformats.org/officeDocument/2006/relationships/image" Target="../media/image3.png"/><Relationship Id="rId5" Type="http://schemas.openxmlformats.org/officeDocument/2006/relationships/image" Target="../media/image116.png"/><Relationship Id="rId4" Type="http://schemas.openxmlformats.org/officeDocument/2006/relationships/image" Target="../media/image810.png"/></Relationships>
</file>

<file path=ppt/slides/_rels/slide78.xml.rels><?xml version="1.0" encoding="UTF-8" standalone="yes"?>
<Relationships xmlns="http://schemas.openxmlformats.org/package/2006/relationships"><Relationship Id="rId3" Type="http://schemas.openxmlformats.org/officeDocument/2006/relationships/image" Target="../media/image117.png"/><Relationship Id="rId2" Type="http://schemas.openxmlformats.org/officeDocument/2006/relationships/notesSlide" Target="../notesSlides/notesSlide78.xml"/><Relationship Id="rId1" Type="http://schemas.openxmlformats.org/officeDocument/2006/relationships/slideLayout" Target="../slideLayouts/slideLayout2.xml"/><Relationship Id="rId5" Type="http://schemas.openxmlformats.org/officeDocument/2006/relationships/image" Target="../media/image118.png"/><Relationship Id="rId4" Type="http://schemas.openxmlformats.org/officeDocument/2006/relationships/image" Target="../media/image3.png"/></Relationships>
</file>

<file path=ppt/slides/_rels/slide79.xml.rels><?xml version="1.0" encoding="UTF-8" standalone="yes"?>
<Relationships xmlns="http://schemas.openxmlformats.org/package/2006/relationships"><Relationship Id="rId3" Type="http://schemas.openxmlformats.org/officeDocument/2006/relationships/image" Target="../media/image119.png"/><Relationship Id="rId2" Type="http://schemas.openxmlformats.org/officeDocument/2006/relationships/notesSlide" Target="../notesSlides/notesSlide79.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80.xml.rels><?xml version="1.0" encoding="UTF-8" standalone="yes"?>
<Relationships xmlns="http://schemas.openxmlformats.org/package/2006/relationships"><Relationship Id="rId3" Type="http://schemas.openxmlformats.org/officeDocument/2006/relationships/image" Target="../media/image120.jpg"/><Relationship Id="rId2" Type="http://schemas.openxmlformats.org/officeDocument/2006/relationships/notesSlide" Target="../notesSlides/notesSlide80.xml"/><Relationship Id="rId1" Type="http://schemas.openxmlformats.org/officeDocument/2006/relationships/slideLayout" Target="../slideLayouts/slideLayout2.xml"/><Relationship Id="rId6" Type="http://schemas.openxmlformats.org/officeDocument/2006/relationships/image" Target="../media/image3.png"/><Relationship Id="rId5" Type="http://schemas.openxmlformats.org/officeDocument/2006/relationships/image" Target="../media/image122.png"/><Relationship Id="rId4" Type="http://schemas.openxmlformats.org/officeDocument/2006/relationships/image" Target="../media/image121.png"/></Relationships>
</file>

<file path=ppt/slides/_rels/slide81.xml.rels><?xml version="1.0" encoding="UTF-8" standalone="yes"?>
<Relationships xmlns="http://schemas.openxmlformats.org/package/2006/relationships"><Relationship Id="rId3" Type="http://schemas.openxmlformats.org/officeDocument/2006/relationships/image" Target="../media/image3.png"/><Relationship Id="rId7" Type="http://schemas.openxmlformats.org/officeDocument/2006/relationships/image" Target="../media/image69.png"/><Relationship Id="rId2" Type="http://schemas.openxmlformats.org/officeDocument/2006/relationships/notesSlide" Target="../notesSlides/notesSlide81.xml"/><Relationship Id="rId1" Type="http://schemas.openxmlformats.org/officeDocument/2006/relationships/slideLayout" Target="../slideLayouts/slideLayout2.xml"/><Relationship Id="rId6" Type="http://schemas.openxmlformats.org/officeDocument/2006/relationships/image" Target="../media/image67.png"/><Relationship Id="rId5" Type="http://schemas.openxmlformats.org/officeDocument/2006/relationships/image" Target="../media/image66.png"/><Relationship Id="rId4" Type="http://schemas.openxmlformats.org/officeDocument/2006/relationships/image" Target="../media/image123.png"/></Relationships>
</file>

<file path=ppt/slides/_rels/slide82.xml.rels><?xml version="1.0" encoding="UTF-8" standalone="yes"?>
<Relationships xmlns="http://schemas.openxmlformats.org/package/2006/relationships"><Relationship Id="rId3" Type="http://schemas.openxmlformats.org/officeDocument/2006/relationships/image" Target="../media/image124.jpg"/><Relationship Id="rId2" Type="http://schemas.openxmlformats.org/officeDocument/2006/relationships/notesSlide" Target="../notesSlides/notesSlide82.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83.xml.rels><?xml version="1.0" encoding="UTF-8" standalone="yes"?>
<Relationships xmlns="http://schemas.openxmlformats.org/package/2006/relationships"><Relationship Id="rId3" Type="http://schemas.openxmlformats.org/officeDocument/2006/relationships/image" Target="../media/image125.jpg"/><Relationship Id="rId2" Type="http://schemas.openxmlformats.org/officeDocument/2006/relationships/notesSlide" Target="../notesSlides/notesSlide83.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84.xml.rels><?xml version="1.0" encoding="UTF-8" standalone="yes"?>
<Relationships xmlns="http://schemas.openxmlformats.org/package/2006/relationships"><Relationship Id="rId3" Type="http://schemas.openxmlformats.org/officeDocument/2006/relationships/image" Target="../media/image55.jpg"/><Relationship Id="rId2" Type="http://schemas.openxmlformats.org/officeDocument/2006/relationships/notesSlide" Target="../notesSlides/notesSlide84.xml"/><Relationship Id="rId1" Type="http://schemas.openxmlformats.org/officeDocument/2006/relationships/slideLayout" Target="../slideLayouts/slideLayout2.xml"/><Relationship Id="rId4" Type="http://schemas.openxmlformats.org/officeDocument/2006/relationships/image" Target="../media/image3.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Freeform 3"/>
          <p:cNvSpPr>
            <a:spLocks/>
          </p:cNvSpPr>
          <p:nvPr/>
        </p:nvSpPr>
        <p:spPr bwMode="gray">
          <a:xfrm>
            <a:off x="1028700" y="2486098"/>
            <a:ext cx="2019300" cy="1112395"/>
          </a:xfrm>
          <a:custGeom>
            <a:avLst/>
            <a:gdLst>
              <a:gd name="T0" fmla="*/ 88 w 2320"/>
              <a:gd name="T1" fmla="*/ 696 h 792"/>
              <a:gd name="T2" fmla="*/ 88 w 2320"/>
              <a:gd name="T3" fmla="*/ 0 h 792"/>
              <a:gd name="T4" fmla="*/ 0 w 2320"/>
              <a:gd name="T5" fmla="*/ 0 h 792"/>
              <a:gd name="T6" fmla="*/ 0 w 2320"/>
              <a:gd name="T7" fmla="*/ 792 h 792"/>
              <a:gd name="T8" fmla="*/ 2320 w 2320"/>
              <a:gd name="T9" fmla="*/ 792 h 792"/>
              <a:gd name="T10" fmla="*/ 2320 w 2320"/>
              <a:gd name="T11" fmla="*/ 696 h 792"/>
              <a:gd name="T12" fmla="*/ 88 w 2320"/>
              <a:gd name="T13" fmla="*/ 696 h 792"/>
            </a:gdLst>
            <a:ahLst/>
            <a:cxnLst>
              <a:cxn ang="0">
                <a:pos x="T0" y="T1"/>
              </a:cxn>
              <a:cxn ang="0">
                <a:pos x="T2" y="T3"/>
              </a:cxn>
              <a:cxn ang="0">
                <a:pos x="T4" y="T5"/>
              </a:cxn>
              <a:cxn ang="0">
                <a:pos x="T6" y="T7"/>
              </a:cxn>
              <a:cxn ang="0">
                <a:pos x="T8" y="T9"/>
              </a:cxn>
              <a:cxn ang="0">
                <a:pos x="T10" y="T11"/>
              </a:cxn>
              <a:cxn ang="0">
                <a:pos x="T12" y="T13"/>
              </a:cxn>
            </a:cxnLst>
            <a:rect l="0" t="0" r="r" b="b"/>
            <a:pathLst>
              <a:path w="2320" h="792">
                <a:moveTo>
                  <a:pt x="88" y="696"/>
                </a:moveTo>
                <a:lnTo>
                  <a:pt x="88" y="0"/>
                </a:lnTo>
                <a:lnTo>
                  <a:pt x="0" y="0"/>
                </a:lnTo>
                <a:lnTo>
                  <a:pt x="0" y="792"/>
                </a:lnTo>
                <a:lnTo>
                  <a:pt x="2320" y="792"/>
                </a:lnTo>
                <a:lnTo>
                  <a:pt x="2320" y="696"/>
                </a:lnTo>
                <a:lnTo>
                  <a:pt x="88" y="696"/>
                </a:lnTo>
                <a:close/>
              </a:path>
            </a:pathLst>
          </a:custGeom>
          <a:solidFill>
            <a:srgbClr val="FFFFFF">
              <a:lumMod val="75000"/>
            </a:srgbClr>
          </a:solidFill>
          <a:ln>
            <a:noFill/>
          </a:ln>
        </p:spPr>
        <p:txBody>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dirty="0">
              <a:ln>
                <a:noFill/>
              </a:ln>
              <a:solidFill>
                <a:srgbClr val="3D81BF"/>
              </a:solidFill>
              <a:effectLst/>
              <a:uLnTx/>
              <a:uFillTx/>
              <a:latin typeface="Arial" pitchFamily="34" charset="0"/>
            </a:endParaRPr>
          </a:p>
        </p:txBody>
      </p:sp>
      <p:sp>
        <p:nvSpPr>
          <p:cNvPr id="5" name="Freeform 4"/>
          <p:cNvSpPr>
            <a:spLocks/>
          </p:cNvSpPr>
          <p:nvPr/>
        </p:nvSpPr>
        <p:spPr bwMode="gray">
          <a:xfrm rot="10800000">
            <a:off x="6053270" y="1338130"/>
            <a:ext cx="1924050" cy="1147968"/>
          </a:xfrm>
          <a:custGeom>
            <a:avLst/>
            <a:gdLst>
              <a:gd name="T0" fmla="*/ 88 w 2320"/>
              <a:gd name="T1" fmla="*/ 696 h 792"/>
              <a:gd name="T2" fmla="*/ 88 w 2320"/>
              <a:gd name="T3" fmla="*/ 0 h 792"/>
              <a:gd name="T4" fmla="*/ 0 w 2320"/>
              <a:gd name="T5" fmla="*/ 0 h 792"/>
              <a:gd name="T6" fmla="*/ 0 w 2320"/>
              <a:gd name="T7" fmla="*/ 792 h 792"/>
              <a:gd name="T8" fmla="*/ 2320 w 2320"/>
              <a:gd name="T9" fmla="*/ 792 h 792"/>
              <a:gd name="T10" fmla="*/ 2320 w 2320"/>
              <a:gd name="T11" fmla="*/ 696 h 792"/>
              <a:gd name="T12" fmla="*/ 88 w 2320"/>
              <a:gd name="T13" fmla="*/ 696 h 792"/>
            </a:gdLst>
            <a:ahLst/>
            <a:cxnLst>
              <a:cxn ang="0">
                <a:pos x="T0" y="T1"/>
              </a:cxn>
              <a:cxn ang="0">
                <a:pos x="T2" y="T3"/>
              </a:cxn>
              <a:cxn ang="0">
                <a:pos x="T4" y="T5"/>
              </a:cxn>
              <a:cxn ang="0">
                <a:pos x="T6" y="T7"/>
              </a:cxn>
              <a:cxn ang="0">
                <a:pos x="T8" y="T9"/>
              </a:cxn>
              <a:cxn ang="0">
                <a:pos x="T10" y="T11"/>
              </a:cxn>
              <a:cxn ang="0">
                <a:pos x="T12" y="T13"/>
              </a:cxn>
            </a:cxnLst>
            <a:rect l="0" t="0" r="r" b="b"/>
            <a:pathLst>
              <a:path w="2320" h="792">
                <a:moveTo>
                  <a:pt x="88" y="696"/>
                </a:moveTo>
                <a:lnTo>
                  <a:pt x="88" y="0"/>
                </a:lnTo>
                <a:lnTo>
                  <a:pt x="0" y="0"/>
                </a:lnTo>
                <a:lnTo>
                  <a:pt x="0" y="792"/>
                </a:lnTo>
                <a:lnTo>
                  <a:pt x="2320" y="792"/>
                </a:lnTo>
                <a:lnTo>
                  <a:pt x="2320" y="696"/>
                </a:lnTo>
                <a:lnTo>
                  <a:pt x="88" y="696"/>
                </a:lnTo>
                <a:close/>
              </a:path>
            </a:pathLst>
          </a:custGeom>
          <a:solidFill>
            <a:srgbClr val="000000">
              <a:lumMod val="50000"/>
              <a:lumOff val="50000"/>
            </a:srgbClr>
          </a:solidFill>
          <a:ln>
            <a:noFill/>
          </a:ln>
        </p:spPr>
        <p:txBody>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dirty="0">
              <a:ln>
                <a:noFill/>
              </a:ln>
              <a:solidFill>
                <a:srgbClr val="3D81BF"/>
              </a:solidFill>
              <a:effectLst/>
              <a:uLnTx/>
              <a:uFillTx/>
              <a:latin typeface="Arial" pitchFamily="34" charset="0"/>
            </a:endParaRPr>
          </a:p>
        </p:txBody>
      </p:sp>
      <p:sp>
        <p:nvSpPr>
          <p:cNvPr id="6" name="Rectangle 5"/>
          <p:cNvSpPr>
            <a:spLocks noChangeArrowheads="1"/>
          </p:cNvSpPr>
          <p:nvPr/>
        </p:nvSpPr>
        <p:spPr bwMode="gray">
          <a:xfrm>
            <a:off x="1208088" y="1566304"/>
            <a:ext cx="6629400" cy="1832164"/>
          </a:xfrm>
          <a:prstGeom prst="rect">
            <a:avLst/>
          </a:prstGeom>
          <a:solidFill>
            <a:srgbClr val="3D81BF">
              <a:lumMod val="75000"/>
            </a:srgbClr>
          </a:solidFill>
          <a:ln w="28575">
            <a:solidFill>
              <a:srgbClr val="3D81BF"/>
            </a:solidFill>
          </a:ln>
          <a:effectLst>
            <a:outerShdw sy="50000" kx="-2453608" rotWithShape="0">
              <a:srgbClr val="B2B2B2">
                <a:alpha val="50000"/>
              </a:srgbClr>
            </a:outerShdw>
          </a:effectLst>
        </p:spPr>
        <p:txBody>
          <a:bodyPr anchor="ctr"/>
          <a:lstStyle/>
          <a:p>
            <a:pPr algn="ctr" rtl="1" fontAlgn="base">
              <a:spcBef>
                <a:spcPct val="0"/>
              </a:spcBef>
              <a:spcAft>
                <a:spcPct val="0"/>
              </a:spcAft>
              <a:defRPr/>
            </a:pPr>
            <a:r>
              <a:rPr lang="ar-BH" sz="2400" b="1" kern="0" dirty="0">
                <a:solidFill>
                  <a:srgbClr val="FFFFFF"/>
                </a:solidFill>
                <a:latin typeface="Times New Roman" panose="02020603050405020304" pitchFamily="18" charset="0"/>
                <a:cs typeface="B Nazanin" pitchFamily="2" charset="-78"/>
              </a:rPr>
              <a:t>همسان‌سازی فعال و سریع پک باتری با استفاده از مبدل دوطرفه با دامنه ولتاژ کاری وسیع و الگوریتم</a:t>
            </a:r>
          </a:p>
          <a:p>
            <a:pPr algn="ctr" rtl="1" fontAlgn="base">
              <a:spcBef>
                <a:spcPct val="0"/>
              </a:spcBef>
              <a:spcAft>
                <a:spcPct val="0"/>
              </a:spcAft>
              <a:defRPr/>
            </a:pPr>
            <a:r>
              <a:rPr lang="ar-BH" sz="2400" b="1" kern="0" dirty="0">
                <a:solidFill>
                  <a:srgbClr val="FFFFFF"/>
                </a:solidFill>
                <a:latin typeface="Times New Roman" panose="02020603050405020304" pitchFamily="18" charset="0"/>
                <a:cs typeface="B Nazanin" pitchFamily="2" charset="-78"/>
              </a:rPr>
              <a:t>بهبودیافته خوشه بندی </a:t>
            </a:r>
            <a:r>
              <a:rPr lang="en-US" sz="2400" b="1" kern="0" dirty="0">
                <a:solidFill>
                  <a:srgbClr val="FFFFFF"/>
                </a:solidFill>
                <a:latin typeface="Times New Roman" panose="02020603050405020304" pitchFamily="18" charset="0"/>
                <a:cs typeface="B Nazanin" pitchFamily="2" charset="-78"/>
              </a:rPr>
              <a:t>PSO-DBSCAN</a:t>
            </a:r>
          </a:p>
        </p:txBody>
      </p:sp>
      <p:sp>
        <p:nvSpPr>
          <p:cNvPr id="7" name="Freeform 6"/>
          <p:cNvSpPr>
            <a:spLocks/>
          </p:cNvSpPr>
          <p:nvPr/>
        </p:nvSpPr>
        <p:spPr bwMode="gray">
          <a:xfrm>
            <a:off x="1073388" y="5180676"/>
            <a:ext cx="2019300" cy="786923"/>
          </a:xfrm>
          <a:custGeom>
            <a:avLst/>
            <a:gdLst>
              <a:gd name="T0" fmla="*/ 88 w 2320"/>
              <a:gd name="T1" fmla="*/ 696 h 792"/>
              <a:gd name="T2" fmla="*/ 88 w 2320"/>
              <a:gd name="T3" fmla="*/ 0 h 792"/>
              <a:gd name="T4" fmla="*/ 0 w 2320"/>
              <a:gd name="T5" fmla="*/ 0 h 792"/>
              <a:gd name="T6" fmla="*/ 0 w 2320"/>
              <a:gd name="T7" fmla="*/ 792 h 792"/>
              <a:gd name="T8" fmla="*/ 2320 w 2320"/>
              <a:gd name="T9" fmla="*/ 792 h 792"/>
              <a:gd name="T10" fmla="*/ 2320 w 2320"/>
              <a:gd name="T11" fmla="*/ 696 h 792"/>
              <a:gd name="T12" fmla="*/ 88 w 2320"/>
              <a:gd name="T13" fmla="*/ 696 h 792"/>
            </a:gdLst>
            <a:ahLst/>
            <a:cxnLst>
              <a:cxn ang="0">
                <a:pos x="T0" y="T1"/>
              </a:cxn>
              <a:cxn ang="0">
                <a:pos x="T2" y="T3"/>
              </a:cxn>
              <a:cxn ang="0">
                <a:pos x="T4" y="T5"/>
              </a:cxn>
              <a:cxn ang="0">
                <a:pos x="T6" y="T7"/>
              </a:cxn>
              <a:cxn ang="0">
                <a:pos x="T8" y="T9"/>
              </a:cxn>
              <a:cxn ang="0">
                <a:pos x="T10" y="T11"/>
              </a:cxn>
              <a:cxn ang="0">
                <a:pos x="T12" y="T13"/>
              </a:cxn>
            </a:cxnLst>
            <a:rect l="0" t="0" r="r" b="b"/>
            <a:pathLst>
              <a:path w="2320" h="792">
                <a:moveTo>
                  <a:pt x="88" y="696"/>
                </a:moveTo>
                <a:lnTo>
                  <a:pt x="88" y="0"/>
                </a:lnTo>
                <a:lnTo>
                  <a:pt x="0" y="0"/>
                </a:lnTo>
                <a:lnTo>
                  <a:pt x="0" y="792"/>
                </a:lnTo>
                <a:lnTo>
                  <a:pt x="2320" y="792"/>
                </a:lnTo>
                <a:lnTo>
                  <a:pt x="2320" y="696"/>
                </a:lnTo>
                <a:lnTo>
                  <a:pt x="88" y="696"/>
                </a:lnTo>
                <a:close/>
              </a:path>
            </a:pathLst>
          </a:custGeom>
          <a:solidFill>
            <a:srgbClr val="FFFFFF">
              <a:lumMod val="75000"/>
            </a:srgbClr>
          </a:solidFill>
          <a:ln>
            <a:noFill/>
          </a:ln>
        </p:spPr>
        <p:txBody>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dirty="0">
              <a:ln>
                <a:noFill/>
              </a:ln>
              <a:solidFill>
                <a:srgbClr val="3D81BF"/>
              </a:solidFill>
              <a:effectLst/>
              <a:uLnTx/>
              <a:uFillTx/>
              <a:latin typeface="Arial" pitchFamily="34" charset="0"/>
            </a:endParaRPr>
          </a:p>
        </p:txBody>
      </p:sp>
      <p:sp>
        <p:nvSpPr>
          <p:cNvPr id="8" name="Freeform 7"/>
          <p:cNvSpPr>
            <a:spLocks/>
          </p:cNvSpPr>
          <p:nvPr/>
        </p:nvSpPr>
        <p:spPr bwMode="gray">
          <a:xfrm rot="10800000">
            <a:off x="6068404" y="4419600"/>
            <a:ext cx="1924050" cy="769620"/>
          </a:xfrm>
          <a:custGeom>
            <a:avLst/>
            <a:gdLst>
              <a:gd name="T0" fmla="*/ 88 w 2320"/>
              <a:gd name="T1" fmla="*/ 696 h 792"/>
              <a:gd name="T2" fmla="*/ 88 w 2320"/>
              <a:gd name="T3" fmla="*/ 0 h 792"/>
              <a:gd name="T4" fmla="*/ 0 w 2320"/>
              <a:gd name="T5" fmla="*/ 0 h 792"/>
              <a:gd name="T6" fmla="*/ 0 w 2320"/>
              <a:gd name="T7" fmla="*/ 792 h 792"/>
              <a:gd name="T8" fmla="*/ 2320 w 2320"/>
              <a:gd name="T9" fmla="*/ 792 h 792"/>
              <a:gd name="T10" fmla="*/ 2320 w 2320"/>
              <a:gd name="T11" fmla="*/ 696 h 792"/>
              <a:gd name="T12" fmla="*/ 88 w 2320"/>
              <a:gd name="T13" fmla="*/ 696 h 792"/>
            </a:gdLst>
            <a:ahLst/>
            <a:cxnLst>
              <a:cxn ang="0">
                <a:pos x="T0" y="T1"/>
              </a:cxn>
              <a:cxn ang="0">
                <a:pos x="T2" y="T3"/>
              </a:cxn>
              <a:cxn ang="0">
                <a:pos x="T4" y="T5"/>
              </a:cxn>
              <a:cxn ang="0">
                <a:pos x="T6" y="T7"/>
              </a:cxn>
              <a:cxn ang="0">
                <a:pos x="T8" y="T9"/>
              </a:cxn>
              <a:cxn ang="0">
                <a:pos x="T10" y="T11"/>
              </a:cxn>
              <a:cxn ang="0">
                <a:pos x="T12" y="T13"/>
              </a:cxn>
            </a:cxnLst>
            <a:rect l="0" t="0" r="r" b="b"/>
            <a:pathLst>
              <a:path w="2320" h="792">
                <a:moveTo>
                  <a:pt x="88" y="696"/>
                </a:moveTo>
                <a:lnTo>
                  <a:pt x="88" y="0"/>
                </a:lnTo>
                <a:lnTo>
                  <a:pt x="0" y="0"/>
                </a:lnTo>
                <a:lnTo>
                  <a:pt x="0" y="792"/>
                </a:lnTo>
                <a:lnTo>
                  <a:pt x="2320" y="792"/>
                </a:lnTo>
                <a:lnTo>
                  <a:pt x="2320" y="696"/>
                </a:lnTo>
                <a:lnTo>
                  <a:pt x="88" y="696"/>
                </a:lnTo>
                <a:close/>
              </a:path>
            </a:pathLst>
          </a:custGeom>
          <a:solidFill>
            <a:srgbClr val="000000">
              <a:lumMod val="50000"/>
              <a:lumOff val="50000"/>
            </a:srgbClr>
          </a:solidFill>
          <a:ln>
            <a:noFill/>
          </a:ln>
        </p:spPr>
        <p:txBody>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dirty="0">
              <a:ln>
                <a:noFill/>
              </a:ln>
              <a:solidFill>
                <a:srgbClr val="3D81BF"/>
              </a:solidFill>
              <a:effectLst/>
              <a:uLnTx/>
              <a:uFillTx/>
              <a:latin typeface="Arial" pitchFamily="34" charset="0"/>
            </a:endParaRPr>
          </a:p>
        </p:txBody>
      </p:sp>
      <p:sp>
        <p:nvSpPr>
          <p:cNvPr id="9" name="Rectangle 8"/>
          <p:cNvSpPr>
            <a:spLocks noChangeArrowheads="1"/>
          </p:cNvSpPr>
          <p:nvPr/>
        </p:nvSpPr>
        <p:spPr bwMode="gray">
          <a:xfrm>
            <a:off x="1227138" y="4571076"/>
            <a:ext cx="6629400" cy="1219200"/>
          </a:xfrm>
          <a:prstGeom prst="rect">
            <a:avLst/>
          </a:prstGeom>
          <a:solidFill>
            <a:srgbClr val="3D81BF">
              <a:lumMod val="75000"/>
            </a:srgbClr>
          </a:solidFill>
          <a:ln w="28575">
            <a:solidFill>
              <a:srgbClr val="3D81BF"/>
            </a:solidFill>
          </a:ln>
          <a:effectLst>
            <a:outerShdw sy="50000" kx="-2453608" rotWithShape="0">
              <a:srgbClr val="B2B2B2">
                <a:alpha val="50000"/>
              </a:srgbClr>
            </a:outerShdw>
          </a:effectLst>
        </p:spPr>
        <p:txBody>
          <a:bodyPr anchor="ctr"/>
          <a:lstStyle/>
          <a:p>
            <a:pPr marL="0" marR="0" lvl="0" indent="0" algn="ctr" defTabSz="914400" rtl="1" eaLnBrk="1" fontAlgn="base" latinLnBrk="0" hangingPunct="1">
              <a:lnSpc>
                <a:spcPct val="100000"/>
              </a:lnSpc>
              <a:spcBef>
                <a:spcPct val="0"/>
              </a:spcBef>
              <a:spcAft>
                <a:spcPct val="0"/>
              </a:spcAft>
              <a:buClrTx/>
              <a:buSzTx/>
              <a:buFontTx/>
              <a:buNone/>
              <a:tabLst/>
              <a:defRPr/>
            </a:pPr>
            <a:r>
              <a:rPr lang="fa-IR" sz="1600" b="1" kern="0" dirty="0">
                <a:solidFill>
                  <a:srgbClr val="FFFFFF"/>
                </a:solidFill>
                <a:latin typeface="Times New Roman" panose="02020603050405020304" pitchFamily="18" charset="0"/>
                <a:cs typeface="B Nazanin" pitchFamily="2" charset="-78"/>
              </a:rPr>
              <a:t>ارائه دهنده: مهدی امیری نسب</a:t>
            </a:r>
            <a:endParaRPr kumimoji="0" lang="fa-IR" sz="1600" b="1" i="0" u="none" strike="noStrike" kern="0" cap="none" spc="0" normalizeH="0" baseline="0" noProof="0" dirty="0">
              <a:ln>
                <a:noFill/>
              </a:ln>
              <a:solidFill>
                <a:srgbClr val="FFFFFF"/>
              </a:solidFill>
              <a:effectLst/>
              <a:uLnTx/>
              <a:uFillTx/>
              <a:latin typeface="Times New Roman" panose="02020603050405020304" pitchFamily="18" charset="0"/>
              <a:cs typeface="B Nazanin" pitchFamily="2" charset="-78"/>
            </a:endParaRPr>
          </a:p>
          <a:p>
            <a:pPr marL="0" marR="0" lvl="0" indent="0" algn="ctr" defTabSz="914400" rtl="1" eaLnBrk="1" fontAlgn="base" latinLnBrk="0" hangingPunct="1">
              <a:lnSpc>
                <a:spcPct val="100000"/>
              </a:lnSpc>
              <a:spcBef>
                <a:spcPct val="0"/>
              </a:spcBef>
              <a:spcAft>
                <a:spcPct val="0"/>
              </a:spcAft>
              <a:buClrTx/>
              <a:buSzTx/>
              <a:buFontTx/>
              <a:buNone/>
              <a:tabLst/>
              <a:defRPr/>
            </a:pPr>
            <a:endParaRPr kumimoji="0" lang="fa-IR" sz="1100" b="1" i="0" u="none" strike="noStrike" kern="0" cap="none" spc="0" normalizeH="0" baseline="0" noProof="0" dirty="0">
              <a:ln>
                <a:noFill/>
              </a:ln>
              <a:solidFill>
                <a:srgbClr val="FFFFFF"/>
              </a:solidFill>
              <a:effectLst/>
              <a:uLnTx/>
              <a:uFillTx/>
              <a:latin typeface="Times New Roman" panose="02020603050405020304" pitchFamily="18" charset="0"/>
              <a:cs typeface="Times New Roman" panose="02020603050405020304" pitchFamily="18" charset="0"/>
            </a:endParaRPr>
          </a:p>
          <a:p>
            <a:pPr marL="0" marR="0" lvl="0" indent="0" algn="ctr" defTabSz="914400" rtl="1" eaLnBrk="1" fontAlgn="base" latinLnBrk="0" hangingPunct="1">
              <a:lnSpc>
                <a:spcPct val="100000"/>
              </a:lnSpc>
              <a:spcBef>
                <a:spcPct val="0"/>
              </a:spcBef>
              <a:spcAft>
                <a:spcPct val="0"/>
              </a:spcAft>
              <a:buClrTx/>
              <a:buSzTx/>
              <a:buFontTx/>
              <a:buNone/>
              <a:tabLst/>
              <a:defRPr/>
            </a:pPr>
            <a:r>
              <a:rPr kumimoji="0" lang="fa-IR" sz="1600" b="1" i="0" u="none" strike="noStrike" kern="0" cap="none" spc="0" normalizeH="0" baseline="0" noProof="0" dirty="0">
                <a:ln>
                  <a:noFill/>
                </a:ln>
                <a:solidFill>
                  <a:srgbClr val="FFFFFF"/>
                </a:solidFill>
                <a:effectLst/>
                <a:uLnTx/>
                <a:uFillTx/>
                <a:latin typeface="Times New Roman" panose="02020603050405020304" pitchFamily="18" charset="0"/>
                <a:cs typeface="B Nazanin" pitchFamily="2" charset="-78"/>
              </a:rPr>
              <a:t>استاد راهنما: دکتر سید حسین</a:t>
            </a:r>
            <a:r>
              <a:rPr kumimoji="0" lang="fa-IR" sz="1600" b="1" i="0" u="none" strike="noStrike" kern="0" cap="none" spc="0" normalizeH="0" noProof="0" dirty="0">
                <a:ln>
                  <a:noFill/>
                </a:ln>
                <a:solidFill>
                  <a:srgbClr val="FFFFFF"/>
                </a:solidFill>
                <a:effectLst/>
                <a:uLnTx/>
                <a:uFillTx/>
                <a:latin typeface="Times New Roman" panose="02020603050405020304" pitchFamily="18" charset="0"/>
                <a:cs typeface="B Nazanin" pitchFamily="2" charset="-78"/>
              </a:rPr>
              <a:t> پیشگر</a:t>
            </a:r>
            <a:endParaRPr kumimoji="0" lang="en-US" sz="1600" b="1" i="0" u="none" strike="noStrike" kern="0" cap="none" spc="0" normalizeH="0" baseline="0" noProof="0" dirty="0">
              <a:ln>
                <a:noFill/>
              </a:ln>
              <a:solidFill>
                <a:srgbClr val="FFFFFF"/>
              </a:solidFill>
              <a:effectLst/>
              <a:uLnTx/>
              <a:uFillTx/>
              <a:latin typeface="Times New Roman" panose="02020603050405020304" pitchFamily="18" charset="0"/>
              <a:cs typeface="B Nazanin" pitchFamily="2" charset="-78"/>
            </a:endParaRPr>
          </a:p>
          <a:p>
            <a:pPr marL="0" marR="0" lvl="0" indent="0" algn="ctr" defTabSz="914400" rtl="1" eaLnBrk="1" fontAlgn="base" latinLnBrk="0" hangingPunct="1">
              <a:lnSpc>
                <a:spcPct val="100000"/>
              </a:lnSpc>
              <a:spcBef>
                <a:spcPct val="0"/>
              </a:spcBef>
              <a:spcAft>
                <a:spcPct val="0"/>
              </a:spcAft>
              <a:buClrTx/>
              <a:buSzTx/>
              <a:buFontTx/>
              <a:buNone/>
              <a:tabLst/>
              <a:defRPr/>
            </a:pPr>
            <a:endParaRPr kumimoji="0" lang="fa-IR" sz="1100" b="1" i="0" u="none" strike="noStrike" kern="0" cap="none" spc="0" normalizeH="0" baseline="0" noProof="0" dirty="0">
              <a:ln>
                <a:noFill/>
              </a:ln>
              <a:solidFill>
                <a:srgbClr val="FFFFFF"/>
              </a:solidFill>
              <a:effectLst/>
              <a:uLnTx/>
              <a:uFillTx/>
              <a:latin typeface="Times New Roman" panose="02020603050405020304" pitchFamily="18" charset="0"/>
              <a:cs typeface="Times New Roman" panose="02020603050405020304" pitchFamily="18" charset="0"/>
            </a:endParaRPr>
          </a:p>
          <a:p>
            <a:pPr marL="0" marR="0" lvl="0" indent="0" algn="ctr" defTabSz="914400" rtl="1" eaLnBrk="1" fontAlgn="base" latinLnBrk="0" hangingPunct="1">
              <a:lnSpc>
                <a:spcPct val="100000"/>
              </a:lnSpc>
              <a:spcBef>
                <a:spcPct val="0"/>
              </a:spcBef>
              <a:spcAft>
                <a:spcPct val="0"/>
              </a:spcAft>
              <a:buClrTx/>
              <a:buSzTx/>
              <a:buFontTx/>
              <a:buNone/>
              <a:tabLst/>
              <a:defRPr/>
            </a:pPr>
            <a:r>
              <a:rPr lang="fa-IR" sz="1200" b="1" kern="0" dirty="0" smtClean="0">
                <a:solidFill>
                  <a:srgbClr val="FFFFFF"/>
                </a:solidFill>
                <a:latin typeface="Times New Roman" panose="02020603050405020304" pitchFamily="18" charset="0"/>
                <a:cs typeface="B Nazanin" pitchFamily="2" charset="-78"/>
              </a:rPr>
              <a:t>تابستان </a:t>
            </a:r>
            <a:r>
              <a:rPr kumimoji="0" lang="fa-IR" sz="1200" b="1" i="0" u="none" strike="noStrike" kern="0" cap="none" spc="0" normalizeH="0" noProof="0" dirty="0" smtClean="0">
                <a:ln>
                  <a:noFill/>
                </a:ln>
                <a:solidFill>
                  <a:srgbClr val="FFFFFF"/>
                </a:solidFill>
                <a:effectLst/>
                <a:uLnTx/>
                <a:uFillTx/>
                <a:latin typeface="Times New Roman" panose="02020603050405020304" pitchFamily="18" charset="0"/>
                <a:cs typeface="B Nazanin" pitchFamily="2" charset="-78"/>
              </a:rPr>
              <a:t>1403</a:t>
            </a:r>
            <a:endParaRPr kumimoji="0" lang="en-US" sz="1400" b="0" i="0" u="none" strike="noStrike" kern="0" cap="none" spc="0" normalizeH="0" baseline="0" noProof="0" dirty="0">
              <a:ln>
                <a:noFill/>
              </a:ln>
              <a:solidFill>
                <a:srgbClr val="FFFFFF"/>
              </a:solidFill>
              <a:effectLst/>
              <a:uLnTx/>
              <a:uFillTx/>
              <a:latin typeface="Times New Roman" panose="02020603050405020304" pitchFamily="18" charset="0"/>
              <a:cs typeface="B Nazanin" pitchFamily="2" charset="-78"/>
            </a:endParaRPr>
          </a:p>
        </p:txBody>
      </p:sp>
      <p:pic>
        <p:nvPicPr>
          <p:cNvPr id="12" name="Picture 11" descr="پرونده:Azad University logo.png - ویکی‌پدیا، دانشنامهٔ آزاد">
            <a:extLst>
              <a:ext uri="{FF2B5EF4-FFF2-40B4-BE49-F238E27FC236}">
                <a16:creationId xmlns="" xmlns:a16="http://schemas.microsoft.com/office/drawing/2014/main" id="{8BB820CC-AF9A-4352-B541-87C5A2FF6EC9}"/>
              </a:ext>
            </a:extLst>
          </p:cNvPr>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8610600" y="0"/>
            <a:ext cx="533400" cy="822959"/>
          </a:xfrm>
          <a:prstGeom prst="rect">
            <a:avLst/>
          </a:prstGeom>
          <a:noFill/>
          <a:ln>
            <a:noFill/>
          </a:ln>
        </p:spPr>
      </p:pic>
      <p:sp>
        <p:nvSpPr>
          <p:cNvPr id="13" name="Slide Number Placeholder 3">
            <a:extLst>
              <a:ext uri="{FF2B5EF4-FFF2-40B4-BE49-F238E27FC236}">
                <a16:creationId xmlns="" xmlns:a16="http://schemas.microsoft.com/office/drawing/2014/main" id="{FEFB061F-8AAB-4535-B272-1BA4D5A77191}"/>
              </a:ext>
            </a:extLst>
          </p:cNvPr>
          <p:cNvSpPr>
            <a:spLocks noGrp="1"/>
          </p:cNvSpPr>
          <p:nvPr>
            <p:ph type="sldNum" sz="quarter" idx="12"/>
          </p:nvPr>
        </p:nvSpPr>
        <p:spPr>
          <a:xfrm>
            <a:off x="8965" y="6090313"/>
            <a:ext cx="676835" cy="767687"/>
          </a:xfrm>
        </p:spPr>
        <p:txBody>
          <a:bodyPr/>
          <a:lstStyle/>
          <a:p>
            <a:pPr rtl="1"/>
            <a:fld id="{E8ADF199-8047-440E-B02B-E80683B392F2}" type="slidenum">
              <a:rPr lang="fa-IR" sz="1800" smtClean="0">
                <a:solidFill>
                  <a:schemeClr val="tx1"/>
                </a:solidFill>
                <a:cs typeface="B Lotus" panose="00000400000000000000" pitchFamily="2" charset="-78"/>
              </a:rPr>
              <a:t>1</a:t>
            </a:fld>
            <a:endParaRPr lang="fa-IR" sz="1800" dirty="0">
              <a:solidFill>
                <a:schemeClr val="tx1"/>
              </a:solidFill>
              <a:cs typeface="B Lotus" panose="00000400000000000000" pitchFamily="2" charset="-78"/>
            </a:endParaRPr>
          </a:p>
        </p:txBody>
      </p:sp>
    </p:spTree>
    <p:extLst>
      <p:ext uri="{BB962C8B-B14F-4D97-AF65-F5344CB8AC3E}">
        <p14:creationId xmlns:p14="http://schemas.microsoft.com/office/powerpoint/2010/main" val="4230815566"/>
      </p:ext>
    </p:extLst>
  </p:cSld>
  <p:clrMapOvr>
    <a:masterClrMapping/>
  </p:clrMapOvr>
  <p:timing>
    <p:tnLst>
      <p:par>
        <p:cTn id="1" dur="indefinite" restart="never" nodeType="tmRoot"/>
      </p:par>
    </p:tnLst>
  </p:timing>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2" name="Picture 11" descr="پرونده:Azad University logo.png - ویکی‌پدیا، دانشنامهٔ آزاد">
            <a:extLst>
              <a:ext uri="{FF2B5EF4-FFF2-40B4-BE49-F238E27FC236}">
                <a16:creationId xmlns="" xmlns:a16="http://schemas.microsoft.com/office/drawing/2014/main" id="{8BB820CC-AF9A-4352-B541-87C5A2FF6EC9}"/>
              </a:ext>
            </a:extLst>
          </p:cNvPr>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8610600" y="0"/>
            <a:ext cx="533400" cy="822959"/>
          </a:xfrm>
          <a:prstGeom prst="rect">
            <a:avLst/>
          </a:prstGeom>
          <a:noFill/>
          <a:ln>
            <a:noFill/>
          </a:ln>
        </p:spPr>
      </p:pic>
      <p:sp>
        <p:nvSpPr>
          <p:cNvPr id="13" name="AutoShape 2">
            <a:extLst>
              <a:ext uri="{FF2B5EF4-FFF2-40B4-BE49-F238E27FC236}">
                <a16:creationId xmlns="" xmlns:a16="http://schemas.microsoft.com/office/drawing/2014/main" id="{497A908A-E454-4B9F-A07D-96505D4C7818}"/>
              </a:ext>
            </a:extLst>
          </p:cNvPr>
          <p:cNvSpPr>
            <a:spLocks noChangeAspect="1" noChangeArrowheads="1"/>
          </p:cNvSpPr>
          <p:nvPr/>
        </p:nvSpPr>
        <p:spPr bwMode="ltGray">
          <a:xfrm rot="16200000" flipH="1">
            <a:off x="6766533" y="1703388"/>
            <a:ext cx="4824413" cy="4770438"/>
          </a:xfrm>
          <a:custGeom>
            <a:avLst/>
            <a:gdLst>
              <a:gd name="G0" fmla="+- 10478 0 0"/>
              <a:gd name="G1" fmla="+- -11739500 0 0"/>
              <a:gd name="G2" fmla="+- 0 0 -11739500"/>
              <a:gd name="T0" fmla="*/ 0 256 1"/>
              <a:gd name="T1" fmla="*/ 180 256 1"/>
              <a:gd name="G3" fmla="+- -11739500 T0 T1"/>
              <a:gd name="T2" fmla="*/ 0 256 1"/>
              <a:gd name="T3" fmla="*/ 90 256 1"/>
              <a:gd name="G4" fmla="+- -11739500 T2 T3"/>
              <a:gd name="G5" fmla="*/ G4 2 1"/>
              <a:gd name="T4" fmla="*/ 90 256 1"/>
              <a:gd name="T5" fmla="*/ 0 256 1"/>
              <a:gd name="G6" fmla="+- -11739500 T4 T5"/>
              <a:gd name="G7" fmla="*/ G6 2 1"/>
              <a:gd name="G8" fmla="abs -11739500"/>
              <a:gd name="T6" fmla="*/ 0 256 1"/>
              <a:gd name="T7" fmla="*/ 90 256 1"/>
              <a:gd name="G9" fmla="+- G8 T6 T7"/>
              <a:gd name="G10" fmla="?: G9 G7 G5"/>
              <a:gd name="T8" fmla="*/ 0 256 1"/>
              <a:gd name="T9" fmla="*/ 360 256 1"/>
              <a:gd name="G11" fmla="+- G10 T8 T9"/>
              <a:gd name="G12" fmla="?: G10 G11 G10"/>
              <a:gd name="T10" fmla="*/ 0 256 1"/>
              <a:gd name="T11" fmla="*/ 360 256 1"/>
              <a:gd name="G13" fmla="+- G12 T10 T11"/>
              <a:gd name="G14" fmla="?: G12 G13 G12"/>
              <a:gd name="G15" fmla="+- 0 0 G14"/>
              <a:gd name="G16" fmla="+- 10800 0 0"/>
              <a:gd name="G17" fmla="+- 10800 0 10478"/>
              <a:gd name="G18" fmla="*/ 10478 1 2"/>
              <a:gd name="G19" fmla="+- G18 5400 0"/>
              <a:gd name="G20" fmla="cos G19 -11739500"/>
              <a:gd name="G21" fmla="sin G19 -11739500"/>
              <a:gd name="G22" fmla="+- G20 10800 0"/>
              <a:gd name="G23" fmla="+- G21 10800 0"/>
              <a:gd name="G24" fmla="+- 10800 0 G20"/>
              <a:gd name="G25" fmla="+- 10478 10800 0"/>
              <a:gd name="G26" fmla="?: G9 G17 G25"/>
              <a:gd name="G27" fmla="?: G9 0 21600"/>
              <a:gd name="G28" fmla="cos 10800 -11739500"/>
              <a:gd name="G29" fmla="sin 10800 -11739500"/>
              <a:gd name="G30" fmla="sin 10478 -11739500"/>
              <a:gd name="G31" fmla="+- G28 10800 0"/>
              <a:gd name="G32" fmla="+- G29 10800 0"/>
              <a:gd name="G33" fmla="+- G30 10800 0"/>
              <a:gd name="G34" fmla="?: G4 0 G31"/>
              <a:gd name="G35" fmla="?: -11739500 G34 0"/>
              <a:gd name="G36" fmla="?: G6 G35 G31"/>
              <a:gd name="G37" fmla="+- 21600 0 G36"/>
              <a:gd name="G38" fmla="?: G4 0 G33"/>
              <a:gd name="G39" fmla="?: -11739500 G38 G32"/>
              <a:gd name="G40" fmla="?: G6 G39 0"/>
              <a:gd name="G41" fmla="?: G4 G32 21600"/>
              <a:gd name="G42" fmla="?: G6 G41 G33"/>
              <a:gd name="T12" fmla="*/ 10800 w 21600"/>
              <a:gd name="T13" fmla="*/ 0 h 21600"/>
              <a:gd name="T14" fmla="*/ 162 w 21600"/>
              <a:gd name="T15" fmla="*/ 10638 h 21600"/>
              <a:gd name="T16" fmla="*/ 10800 w 21600"/>
              <a:gd name="T17" fmla="*/ 322 h 21600"/>
              <a:gd name="T18" fmla="*/ 21438 w 21600"/>
              <a:gd name="T19" fmla="*/ 10638 h 21600"/>
              <a:gd name="T20" fmla="*/ G36 w 21600"/>
              <a:gd name="T21" fmla="*/ G40 h 21600"/>
              <a:gd name="T22" fmla="*/ G37 w 21600"/>
              <a:gd name="T23" fmla="*/ G42 h 21600"/>
            </a:gdLst>
            <a:ahLst/>
            <a:cxnLst>
              <a:cxn ang="0">
                <a:pos x="T12" y="T13"/>
              </a:cxn>
              <a:cxn ang="0">
                <a:pos x="T14" y="T15"/>
              </a:cxn>
              <a:cxn ang="0">
                <a:pos x="T16" y="T17"/>
              </a:cxn>
              <a:cxn ang="0">
                <a:pos x="T18" y="T19"/>
              </a:cxn>
            </a:cxnLst>
            <a:rect l="T20" t="T21" r="T22" b="T23"/>
            <a:pathLst>
              <a:path w="21600" h="21600">
                <a:moveTo>
                  <a:pt x="323" y="10641"/>
                </a:moveTo>
                <a:cubicBezTo>
                  <a:pt x="410" y="4916"/>
                  <a:pt x="5075" y="321"/>
                  <a:pt x="10800" y="322"/>
                </a:cubicBezTo>
                <a:cubicBezTo>
                  <a:pt x="16524" y="322"/>
                  <a:pt x="21189" y="4916"/>
                  <a:pt x="21276" y="10641"/>
                </a:cubicBezTo>
                <a:lnTo>
                  <a:pt x="21598" y="10636"/>
                </a:lnTo>
                <a:cubicBezTo>
                  <a:pt x="21509" y="4736"/>
                  <a:pt x="16700" y="-1"/>
                  <a:pt x="10799" y="0"/>
                </a:cubicBezTo>
                <a:cubicBezTo>
                  <a:pt x="4899" y="0"/>
                  <a:pt x="90" y="4736"/>
                  <a:pt x="1" y="10636"/>
                </a:cubicBezTo>
                <a:close/>
              </a:path>
            </a:pathLst>
          </a:custGeom>
          <a:gradFill rotWithShape="0">
            <a:gsLst>
              <a:gs pos="0">
                <a:srgbClr val="B0BAD8">
                  <a:gamma/>
                  <a:tint val="45490"/>
                  <a:invGamma/>
                </a:srgbClr>
              </a:gs>
              <a:gs pos="100000">
                <a:srgbClr val="B0BAD8"/>
              </a:gs>
            </a:gsLst>
            <a:lin ang="0" scaled="1"/>
          </a:gradFill>
          <a:ln w="9525" algn="ctr">
            <a:noFill/>
            <a:miter lim="800000"/>
            <a:headEnd/>
            <a:tailEnd/>
          </a:ln>
          <a:effectLst/>
        </p:spPr>
        <p:txBody>
          <a:bodyPr wrap="none" anchor="ct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endParaRPr>
          </a:p>
        </p:txBody>
      </p:sp>
      <p:sp>
        <p:nvSpPr>
          <p:cNvPr id="14" name="AutoShape 3">
            <a:extLst>
              <a:ext uri="{FF2B5EF4-FFF2-40B4-BE49-F238E27FC236}">
                <a16:creationId xmlns="" xmlns:a16="http://schemas.microsoft.com/office/drawing/2014/main" id="{481E592A-A902-40E8-8D57-EEB2C886C06E}"/>
              </a:ext>
            </a:extLst>
          </p:cNvPr>
          <p:cNvSpPr>
            <a:spLocks noChangeAspect="1" noChangeArrowheads="1"/>
          </p:cNvSpPr>
          <p:nvPr/>
        </p:nvSpPr>
        <p:spPr bwMode="ltGray">
          <a:xfrm rot="16200000">
            <a:off x="7128181" y="2139156"/>
            <a:ext cx="4032250" cy="3929063"/>
          </a:xfrm>
          <a:custGeom>
            <a:avLst/>
            <a:gdLst>
              <a:gd name="G0" fmla="+- 56 0 0"/>
              <a:gd name="G1" fmla="+- 11796480 0 0"/>
              <a:gd name="G2" fmla="+- 0 0 11796480"/>
              <a:gd name="T0" fmla="*/ 0 256 1"/>
              <a:gd name="T1" fmla="*/ 180 256 1"/>
              <a:gd name="G3" fmla="+- 11796480 T0 T1"/>
              <a:gd name="T2" fmla="*/ 0 256 1"/>
              <a:gd name="T3" fmla="*/ 90 256 1"/>
              <a:gd name="G4" fmla="+- 11796480 T2 T3"/>
              <a:gd name="G5" fmla="*/ G4 2 1"/>
              <a:gd name="T4" fmla="*/ 90 256 1"/>
              <a:gd name="T5" fmla="*/ 0 256 1"/>
              <a:gd name="G6" fmla="+- 11796480 T4 T5"/>
              <a:gd name="G7" fmla="*/ G6 2 1"/>
              <a:gd name="G8" fmla="abs 11796480"/>
              <a:gd name="T6" fmla="*/ 0 256 1"/>
              <a:gd name="T7" fmla="*/ 90 256 1"/>
              <a:gd name="G9" fmla="+- G8 T6 T7"/>
              <a:gd name="G10" fmla="?: G9 G7 G5"/>
              <a:gd name="T8" fmla="*/ 0 256 1"/>
              <a:gd name="T9" fmla="*/ 360 256 1"/>
              <a:gd name="G11" fmla="+- G10 T8 T9"/>
              <a:gd name="G12" fmla="?: G10 G11 G10"/>
              <a:gd name="T10" fmla="*/ 0 256 1"/>
              <a:gd name="T11" fmla="*/ 360 256 1"/>
              <a:gd name="G13" fmla="+- G12 T10 T11"/>
              <a:gd name="G14" fmla="?: G12 G13 G12"/>
              <a:gd name="G15" fmla="+- 0 0 G14"/>
              <a:gd name="G16" fmla="+- 10800 0 0"/>
              <a:gd name="G17" fmla="+- 10800 0 56"/>
              <a:gd name="G18" fmla="*/ 56 1 2"/>
              <a:gd name="G19" fmla="+- G18 5400 0"/>
              <a:gd name="G20" fmla="cos G19 11796480"/>
              <a:gd name="G21" fmla="sin G19 11796480"/>
              <a:gd name="G22" fmla="+- G20 10800 0"/>
              <a:gd name="G23" fmla="+- G21 10800 0"/>
              <a:gd name="G24" fmla="+- 10800 0 G20"/>
              <a:gd name="G25" fmla="+- 56 10800 0"/>
              <a:gd name="G26" fmla="?: G9 G17 G25"/>
              <a:gd name="G27" fmla="?: G9 0 21600"/>
              <a:gd name="G28" fmla="cos 10800 11796480"/>
              <a:gd name="G29" fmla="sin 10800 11796480"/>
              <a:gd name="G30" fmla="sin 56 11796480"/>
              <a:gd name="G31" fmla="+- G28 10800 0"/>
              <a:gd name="G32" fmla="+- G29 10800 0"/>
              <a:gd name="G33" fmla="+- G30 10800 0"/>
              <a:gd name="G34" fmla="?: G4 0 G31"/>
              <a:gd name="G35" fmla="?: 11796480 G34 0"/>
              <a:gd name="G36" fmla="?: G6 G35 G31"/>
              <a:gd name="G37" fmla="+- 21600 0 G36"/>
              <a:gd name="G38" fmla="?: G4 0 G33"/>
              <a:gd name="G39" fmla="?: 11796480 G38 G32"/>
              <a:gd name="G40" fmla="?: G6 G39 0"/>
              <a:gd name="G41" fmla="?: G4 G32 21600"/>
              <a:gd name="G42" fmla="?: G6 G41 G33"/>
              <a:gd name="T12" fmla="*/ 10800 w 21600"/>
              <a:gd name="T13" fmla="*/ 0 h 21600"/>
              <a:gd name="T14" fmla="*/ 5372 w 21600"/>
              <a:gd name="T15" fmla="*/ 10800 h 21600"/>
              <a:gd name="T16" fmla="*/ 10800 w 21600"/>
              <a:gd name="T17" fmla="*/ 10744 h 21600"/>
              <a:gd name="T18" fmla="*/ 16228 w 21600"/>
              <a:gd name="T19" fmla="*/ 10800 h 21600"/>
              <a:gd name="T20" fmla="*/ G36 w 21600"/>
              <a:gd name="T21" fmla="*/ G40 h 21600"/>
              <a:gd name="T22" fmla="*/ G37 w 21600"/>
              <a:gd name="T23" fmla="*/ G42 h 21600"/>
            </a:gdLst>
            <a:ahLst/>
            <a:cxnLst>
              <a:cxn ang="0">
                <a:pos x="T12" y="T13"/>
              </a:cxn>
              <a:cxn ang="0">
                <a:pos x="T14" y="T15"/>
              </a:cxn>
              <a:cxn ang="0">
                <a:pos x="T16" y="T17"/>
              </a:cxn>
              <a:cxn ang="0">
                <a:pos x="T18" y="T19"/>
              </a:cxn>
            </a:cxnLst>
            <a:rect l="T20" t="T21" r="T22" b="T23"/>
            <a:pathLst>
              <a:path w="21600" h="21600">
                <a:moveTo>
                  <a:pt x="10744" y="10800"/>
                </a:moveTo>
                <a:cubicBezTo>
                  <a:pt x="10744" y="10769"/>
                  <a:pt x="10769" y="10744"/>
                  <a:pt x="10800" y="10744"/>
                </a:cubicBezTo>
                <a:cubicBezTo>
                  <a:pt x="10830" y="10743"/>
                  <a:pt x="10855" y="10769"/>
                  <a:pt x="10856" y="10799"/>
                </a:cubicBezTo>
                <a:lnTo>
                  <a:pt x="21600" y="10800"/>
                </a:lnTo>
                <a:cubicBezTo>
                  <a:pt x="21600" y="4835"/>
                  <a:pt x="16764" y="0"/>
                  <a:pt x="10800" y="0"/>
                </a:cubicBezTo>
                <a:cubicBezTo>
                  <a:pt x="4835" y="0"/>
                  <a:pt x="0" y="4835"/>
                  <a:pt x="0" y="10800"/>
                </a:cubicBezTo>
                <a:close/>
              </a:path>
            </a:pathLst>
          </a:custGeom>
          <a:gradFill rotWithShape="0">
            <a:gsLst>
              <a:gs pos="0">
                <a:srgbClr val="B8CCFE">
                  <a:gamma/>
                  <a:tint val="39216"/>
                  <a:invGamma/>
                </a:srgbClr>
              </a:gs>
              <a:gs pos="100000">
                <a:srgbClr val="B8CCFE"/>
              </a:gs>
            </a:gsLst>
            <a:lin ang="0" scaled="1"/>
          </a:gradFill>
          <a:ln w="0" algn="ctr">
            <a:noFill/>
            <a:miter lim="800000"/>
            <a:headEnd/>
            <a:tailEnd/>
          </a:ln>
          <a:effectLst/>
        </p:spPr>
        <p:txBody>
          <a:bodyPr wrap="none" anchor="ct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endParaRPr>
          </a:p>
        </p:txBody>
      </p:sp>
      <p:sp>
        <p:nvSpPr>
          <p:cNvPr id="15" name="Rounded Rectangle 175">
            <a:extLst>
              <a:ext uri="{FF2B5EF4-FFF2-40B4-BE49-F238E27FC236}">
                <a16:creationId xmlns="" xmlns:a16="http://schemas.microsoft.com/office/drawing/2014/main" id="{51A82317-0D93-4108-A801-C3395CCA75DF}"/>
              </a:ext>
            </a:extLst>
          </p:cNvPr>
          <p:cNvSpPr/>
          <p:nvPr/>
        </p:nvSpPr>
        <p:spPr bwMode="auto">
          <a:xfrm>
            <a:off x="6477000" y="914400"/>
            <a:ext cx="1905000" cy="533400"/>
          </a:xfrm>
          <a:prstGeom prst="roundRect">
            <a:avLst/>
          </a:prstGeom>
          <a:solidFill>
            <a:srgbClr val="3D81BF">
              <a:lumMod val="75000"/>
            </a:srgbClr>
          </a:solidFill>
          <a:ln w="9525" cap="flat" cmpd="sng" algn="ctr">
            <a:solidFill>
              <a:srgbClr val="000000"/>
            </a:solidFill>
            <a:prstDash val="solid"/>
            <a:round/>
            <a:headEnd type="none" w="med" len="med"/>
            <a:tailEnd type="none" w="med" len="med"/>
          </a:ln>
          <a:effectLst>
            <a:reflection blurRad="6350" stA="50000" endA="300" endPos="55000" dir="5400000" sy="-100000" algn="bl" rotWithShape="0"/>
          </a:effectLst>
          <a:scene3d>
            <a:camera prst="isometricOffAxis2Left"/>
            <a:lightRig rig="threePt" dir="t"/>
          </a:scene3d>
        </p:spPr>
        <p:txBody>
          <a:bodyPr vert="horz" wrap="square" lIns="91440" tIns="45720" rIns="91440" bIns="45720" numCol="1" rtlCol="0" anchor="t" anchorCtr="0" compatLnSpc="1">
            <a:prstTxWarp prst="textNoShape">
              <a:avLst/>
            </a:prstTxWarp>
          </a:bodyPr>
          <a:lstStyle/>
          <a:p>
            <a:pPr marL="0" marR="0" lvl="0" indent="0" algn="ctr" defTabSz="914400" eaLnBrk="1" fontAlgn="base" latinLnBrk="0" hangingPunct="1">
              <a:lnSpc>
                <a:spcPct val="100000"/>
              </a:lnSpc>
              <a:spcBef>
                <a:spcPct val="0"/>
              </a:spcBef>
              <a:spcAft>
                <a:spcPct val="0"/>
              </a:spcAft>
              <a:buClrTx/>
              <a:buSzTx/>
              <a:buFontTx/>
              <a:buNone/>
              <a:tabLst/>
              <a:defRPr/>
            </a:pPr>
            <a:r>
              <a:rPr kumimoji="0" lang="fa-IR" sz="2200" b="1" i="0" u="none" strike="noStrike" kern="0" cap="none" spc="0" normalizeH="0" baseline="0" noProof="0" dirty="0">
                <a:ln>
                  <a:noFill/>
                </a:ln>
                <a:solidFill>
                  <a:srgbClr val="FFFFFF"/>
                </a:solidFill>
                <a:effectLst/>
                <a:uLnTx/>
                <a:uFillTx/>
                <a:latin typeface="Times New Roman" panose="02020603050405020304" pitchFamily="18" charset="0"/>
                <a:cs typeface="B Nazanin" pitchFamily="2" charset="-78"/>
              </a:rPr>
              <a:t>فهرست</a:t>
            </a:r>
            <a:endParaRPr kumimoji="0" lang="en-US" sz="2200" b="1" i="0" u="none" strike="noStrike" kern="0" cap="none" spc="0" normalizeH="0" baseline="0" noProof="0" dirty="0">
              <a:ln>
                <a:noFill/>
              </a:ln>
              <a:solidFill>
                <a:srgbClr val="FFFFFF"/>
              </a:solidFill>
              <a:effectLst/>
              <a:uLnTx/>
              <a:uFillTx/>
              <a:latin typeface="Times New Roman" panose="02020603050405020304" pitchFamily="18" charset="0"/>
              <a:cs typeface="B Nazanin" pitchFamily="2" charset="-78"/>
            </a:endParaRPr>
          </a:p>
        </p:txBody>
      </p:sp>
      <p:sp>
        <p:nvSpPr>
          <p:cNvPr id="16" name="AutoShape 5">
            <a:extLst>
              <a:ext uri="{FF2B5EF4-FFF2-40B4-BE49-F238E27FC236}">
                <a16:creationId xmlns="" xmlns:a16="http://schemas.microsoft.com/office/drawing/2014/main" id="{A1924C9B-0919-470E-9298-E5DFCF302DF3}"/>
              </a:ext>
            </a:extLst>
          </p:cNvPr>
          <p:cNvSpPr>
            <a:spLocks noChangeAspect="1" noChangeArrowheads="1"/>
          </p:cNvSpPr>
          <p:nvPr/>
        </p:nvSpPr>
        <p:spPr bwMode="gray">
          <a:xfrm>
            <a:off x="3397853" y="5484630"/>
            <a:ext cx="3920947" cy="508000"/>
          </a:xfrm>
          <a:prstGeom prst="roundRect">
            <a:avLst>
              <a:gd name="adj" fmla="val 50000"/>
            </a:avLst>
          </a:prstGeom>
          <a:gradFill flip="none" rotWithShape="1">
            <a:gsLst>
              <a:gs pos="0">
                <a:srgbClr val="C4E59F">
                  <a:tint val="66000"/>
                  <a:satMod val="160000"/>
                </a:srgbClr>
              </a:gs>
              <a:gs pos="50000">
                <a:srgbClr val="C4E59F">
                  <a:tint val="44500"/>
                  <a:satMod val="160000"/>
                </a:srgbClr>
              </a:gs>
              <a:gs pos="100000">
                <a:srgbClr val="C4E59F">
                  <a:tint val="23500"/>
                  <a:satMod val="160000"/>
                </a:srgbClr>
              </a:gs>
            </a:gsLst>
            <a:lin ang="0" scaled="1"/>
            <a:tileRect/>
          </a:gradFill>
          <a:ln w="28575" algn="ctr">
            <a:solidFill>
              <a:srgbClr val="C4E59F"/>
            </a:solidFill>
            <a:round/>
            <a:headEnd/>
            <a:tailEnd/>
          </a:ln>
          <a:effectLst/>
        </p:spPr>
        <p:txBody>
          <a:bodyPr wrap="none" anchor="ctr"/>
          <a:lstStyle/>
          <a:p>
            <a:pPr algn="r" fontAlgn="base">
              <a:spcBef>
                <a:spcPct val="0"/>
              </a:spcBef>
              <a:spcAft>
                <a:spcPct val="0"/>
              </a:spcAft>
            </a:pPr>
            <a:r>
              <a:rPr lang="fa-IR" b="1" dirty="0" smtClean="0">
                <a:solidFill>
                  <a:srgbClr val="000000"/>
                </a:solidFill>
                <a:latin typeface="Times New Roman" panose="02020603050405020304" pitchFamily="18" charset="0"/>
                <a:cs typeface="B Nazanin" pitchFamily="2" charset="-78"/>
              </a:rPr>
              <a:t> پیاده سازی و ارزیابی همسان ساز پیشنهادی</a:t>
            </a:r>
            <a:endParaRPr lang="en-US" b="1" dirty="0">
              <a:solidFill>
                <a:srgbClr val="000000"/>
              </a:solidFill>
              <a:latin typeface="Times New Roman" panose="02020603050405020304" pitchFamily="18" charset="0"/>
              <a:cs typeface="Times New Roman" panose="02020603050405020304" pitchFamily="18" charset="0"/>
            </a:endParaRPr>
          </a:p>
        </p:txBody>
      </p:sp>
      <p:sp>
        <p:nvSpPr>
          <p:cNvPr id="17" name="AutoShape 6">
            <a:extLst>
              <a:ext uri="{FF2B5EF4-FFF2-40B4-BE49-F238E27FC236}">
                <a16:creationId xmlns="" xmlns:a16="http://schemas.microsoft.com/office/drawing/2014/main" id="{1F8AE669-1568-4178-BF56-57E58EA0C127}"/>
              </a:ext>
            </a:extLst>
          </p:cNvPr>
          <p:cNvSpPr>
            <a:spLocks noChangeAspect="1" noChangeArrowheads="1"/>
          </p:cNvSpPr>
          <p:nvPr/>
        </p:nvSpPr>
        <p:spPr bwMode="gray">
          <a:xfrm>
            <a:off x="2373921" y="4483708"/>
            <a:ext cx="4461912" cy="508000"/>
          </a:xfrm>
          <a:prstGeom prst="roundRect">
            <a:avLst>
              <a:gd name="adj" fmla="val 50000"/>
            </a:avLst>
          </a:prstGeom>
          <a:gradFill flip="none" rotWithShape="1">
            <a:gsLst>
              <a:gs pos="0">
                <a:srgbClr val="B7E7FF">
                  <a:gamma/>
                  <a:tint val="0"/>
                  <a:invGamma/>
                </a:srgbClr>
              </a:gs>
              <a:gs pos="100000">
                <a:srgbClr val="B7E7FF"/>
              </a:gs>
            </a:gsLst>
            <a:lin ang="10800000" scaled="1"/>
            <a:tileRect/>
          </a:gradFill>
          <a:ln w="28575" algn="ctr">
            <a:solidFill>
              <a:srgbClr val="C4E59F"/>
            </a:solidFill>
            <a:round/>
            <a:headEnd/>
            <a:tailEnd/>
          </a:ln>
          <a:effectLst/>
        </p:spPr>
        <p:txBody>
          <a:bodyPr wrap="none" anchor="ctr"/>
          <a:lstStyle/>
          <a:p>
            <a:pPr algn="r" rtl="1" fontAlgn="base">
              <a:spcBef>
                <a:spcPct val="0"/>
              </a:spcBef>
              <a:spcAft>
                <a:spcPct val="0"/>
              </a:spcAft>
            </a:pPr>
            <a:r>
              <a:rPr lang="fa-IR" b="1" dirty="0">
                <a:solidFill>
                  <a:srgbClr val="000000"/>
                </a:solidFill>
                <a:latin typeface="Times New Roman" panose="02020603050405020304" pitchFamily="18" charset="0"/>
                <a:cs typeface="B Nazanin" pitchFamily="2" charset="-78"/>
              </a:rPr>
              <a:t>همسان</a:t>
            </a:r>
            <a:r>
              <a:rPr lang="en-US" b="1" dirty="0">
                <a:solidFill>
                  <a:srgbClr val="000000"/>
                </a:solidFill>
                <a:latin typeface="Times New Roman" panose="02020603050405020304" pitchFamily="18" charset="0"/>
                <a:cs typeface="B Nazanin" pitchFamily="2" charset="-78"/>
              </a:rPr>
              <a:t> </a:t>
            </a:r>
            <a:r>
              <a:rPr lang="fa-IR" b="1" dirty="0">
                <a:solidFill>
                  <a:srgbClr val="000000"/>
                </a:solidFill>
                <a:latin typeface="Times New Roman" panose="02020603050405020304" pitchFamily="18" charset="0"/>
                <a:cs typeface="B Nazanin" pitchFamily="2" charset="-78"/>
              </a:rPr>
              <a:t>ساز پیشنهادی</a:t>
            </a:r>
            <a:endParaRPr lang="en-US" b="1" dirty="0">
              <a:solidFill>
                <a:srgbClr val="000000"/>
              </a:solidFill>
              <a:latin typeface="Times New Roman" panose="02020603050405020304" pitchFamily="18" charset="0"/>
              <a:cs typeface="B Nazanin" pitchFamily="2" charset="-78"/>
            </a:endParaRPr>
          </a:p>
        </p:txBody>
      </p:sp>
      <p:sp>
        <p:nvSpPr>
          <p:cNvPr id="18" name="AutoShape 7">
            <a:extLst>
              <a:ext uri="{FF2B5EF4-FFF2-40B4-BE49-F238E27FC236}">
                <a16:creationId xmlns="" xmlns:a16="http://schemas.microsoft.com/office/drawing/2014/main" id="{3C597848-6C50-46C7-91D1-A520128CFE55}"/>
              </a:ext>
            </a:extLst>
          </p:cNvPr>
          <p:cNvSpPr>
            <a:spLocks noChangeAspect="1" noChangeArrowheads="1"/>
          </p:cNvSpPr>
          <p:nvPr/>
        </p:nvSpPr>
        <p:spPr bwMode="gray">
          <a:xfrm>
            <a:off x="2373920" y="3405732"/>
            <a:ext cx="4419600" cy="508000"/>
          </a:xfrm>
          <a:prstGeom prst="roundRect">
            <a:avLst>
              <a:gd name="adj" fmla="val 50000"/>
            </a:avLst>
          </a:prstGeom>
          <a:gradFill flip="none" rotWithShape="1">
            <a:gsLst>
              <a:gs pos="0">
                <a:srgbClr val="C4E59F">
                  <a:tint val="66000"/>
                  <a:satMod val="160000"/>
                </a:srgbClr>
              </a:gs>
              <a:gs pos="50000">
                <a:srgbClr val="C4E59F">
                  <a:tint val="44500"/>
                  <a:satMod val="160000"/>
                </a:srgbClr>
              </a:gs>
              <a:gs pos="100000">
                <a:srgbClr val="C4E59F">
                  <a:tint val="23500"/>
                  <a:satMod val="160000"/>
                </a:srgbClr>
              </a:gs>
            </a:gsLst>
            <a:lin ang="0" scaled="1"/>
            <a:tileRect/>
          </a:gradFill>
          <a:ln w="28575" algn="ctr">
            <a:solidFill>
              <a:srgbClr val="C4E59F"/>
            </a:solidFill>
            <a:round/>
            <a:headEnd/>
            <a:tailEnd/>
          </a:ln>
          <a:effectLst/>
        </p:spPr>
        <p:txBody>
          <a:bodyPr wrap="none" anchor="ctr"/>
          <a:lstStyle/>
          <a:p>
            <a:pPr algn="r" rtl="1" fontAlgn="base">
              <a:spcBef>
                <a:spcPct val="0"/>
              </a:spcBef>
              <a:spcAft>
                <a:spcPct val="0"/>
              </a:spcAft>
            </a:pPr>
            <a:r>
              <a:rPr lang="fa-IR" b="1" dirty="0">
                <a:solidFill>
                  <a:srgbClr val="000000"/>
                </a:solidFill>
                <a:latin typeface="Times New Roman" panose="02020603050405020304" pitchFamily="18" charset="0"/>
                <a:cs typeface="B Nazanin" pitchFamily="2" charset="-78"/>
              </a:rPr>
              <a:t>همسان</a:t>
            </a:r>
            <a:r>
              <a:rPr lang="en-US" b="1" dirty="0">
                <a:solidFill>
                  <a:srgbClr val="000000"/>
                </a:solidFill>
                <a:latin typeface="Times New Roman" panose="02020603050405020304" pitchFamily="18" charset="0"/>
                <a:cs typeface="B Nazanin" pitchFamily="2" charset="-78"/>
              </a:rPr>
              <a:t> </a:t>
            </a:r>
            <a:r>
              <a:rPr lang="fa-IR" b="1" dirty="0">
                <a:solidFill>
                  <a:srgbClr val="000000"/>
                </a:solidFill>
                <a:latin typeface="Times New Roman" panose="02020603050405020304" pitchFamily="18" charset="0"/>
                <a:cs typeface="B Nazanin" pitchFamily="2" charset="-78"/>
              </a:rPr>
              <a:t>سازی باتری</a:t>
            </a:r>
            <a:endParaRPr lang="en-US" b="1" dirty="0">
              <a:solidFill>
                <a:srgbClr val="000000"/>
              </a:solidFill>
              <a:latin typeface="Times New Roman" panose="02020603050405020304" pitchFamily="18" charset="0"/>
              <a:cs typeface="B Nazanin" pitchFamily="2" charset="-78"/>
            </a:endParaRPr>
          </a:p>
        </p:txBody>
      </p:sp>
      <p:sp>
        <p:nvSpPr>
          <p:cNvPr id="19" name="AutoShape 8">
            <a:extLst>
              <a:ext uri="{FF2B5EF4-FFF2-40B4-BE49-F238E27FC236}">
                <a16:creationId xmlns="" xmlns:a16="http://schemas.microsoft.com/office/drawing/2014/main" id="{CF9E5B87-43A1-4646-AE69-F01C6BAFAD06}"/>
              </a:ext>
            </a:extLst>
          </p:cNvPr>
          <p:cNvSpPr>
            <a:spLocks noChangeAspect="1" noChangeArrowheads="1"/>
          </p:cNvSpPr>
          <p:nvPr/>
        </p:nvSpPr>
        <p:spPr bwMode="gray">
          <a:xfrm>
            <a:off x="3397854" y="2317319"/>
            <a:ext cx="3929065" cy="508000"/>
          </a:xfrm>
          <a:prstGeom prst="roundRect">
            <a:avLst>
              <a:gd name="adj" fmla="val 50000"/>
            </a:avLst>
          </a:prstGeom>
          <a:gradFill flip="none" rotWithShape="1">
            <a:gsLst>
              <a:gs pos="0">
                <a:srgbClr val="B7E7FF">
                  <a:gamma/>
                  <a:tint val="0"/>
                  <a:invGamma/>
                </a:srgbClr>
              </a:gs>
              <a:gs pos="100000">
                <a:srgbClr val="B7E7FF"/>
              </a:gs>
            </a:gsLst>
            <a:lin ang="10800000" scaled="1"/>
            <a:tileRect/>
          </a:gradFill>
          <a:ln w="28575" algn="ctr">
            <a:solidFill>
              <a:srgbClr val="C4E59F"/>
            </a:solidFill>
            <a:round/>
            <a:headEnd/>
            <a:tailEnd/>
          </a:ln>
          <a:effectLst/>
        </p:spPr>
        <p:txBody>
          <a:bodyPr wrap="none" anchor="ctr"/>
          <a:lstStyle/>
          <a:p>
            <a:pPr algn="r" rtl="1" fontAlgn="base">
              <a:spcBef>
                <a:spcPct val="0"/>
              </a:spcBef>
              <a:spcAft>
                <a:spcPct val="0"/>
              </a:spcAft>
            </a:pPr>
            <a:r>
              <a:rPr lang="fa-IR" b="1" dirty="0">
                <a:solidFill>
                  <a:srgbClr val="000000"/>
                </a:solidFill>
                <a:latin typeface="Times New Roman" panose="02020603050405020304" pitchFamily="18" charset="0"/>
                <a:cs typeface="B Nazanin" pitchFamily="2" charset="-78"/>
              </a:rPr>
              <a:t>باتری ها</a:t>
            </a:r>
            <a:endParaRPr lang="en-US" b="1" dirty="0">
              <a:solidFill>
                <a:srgbClr val="000000"/>
              </a:solidFill>
              <a:latin typeface="Times New Roman" panose="02020603050405020304" pitchFamily="18" charset="0"/>
              <a:cs typeface="B Nazanin" pitchFamily="2" charset="-78"/>
            </a:endParaRPr>
          </a:p>
        </p:txBody>
      </p:sp>
      <p:grpSp>
        <p:nvGrpSpPr>
          <p:cNvPr id="20" name="Group 9">
            <a:extLst>
              <a:ext uri="{FF2B5EF4-FFF2-40B4-BE49-F238E27FC236}">
                <a16:creationId xmlns="" xmlns:a16="http://schemas.microsoft.com/office/drawing/2014/main" id="{51B5EA01-02D3-45B4-9350-81B3B8CE0AC3}"/>
              </a:ext>
            </a:extLst>
          </p:cNvPr>
          <p:cNvGrpSpPr>
            <a:grpSpLocks noChangeAspect="1"/>
          </p:cNvGrpSpPr>
          <p:nvPr/>
        </p:nvGrpSpPr>
        <p:grpSpPr bwMode="auto">
          <a:xfrm>
            <a:off x="7206270" y="2381173"/>
            <a:ext cx="381000" cy="381000"/>
            <a:chOff x="2078" y="1680"/>
            <a:chExt cx="1615" cy="1615"/>
          </a:xfrm>
        </p:grpSpPr>
        <p:sp>
          <p:nvSpPr>
            <p:cNvPr id="21" name="Oval 10">
              <a:extLst>
                <a:ext uri="{FF2B5EF4-FFF2-40B4-BE49-F238E27FC236}">
                  <a16:creationId xmlns="" xmlns:a16="http://schemas.microsoft.com/office/drawing/2014/main" id="{951593A2-3CCA-4150-9C26-8F0E2FB50DBC}"/>
                </a:ext>
              </a:extLst>
            </p:cNvPr>
            <p:cNvSpPr>
              <a:spLocks noChangeArrowheads="1"/>
            </p:cNvSpPr>
            <p:nvPr/>
          </p:nvSpPr>
          <p:spPr bwMode="gray">
            <a:xfrm>
              <a:off x="2078" y="1680"/>
              <a:ext cx="1615" cy="1615"/>
            </a:xfrm>
            <a:prstGeom prst="ellipse">
              <a:avLst/>
            </a:prstGeom>
            <a:gradFill rotWithShape="1">
              <a:gsLst>
                <a:gs pos="0">
                  <a:srgbClr val="FFFFFF">
                    <a:gamma/>
                    <a:shade val="46275"/>
                    <a:invGamma/>
                  </a:srgbClr>
                </a:gs>
                <a:gs pos="50000">
                  <a:srgbClr val="FFFFFF"/>
                </a:gs>
                <a:gs pos="100000">
                  <a:srgbClr val="FFFFFF">
                    <a:gamma/>
                    <a:shade val="46275"/>
                    <a:invGamma/>
                  </a:srgbClr>
                </a:gs>
              </a:gsLst>
              <a:lin ang="5400000" scaled="1"/>
            </a:gradFill>
            <a:ln w="57150" algn="ctr">
              <a:noFill/>
              <a:round/>
              <a:headEnd/>
              <a:tailEnd/>
            </a:ln>
            <a:effectLst/>
          </p:spPr>
          <p:txBody>
            <a:bodyPr wrap="none" anchor="ct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latin typeface="Arial" pitchFamily="34" charset="0"/>
              </a:endParaRPr>
            </a:p>
          </p:txBody>
        </p:sp>
        <p:sp>
          <p:nvSpPr>
            <p:cNvPr id="22" name="Oval 11">
              <a:extLst>
                <a:ext uri="{FF2B5EF4-FFF2-40B4-BE49-F238E27FC236}">
                  <a16:creationId xmlns="" xmlns:a16="http://schemas.microsoft.com/office/drawing/2014/main" id="{974192FD-32BD-4151-BC3E-0B42B578C87B}"/>
                </a:ext>
              </a:extLst>
            </p:cNvPr>
            <p:cNvSpPr>
              <a:spLocks noChangeArrowheads="1"/>
            </p:cNvSpPr>
            <p:nvPr/>
          </p:nvSpPr>
          <p:spPr bwMode="gray">
            <a:xfrm>
              <a:off x="2170" y="1771"/>
              <a:ext cx="1430" cy="1430"/>
            </a:xfrm>
            <a:prstGeom prst="ellipse">
              <a:avLst/>
            </a:prstGeom>
            <a:gradFill rotWithShape="1">
              <a:gsLst>
                <a:gs pos="0">
                  <a:srgbClr val="FFFFFF">
                    <a:gamma/>
                    <a:shade val="63529"/>
                    <a:invGamma/>
                  </a:srgbClr>
                </a:gs>
                <a:gs pos="50000">
                  <a:srgbClr val="FFFFFF"/>
                </a:gs>
                <a:gs pos="100000">
                  <a:srgbClr val="FFFFFF">
                    <a:gamma/>
                    <a:shade val="63529"/>
                    <a:invGamma/>
                  </a:srgbClr>
                </a:gs>
              </a:gsLst>
              <a:lin ang="0" scaled="1"/>
            </a:gradFill>
            <a:ln w="9525" algn="ctr">
              <a:noFill/>
              <a:round/>
              <a:headEnd/>
              <a:tailEnd/>
            </a:ln>
            <a:effectLst/>
          </p:spPr>
          <p:txBody>
            <a:bodyPr wrap="none" anchor="ct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latin typeface="Arial" pitchFamily="34" charset="0"/>
              </a:endParaRPr>
            </a:p>
          </p:txBody>
        </p:sp>
        <p:sp>
          <p:nvSpPr>
            <p:cNvPr id="23" name="Oval 12">
              <a:extLst>
                <a:ext uri="{FF2B5EF4-FFF2-40B4-BE49-F238E27FC236}">
                  <a16:creationId xmlns="" xmlns:a16="http://schemas.microsoft.com/office/drawing/2014/main" id="{BDD4DA04-B88B-4B07-BF6E-B1C272F0F4CC}"/>
                </a:ext>
              </a:extLst>
            </p:cNvPr>
            <p:cNvSpPr>
              <a:spLocks noChangeArrowheads="1"/>
            </p:cNvSpPr>
            <p:nvPr/>
          </p:nvSpPr>
          <p:spPr bwMode="gray">
            <a:xfrm>
              <a:off x="2254" y="1856"/>
              <a:ext cx="1262" cy="1264"/>
            </a:xfrm>
            <a:prstGeom prst="ellipse">
              <a:avLst/>
            </a:prstGeom>
            <a:gradFill rotWithShape="1">
              <a:gsLst>
                <a:gs pos="0">
                  <a:srgbClr val="8AD4CD">
                    <a:gamma/>
                    <a:tint val="0"/>
                    <a:invGamma/>
                  </a:srgbClr>
                </a:gs>
                <a:gs pos="50000">
                  <a:srgbClr val="8AD4CD"/>
                </a:gs>
                <a:gs pos="100000">
                  <a:srgbClr val="8AD4CD">
                    <a:gamma/>
                    <a:tint val="0"/>
                    <a:invGamma/>
                  </a:srgbClr>
                </a:gs>
              </a:gsLst>
              <a:lin ang="2700000" scaled="1"/>
            </a:gradFill>
            <a:ln w="38100" algn="ctr">
              <a:noFill/>
              <a:round/>
              <a:headEnd/>
              <a:tailEnd/>
            </a:ln>
            <a:effectLst/>
          </p:spPr>
          <p:txBody>
            <a:bodyPr wrap="none" anchor="ctr">
              <a:spAutoFit/>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latin typeface="Arial" pitchFamily="34" charset="0"/>
              </a:endParaRPr>
            </a:p>
          </p:txBody>
        </p:sp>
        <p:sp>
          <p:nvSpPr>
            <p:cNvPr id="24" name="Oval 13">
              <a:extLst>
                <a:ext uri="{FF2B5EF4-FFF2-40B4-BE49-F238E27FC236}">
                  <a16:creationId xmlns="" xmlns:a16="http://schemas.microsoft.com/office/drawing/2014/main" id="{7DDEB6C7-DF12-4B56-A15E-5719879C0767}"/>
                </a:ext>
              </a:extLst>
            </p:cNvPr>
            <p:cNvSpPr>
              <a:spLocks noChangeArrowheads="1"/>
            </p:cNvSpPr>
            <p:nvPr/>
          </p:nvSpPr>
          <p:spPr bwMode="gray">
            <a:xfrm>
              <a:off x="2254" y="1856"/>
              <a:ext cx="1262" cy="1264"/>
            </a:xfrm>
            <a:prstGeom prst="ellipse">
              <a:avLst/>
            </a:prstGeom>
            <a:gradFill rotWithShape="1">
              <a:gsLst>
                <a:gs pos="0">
                  <a:srgbClr val="FFCC00">
                    <a:gamma/>
                    <a:shade val="0"/>
                    <a:invGamma/>
                  </a:srgbClr>
                </a:gs>
                <a:gs pos="100000">
                  <a:srgbClr val="FFCC00"/>
                </a:gs>
              </a:gsLst>
              <a:lin ang="2700000" scaled="1"/>
            </a:gradFill>
            <a:ln w="38100" algn="ctr">
              <a:noFill/>
              <a:round/>
              <a:headEnd/>
              <a:tailEnd/>
            </a:ln>
            <a:effectLst/>
          </p:spPr>
          <p:txBody>
            <a:bodyPr wrap="none" anchor="ctr">
              <a:spAutoFit/>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latin typeface="Arial" pitchFamily="34" charset="0"/>
              </a:endParaRPr>
            </a:p>
          </p:txBody>
        </p:sp>
        <p:sp>
          <p:nvSpPr>
            <p:cNvPr id="25" name="Oval 14">
              <a:extLst>
                <a:ext uri="{FF2B5EF4-FFF2-40B4-BE49-F238E27FC236}">
                  <a16:creationId xmlns="" xmlns:a16="http://schemas.microsoft.com/office/drawing/2014/main" id="{05CB5150-2AB3-496D-9A01-7BD9677B178F}"/>
                </a:ext>
              </a:extLst>
            </p:cNvPr>
            <p:cNvSpPr>
              <a:spLocks noChangeArrowheads="1"/>
            </p:cNvSpPr>
            <p:nvPr/>
          </p:nvSpPr>
          <p:spPr bwMode="gray">
            <a:xfrm>
              <a:off x="2337" y="1939"/>
              <a:ext cx="1096" cy="1098"/>
            </a:xfrm>
            <a:prstGeom prst="ellipse">
              <a:avLst/>
            </a:prstGeom>
            <a:gradFill rotWithShape="1">
              <a:gsLst>
                <a:gs pos="0">
                  <a:srgbClr val="8AD4CD">
                    <a:gamma/>
                    <a:shade val="54118"/>
                    <a:invGamma/>
                  </a:srgbClr>
                </a:gs>
                <a:gs pos="50000">
                  <a:srgbClr val="8AD4CD"/>
                </a:gs>
                <a:gs pos="100000">
                  <a:srgbClr val="8AD4CD">
                    <a:gamma/>
                    <a:shade val="54118"/>
                    <a:invGamma/>
                  </a:srgbClr>
                </a:gs>
              </a:gsLst>
              <a:lin ang="18900000" scaled="1"/>
            </a:gradFill>
            <a:ln w="38100" algn="ctr">
              <a:noFill/>
              <a:round/>
              <a:headEnd/>
              <a:tailEnd/>
            </a:ln>
            <a:effectLst/>
          </p:spPr>
          <p:txBody>
            <a:bodyPr anchor="ctr">
              <a:spAutoFit/>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latin typeface="Arial" pitchFamily="34" charset="0"/>
              </a:endParaRPr>
            </a:p>
          </p:txBody>
        </p:sp>
        <p:sp>
          <p:nvSpPr>
            <p:cNvPr id="26" name="Oval 15">
              <a:extLst>
                <a:ext uri="{FF2B5EF4-FFF2-40B4-BE49-F238E27FC236}">
                  <a16:creationId xmlns="" xmlns:a16="http://schemas.microsoft.com/office/drawing/2014/main" id="{CF5DA36E-72FD-4186-95B0-3E592580924C}"/>
                </a:ext>
              </a:extLst>
            </p:cNvPr>
            <p:cNvSpPr>
              <a:spLocks noChangeArrowheads="1"/>
            </p:cNvSpPr>
            <p:nvPr/>
          </p:nvSpPr>
          <p:spPr bwMode="gray">
            <a:xfrm>
              <a:off x="2337" y="1939"/>
              <a:ext cx="1096" cy="1098"/>
            </a:xfrm>
            <a:prstGeom prst="ellipse">
              <a:avLst/>
            </a:prstGeom>
            <a:gradFill rotWithShape="1">
              <a:gsLst>
                <a:gs pos="0">
                  <a:srgbClr val="FFCC00"/>
                </a:gs>
                <a:gs pos="100000">
                  <a:srgbClr val="FFCC00">
                    <a:gamma/>
                    <a:shade val="48627"/>
                    <a:invGamma/>
                  </a:srgbClr>
                </a:gs>
              </a:gsLst>
              <a:lin ang="2700000" scaled="1"/>
            </a:gradFill>
            <a:ln w="38100" algn="ctr">
              <a:noFill/>
              <a:round/>
              <a:headEnd/>
              <a:tailEnd/>
            </a:ln>
            <a:effectLst/>
          </p:spPr>
          <p:txBody>
            <a:bodyPr anchor="ctr">
              <a:spAutoFit/>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latin typeface="Arial" pitchFamily="34" charset="0"/>
              </a:endParaRPr>
            </a:p>
          </p:txBody>
        </p:sp>
      </p:grpSp>
      <p:grpSp>
        <p:nvGrpSpPr>
          <p:cNvPr id="27" name="Group 16">
            <a:extLst>
              <a:ext uri="{FF2B5EF4-FFF2-40B4-BE49-F238E27FC236}">
                <a16:creationId xmlns="" xmlns:a16="http://schemas.microsoft.com/office/drawing/2014/main" id="{804576A5-4B7C-42A1-81B7-81F80837382F}"/>
              </a:ext>
            </a:extLst>
          </p:cNvPr>
          <p:cNvGrpSpPr>
            <a:grpSpLocks noChangeAspect="1"/>
          </p:cNvGrpSpPr>
          <p:nvPr/>
        </p:nvGrpSpPr>
        <p:grpSpPr bwMode="auto">
          <a:xfrm>
            <a:off x="6682346" y="3445241"/>
            <a:ext cx="381000" cy="381000"/>
            <a:chOff x="2078" y="1680"/>
            <a:chExt cx="1615" cy="1615"/>
          </a:xfrm>
        </p:grpSpPr>
        <p:sp>
          <p:nvSpPr>
            <p:cNvPr id="29" name="Oval 17">
              <a:extLst>
                <a:ext uri="{FF2B5EF4-FFF2-40B4-BE49-F238E27FC236}">
                  <a16:creationId xmlns="" xmlns:a16="http://schemas.microsoft.com/office/drawing/2014/main" id="{6398C46E-DA7F-490D-9472-87BE268989FB}"/>
                </a:ext>
              </a:extLst>
            </p:cNvPr>
            <p:cNvSpPr>
              <a:spLocks noChangeArrowheads="1"/>
            </p:cNvSpPr>
            <p:nvPr/>
          </p:nvSpPr>
          <p:spPr bwMode="gray">
            <a:xfrm>
              <a:off x="2078" y="1680"/>
              <a:ext cx="1615" cy="1615"/>
            </a:xfrm>
            <a:prstGeom prst="ellipse">
              <a:avLst/>
            </a:prstGeom>
            <a:gradFill rotWithShape="1">
              <a:gsLst>
                <a:gs pos="0">
                  <a:srgbClr val="FFFFFF">
                    <a:gamma/>
                    <a:shade val="46275"/>
                    <a:invGamma/>
                  </a:srgbClr>
                </a:gs>
                <a:gs pos="50000">
                  <a:srgbClr val="FFFFFF"/>
                </a:gs>
                <a:gs pos="100000">
                  <a:srgbClr val="FFFFFF">
                    <a:gamma/>
                    <a:shade val="46275"/>
                    <a:invGamma/>
                  </a:srgbClr>
                </a:gs>
              </a:gsLst>
              <a:lin ang="5400000" scaled="1"/>
            </a:gradFill>
            <a:ln w="57150" algn="ctr">
              <a:noFill/>
              <a:round/>
              <a:headEnd/>
              <a:tailEnd/>
            </a:ln>
            <a:effectLst/>
          </p:spPr>
          <p:txBody>
            <a:bodyPr wrap="none" anchor="ct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latin typeface="Arial" pitchFamily="34" charset="0"/>
              </a:endParaRPr>
            </a:p>
          </p:txBody>
        </p:sp>
        <p:sp>
          <p:nvSpPr>
            <p:cNvPr id="32" name="Oval 18">
              <a:extLst>
                <a:ext uri="{FF2B5EF4-FFF2-40B4-BE49-F238E27FC236}">
                  <a16:creationId xmlns="" xmlns:a16="http://schemas.microsoft.com/office/drawing/2014/main" id="{E110742C-193F-493E-9A71-A02F844D2828}"/>
                </a:ext>
              </a:extLst>
            </p:cNvPr>
            <p:cNvSpPr>
              <a:spLocks noChangeArrowheads="1"/>
            </p:cNvSpPr>
            <p:nvPr/>
          </p:nvSpPr>
          <p:spPr bwMode="gray">
            <a:xfrm>
              <a:off x="2170" y="1771"/>
              <a:ext cx="1430" cy="1430"/>
            </a:xfrm>
            <a:prstGeom prst="ellipse">
              <a:avLst/>
            </a:prstGeom>
            <a:gradFill rotWithShape="1">
              <a:gsLst>
                <a:gs pos="0">
                  <a:srgbClr val="FFFFFF">
                    <a:gamma/>
                    <a:shade val="63529"/>
                    <a:invGamma/>
                  </a:srgbClr>
                </a:gs>
                <a:gs pos="50000">
                  <a:srgbClr val="FFFFFF"/>
                </a:gs>
                <a:gs pos="100000">
                  <a:srgbClr val="FFFFFF">
                    <a:gamma/>
                    <a:shade val="63529"/>
                    <a:invGamma/>
                  </a:srgbClr>
                </a:gs>
              </a:gsLst>
              <a:lin ang="0" scaled="1"/>
            </a:gradFill>
            <a:ln w="9525" algn="ctr">
              <a:noFill/>
              <a:round/>
              <a:headEnd/>
              <a:tailEnd/>
            </a:ln>
            <a:effectLst/>
          </p:spPr>
          <p:txBody>
            <a:bodyPr wrap="none" anchor="ct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latin typeface="Arial" pitchFamily="34" charset="0"/>
              </a:endParaRPr>
            </a:p>
          </p:txBody>
        </p:sp>
        <p:sp>
          <p:nvSpPr>
            <p:cNvPr id="33" name="Oval 19">
              <a:extLst>
                <a:ext uri="{FF2B5EF4-FFF2-40B4-BE49-F238E27FC236}">
                  <a16:creationId xmlns="" xmlns:a16="http://schemas.microsoft.com/office/drawing/2014/main" id="{36CD726D-CF07-41C5-B7A4-710136BAB1FC}"/>
                </a:ext>
              </a:extLst>
            </p:cNvPr>
            <p:cNvSpPr>
              <a:spLocks noChangeArrowheads="1"/>
            </p:cNvSpPr>
            <p:nvPr/>
          </p:nvSpPr>
          <p:spPr bwMode="gray">
            <a:xfrm>
              <a:off x="2254" y="1856"/>
              <a:ext cx="1262" cy="1264"/>
            </a:xfrm>
            <a:prstGeom prst="ellipse">
              <a:avLst/>
            </a:prstGeom>
            <a:gradFill rotWithShape="1">
              <a:gsLst>
                <a:gs pos="0">
                  <a:srgbClr val="8AD4CD">
                    <a:gamma/>
                    <a:tint val="0"/>
                    <a:invGamma/>
                  </a:srgbClr>
                </a:gs>
                <a:gs pos="50000">
                  <a:srgbClr val="8AD4CD"/>
                </a:gs>
                <a:gs pos="100000">
                  <a:srgbClr val="8AD4CD">
                    <a:gamma/>
                    <a:tint val="0"/>
                    <a:invGamma/>
                  </a:srgbClr>
                </a:gs>
              </a:gsLst>
              <a:lin ang="2700000" scaled="1"/>
            </a:gradFill>
            <a:ln w="38100" algn="ctr">
              <a:noFill/>
              <a:round/>
              <a:headEnd/>
              <a:tailEnd/>
            </a:ln>
            <a:effectLst/>
          </p:spPr>
          <p:txBody>
            <a:bodyPr wrap="none" anchor="ctr">
              <a:spAutoFit/>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latin typeface="Arial" pitchFamily="34" charset="0"/>
              </a:endParaRPr>
            </a:p>
          </p:txBody>
        </p:sp>
        <p:sp>
          <p:nvSpPr>
            <p:cNvPr id="34" name="Oval 20">
              <a:extLst>
                <a:ext uri="{FF2B5EF4-FFF2-40B4-BE49-F238E27FC236}">
                  <a16:creationId xmlns="" xmlns:a16="http://schemas.microsoft.com/office/drawing/2014/main" id="{9D8BE50C-A6BB-4D5D-B7FF-3AEBD6CD7D2E}"/>
                </a:ext>
              </a:extLst>
            </p:cNvPr>
            <p:cNvSpPr>
              <a:spLocks noChangeArrowheads="1"/>
            </p:cNvSpPr>
            <p:nvPr/>
          </p:nvSpPr>
          <p:spPr bwMode="gray">
            <a:xfrm>
              <a:off x="2254" y="1856"/>
              <a:ext cx="1262" cy="1264"/>
            </a:xfrm>
            <a:prstGeom prst="ellipse">
              <a:avLst/>
            </a:prstGeom>
            <a:gradFill rotWithShape="1">
              <a:gsLst>
                <a:gs pos="0">
                  <a:srgbClr val="48BE67">
                    <a:gamma/>
                    <a:shade val="0"/>
                    <a:invGamma/>
                  </a:srgbClr>
                </a:gs>
                <a:gs pos="100000">
                  <a:srgbClr val="48BE67"/>
                </a:gs>
              </a:gsLst>
              <a:lin ang="2700000" scaled="1"/>
            </a:gradFill>
            <a:ln w="38100" algn="ctr">
              <a:noFill/>
              <a:round/>
              <a:headEnd/>
              <a:tailEnd/>
            </a:ln>
            <a:effectLst/>
          </p:spPr>
          <p:txBody>
            <a:bodyPr wrap="none" anchor="ctr">
              <a:spAutoFit/>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latin typeface="Arial" pitchFamily="34" charset="0"/>
              </a:endParaRPr>
            </a:p>
          </p:txBody>
        </p:sp>
        <p:sp>
          <p:nvSpPr>
            <p:cNvPr id="35" name="Oval 21">
              <a:extLst>
                <a:ext uri="{FF2B5EF4-FFF2-40B4-BE49-F238E27FC236}">
                  <a16:creationId xmlns="" xmlns:a16="http://schemas.microsoft.com/office/drawing/2014/main" id="{96AB8031-737F-41E7-9E4B-34DC61B7FA4B}"/>
                </a:ext>
              </a:extLst>
            </p:cNvPr>
            <p:cNvSpPr>
              <a:spLocks noChangeArrowheads="1"/>
            </p:cNvSpPr>
            <p:nvPr/>
          </p:nvSpPr>
          <p:spPr bwMode="gray">
            <a:xfrm>
              <a:off x="2337" y="1939"/>
              <a:ext cx="1096" cy="1098"/>
            </a:xfrm>
            <a:prstGeom prst="ellipse">
              <a:avLst/>
            </a:prstGeom>
            <a:gradFill rotWithShape="1">
              <a:gsLst>
                <a:gs pos="0">
                  <a:srgbClr val="8AD4CD">
                    <a:gamma/>
                    <a:shade val="54118"/>
                    <a:invGamma/>
                  </a:srgbClr>
                </a:gs>
                <a:gs pos="50000">
                  <a:srgbClr val="8AD4CD"/>
                </a:gs>
                <a:gs pos="100000">
                  <a:srgbClr val="8AD4CD">
                    <a:gamma/>
                    <a:shade val="54118"/>
                    <a:invGamma/>
                  </a:srgbClr>
                </a:gs>
              </a:gsLst>
              <a:lin ang="18900000" scaled="1"/>
            </a:gradFill>
            <a:ln w="38100" algn="ctr">
              <a:noFill/>
              <a:round/>
              <a:headEnd/>
              <a:tailEnd/>
            </a:ln>
            <a:effectLst/>
          </p:spPr>
          <p:txBody>
            <a:bodyPr anchor="ctr">
              <a:spAutoFit/>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latin typeface="Arial" pitchFamily="34" charset="0"/>
              </a:endParaRPr>
            </a:p>
          </p:txBody>
        </p:sp>
        <p:sp>
          <p:nvSpPr>
            <p:cNvPr id="36" name="Oval 22">
              <a:extLst>
                <a:ext uri="{FF2B5EF4-FFF2-40B4-BE49-F238E27FC236}">
                  <a16:creationId xmlns="" xmlns:a16="http://schemas.microsoft.com/office/drawing/2014/main" id="{8500B833-9307-4836-B55A-C402EA8CFDAC}"/>
                </a:ext>
              </a:extLst>
            </p:cNvPr>
            <p:cNvSpPr>
              <a:spLocks noChangeArrowheads="1"/>
            </p:cNvSpPr>
            <p:nvPr/>
          </p:nvSpPr>
          <p:spPr bwMode="gray">
            <a:xfrm>
              <a:off x="2337" y="1939"/>
              <a:ext cx="1096" cy="1098"/>
            </a:xfrm>
            <a:prstGeom prst="ellipse">
              <a:avLst/>
            </a:prstGeom>
            <a:gradFill rotWithShape="1">
              <a:gsLst>
                <a:gs pos="0">
                  <a:srgbClr val="48BE67"/>
                </a:gs>
                <a:gs pos="100000">
                  <a:srgbClr val="48BE67">
                    <a:gamma/>
                    <a:shade val="48627"/>
                    <a:invGamma/>
                  </a:srgbClr>
                </a:gs>
              </a:gsLst>
              <a:lin ang="2700000" scaled="1"/>
            </a:gradFill>
            <a:ln w="38100" algn="ctr">
              <a:noFill/>
              <a:round/>
              <a:headEnd/>
              <a:tailEnd/>
            </a:ln>
            <a:effectLst/>
          </p:spPr>
          <p:txBody>
            <a:bodyPr anchor="ctr">
              <a:spAutoFit/>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latin typeface="Arial" pitchFamily="34" charset="0"/>
              </a:endParaRPr>
            </a:p>
          </p:txBody>
        </p:sp>
      </p:grpSp>
      <p:grpSp>
        <p:nvGrpSpPr>
          <p:cNvPr id="37" name="Group 23">
            <a:extLst>
              <a:ext uri="{FF2B5EF4-FFF2-40B4-BE49-F238E27FC236}">
                <a16:creationId xmlns="" xmlns:a16="http://schemas.microsoft.com/office/drawing/2014/main" id="{A77ECBC8-8907-49C6-B868-8715395CD4AB}"/>
              </a:ext>
            </a:extLst>
          </p:cNvPr>
          <p:cNvGrpSpPr>
            <a:grpSpLocks noChangeAspect="1"/>
          </p:cNvGrpSpPr>
          <p:nvPr/>
        </p:nvGrpSpPr>
        <p:grpSpPr bwMode="auto">
          <a:xfrm>
            <a:off x="6689262" y="4509223"/>
            <a:ext cx="381000" cy="381000"/>
            <a:chOff x="2078" y="1680"/>
            <a:chExt cx="1615" cy="1615"/>
          </a:xfrm>
        </p:grpSpPr>
        <p:sp>
          <p:nvSpPr>
            <p:cNvPr id="38" name="Oval 24">
              <a:extLst>
                <a:ext uri="{FF2B5EF4-FFF2-40B4-BE49-F238E27FC236}">
                  <a16:creationId xmlns="" xmlns:a16="http://schemas.microsoft.com/office/drawing/2014/main" id="{1501B9F0-1BD0-4587-A5DA-8504002448CD}"/>
                </a:ext>
              </a:extLst>
            </p:cNvPr>
            <p:cNvSpPr>
              <a:spLocks noChangeArrowheads="1"/>
            </p:cNvSpPr>
            <p:nvPr/>
          </p:nvSpPr>
          <p:spPr bwMode="gray">
            <a:xfrm>
              <a:off x="2078" y="1680"/>
              <a:ext cx="1615" cy="1615"/>
            </a:xfrm>
            <a:prstGeom prst="ellipse">
              <a:avLst/>
            </a:prstGeom>
            <a:gradFill rotWithShape="1">
              <a:gsLst>
                <a:gs pos="0">
                  <a:srgbClr val="FFFFFF">
                    <a:gamma/>
                    <a:shade val="46275"/>
                    <a:invGamma/>
                  </a:srgbClr>
                </a:gs>
                <a:gs pos="50000">
                  <a:srgbClr val="FFFFFF"/>
                </a:gs>
                <a:gs pos="100000">
                  <a:srgbClr val="FFFFFF">
                    <a:gamma/>
                    <a:shade val="46275"/>
                    <a:invGamma/>
                  </a:srgbClr>
                </a:gs>
              </a:gsLst>
              <a:lin ang="5400000" scaled="1"/>
            </a:gradFill>
            <a:ln w="57150" algn="ctr">
              <a:noFill/>
              <a:round/>
              <a:headEnd/>
              <a:tailEnd/>
            </a:ln>
            <a:effectLst/>
          </p:spPr>
          <p:txBody>
            <a:bodyPr wrap="none" anchor="ct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latin typeface="Arial" pitchFamily="34" charset="0"/>
              </a:endParaRPr>
            </a:p>
          </p:txBody>
        </p:sp>
        <p:sp>
          <p:nvSpPr>
            <p:cNvPr id="39" name="Oval 25">
              <a:extLst>
                <a:ext uri="{FF2B5EF4-FFF2-40B4-BE49-F238E27FC236}">
                  <a16:creationId xmlns="" xmlns:a16="http://schemas.microsoft.com/office/drawing/2014/main" id="{909C959D-95E6-47AB-BA03-A36E5558C646}"/>
                </a:ext>
              </a:extLst>
            </p:cNvPr>
            <p:cNvSpPr>
              <a:spLocks noChangeArrowheads="1"/>
            </p:cNvSpPr>
            <p:nvPr/>
          </p:nvSpPr>
          <p:spPr bwMode="gray">
            <a:xfrm>
              <a:off x="2170" y="1771"/>
              <a:ext cx="1430" cy="1430"/>
            </a:xfrm>
            <a:prstGeom prst="ellipse">
              <a:avLst/>
            </a:prstGeom>
            <a:gradFill rotWithShape="1">
              <a:gsLst>
                <a:gs pos="0">
                  <a:srgbClr val="FFFFFF">
                    <a:gamma/>
                    <a:shade val="63529"/>
                    <a:invGamma/>
                  </a:srgbClr>
                </a:gs>
                <a:gs pos="50000">
                  <a:srgbClr val="FFFFFF"/>
                </a:gs>
                <a:gs pos="100000">
                  <a:srgbClr val="FFFFFF">
                    <a:gamma/>
                    <a:shade val="63529"/>
                    <a:invGamma/>
                  </a:srgbClr>
                </a:gs>
              </a:gsLst>
              <a:lin ang="0" scaled="1"/>
            </a:gradFill>
            <a:ln w="9525" algn="ctr">
              <a:noFill/>
              <a:round/>
              <a:headEnd/>
              <a:tailEnd/>
            </a:ln>
            <a:effectLst/>
          </p:spPr>
          <p:txBody>
            <a:bodyPr wrap="none" anchor="ct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latin typeface="Arial" pitchFamily="34" charset="0"/>
              </a:endParaRPr>
            </a:p>
          </p:txBody>
        </p:sp>
        <p:sp>
          <p:nvSpPr>
            <p:cNvPr id="40" name="Oval 26">
              <a:extLst>
                <a:ext uri="{FF2B5EF4-FFF2-40B4-BE49-F238E27FC236}">
                  <a16:creationId xmlns="" xmlns:a16="http://schemas.microsoft.com/office/drawing/2014/main" id="{DBE4DAAC-D3AA-4C03-8635-E677788322CA}"/>
                </a:ext>
              </a:extLst>
            </p:cNvPr>
            <p:cNvSpPr>
              <a:spLocks noChangeArrowheads="1"/>
            </p:cNvSpPr>
            <p:nvPr/>
          </p:nvSpPr>
          <p:spPr bwMode="gray">
            <a:xfrm>
              <a:off x="2254" y="1856"/>
              <a:ext cx="1262" cy="1264"/>
            </a:xfrm>
            <a:prstGeom prst="ellipse">
              <a:avLst/>
            </a:prstGeom>
            <a:gradFill rotWithShape="1">
              <a:gsLst>
                <a:gs pos="0">
                  <a:srgbClr val="8AD4CD">
                    <a:gamma/>
                    <a:tint val="0"/>
                    <a:invGamma/>
                  </a:srgbClr>
                </a:gs>
                <a:gs pos="50000">
                  <a:srgbClr val="8AD4CD"/>
                </a:gs>
                <a:gs pos="100000">
                  <a:srgbClr val="8AD4CD">
                    <a:gamma/>
                    <a:tint val="0"/>
                    <a:invGamma/>
                  </a:srgbClr>
                </a:gs>
              </a:gsLst>
              <a:lin ang="2700000" scaled="1"/>
            </a:gradFill>
            <a:ln w="38100" algn="ctr">
              <a:noFill/>
              <a:round/>
              <a:headEnd/>
              <a:tailEnd/>
            </a:ln>
            <a:effectLst/>
          </p:spPr>
          <p:txBody>
            <a:bodyPr wrap="none" anchor="ctr">
              <a:spAutoFit/>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latin typeface="Arial" pitchFamily="34" charset="0"/>
              </a:endParaRPr>
            </a:p>
          </p:txBody>
        </p:sp>
        <p:sp>
          <p:nvSpPr>
            <p:cNvPr id="41" name="Oval 27">
              <a:extLst>
                <a:ext uri="{FF2B5EF4-FFF2-40B4-BE49-F238E27FC236}">
                  <a16:creationId xmlns="" xmlns:a16="http://schemas.microsoft.com/office/drawing/2014/main" id="{503A22F7-588D-4C3B-990F-521D103C8785}"/>
                </a:ext>
              </a:extLst>
            </p:cNvPr>
            <p:cNvSpPr>
              <a:spLocks noChangeArrowheads="1"/>
            </p:cNvSpPr>
            <p:nvPr/>
          </p:nvSpPr>
          <p:spPr bwMode="gray">
            <a:xfrm>
              <a:off x="2254" y="1856"/>
              <a:ext cx="1262" cy="1264"/>
            </a:xfrm>
            <a:prstGeom prst="ellipse">
              <a:avLst/>
            </a:prstGeom>
            <a:gradFill rotWithShape="1">
              <a:gsLst>
                <a:gs pos="0">
                  <a:srgbClr val="21B3E1"/>
                </a:gs>
                <a:gs pos="100000">
                  <a:srgbClr val="21B3E1">
                    <a:gamma/>
                    <a:shade val="46275"/>
                    <a:invGamma/>
                  </a:srgbClr>
                </a:gs>
              </a:gsLst>
              <a:lin ang="5400000" scaled="1"/>
            </a:gradFill>
            <a:ln w="38100" algn="ctr">
              <a:noFill/>
              <a:round/>
              <a:headEnd/>
              <a:tailEnd/>
            </a:ln>
            <a:effectLst/>
          </p:spPr>
          <p:txBody>
            <a:bodyPr wrap="none" anchor="ctr">
              <a:spAutoFit/>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latin typeface="Arial" pitchFamily="34" charset="0"/>
              </a:endParaRPr>
            </a:p>
          </p:txBody>
        </p:sp>
        <p:sp>
          <p:nvSpPr>
            <p:cNvPr id="42" name="Oval 28">
              <a:extLst>
                <a:ext uri="{FF2B5EF4-FFF2-40B4-BE49-F238E27FC236}">
                  <a16:creationId xmlns="" xmlns:a16="http://schemas.microsoft.com/office/drawing/2014/main" id="{DB14B947-3B24-4D3C-8BA6-1CDE3B23E877}"/>
                </a:ext>
              </a:extLst>
            </p:cNvPr>
            <p:cNvSpPr>
              <a:spLocks noChangeArrowheads="1"/>
            </p:cNvSpPr>
            <p:nvPr/>
          </p:nvSpPr>
          <p:spPr bwMode="gray">
            <a:xfrm>
              <a:off x="2337" y="1939"/>
              <a:ext cx="1096" cy="1098"/>
            </a:xfrm>
            <a:prstGeom prst="ellipse">
              <a:avLst/>
            </a:prstGeom>
            <a:gradFill rotWithShape="1">
              <a:gsLst>
                <a:gs pos="0">
                  <a:srgbClr val="8AD4CD">
                    <a:gamma/>
                    <a:shade val="54118"/>
                    <a:invGamma/>
                  </a:srgbClr>
                </a:gs>
                <a:gs pos="50000">
                  <a:srgbClr val="8AD4CD"/>
                </a:gs>
                <a:gs pos="100000">
                  <a:srgbClr val="8AD4CD">
                    <a:gamma/>
                    <a:shade val="54118"/>
                    <a:invGamma/>
                  </a:srgbClr>
                </a:gs>
              </a:gsLst>
              <a:lin ang="18900000" scaled="1"/>
            </a:gradFill>
            <a:ln w="38100" algn="ctr">
              <a:noFill/>
              <a:round/>
              <a:headEnd/>
              <a:tailEnd/>
            </a:ln>
            <a:effectLst/>
          </p:spPr>
          <p:txBody>
            <a:bodyPr anchor="ctr">
              <a:spAutoFit/>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latin typeface="Arial" pitchFamily="34" charset="0"/>
              </a:endParaRPr>
            </a:p>
          </p:txBody>
        </p:sp>
        <p:sp>
          <p:nvSpPr>
            <p:cNvPr id="43" name="Oval 29">
              <a:extLst>
                <a:ext uri="{FF2B5EF4-FFF2-40B4-BE49-F238E27FC236}">
                  <a16:creationId xmlns="" xmlns:a16="http://schemas.microsoft.com/office/drawing/2014/main" id="{EC52A3D0-6BC6-4E5D-88F2-AA4F423555B2}"/>
                </a:ext>
              </a:extLst>
            </p:cNvPr>
            <p:cNvSpPr>
              <a:spLocks noChangeArrowheads="1"/>
            </p:cNvSpPr>
            <p:nvPr/>
          </p:nvSpPr>
          <p:spPr bwMode="gray">
            <a:xfrm>
              <a:off x="2337" y="1939"/>
              <a:ext cx="1096" cy="1098"/>
            </a:xfrm>
            <a:prstGeom prst="ellipse">
              <a:avLst/>
            </a:prstGeom>
            <a:gradFill rotWithShape="1">
              <a:gsLst>
                <a:gs pos="0">
                  <a:srgbClr val="21B3E1"/>
                </a:gs>
                <a:gs pos="100000">
                  <a:srgbClr val="21B3E1">
                    <a:gamma/>
                    <a:shade val="48627"/>
                    <a:invGamma/>
                  </a:srgbClr>
                </a:gs>
              </a:gsLst>
              <a:lin ang="2700000" scaled="1"/>
            </a:gradFill>
            <a:ln w="38100" algn="ctr">
              <a:noFill/>
              <a:round/>
              <a:headEnd/>
              <a:tailEnd/>
            </a:ln>
            <a:effectLst/>
          </p:spPr>
          <p:txBody>
            <a:bodyPr anchor="ctr">
              <a:spAutoFit/>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latin typeface="Arial" pitchFamily="34" charset="0"/>
              </a:endParaRPr>
            </a:p>
          </p:txBody>
        </p:sp>
      </p:grpSp>
      <p:grpSp>
        <p:nvGrpSpPr>
          <p:cNvPr id="44" name="Group 30">
            <a:extLst>
              <a:ext uri="{FF2B5EF4-FFF2-40B4-BE49-F238E27FC236}">
                <a16:creationId xmlns="" xmlns:a16="http://schemas.microsoft.com/office/drawing/2014/main" id="{D8A0650F-6DD3-4C51-ACCA-8D5BB33B1046}"/>
              </a:ext>
            </a:extLst>
          </p:cNvPr>
          <p:cNvGrpSpPr>
            <a:grpSpLocks noChangeAspect="1"/>
          </p:cNvGrpSpPr>
          <p:nvPr/>
        </p:nvGrpSpPr>
        <p:grpSpPr bwMode="auto">
          <a:xfrm>
            <a:off x="7206152" y="5557868"/>
            <a:ext cx="381000" cy="381000"/>
            <a:chOff x="2078" y="1680"/>
            <a:chExt cx="1615" cy="1615"/>
          </a:xfrm>
        </p:grpSpPr>
        <p:sp>
          <p:nvSpPr>
            <p:cNvPr id="45" name="Oval 31">
              <a:extLst>
                <a:ext uri="{FF2B5EF4-FFF2-40B4-BE49-F238E27FC236}">
                  <a16:creationId xmlns="" xmlns:a16="http://schemas.microsoft.com/office/drawing/2014/main" id="{25288F4D-41F2-42AF-B1C2-9A7B3EF5B7D3}"/>
                </a:ext>
              </a:extLst>
            </p:cNvPr>
            <p:cNvSpPr>
              <a:spLocks noChangeArrowheads="1"/>
            </p:cNvSpPr>
            <p:nvPr/>
          </p:nvSpPr>
          <p:spPr bwMode="gray">
            <a:xfrm>
              <a:off x="2078" y="1680"/>
              <a:ext cx="1615" cy="1615"/>
            </a:xfrm>
            <a:prstGeom prst="ellipse">
              <a:avLst/>
            </a:prstGeom>
            <a:gradFill rotWithShape="1">
              <a:gsLst>
                <a:gs pos="0">
                  <a:srgbClr val="FFFFFF">
                    <a:gamma/>
                    <a:shade val="46275"/>
                    <a:invGamma/>
                  </a:srgbClr>
                </a:gs>
                <a:gs pos="50000">
                  <a:srgbClr val="FFFFFF"/>
                </a:gs>
                <a:gs pos="100000">
                  <a:srgbClr val="FFFFFF">
                    <a:gamma/>
                    <a:shade val="46275"/>
                    <a:invGamma/>
                  </a:srgbClr>
                </a:gs>
              </a:gsLst>
              <a:lin ang="5400000" scaled="1"/>
            </a:gradFill>
            <a:ln w="57150" algn="ctr">
              <a:noFill/>
              <a:round/>
              <a:headEnd/>
              <a:tailEnd/>
            </a:ln>
            <a:effectLst/>
          </p:spPr>
          <p:txBody>
            <a:bodyPr wrap="none" anchor="ct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latin typeface="Arial" pitchFamily="34" charset="0"/>
              </a:endParaRPr>
            </a:p>
          </p:txBody>
        </p:sp>
        <p:sp>
          <p:nvSpPr>
            <p:cNvPr id="46" name="Oval 32">
              <a:extLst>
                <a:ext uri="{FF2B5EF4-FFF2-40B4-BE49-F238E27FC236}">
                  <a16:creationId xmlns="" xmlns:a16="http://schemas.microsoft.com/office/drawing/2014/main" id="{CF97BF37-BB79-4B18-9D98-AF071CF14C1A}"/>
                </a:ext>
              </a:extLst>
            </p:cNvPr>
            <p:cNvSpPr>
              <a:spLocks noChangeArrowheads="1"/>
            </p:cNvSpPr>
            <p:nvPr/>
          </p:nvSpPr>
          <p:spPr bwMode="gray">
            <a:xfrm>
              <a:off x="2170" y="1771"/>
              <a:ext cx="1430" cy="1430"/>
            </a:xfrm>
            <a:prstGeom prst="ellipse">
              <a:avLst/>
            </a:prstGeom>
            <a:gradFill rotWithShape="1">
              <a:gsLst>
                <a:gs pos="0">
                  <a:srgbClr val="FFFFFF">
                    <a:gamma/>
                    <a:shade val="63529"/>
                    <a:invGamma/>
                  </a:srgbClr>
                </a:gs>
                <a:gs pos="50000">
                  <a:srgbClr val="FFFFFF"/>
                </a:gs>
                <a:gs pos="100000">
                  <a:srgbClr val="FFFFFF">
                    <a:gamma/>
                    <a:shade val="63529"/>
                    <a:invGamma/>
                  </a:srgbClr>
                </a:gs>
              </a:gsLst>
              <a:lin ang="0" scaled="1"/>
            </a:gradFill>
            <a:ln w="9525" algn="ctr">
              <a:noFill/>
              <a:round/>
              <a:headEnd/>
              <a:tailEnd/>
            </a:ln>
            <a:effectLst/>
          </p:spPr>
          <p:txBody>
            <a:bodyPr wrap="none" anchor="ct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latin typeface="Arial" pitchFamily="34" charset="0"/>
              </a:endParaRPr>
            </a:p>
          </p:txBody>
        </p:sp>
        <p:sp>
          <p:nvSpPr>
            <p:cNvPr id="47" name="Oval 33">
              <a:extLst>
                <a:ext uri="{FF2B5EF4-FFF2-40B4-BE49-F238E27FC236}">
                  <a16:creationId xmlns="" xmlns:a16="http://schemas.microsoft.com/office/drawing/2014/main" id="{7279C661-406B-43C8-92AE-751AD25DED0A}"/>
                </a:ext>
              </a:extLst>
            </p:cNvPr>
            <p:cNvSpPr>
              <a:spLocks noChangeArrowheads="1"/>
            </p:cNvSpPr>
            <p:nvPr/>
          </p:nvSpPr>
          <p:spPr bwMode="gray">
            <a:xfrm>
              <a:off x="2254" y="1856"/>
              <a:ext cx="1262" cy="1264"/>
            </a:xfrm>
            <a:prstGeom prst="ellipse">
              <a:avLst/>
            </a:prstGeom>
            <a:gradFill rotWithShape="1">
              <a:gsLst>
                <a:gs pos="0">
                  <a:srgbClr val="8AD4CD">
                    <a:gamma/>
                    <a:tint val="0"/>
                    <a:invGamma/>
                  </a:srgbClr>
                </a:gs>
                <a:gs pos="50000">
                  <a:srgbClr val="8AD4CD"/>
                </a:gs>
                <a:gs pos="100000">
                  <a:srgbClr val="8AD4CD">
                    <a:gamma/>
                    <a:tint val="0"/>
                    <a:invGamma/>
                  </a:srgbClr>
                </a:gs>
              </a:gsLst>
              <a:lin ang="2700000" scaled="1"/>
            </a:gradFill>
            <a:ln w="38100" algn="ctr">
              <a:noFill/>
              <a:round/>
              <a:headEnd/>
              <a:tailEnd/>
            </a:ln>
            <a:effectLst/>
          </p:spPr>
          <p:txBody>
            <a:bodyPr wrap="none" anchor="ctr">
              <a:spAutoFit/>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latin typeface="Arial" pitchFamily="34" charset="0"/>
              </a:endParaRPr>
            </a:p>
          </p:txBody>
        </p:sp>
        <p:sp>
          <p:nvSpPr>
            <p:cNvPr id="48" name="Oval 34">
              <a:extLst>
                <a:ext uri="{FF2B5EF4-FFF2-40B4-BE49-F238E27FC236}">
                  <a16:creationId xmlns="" xmlns:a16="http://schemas.microsoft.com/office/drawing/2014/main" id="{E99053BE-A9C7-411F-ADC0-7B78C2D5F070}"/>
                </a:ext>
              </a:extLst>
            </p:cNvPr>
            <p:cNvSpPr>
              <a:spLocks noChangeArrowheads="1"/>
            </p:cNvSpPr>
            <p:nvPr/>
          </p:nvSpPr>
          <p:spPr bwMode="gray">
            <a:xfrm>
              <a:off x="2254" y="1856"/>
              <a:ext cx="1262" cy="1264"/>
            </a:xfrm>
            <a:prstGeom prst="ellipse">
              <a:avLst/>
            </a:prstGeom>
            <a:gradFill rotWithShape="1">
              <a:gsLst>
                <a:gs pos="0">
                  <a:srgbClr val="8D67E1">
                    <a:gamma/>
                    <a:shade val="0"/>
                    <a:invGamma/>
                  </a:srgbClr>
                </a:gs>
                <a:gs pos="100000">
                  <a:srgbClr val="8D67E1"/>
                </a:gs>
              </a:gsLst>
              <a:lin ang="2700000" scaled="1"/>
            </a:gradFill>
            <a:ln w="38100" algn="ctr">
              <a:noFill/>
              <a:round/>
              <a:headEnd/>
              <a:tailEnd/>
            </a:ln>
            <a:effectLst/>
          </p:spPr>
          <p:txBody>
            <a:bodyPr wrap="none" anchor="ctr">
              <a:spAutoFit/>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latin typeface="Arial" pitchFamily="34" charset="0"/>
              </a:endParaRPr>
            </a:p>
          </p:txBody>
        </p:sp>
        <p:sp>
          <p:nvSpPr>
            <p:cNvPr id="49" name="Oval 35">
              <a:extLst>
                <a:ext uri="{FF2B5EF4-FFF2-40B4-BE49-F238E27FC236}">
                  <a16:creationId xmlns="" xmlns:a16="http://schemas.microsoft.com/office/drawing/2014/main" id="{A01C5860-00E7-4C78-9CF1-950C8C0864A1}"/>
                </a:ext>
              </a:extLst>
            </p:cNvPr>
            <p:cNvSpPr>
              <a:spLocks noChangeArrowheads="1"/>
            </p:cNvSpPr>
            <p:nvPr/>
          </p:nvSpPr>
          <p:spPr bwMode="gray">
            <a:xfrm>
              <a:off x="2337" y="1939"/>
              <a:ext cx="1096" cy="1098"/>
            </a:xfrm>
            <a:prstGeom prst="ellipse">
              <a:avLst/>
            </a:prstGeom>
            <a:gradFill rotWithShape="1">
              <a:gsLst>
                <a:gs pos="0">
                  <a:srgbClr val="8AD4CD">
                    <a:gamma/>
                    <a:shade val="54118"/>
                    <a:invGamma/>
                  </a:srgbClr>
                </a:gs>
                <a:gs pos="50000">
                  <a:srgbClr val="8AD4CD"/>
                </a:gs>
                <a:gs pos="100000">
                  <a:srgbClr val="8AD4CD">
                    <a:gamma/>
                    <a:shade val="54118"/>
                    <a:invGamma/>
                  </a:srgbClr>
                </a:gs>
              </a:gsLst>
              <a:lin ang="18900000" scaled="1"/>
            </a:gradFill>
            <a:ln w="38100" algn="ctr">
              <a:noFill/>
              <a:round/>
              <a:headEnd/>
              <a:tailEnd/>
            </a:ln>
            <a:effectLst/>
          </p:spPr>
          <p:txBody>
            <a:bodyPr anchor="ctr">
              <a:spAutoFit/>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latin typeface="Arial" pitchFamily="34" charset="0"/>
              </a:endParaRPr>
            </a:p>
          </p:txBody>
        </p:sp>
        <p:sp>
          <p:nvSpPr>
            <p:cNvPr id="50" name="Oval 36">
              <a:extLst>
                <a:ext uri="{FF2B5EF4-FFF2-40B4-BE49-F238E27FC236}">
                  <a16:creationId xmlns="" xmlns:a16="http://schemas.microsoft.com/office/drawing/2014/main" id="{474AA11F-5B14-4FC0-974D-5499A704DD68}"/>
                </a:ext>
              </a:extLst>
            </p:cNvPr>
            <p:cNvSpPr>
              <a:spLocks noChangeArrowheads="1"/>
            </p:cNvSpPr>
            <p:nvPr/>
          </p:nvSpPr>
          <p:spPr bwMode="gray">
            <a:xfrm>
              <a:off x="2337" y="1939"/>
              <a:ext cx="1096" cy="1098"/>
            </a:xfrm>
            <a:prstGeom prst="ellipse">
              <a:avLst/>
            </a:prstGeom>
            <a:gradFill rotWithShape="1">
              <a:gsLst>
                <a:gs pos="0">
                  <a:srgbClr val="8D67E1"/>
                </a:gs>
                <a:gs pos="100000">
                  <a:srgbClr val="8D67E1">
                    <a:gamma/>
                    <a:shade val="48627"/>
                    <a:invGamma/>
                  </a:srgbClr>
                </a:gs>
              </a:gsLst>
              <a:lin ang="2700000" scaled="1"/>
            </a:gradFill>
            <a:ln w="38100" algn="ctr">
              <a:noFill/>
              <a:round/>
              <a:headEnd/>
              <a:tailEnd/>
            </a:ln>
            <a:effectLst/>
          </p:spPr>
          <p:txBody>
            <a:bodyPr anchor="ctr">
              <a:spAutoFit/>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latin typeface="Arial" pitchFamily="34" charset="0"/>
              </a:endParaRPr>
            </a:p>
          </p:txBody>
        </p:sp>
      </p:grpSp>
      <p:sp>
        <p:nvSpPr>
          <p:cNvPr id="51" name="TextBox 50">
            <a:extLst>
              <a:ext uri="{FF2B5EF4-FFF2-40B4-BE49-F238E27FC236}">
                <a16:creationId xmlns="" xmlns:a16="http://schemas.microsoft.com/office/drawing/2014/main" id="{0D7C9433-5674-4BC9-A282-6D982E5B3065}"/>
              </a:ext>
            </a:extLst>
          </p:cNvPr>
          <p:cNvSpPr txBox="1"/>
          <p:nvPr/>
        </p:nvSpPr>
        <p:spPr>
          <a:xfrm>
            <a:off x="4119282" y="2971800"/>
            <a:ext cx="65" cy="276999"/>
          </a:xfrm>
          <a:prstGeom prst="rect">
            <a:avLst/>
          </a:prstGeom>
          <a:noFill/>
        </p:spPr>
        <p:txBody>
          <a:bodyPr wrap="none" lIns="0" tIns="0" rIns="0" bIns="0" rtlCol="0">
            <a:spAutoFit/>
          </a:bodyPr>
          <a:lstStyle/>
          <a:p>
            <a:endParaRPr lang="en-US" dirty="0"/>
          </a:p>
        </p:txBody>
      </p:sp>
      <p:sp>
        <p:nvSpPr>
          <p:cNvPr id="56" name="Slide Number Placeholder 3">
            <a:extLst>
              <a:ext uri="{FF2B5EF4-FFF2-40B4-BE49-F238E27FC236}">
                <a16:creationId xmlns="" xmlns:a16="http://schemas.microsoft.com/office/drawing/2014/main" id="{FEFB061F-8AAB-4535-B272-1BA4D5A77191}"/>
              </a:ext>
            </a:extLst>
          </p:cNvPr>
          <p:cNvSpPr>
            <a:spLocks noGrp="1"/>
          </p:cNvSpPr>
          <p:nvPr>
            <p:ph type="sldNum" sz="quarter" idx="12"/>
          </p:nvPr>
        </p:nvSpPr>
        <p:spPr>
          <a:xfrm>
            <a:off x="8965" y="6090313"/>
            <a:ext cx="676835" cy="767687"/>
          </a:xfrm>
        </p:spPr>
        <p:txBody>
          <a:bodyPr/>
          <a:lstStyle/>
          <a:p>
            <a:pPr rtl="1"/>
            <a:fld id="{E8ADF199-8047-440E-B02B-E80683B392F2}" type="slidenum">
              <a:rPr lang="fa-IR" sz="1800" smtClean="0">
                <a:solidFill>
                  <a:schemeClr val="tx1"/>
                </a:solidFill>
                <a:cs typeface="B Lotus" panose="00000400000000000000" pitchFamily="2" charset="-78"/>
              </a:rPr>
              <a:t>2</a:t>
            </a:fld>
            <a:endParaRPr lang="fa-IR" sz="1800" dirty="0">
              <a:solidFill>
                <a:schemeClr val="tx1"/>
              </a:solidFill>
              <a:cs typeface="B Lotus" panose="00000400000000000000" pitchFamily="2" charset="-78"/>
            </a:endParaRPr>
          </a:p>
        </p:txBody>
      </p:sp>
    </p:spTree>
    <p:extLst>
      <p:ext uri="{BB962C8B-B14F-4D97-AF65-F5344CB8AC3E}">
        <p14:creationId xmlns:p14="http://schemas.microsoft.com/office/powerpoint/2010/main" val="3603329479"/>
      </p:ext>
    </p:extLst>
  </p:cSld>
  <p:clrMapOvr>
    <a:masterClrMapping/>
  </p:clrMapOvr>
  <p:timing>
    <p:tnLst>
      <p:par>
        <p:cTn id="1" dur="indefinite" restart="never" nodeType="tmRoot"/>
      </p:par>
    </p:tn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 name="AutoShape 12" descr="5 Things That Affect Your Charging Speed | EVgo"/>
          <p:cNvSpPr>
            <a:spLocks noChangeAspect="1" noChangeArrowheads="1"/>
          </p:cNvSpPr>
          <p:nvPr/>
        </p:nvSpPr>
        <p:spPr bwMode="auto">
          <a:xfrm>
            <a:off x="63500" y="-136525"/>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sp>
        <p:nvSpPr>
          <p:cNvPr id="33" name="AutoShape 10">
            <a:extLst>
              <a:ext uri="{FF2B5EF4-FFF2-40B4-BE49-F238E27FC236}">
                <a16:creationId xmlns="" xmlns:a16="http://schemas.microsoft.com/office/drawing/2014/main" id="{11A20114-C948-4DAF-A269-D7BF1A2ECCA0}"/>
              </a:ext>
            </a:extLst>
          </p:cNvPr>
          <p:cNvSpPr>
            <a:spLocks noChangeArrowheads="1"/>
          </p:cNvSpPr>
          <p:nvPr/>
        </p:nvSpPr>
        <p:spPr bwMode="gray">
          <a:xfrm flipH="1">
            <a:off x="6244699" y="57140"/>
            <a:ext cx="2137301" cy="651510"/>
          </a:xfrm>
          <a:prstGeom prst="chevron">
            <a:avLst>
              <a:gd name="adj" fmla="val 17842"/>
            </a:avLst>
          </a:prstGeom>
          <a:gradFill rotWithShape="1">
            <a:gsLst>
              <a:gs pos="0">
                <a:srgbClr val="3659EC">
                  <a:gamma/>
                  <a:shade val="46275"/>
                  <a:invGamma/>
                </a:srgbClr>
              </a:gs>
              <a:gs pos="50000">
                <a:srgbClr val="3659EC"/>
              </a:gs>
              <a:gs pos="100000">
                <a:srgbClr val="3659EC">
                  <a:gamma/>
                  <a:shade val="46275"/>
                  <a:invGamma/>
                </a:srgbClr>
              </a:gs>
            </a:gsLst>
            <a:lin ang="2700000" scaled="1"/>
          </a:gradFill>
          <a:ln w="38100">
            <a:solidFill>
              <a:srgbClr val="EAEAEA"/>
            </a:solidFill>
            <a:miter lim="800000"/>
            <a:headEnd/>
            <a:tailEnd/>
          </a:ln>
          <a:effectLst>
            <a:outerShdw dist="109250" dir="3267739" algn="ctr" rotWithShape="0">
              <a:srgbClr val="333333">
                <a:alpha val="50000"/>
              </a:srgbClr>
            </a:outerShdw>
          </a:effectLst>
        </p:spPr>
        <p:txBody>
          <a:bodyPr wrap="square" anchor="ctr">
            <a:spAutoFit/>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endParaRPr>
          </a:p>
        </p:txBody>
      </p:sp>
      <p:sp>
        <p:nvSpPr>
          <p:cNvPr id="34" name="AutoShape 3">
            <a:extLst>
              <a:ext uri="{FF2B5EF4-FFF2-40B4-BE49-F238E27FC236}">
                <a16:creationId xmlns="" xmlns:a16="http://schemas.microsoft.com/office/drawing/2014/main" id="{0B1385E1-F22C-4E22-B9F0-ABF9FDBFB523}"/>
              </a:ext>
            </a:extLst>
          </p:cNvPr>
          <p:cNvSpPr>
            <a:spLocks noChangeArrowheads="1"/>
          </p:cNvSpPr>
          <p:nvPr/>
        </p:nvSpPr>
        <p:spPr bwMode="gray">
          <a:xfrm flipH="1">
            <a:off x="4188613" y="57140"/>
            <a:ext cx="2056086" cy="651510"/>
          </a:xfrm>
          <a:prstGeom prst="chevron">
            <a:avLst>
              <a:gd name="adj" fmla="val 17009"/>
            </a:avLst>
          </a:prstGeom>
          <a:gradFill rotWithShape="1">
            <a:gsLst>
              <a:gs pos="0">
                <a:srgbClr val="84B09A">
                  <a:gamma/>
                  <a:shade val="46275"/>
                  <a:invGamma/>
                </a:srgbClr>
              </a:gs>
              <a:gs pos="50000">
                <a:srgbClr val="84B09A"/>
              </a:gs>
              <a:gs pos="100000">
                <a:srgbClr val="84B09A">
                  <a:gamma/>
                  <a:shade val="46275"/>
                  <a:invGamma/>
                </a:srgbClr>
              </a:gs>
            </a:gsLst>
            <a:lin ang="2700000" scaled="1"/>
          </a:gradFill>
          <a:ln w="38100">
            <a:solidFill>
              <a:srgbClr val="EAEAEA"/>
            </a:solidFill>
            <a:miter lim="800000"/>
            <a:headEnd/>
            <a:tailEnd/>
          </a:ln>
          <a:effectLst>
            <a:outerShdw dist="109250" dir="3267739" algn="ctr" rotWithShape="0">
              <a:srgbClr val="333333">
                <a:alpha val="50000"/>
              </a:srgbClr>
            </a:outerShdw>
          </a:effectLst>
        </p:spPr>
        <p:txBody>
          <a:bodyPr wrap="square" anchor="ctr">
            <a:spAutoFit/>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endParaRPr>
          </a:p>
        </p:txBody>
      </p:sp>
      <p:sp>
        <p:nvSpPr>
          <p:cNvPr id="35" name="AutoShape 3">
            <a:extLst>
              <a:ext uri="{FF2B5EF4-FFF2-40B4-BE49-F238E27FC236}">
                <a16:creationId xmlns="" xmlns:a16="http://schemas.microsoft.com/office/drawing/2014/main" id="{1CD00EE2-C4EE-4D69-8F26-AAC81AE4FD2D}"/>
              </a:ext>
            </a:extLst>
          </p:cNvPr>
          <p:cNvSpPr>
            <a:spLocks noChangeArrowheads="1"/>
          </p:cNvSpPr>
          <p:nvPr/>
        </p:nvSpPr>
        <p:spPr bwMode="gray">
          <a:xfrm flipH="1">
            <a:off x="2588411" y="57140"/>
            <a:ext cx="1600202" cy="651510"/>
          </a:xfrm>
          <a:prstGeom prst="chevron">
            <a:avLst>
              <a:gd name="adj" fmla="val 17009"/>
            </a:avLst>
          </a:prstGeom>
          <a:gradFill rotWithShape="1">
            <a:gsLst>
              <a:gs pos="0">
                <a:srgbClr val="84B09A">
                  <a:gamma/>
                  <a:shade val="46275"/>
                  <a:invGamma/>
                </a:srgbClr>
              </a:gs>
              <a:gs pos="50000">
                <a:srgbClr val="84B09A"/>
              </a:gs>
              <a:gs pos="100000">
                <a:srgbClr val="84B09A">
                  <a:gamma/>
                  <a:shade val="46275"/>
                  <a:invGamma/>
                </a:srgbClr>
              </a:gs>
            </a:gsLst>
            <a:lin ang="2700000" scaled="1"/>
          </a:gradFill>
          <a:ln w="38100">
            <a:solidFill>
              <a:srgbClr val="EAEAEA"/>
            </a:solidFill>
            <a:miter lim="800000"/>
            <a:headEnd/>
            <a:tailEnd/>
          </a:ln>
          <a:effectLst>
            <a:outerShdw dist="109250" dir="3267739" algn="ctr" rotWithShape="0">
              <a:srgbClr val="333333">
                <a:alpha val="50000"/>
              </a:srgbClr>
            </a:outerShdw>
          </a:effectLst>
        </p:spPr>
        <p:txBody>
          <a:bodyPr wrap="square" anchor="ctr">
            <a:spAutoFit/>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endParaRPr>
          </a:p>
        </p:txBody>
      </p:sp>
      <p:sp>
        <p:nvSpPr>
          <p:cNvPr id="36" name="AutoShape 3">
            <a:extLst>
              <a:ext uri="{FF2B5EF4-FFF2-40B4-BE49-F238E27FC236}">
                <a16:creationId xmlns="" xmlns:a16="http://schemas.microsoft.com/office/drawing/2014/main" id="{20876701-2968-48DD-B50F-5C9094C03348}"/>
              </a:ext>
            </a:extLst>
          </p:cNvPr>
          <p:cNvSpPr>
            <a:spLocks noChangeArrowheads="1"/>
          </p:cNvSpPr>
          <p:nvPr/>
        </p:nvSpPr>
        <p:spPr bwMode="gray">
          <a:xfrm flipH="1">
            <a:off x="161661" y="57140"/>
            <a:ext cx="2426749" cy="651510"/>
          </a:xfrm>
          <a:prstGeom prst="chevron">
            <a:avLst>
              <a:gd name="adj" fmla="val 17009"/>
            </a:avLst>
          </a:prstGeom>
          <a:gradFill rotWithShape="1">
            <a:gsLst>
              <a:gs pos="0">
                <a:srgbClr val="84B09A">
                  <a:gamma/>
                  <a:shade val="46275"/>
                  <a:invGamma/>
                </a:srgbClr>
              </a:gs>
              <a:gs pos="50000">
                <a:srgbClr val="84B09A"/>
              </a:gs>
              <a:gs pos="100000">
                <a:srgbClr val="84B09A">
                  <a:gamma/>
                  <a:shade val="46275"/>
                  <a:invGamma/>
                </a:srgbClr>
              </a:gs>
            </a:gsLst>
            <a:lin ang="2700000" scaled="1"/>
          </a:gradFill>
          <a:ln w="38100">
            <a:solidFill>
              <a:srgbClr val="EAEAEA"/>
            </a:solidFill>
            <a:miter lim="800000"/>
            <a:headEnd/>
            <a:tailEnd/>
          </a:ln>
          <a:effectLst>
            <a:outerShdw dist="109250" dir="3267739" algn="ctr" rotWithShape="0">
              <a:srgbClr val="333333">
                <a:alpha val="50000"/>
              </a:srgbClr>
            </a:outerShdw>
          </a:effectLst>
        </p:spPr>
        <p:txBody>
          <a:bodyPr wrap="square" anchor="ctr">
            <a:spAutoFit/>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endParaRPr>
          </a:p>
        </p:txBody>
      </p:sp>
      <p:sp>
        <p:nvSpPr>
          <p:cNvPr id="37" name="Rectangle 36">
            <a:extLst>
              <a:ext uri="{FF2B5EF4-FFF2-40B4-BE49-F238E27FC236}">
                <a16:creationId xmlns="" xmlns:a16="http://schemas.microsoft.com/office/drawing/2014/main" id="{F2243B26-1BE2-43AD-8F71-213A0F7242A7}"/>
              </a:ext>
            </a:extLst>
          </p:cNvPr>
          <p:cNvSpPr/>
          <p:nvPr/>
        </p:nvSpPr>
        <p:spPr>
          <a:xfrm>
            <a:off x="403231" y="91457"/>
            <a:ext cx="2056085" cy="584775"/>
          </a:xfrm>
          <a:prstGeom prst="rect">
            <a:avLst/>
          </a:prstGeom>
        </p:spPr>
        <p:txBody>
          <a:bodyPr wrap="square">
            <a:spAutoFit/>
          </a:bodyPr>
          <a:lstStyle/>
          <a:p>
            <a:pPr lvl="0" algn="ctr" rtl="1" fontAlgn="base">
              <a:spcBef>
                <a:spcPct val="0"/>
              </a:spcBef>
              <a:spcAft>
                <a:spcPct val="0"/>
              </a:spcAft>
            </a:pPr>
            <a:r>
              <a:rPr lang="fa-IR" sz="1600" b="1" dirty="0" smtClean="0">
                <a:solidFill>
                  <a:srgbClr val="FFFFFF"/>
                </a:solidFill>
                <a:latin typeface="Times New Roman" panose="02020603050405020304" pitchFamily="18" charset="0"/>
                <a:cs typeface="B Nazanin" panose="00000400000000000000" pitchFamily="2" charset="-78"/>
              </a:rPr>
              <a:t> پیاده سازی و ارزیابی همسان ساز پیشنهادی</a:t>
            </a:r>
            <a:endParaRPr lang="fa-IR" sz="1600" b="1" dirty="0">
              <a:solidFill>
                <a:srgbClr val="FFFFFF"/>
              </a:solidFill>
              <a:latin typeface="Times New Roman" panose="02020603050405020304" pitchFamily="18" charset="0"/>
              <a:cs typeface="B Nazanin" panose="00000400000000000000" pitchFamily="2" charset="-78"/>
            </a:endParaRPr>
          </a:p>
        </p:txBody>
      </p:sp>
      <p:sp>
        <p:nvSpPr>
          <p:cNvPr id="38" name="Rectangle 37">
            <a:extLst>
              <a:ext uri="{FF2B5EF4-FFF2-40B4-BE49-F238E27FC236}">
                <a16:creationId xmlns="" xmlns:a16="http://schemas.microsoft.com/office/drawing/2014/main" id="{8499BA6C-A469-45E7-8896-73165F3CE066}"/>
              </a:ext>
            </a:extLst>
          </p:cNvPr>
          <p:cNvSpPr/>
          <p:nvPr/>
        </p:nvSpPr>
        <p:spPr>
          <a:xfrm>
            <a:off x="2636749" y="78259"/>
            <a:ext cx="1600200" cy="584775"/>
          </a:xfrm>
          <a:prstGeom prst="rect">
            <a:avLst/>
          </a:prstGeom>
        </p:spPr>
        <p:txBody>
          <a:bodyPr wrap="square">
            <a:spAutoFit/>
          </a:bodyPr>
          <a:lstStyle/>
          <a:p>
            <a:pPr lvl="0" algn="ctr" rtl="1" fontAlgn="base">
              <a:spcBef>
                <a:spcPct val="0"/>
              </a:spcBef>
              <a:spcAft>
                <a:spcPct val="0"/>
              </a:spcAft>
            </a:pPr>
            <a:r>
              <a:rPr lang="fa-IR" sz="1600" b="1" dirty="0">
                <a:solidFill>
                  <a:srgbClr val="FFFFFF"/>
                </a:solidFill>
                <a:latin typeface="Times New Roman" panose="02020603050405020304" pitchFamily="18" charset="0"/>
                <a:cs typeface="B Nazanin" panose="00000400000000000000" pitchFamily="2" charset="-78"/>
              </a:rPr>
              <a:t>همسان سازی پیشنهادی</a:t>
            </a:r>
          </a:p>
        </p:txBody>
      </p:sp>
      <p:sp>
        <p:nvSpPr>
          <p:cNvPr id="39" name="Rectangle 38">
            <a:extLst>
              <a:ext uri="{FF2B5EF4-FFF2-40B4-BE49-F238E27FC236}">
                <a16:creationId xmlns="" xmlns:a16="http://schemas.microsoft.com/office/drawing/2014/main" id="{88B0CAF5-84F0-44BE-BF0F-DBA7B08A5139}"/>
              </a:ext>
            </a:extLst>
          </p:cNvPr>
          <p:cNvSpPr/>
          <p:nvPr/>
        </p:nvSpPr>
        <p:spPr>
          <a:xfrm>
            <a:off x="4495138" y="91457"/>
            <a:ext cx="1443038" cy="584775"/>
          </a:xfrm>
          <a:prstGeom prst="rect">
            <a:avLst/>
          </a:prstGeom>
        </p:spPr>
        <p:txBody>
          <a:bodyPr wrap="square">
            <a:spAutoFit/>
          </a:bodyPr>
          <a:lstStyle/>
          <a:p>
            <a:pPr lvl="0" algn="ctr" rtl="1" fontAlgn="base">
              <a:spcBef>
                <a:spcPct val="0"/>
              </a:spcBef>
              <a:spcAft>
                <a:spcPct val="0"/>
              </a:spcAft>
            </a:pPr>
            <a:r>
              <a:rPr lang="fa-IR" sz="1600" b="1" dirty="0">
                <a:solidFill>
                  <a:srgbClr val="FFFFFF"/>
                </a:solidFill>
                <a:latin typeface="Times New Roman" panose="02020603050405020304" pitchFamily="18" charset="0"/>
                <a:cs typeface="B Nazanin" panose="00000400000000000000" pitchFamily="2" charset="-78"/>
              </a:rPr>
              <a:t>همسان سازی باتری</a:t>
            </a:r>
          </a:p>
        </p:txBody>
      </p:sp>
      <p:sp>
        <p:nvSpPr>
          <p:cNvPr id="40" name="Rectangle 39">
            <a:extLst>
              <a:ext uri="{FF2B5EF4-FFF2-40B4-BE49-F238E27FC236}">
                <a16:creationId xmlns="" xmlns:a16="http://schemas.microsoft.com/office/drawing/2014/main" id="{080A61E5-91DA-486A-AFFC-B76A86A698DD}"/>
              </a:ext>
            </a:extLst>
          </p:cNvPr>
          <p:cNvSpPr/>
          <p:nvPr/>
        </p:nvSpPr>
        <p:spPr>
          <a:xfrm>
            <a:off x="6499957" y="197162"/>
            <a:ext cx="1626786" cy="323165"/>
          </a:xfrm>
          <a:prstGeom prst="rect">
            <a:avLst/>
          </a:prstGeom>
        </p:spPr>
        <p:txBody>
          <a:bodyPr wrap="square">
            <a:spAutoFit/>
          </a:bodyPr>
          <a:lstStyle/>
          <a:p>
            <a:pPr lvl="0" algn="ctr" fontAlgn="base">
              <a:spcBef>
                <a:spcPct val="0"/>
              </a:spcBef>
              <a:spcAft>
                <a:spcPct val="0"/>
              </a:spcAft>
              <a:defRPr/>
            </a:pPr>
            <a:r>
              <a:rPr lang="fa-IR" sz="1500" b="1" kern="0" dirty="0">
                <a:solidFill>
                  <a:srgbClr val="FFFFFF"/>
                </a:solidFill>
                <a:latin typeface="Times New Roman" panose="02020603050405020304" pitchFamily="18" charset="0"/>
                <a:cs typeface="B Nazanin" pitchFamily="2" charset="-78"/>
              </a:rPr>
              <a:t>باتری ها</a:t>
            </a:r>
            <a:endParaRPr lang="en-US" sz="1500" b="1" kern="0" dirty="0">
              <a:solidFill>
                <a:srgbClr val="FFFFFF"/>
              </a:solidFill>
              <a:latin typeface="Times New Roman" panose="02020603050405020304" pitchFamily="18" charset="0"/>
              <a:cs typeface="B Nazanin" pitchFamily="2" charset="-78"/>
            </a:endParaRPr>
          </a:p>
        </p:txBody>
      </p:sp>
      <p:pic>
        <p:nvPicPr>
          <p:cNvPr id="41" name="Picture 40" descr="پرونده:Azad University logo.png - ویکی‌پدیا، دانشنامهٔ آزاد">
            <a:extLst>
              <a:ext uri="{FF2B5EF4-FFF2-40B4-BE49-F238E27FC236}">
                <a16:creationId xmlns="" xmlns:a16="http://schemas.microsoft.com/office/drawing/2014/main" id="{4BBC7487-44D3-400B-AF80-552EEB9DBB24}"/>
              </a:ext>
            </a:extLst>
          </p:cNvPr>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8610600" y="0"/>
            <a:ext cx="533400" cy="822959"/>
          </a:xfrm>
          <a:prstGeom prst="rect">
            <a:avLst/>
          </a:prstGeom>
          <a:noFill/>
          <a:ln>
            <a:noFill/>
          </a:ln>
        </p:spPr>
      </p:pic>
      <p:sp>
        <p:nvSpPr>
          <p:cNvPr id="42" name="Rounded Rectangle 175">
            <a:extLst>
              <a:ext uri="{FF2B5EF4-FFF2-40B4-BE49-F238E27FC236}">
                <a16:creationId xmlns="" xmlns:a16="http://schemas.microsoft.com/office/drawing/2014/main" id="{B38C8568-40F1-4259-922B-CCD5A8161046}"/>
              </a:ext>
            </a:extLst>
          </p:cNvPr>
          <p:cNvSpPr/>
          <p:nvPr/>
        </p:nvSpPr>
        <p:spPr bwMode="auto">
          <a:xfrm>
            <a:off x="7689952" y="938628"/>
            <a:ext cx="1384096" cy="424007"/>
          </a:xfrm>
          <a:prstGeom prst="roundRect">
            <a:avLst/>
          </a:prstGeom>
          <a:solidFill>
            <a:srgbClr val="3D81BF">
              <a:lumMod val="75000"/>
            </a:srgbClr>
          </a:solidFill>
          <a:ln w="9525" cap="flat" cmpd="sng" algn="ctr">
            <a:solidFill>
              <a:srgbClr val="000000"/>
            </a:solidFill>
            <a:prstDash val="solid"/>
            <a:round/>
            <a:headEnd type="none" w="med" len="med"/>
            <a:tailEnd type="none" w="med" len="med"/>
          </a:ln>
          <a:effectLst>
            <a:reflection blurRad="6350" stA="50000" endA="300" endPos="55000" dir="5400000" sy="-100000" algn="bl" rotWithShape="0"/>
          </a:effectLst>
          <a:scene3d>
            <a:camera prst="isometricOffAxis2Left"/>
            <a:lightRig rig="threePt" dir="t"/>
          </a:scene3d>
        </p:spPr>
        <p:txBody>
          <a:bodyPr vert="horz" wrap="square" lIns="91440" tIns="45720" rIns="91440" bIns="45720" numCol="1" rtlCol="0" anchor="t" anchorCtr="0" compatLnSpc="1">
            <a:prstTxWarp prst="textNoShape">
              <a:avLst/>
            </a:prstTxWarp>
          </a:bodyPr>
          <a:lstStyle/>
          <a:p>
            <a:pPr marL="0" marR="0" lvl="0" indent="0" algn="ctr" defTabSz="914400" eaLnBrk="1" fontAlgn="base" latinLnBrk="0" hangingPunct="1">
              <a:lnSpc>
                <a:spcPct val="100000"/>
              </a:lnSpc>
              <a:spcBef>
                <a:spcPct val="0"/>
              </a:spcBef>
              <a:spcAft>
                <a:spcPct val="0"/>
              </a:spcAft>
              <a:buClrTx/>
              <a:buSzTx/>
              <a:buFontTx/>
              <a:buNone/>
              <a:tabLst/>
              <a:defRPr/>
            </a:pPr>
            <a:r>
              <a:rPr lang="fa-IR" sz="2200" b="1" kern="0" dirty="0">
                <a:solidFill>
                  <a:srgbClr val="FFFFFF"/>
                </a:solidFill>
                <a:latin typeface="Times New Roman" panose="02020603050405020304" pitchFamily="18" charset="0"/>
                <a:cs typeface="B Nazanin" pitchFamily="2" charset="-78"/>
              </a:rPr>
              <a:t>باتری ها</a:t>
            </a:r>
            <a:endParaRPr kumimoji="0" lang="en-US" sz="2200" b="1" i="0" u="none" strike="noStrike" kern="0" cap="none" spc="0" normalizeH="0" baseline="0" noProof="0" dirty="0">
              <a:ln>
                <a:noFill/>
              </a:ln>
              <a:solidFill>
                <a:srgbClr val="FFFFFF"/>
              </a:solidFill>
              <a:effectLst/>
              <a:uLnTx/>
              <a:uFillTx/>
              <a:latin typeface="Times New Roman" panose="02020603050405020304" pitchFamily="18" charset="0"/>
              <a:cs typeface="B Nazanin" pitchFamily="2" charset="-78"/>
            </a:endParaRPr>
          </a:p>
        </p:txBody>
      </p:sp>
      <p:sp>
        <p:nvSpPr>
          <p:cNvPr id="23" name="Slide Number Placeholder 3">
            <a:extLst>
              <a:ext uri="{FF2B5EF4-FFF2-40B4-BE49-F238E27FC236}">
                <a16:creationId xmlns="" xmlns:a16="http://schemas.microsoft.com/office/drawing/2014/main" id="{FEFB061F-8AAB-4535-B272-1BA4D5A77191}"/>
              </a:ext>
            </a:extLst>
          </p:cNvPr>
          <p:cNvSpPr txBox="1">
            <a:spLocks/>
          </p:cNvSpPr>
          <p:nvPr/>
        </p:nvSpPr>
        <p:spPr>
          <a:xfrm>
            <a:off x="8965" y="6090313"/>
            <a:ext cx="676835" cy="767687"/>
          </a:xfrm>
          <a:prstGeom prst="rect">
            <a:avLst/>
          </a:prstGeom>
        </p:spPr>
        <p:txBody>
          <a:bodyPr vert="horz" lIns="91440" tIns="45720" rIns="91440" bIns="45720" rtlCol="0" anchor="ctr"/>
          <a:lstStyle>
            <a:defPPr>
              <a:defRPr lang="en-US"/>
            </a:defPPr>
            <a:lvl1pPr marL="0" algn="l" defTabSz="914400" rtl="0" eaLnBrk="1" latinLnBrk="0" hangingPunct="1">
              <a:defRPr sz="1400" b="1" kern="1200">
                <a:solidFill>
                  <a:srgbClr val="FFFFFF"/>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rtl="1"/>
            <a:fld id="{E8ADF199-8047-440E-B02B-E80683B392F2}" type="slidenum">
              <a:rPr lang="fa-IR" sz="1800" smtClean="0">
                <a:solidFill>
                  <a:schemeClr val="tx1"/>
                </a:solidFill>
                <a:cs typeface="B Lotus" panose="00000400000000000000" pitchFamily="2" charset="-78"/>
              </a:rPr>
              <a:pPr rtl="1"/>
              <a:t>3</a:t>
            </a:fld>
            <a:endParaRPr lang="fa-IR" sz="1800" dirty="0">
              <a:solidFill>
                <a:schemeClr val="tx1"/>
              </a:solidFill>
              <a:cs typeface="B Lotus" panose="00000400000000000000" pitchFamily="2" charset="-78"/>
            </a:endParaRPr>
          </a:p>
        </p:txBody>
      </p:sp>
      <p:sp>
        <p:nvSpPr>
          <p:cNvPr id="11" name="TextBox 10"/>
          <p:cNvSpPr txBox="1"/>
          <p:nvPr/>
        </p:nvSpPr>
        <p:spPr>
          <a:xfrm>
            <a:off x="6499957" y="4986891"/>
            <a:ext cx="617477" cy="369332"/>
          </a:xfrm>
          <a:prstGeom prst="rect">
            <a:avLst/>
          </a:prstGeom>
          <a:noFill/>
        </p:spPr>
        <p:txBody>
          <a:bodyPr wrap="none" rtlCol="1">
            <a:spAutoFit/>
          </a:bodyPr>
          <a:lstStyle/>
          <a:p>
            <a:r>
              <a:rPr lang="fa-IR" dirty="0">
                <a:cs typeface="B Lotus" panose="00000400000000000000" pitchFamily="2" charset="-78"/>
              </a:rPr>
              <a:t>(الف)</a:t>
            </a:r>
          </a:p>
        </p:txBody>
      </p:sp>
      <p:sp>
        <p:nvSpPr>
          <p:cNvPr id="44" name="TextBox 43"/>
          <p:cNvSpPr txBox="1"/>
          <p:nvPr/>
        </p:nvSpPr>
        <p:spPr>
          <a:xfrm>
            <a:off x="1683168" y="4986891"/>
            <a:ext cx="503664" cy="369332"/>
          </a:xfrm>
          <a:prstGeom prst="rect">
            <a:avLst/>
          </a:prstGeom>
          <a:noFill/>
        </p:spPr>
        <p:txBody>
          <a:bodyPr wrap="none" rtlCol="1">
            <a:spAutoFit/>
          </a:bodyPr>
          <a:lstStyle/>
          <a:p>
            <a:r>
              <a:rPr lang="fa-IR" dirty="0">
                <a:cs typeface="B Lotus" panose="00000400000000000000" pitchFamily="2" charset="-78"/>
              </a:rPr>
              <a:t>(ب)</a:t>
            </a:r>
          </a:p>
        </p:txBody>
      </p:sp>
      <p:graphicFrame>
        <p:nvGraphicFramePr>
          <p:cNvPr id="45" name="Table 44">
            <a:extLst>
              <a:ext uri="{FF2B5EF4-FFF2-40B4-BE49-F238E27FC236}">
                <a16:creationId xmlns="" xmlns:a16="http://schemas.microsoft.com/office/drawing/2014/main" id="{834D9C4B-67EB-4E28-830F-6F5F8E2ADB87}"/>
              </a:ext>
            </a:extLst>
          </p:cNvPr>
          <p:cNvGraphicFramePr>
            <a:graphicFrameLocks noGrp="1"/>
          </p:cNvGraphicFramePr>
          <p:nvPr>
            <p:extLst>
              <p:ext uri="{D42A27DB-BD31-4B8C-83A1-F6EECF244321}">
                <p14:modId xmlns:p14="http://schemas.microsoft.com/office/powerpoint/2010/main" val="1351947245"/>
              </p:ext>
            </p:extLst>
          </p:nvPr>
        </p:nvGraphicFramePr>
        <p:xfrm>
          <a:off x="1683168" y="5953153"/>
          <a:ext cx="5937250" cy="548640"/>
        </p:xfrm>
        <a:graphic>
          <a:graphicData uri="http://schemas.openxmlformats.org/drawingml/2006/table">
            <a:tbl>
              <a:tblPr rtl="1" firstRow="1" firstCol="1" bandRow="1"/>
              <a:tblGrid>
                <a:gridCol w="5937250">
                  <a:extLst>
                    <a:ext uri="{9D8B030D-6E8A-4147-A177-3AD203B41FA5}">
                      <a16:colId xmlns="" xmlns:a16="http://schemas.microsoft.com/office/drawing/2014/main" val="2809807785"/>
                    </a:ext>
                  </a:extLst>
                </a:gridCol>
              </a:tblGrid>
              <a:tr h="0">
                <a:tc>
                  <a:txBody>
                    <a:bodyPr/>
                    <a:lstStyle/>
                    <a:p>
                      <a:pPr marL="0" marR="0" algn="ctr" rtl="1">
                        <a:spcBef>
                          <a:spcPts val="600"/>
                        </a:spcBef>
                        <a:spcAft>
                          <a:spcPts val="600"/>
                        </a:spcAft>
                      </a:pPr>
                      <a:r>
                        <a:rPr lang="fa-IR" sz="1800" i="0" dirty="0">
                          <a:effectLst/>
                          <a:latin typeface="Times New Roman" panose="02020603050405020304" pitchFamily="18" charset="0"/>
                          <a:ea typeface="Calibri" panose="020F0502020204030204" pitchFamily="34" charset="0"/>
                          <a:cs typeface="B Lotus" panose="00000400000000000000" pitchFamily="2" charset="-78"/>
                        </a:rPr>
                        <a:t>شکل</a:t>
                      </a:r>
                      <a:r>
                        <a:rPr lang="fa-IR" sz="1800" i="0" baseline="0" dirty="0">
                          <a:effectLst/>
                          <a:latin typeface="Times New Roman" panose="02020603050405020304" pitchFamily="18" charset="0"/>
                          <a:ea typeface="Calibri" panose="020F0502020204030204" pitchFamily="34" charset="0"/>
                          <a:cs typeface="B Lotus" panose="00000400000000000000" pitchFamily="2" charset="-78"/>
                        </a:rPr>
                        <a:t> 1 </a:t>
                      </a:r>
                      <a:r>
                        <a:rPr lang="fa-IR" sz="1800" i="0" dirty="0">
                          <a:effectLst/>
                          <a:latin typeface="Times New Roman" panose="02020603050405020304" pitchFamily="18" charset="0"/>
                          <a:ea typeface="Calibri" panose="020F0502020204030204" pitchFamily="34" charset="0"/>
                          <a:cs typeface="B Lotus" panose="00000400000000000000" pitchFamily="2" charset="-78"/>
                        </a:rPr>
                        <a:t>نمونه</a:t>
                      </a:r>
                      <a:r>
                        <a:rPr lang="fa-IR" sz="1800" i="0" baseline="0" dirty="0">
                          <a:effectLst/>
                          <a:latin typeface="Times New Roman" panose="02020603050405020304" pitchFamily="18" charset="0"/>
                          <a:ea typeface="Calibri" panose="020F0502020204030204" pitchFamily="34" charset="0"/>
                          <a:cs typeface="B Lotus" panose="00000400000000000000" pitchFamily="2" charset="-78"/>
                        </a:rPr>
                        <a:t> ای از باتری ها با </a:t>
                      </a:r>
                      <a:r>
                        <a:rPr lang="en-US" sz="1800" i="0" baseline="0" dirty="0">
                          <a:effectLst/>
                          <a:latin typeface="Times New Roman" panose="02020603050405020304" pitchFamily="18" charset="0"/>
                          <a:ea typeface="Calibri" panose="020F0502020204030204" pitchFamily="34" charset="0"/>
                          <a:cs typeface="B Lotus" panose="00000400000000000000" pitchFamily="2" charset="-78"/>
                        </a:rPr>
                        <a:t>SOH</a:t>
                      </a:r>
                      <a:r>
                        <a:rPr lang="fa-IR" sz="1800" i="0" baseline="0" dirty="0">
                          <a:effectLst/>
                          <a:latin typeface="Times New Roman" panose="02020603050405020304" pitchFamily="18" charset="0"/>
                          <a:ea typeface="Calibri" panose="020F0502020204030204" pitchFamily="34" charset="0"/>
                          <a:cs typeface="B Lotus" panose="00000400000000000000" pitchFamily="2" charset="-78"/>
                        </a:rPr>
                        <a:t> 100% و</a:t>
                      </a:r>
                      <a:r>
                        <a:rPr lang="en-US" sz="1800" i="0" baseline="0" dirty="0">
                          <a:effectLst/>
                          <a:latin typeface="Times New Roman" panose="02020603050405020304" pitchFamily="18" charset="0"/>
                          <a:ea typeface="Calibri" panose="020F0502020204030204" pitchFamily="34" charset="0"/>
                          <a:cs typeface="B Lotus" panose="00000400000000000000" pitchFamily="2" charset="-78"/>
                        </a:rPr>
                        <a:t>SOC</a:t>
                      </a:r>
                      <a:r>
                        <a:rPr lang="fa-IR" sz="1800" i="0" baseline="0" dirty="0">
                          <a:effectLst/>
                          <a:latin typeface="Times New Roman" panose="02020603050405020304" pitchFamily="18" charset="0"/>
                          <a:ea typeface="Calibri" panose="020F0502020204030204" pitchFamily="34" charset="0"/>
                          <a:cs typeface="B Lotus" panose="00000400000000000000" pitchFamily="2" charset="-78"/>
                        </a:rPr>
                        <a:t> 50% در شکل (الف) و </a:t>
                      </a:r>
                      <a:r>
                        <a:rPr lang="en-US" sz="1800" i="0" baseline="0" dirty="0">
                          <a:effectLst/>
                          <a:latin typeface="Times New Roman" panose="02020603050405020304" pitchFamily="18" charset="0"/>
                          <a:ea typeface="Calibri" panose="020F0502020204030204" pitchFamily="34" charset="0"/>
                          <a:cs typeface="B Lotus" panose="00000400000000000000" pitchFamily="2" charset="-78"/>
                        </a:rPr>
                        <a:t>SOH</a:t>
                      </a:r>
                      <a:r>
                        <a:rPr lang="fa-IR" sz="1800" i="0" baseline="0" dirty="0">
                          <a:effectLst/>
                          <a:latin typeface="Times New Roman" panose="02020603050405020304" pitchFamily="18" charset="0"/>
                          <a:ea typeface="Calibri" panose="020F0502020204030204" pitchFamily="34" charset="0"/>
                          <a:cs typeface="B Lotus" panose="00000400000000000000" pitchFamily="2" charset="-78"/>
                        </a:rPr>
                        <a:t> 80% با </a:t>
                      </a:r>
                      <a:r>
                        <a:rPr lang="en-US" sz="1800" i="0" baseline="0" dirty="0">
                          <a:effectLst/>
                          <a:latin typeface="Times New Roman" panose="02020603050405020304" pitchFamily="18" charset="0"/>
                          <a:ea typeface="Calibri" panose="020F0502020204030204" pitchFamily="34" charset="0"/>
                          <a:cs typeface="B Lotus" panose="00000400000000000000" pitchFamily="2" charset="-78"/>
                        </a:rPr>
                        <a:t>SOC</a:t>
                      </a:r>
                      <a:r>
                        <a:rPr lang="fa-IR" sz="1800" i="0" baseline="0" dirty="0">
                          <a:effectLst/>
                          <a:latin typeface="Times New Roman" panose="02020603050405020304" pitchFamily="18" charset="0"/>
                          <a:ea typeface="Calibri" panose="020F0502020204030204" pitchFamily="34" charset="0"/>
                          <a:cs typeface="B Lotus" panose="00000400000000000000" pitchFamily="2" charset="-78"/>
                        </a:rPr>
                        <a:t> 50%  در (ب) را مشاهده میکنید.</a:t>
                      </a:r>
                      <a:endParaRPr lang="en-US" sz="1600" i="1" dirty="0">
                        <a:effectLst/>
                        <a:latin typeface="Times New Roman" panose="02020603050405020304" pitchFamily="18" charset="0"/>
                        <a:ea typeface="Calibri" panose="020F0502020204030204" pitchFamily="34" charset="0"/>
                        <a:cs typeface="B Lotus" panose="00000400000000000000" pitchFamily="2" charset="-78"/>
                      </a:endParaRPr>
                    </a:p>
                  </a:txBody>
                  <a:tcPr marL="68580" marR="68580" marT="0" marB="0" anchor="ctr">
                    <a:lnL>
                      <a:noFill/>
                    </a:lnL>
                    <a:lnR>
                      <a:noFill/>
                    </a:lnR>
                    <a:lnT>
                      <a:noFill/>
                    </a:lnT>
                    <a:lnB>
                      <a:noFill/>
                    </a:lnB>
                  </a:tcPr>
                </a:tc>
                <a:extLst>
                  <a:ext uri="{0D108BD9-81ED-4DB2-BD59-A6C34878D82A}">
                    <a16:rowId xmlns="" xmlns:a16="http://schemas.microsoft.com/office/drawing/2014/main" val="3545091448"/>
                  </a:ext>
                </a:extLst>
              </a:tr>
            </a:tbl>
          </a:graphicData>
        </a:graphic>
      </p:graphicFrame>
      <p:pic>
        <p:nvPicPr>
          <p:cNvPr id="18" name="Picture 17"/>
          <p:cNvPicPr>
            <a:picLocks noChangeAspect="1"/>
          </p:cNvPicPr>
          <p:nvPr/>
        </p:nvPicPr>
        <p:blipFill>
          <a:blip r:embed="rId4"/>
          <a:stretch>
            <a:fillRect/>
          </a:stretch>
        </p:blipFill>
        <p:spPr>
          <a:xfrm>
            <a:off x="215900" y="1833197"/>
            <a:ext cx="8203370" cy="3132568"/>
          </a:xfrm>
          <a:prstGeom prst="rect">
            <a:avLst/>
          </a:prstGeom>
        </p:spPr>
      </p:pic>
    </p:spTree>
    <p:extLst>
      <p:ext uri="{BB962C8B-B14F-4D97-AF65-F5344CB8AC3E}">
        <p14:creationId xmlns:p14="http://schemas.microsoft.com/office/powerpoint/2010/main" val="2573271403"/>
      </p:ext>
    </p:extLst>
  </p:cSld>
  <p:clrMapOvr>
    <a:masterClrMapping/>
  </p:clrMapOvr>
  <p:timing>
    <p:tnLst>
      <p:par>
        <p:cTn id="1" dur="indefinite" restart="never" nodeType="tmRoot"/>
      </p:par>
    </p:tn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 name="Picture 5"/>
          <p:cNvPicPr>
            <a:picLocks noChangeAspect="1"/>
          </p:cNvPicPr>
          <p:nvPr/>
        </p:nvPicPr>
        <p:blipFill>
          <a:blip r:embed="rId3"/>
          <a:stretch>
            <a:fillRect/>
          </a:stretch>
        </p:blipFill>
        <p:spPr>
          <a:xfrm>
            <a:off x="1329182" y="2002126"/>
            <a:ext cx="6400800" cy="4492619"/>
          </a:xfrm>
          <a:prstGeom prst="rect">
            <a:avLst/>
          </a:prstGeom>
        </p:spPr>
      </p:pic>
      <p:pic>
        <p:nvPicPr>
          <p:cNvPr id="4" name="Picture 3">
            <a:extLst>
              <a:ext uri="{FF2B5EF4-FFF2-40B4-BE49-F238E27FC236}">
                <a16:creationId xmlns="" xmlns:a16="http://schemas.microsoft.com/office/drawing/2014/main" id="{CA4B7323-47E7-4CC4-91B7-36AF4E6EAE28}"/>
              </a:ext>
            </a:extLst>
          </p:cNvPr>
          <p:cNvPicPr>
            <a:picLocks noChangeAspect="1"/>
          </p:cNvPicPr>
          <p:nvPr/>
        </p:nvPicPr>
        <p:blipFill>
          <a:blip r:embed="rId4"/>
          <a:stretch>
            <a:fillRect/>
          </a:stretch>
        </p:blipFill>
        <p:spPr>
          <a:xfrm>
            <a:off x="304800" y="968931"/>
            <a:ext cx="1077212" cy="721184"/>
          </a:xfrm>
          <a:prstGeom prst="rect">
            <a:avLst/>
          </a:prstGeom>
        </p:spPr>
      </p:pic>
      <p:sp>
        <p:nvSpPr>
          <p:cNvPr id="147" name="TextBox 146">
            <a:extLst>
              <a:ext uri="{FF2B5EF4-FFF2-40B4-BE49-F238E27FC236}">
                <a16:creationId xmlns="" xmlns:a16="http://schemas.microsoft.com/office/drawing/2014/main" id="{F43469DC-7F5B-471E-BD74-ED709E621F63}"/>
              </a:ext>
            </a:extLst>
          </p:cNvPr>
          <p:cNvSpPr txBox="1"/>
          <p:nvPr/>
        </p:nvSpPr>
        <p:spPr>
          <a:xfrm>
            <a:off x="6104415" y="1803113"/>
            <a:ext cx="2964274" cy="369332"/>
          </a:xfrm>
          <a:prstGeom prst="rect">
            <a:avLst/>
          </a:prstGeom>
          <a:noFill/>
        </p:spPr>
        <p:txBody>
          <a:bodyPr wrap="none" rtlCol="0">
            <a:spAutoFit/>
          </a:bodyPr>
          <a:lstStyle/>
          <a:p>
            <a:pPr algn="r" rtl="1"/>
            <a:r>
              <a:rPr lang="fa-IR" b="1" dirty="0">
                <a:cs typeface="B Nazanin" panose="00000400000000000000" pitchFamily="2" charset="-78"/>
              </a:rPr>
              <a:t>الزام سیستم مدیریت همسان سازی</a:t>
            </a:r>
          </a:p>
        </p:txBody>
      </p:sp>
      <p:sp>
        <p:nvSpPr>
          <p:cNvPr id="49" name="Rounded Rectangle 175">
            <a:extLst>
              <a:ext uri="{FF2B5EF4-FFF2-40B4-BE49-F238E27FC236}">
                <a16:creationId xmlns="" xmlns:a16="http://schemas.microsoft.com/office/drawing/2014/main" id="{D8E27344-2AB1-4A61-B14B-D9C7962F785E}"/>
              </a:ext>
            </a:extLst>
          </p:cNvPr>
          <p:cNvSpPr/>
          <p:nvPr/>
        </p:nvSpPr>
        <p:spPr bwMode="auto">
          <a:xfrm>
            <a:off x="6324600" y="1066930"/>
            <a:ext cx="2922494" cy="418072"/>
          </a:xfrm>
          <a:prstGeom prst="roundRect">
            <a:avLst/>
          </a:prstGeom>
          <a:solidFill>
            <a:srgbClr val="3D81BF">
              <a:lumMod val="75000"/>
            </a:srgbClr>
          </a:solidFill>
          <a:ln w="9525" cap="flat" cmpd="sng" algn="ctr">
            <a:solidFill>
              <a:srgbClr val="000000"/>
            </a:solidFill>
            <a:prstDash val="solid"/>
            <a:round/>
            <a:headEnd type="none" w="med" len="med"/>
            <a:tailEnd type="none" w="med" len="med"/>
          </a:ln>
          <a:effectLst>
            <a:reflection blurRad="6350" stA="50000" endA="300" endPos="55000" dir="5400000" sy="-100000" algn="bl" rotWithShape="0"/>
          </a:effectLst>
          <a:scene3d>
            <a:camera prst="isometricOffAxis2Left"/>
            <a:lightRig rig="threePt" dir="t"/>
          </a:scene3d>
        </p:spPr>
        <p:txBody>
          <a:bodyPr vert="horz" wrap="square" lIns="91440" tIns="45720" rIns="91440" bIns="45720" numCol="1" rtlCol="0" anchor="t" anchorCtr="0" compatLnSpc="1">
            <a:prstTxWarp prst="textNoShape">
              <a:avLst/>
            </a:prstTxWarp>
          </a:bodyPr>
          <a:lstStyle/>
          <a:p>
            <a:pPr lvl="0" algn="ctr" rtl="1" fontAlgn="base">
              <a:spcBef>
                <a:spcPct val="0"/>
              </a:spcBef>
              <a:spcAft>
                <a:spcPct val="0"/>
              </a:spcAft>
            </a:pPr>
            <a:r>
              <a:rPr lang="fa-IR" sz="2000" b="1" dirty="0">
                <a:solidFill>
                  <a:srgbClr val="FFFFFF"/>
                </a:solidFill>
                <a:latin typeface="Times New Roman" panose="02020603050405020304" pitchFamily="18" charset="0"/>
                <a:cs typeface="B Nazanin" panose="00000400000000000000" pitchFamily="2" charset="-78"/>
              </a:rPr>
              <a:t>همسان سازی باتری</a:t>
            </a:r>
          </a:p>
        </p:txBody>
      </p:sp>
      <p:pic>
        <p:nvPicPr>
          <p:cNvPr id="60" name="Picture 59" descr="پرونده:Azad University logo.png - ویکی‌پدیا، دانشنامهٔ آزاد">
            <a:extLst>
              <a:ext uri="{FF2B5EF4-FFF2-40B4-BE49-F238E27FC236}">
                <a16:creationId xmlns="" xmlns:a16="http://schemas.microsoft.com/office/drawing/2014/main" id="{FA988D60-670C-406B-B8FB-D5A0053424E9}"/>
              </a:ext>
            </a:extLst>
          </p:cNvPr>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8610600" y="0"/>
            <a:ext cx="533400" cy="822959"/>
          </a:xfrm>
          <a:prstGeom prst="rect">
            <a:avLst/>
          </a:prstGeom>
          <a:noFill/>
          <a:ln>
            <a:noFill/>
          </a:ln>
        </p:spPr>
      </p:pic>
      <p:sp>
        <p:nvSpPr>
          <p:cNvPr id="41" name="Rectangle 40"/>
          <p:cNvSpPr/>
          <p:nvPr/>
        </p:nvSpPr>
        <p:spPr>
          <a:xfrm>
            <a:off x="843406" y="6370345"/>
            <a:ext cx="6776594" cy="369332"/>
          </a:xfrm>
          <a:prstGeom prst="rect">
            <a:avLst/>
          </a:prstGeom>
        </p:spPr>
        <p:txBody>
          <a:bodyPr wrap="square">
            <a:spAutoFit/>
          </a:bodyPr>
          <a:lstStyle/>
          <a:p>
            <a:pPr algn="ctr" rtl="1"/>
            <a:r>
              <a:rPr lang="fa-IR" dirty="0">
                <a:latin typeface="Times New Roman" panose="02020603050405020304" pitchFamily="18" charset="0"/>
                <a:ea typeface="Calibri" panose="020F0502020204030204" pitchFamily="34" charset="0"/>
                <a:cs typeface="B Lotus" panose="00000400000000000000" pitchFamily="2" charset="-78"/>
              </a:rPr>
              <a:t> شکل </a:t>
            </a:r>
            <a:r>
              <a:rPr lang="fa-IR" dirty="0" smtClean="0">
                <a:latin typeface="Times New Roman" panose="02020603050405020304" pitchFamily="18" charset="0"/>
                <a:ea typeface="Calibri" panose="020F0502020204030204" pitchFamily="34" charset="0"/>
                <a:cs typeface="B Lotus" panose="00000400000000000000" pitchFamily="2" charset="-78"/>
              </a:rPr>
              <a:t>2 اجبار </a:t>
            </a:r>
            <a:r>
              <a:rPr lang="fa-IR" dirty="0">
                <a:latin typeface="Times New Roman" panose="02020603050405020304" pitchFamily="18" charset="0"/>
                <a:ea typeface="Calibri" panose="020F0502020204030204" pitchFamily="34" charset="0"/>
                <a:cs typeface="B Lotus" panose="00000400000000000000" pitchFamily="2" charset="-78"/>
              </a:rPr>
              <a:t>به قطع فرآیندهای شارژ توسط سلول1 در (الف) و دشارژ توسط سلول3 در (ب)</a:t>
            </a:r>
            <a:endParaRPr lang="en-US" dirty="0">
              <a:latin typeface="Times New Roman" panose="02020603050405020304" pitchFamily="18" charset="0"/>
              <a:ea typeface="Calibri" panose="020F0502020204030204" pitchFamily="34" charset="0"/>
              <a:cs typeface="B Lotus" panose="00000400000000000000" pitchFamily="2" charset="-78"/>
            </a:endParaRPr>
          </a:p>
        </p:txBody>
      </p:sp>
      <p:sp>
        <p:nvSpPr>
          <p:cNvPr id="17" name="Slide Number Placeholder 3">
            <a:extLst>
              <a:ext uri="{FF2B5EF4-FFF2-40B4-BE49-F238E27FC236}">
                <a16:creationId xmlns="" xmlns:a16="http://schemas.microsoft.com/office/drawing/2014/main" id="{FEFB061F-8AAB-4535-B272-1BA4D5A77191}"/>
              </a:ext>
            </a:extLst>
          </p:cNvPr>
          <p:cNvSpPr txBox="1">
            <a:spLocks/>
          </p:cNvSpPr>
          <p:nvPr/>
        </p:nvSpPr>
        <p:spPr>
          <a:xfrm>
            <a:off x="8965" y="6090313"/>
            <a:ext cx="676835" cy="767687"/>
          </a:xfrm>
          <a:prstGeom prst="rect">
            <a:avLst/>
          </a:prstGeom>
        </p:spPr>
        <p:txBody>
          <a:bodyPr vert="horz" lIns="91440" tIns="45720" rIns="91440" bIns="45720" rtlCol="0" anchor="ctr"/>
          <a:lstStyle>
            <a:defPPr>
              <a:defRPr lang="en-US"/>
            </a:defPPr>
            <a:lvl1pPr marL="0" algn="l" defTabSz="914400" rtl="0" eaLnBrk="1" latinLnBrk="0" hangingPunct="1">
              <a:defRPr sz="1400" b="1" kern="1200">
                <a:solidFill>
                  <a:srgbClr val="FFFFFF"/>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rtl="1"/>
            <a:fld id="{E8ADF199-8047-440E-B02B-E80683B392F2}" type="slidenum">
              <a:rPr lang="fa-IR" sz="1800" smtClean="0">
                <a:solidFill>
                  <a:schemeClr val="tx1"/>
                </a:solidFill>
                <a:cs typeface="B Lotus" panose="00000400000000000000" pitchFamily="2" charset="-78"/>
              </a:rPr>
              <a:pPr rtl="1"/>
              <a:t>4</a:t>
            </a:fld>
            <a:endParaRPr lang="fa-IR" sz="1800" dirty="0">
              <a:solidFill>
                <a:schemeClr val="tx1"/>
              </a:solidFill>
              <a:cs typeface="B Lotus" panose="00000400000000000000" pitchFamily="2" charset="-78"/>
            </a:endParaRPr>
          </a:p>
        </p:txBody>
      </p:sp>
      <p:pic>
        <p:nvPicPr>
          <p:cNvPr id="2" name="Picture 1"/>
          <p:cNvPicPr>
            <a:picLocks noChangeAspect="1"/>
          </p:cNvPicPr>
          <p:nvPr/>
        </p:nvPicPr>
        <p:blipFill>
          <a:blip r:embed="rId6"/>
          <a:stretch>
            <a:fillRect/>
          </a:stretch>
        </p:blipFill>
        <p:spPr>
          <a:xfrm>
            <a:off x="685800" y="4713947"/>
            <a:ext cx="715500" cy="946933"/>
          </a:xfrm>
          <a:prstGeom prst="rect">
            <a:avLst/>
          </a:prstGeom>
        </p:spPr>
      </p:pic>
      <p:pic>
        <p:nvPicPr>
          <p:cNvPr id="3" name="Picture 2"/>
          <p:cNvPicPr>
            <a:picLocks noChangeAspect="1"/>
          </p:cNvPicPr>
          <p:nvPr/>
        </p:nvPicPr>
        <p:blipFill>
          <a:blip r:embed="rId7"/>
          <a:stretch>
            <a:fillRect/>
          </a:stretch>
        </p:blipFill>
        <p:spPr>
          <a:xfrm>
            <a:off x="685800" y="2375146"/>
            <a:ext cx="715500" cy="946933"/>
          </a:xfrm>
          <a:prstGeom prst="rect">
            <a:avLst/>
          </a:prstGeom>
        </p:spPr>
      </p:pic>
      <p:sp>
        <p:nvSpPr>
          <p:cNvPr id="33" name="AutoShape 10">
            <a:extLst>
              <a:ext uri="{FF2B5EF4-FFF2-40B4-BE49-F238E27FC236}">
                <a16:creationId xmlns="" xmlns:a16="http://schemas.microsoft.com/office/drawing/2014/main" id="{79B17B67-1ECE-4484-9C55-E49BDD6BD3B8}"/>
              </a:ext>
            </a:extLst>
          </p:cNvPr>
          <p:cNvSpPr>
            <a:spLocks noChangeArrowheads="1"/>
          </p:cNvSpPr>
          <p:nvPr/>
        </p:nvSpPr>
        <p:spPr bwMode="gray">
          <a:xfrm flipH="1">
            <a:off x="6246677" y="59426"/>
            <a:ext cx="2057400" cy="649224"/>
          </a:xfrm>
          <a:prstGeom prst="chevron">
            <a:avLst>
              <a:gd name="adj" fmla="val 17842"/>
            </a:avLst>
          </a:prstGeom>
          <a:gradFill rotWithShape="1">
            <a:gsLst>
              <a:gs pos="0">
                <a:srgbClr val="84B09A">
                  <a:gamma/>
                  <a:shade val="46275"/>
                  <a:invGamma/>
                </a:srgbClr>
              </a:gs>
              <a:gs pos="50000">
                <a:srgbClr val="84B09A"/>
              </a:gs>
              <a:gs pos="100000">
                <a:srgbClr val="84B09A">
                  <a:gamma/>
                  <a:shade val="46275"/>
                  <a:invGamma/>
                </a:srgbClr>
              </a:gs>
            </a:gsLst>
            <a:lin ang="2700000" scaled="1"/>
          </a:gradFill>
          <a:ln w="38100">
            <a:solidFill>
              <a:srgbClr val="EAEAEA"/>
            </a:solidFill>
            <a:miter lim="800000"/>
            <a:headEnd/>
            <a:tailEnd/>
          </a:ln>
          <a:effectLst>
            <a:outerShdw dist="109250" dir="3267739" algn="ctr" rotWithShape="0">
              <a:srgbClr val="333333">
                <a:alpha val="50000"/>
              </a:srgbClr>
            </a:outerShdw>
          </a:effectLst>
        </p:spPr>
        <p:txBody>
          <a:bodyPr wrap="square" anchor="ctr">
            <a:spAutoFit/>
          </a:bodyPr>
          <a:lstStyle/>
          <a:p>
            <a:pPr algn="ctr" fontAlgn="base">
              <a:spcBef>
                <a:spcPct val="0"/>
              </a:spcBef>
              <a:spcAft>
                <a:spcPct val="0"/>
              </a:spcAft>
            </a:pPr>
            <a:endParaRPr lang="en-US" kern="0" dirty="0">
              <a:solidFill>
                <a:srgbClr val="3D81BF"/>
              </a:solidFill>
            </a:endParaRPr>
          </a:p>
        </p:txBody>
      </p:sp>
      <p:sp>
        <p:nvSpPr>
          <p:cNvPr id="34" name="AutoShape 3">
            <a:extLst>
              <a:ext uri="{FF2B5EF4-FFF2-40B4-BE49-F238E27FC236}">
                <a16:creationId xmlns="" xmlns:a16="http://schemas.microsoft.com/office/drawing/2014/main" id="{5E452D18-45BE-480E-B503-836897416433}"/>
              </a:ext>
            </a:extLst>
          </p:cNvPr>
          <p:cNvSpPr>
            <a:spLocks noChangeArrowheads="1"/>
          </p:cNvSpPr>
          <p:nvPr/>
        </p:nvSpPr>
        <p:spPr bwMode="gray">
          <a:xfrm flipH="1">
            <a:off x="4188613" y="57140"/>
            <a:ext cx="2056086" cy="651510"/>
          </a:xfrm>
          <a:prstGeom prst="chevron">
            <a:avLst>
              <a:gd name="adj" fmla="val 17009"/>
            </a:avLst>
          </a:prstGeom>
          <a:solidFill>
            <a:srgbClr val="2842AE"/>
          </a:solidFill>
          <a:ln w="38100">
            <a:solidFill>
              <a:srgbClr val="EAEAEA"/>
            </a:solidFill>
            <a:miter lim="800000"/>
            <a:headEnd/>
            <a:tailEnd/>
          </a:ln>
          <a:effectLst>
            <a:outerShdw dist="109250" dir="3267739" algn="ctr" rotWithShape="0">
              <a:srgbClr val="333333">
                <a:alpha val="50000"/>
              </a:srgbClr>
            </a:outerShdw>
          </a:effectLst>
        </p:spPr>
        <p:txBody>
          <a:bodyPr wrap="square" anchor="ctr">
            <a:spAutoFit/>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dirty="0">
              <a:ln>
                <a:noFill/>
              </a:ln>
              <a:solidFill>
                <a:srgbClr val="3D81BF"/>
              </a:solidFill>
              <a:effectLst/>
              <a:uLnTx/>
              <a:uFillTx/>
            </a:endParaRPr>
          </a:p>
        </p:txBody>
      </p:sp>
      <p:sp>
        <p:nvSpPr>
          <p:cNvPr id="35" name="AutoShape 3">
            <a:extLst>
              <a:ext uri="{FF2B5EF4-FFF2-40B4-BE49-F238E27FC236}">
                <a16:creationId xmlns="" xmlns:a16="http://schemas.microsoft.com/office/drawing/2014/main" id="{B358ECFC-69B1-4422-AF12-904986C50966}"/>
              </a:ext>
            </a:extLst>
          </p:cNvPr>
          <p:cNvSpPr>
            <a:spLocks noChangeArrowheads="1"/>
          </p:cNvSpPr>
          <p:nvPr/>
        </p:nvSpPr>
        <p:spPr bwMode="gray">
          <a:xfrm flipH="1">
            <a:off x="2588411" y="57140"/>
            <a:ext cx="1600202" cy="651510"/>
          </a:xfrm>
          <a:prstGeom prst="chevron">
            <a:avLst>
              <a:gd name="adj" fmla="val 17009"/>
            </a:avLst>
          </a:prstGeom>
          <a:gradFill rotWithShape="1">
            <a:gsLst>
              <a:gs pos="0">
                <a:srgbClr val="84B09A">
                  <a:gamma/>
                  <a:shade val="46275"/>
                  <a:invGamma/>
                </a:srgbClr>
              </a:gs>
              <a:gs pos="50000">
                <a:srgbClr val="84B09A"/>
              </a:gs>
              <a:gs pos="100000">
                <a:srgbClr val="84B09A">
                  <a:gamma/>
                  <a:shade val="46275"/>
                  <a:invGamma/>
                </a:srgbClr>
              </a:gs>
            </a:gsLst>
            <a:lin ang="2700000" scaled="1"/>
          </a:gradFill>
          <a:ln w="38100">
            <a:solidFill>
              <a:srgbClr val="EAEAEA"/>
            </a:solidFill>
            <a:miter lim="800000"/>
            <a:headEnd/>
            <a:tailEnd/>
          </a:ln>
          <a:effectLst>
            <a:outerShdw dist="109250" dir="3267739" algn="ctr" rotWithShape="0">
              <a:srgbClr val="333333">
                <a:alpha val="50000"/>
              </a:srgbClr>
            </a:outerShdw>
          </a:effectLst>
        </p:spPr>
        <p:txBody>
          <a:bodyPr wrap="square" anchor="ctr">
            <a:spAutoFit/>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endParaRPr>
          </a:p>
        </p:txBody>
      </p:sp>
      <p:sp>
        <p:nvSpPr>
          <p:cNvPr id="36" name="AutoShape 3">
            <a:extLst>
              <a:ext uri="{FF2B5EF4-FFF2-40B4-BE49-F238E27FC236}">
                <a16:creationId xmlns="" xmlns:a16="http://schemas.microsoft.com/office/drawing/2014/main" id="{AA189239-A1ED-4328-A6B9-9569592BB4DE}"/>
              </a:ext>
            </a:extLst>
          </p:cNvPr>
          <p:cNvSpPr>
            <a:spLocks noChangeArrowheads="1"/>
          </p:cNvSpPr>
          <p:nvPr/>
        </p:nvSpPr>
        <p:spPr bwMode="gray">
          <a:xfrm flipH="1">
            <a:off x="161661" y="57140"/>
            <a:ext cx="2426749" cy="651510"/>
          </a:xfrm>
          <a:prstGeom prst="chevron">
            <a:avLst>
              <a:gd name="adj" fmla="val 17009"/>
            </a:avLst>
          </a:prstGeom>
          <a:gradFill rotWithShape="1">
            <a:gsLst>
              <a:gs pos="0">
                <a:srgbClr val="84B09A">
                  <a:gamma/>
                  <a:shade val="46275"/>
                  <a:invGamma/>
                </a:srgbClr>
              </a:gs>
              <a:gs pos="50000">
                <a:srgbClr val="84B09A"/>
              </a:gs>
              <a:gs pos="100000">
                <a:srgbClr val="84B09A">
                  <a:gamma/>
                  <a:shade val="46275"/>
                  <a:invGamma/>
                </a:srgbClr>
              </a:gs>
            </a:gsLst>
            <a:lin ang="2700000" scaled="1"/>
          </a:gradFill>
          <a:ln w="38100">
            <a:solidFill>
              <a:srgbClr val="EAEAEA"/>
            </a:solidFill>
            <a:miter lim="800000"/>
            <a:headEnd/>
            <a:tailEnd/>
          </a:ln>
          <a:effectLst>
            <a:outerShdw dist="109250" dir="3267739" algn="ctr" rotWithShape="0">
              <a:srgbClr val="333333">
                <a:alpha val="50000"/>
              </a:srgbClr>
            </a:outerShdw>
          </a:effectLst>
        </p:spPr>
        <p:txBody>
          <a:bodyPr wrap="square" anchor="ctr">
            <a:spAutoFit/>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endParaRPr>
          </a:p>
        </p:txBody>
      </p:sp>
      <p:sp>
        <p:nvSpPr>
          <p:cNvPr id="37" name="Rectangle 36">
            <a:extLst>
              <a:ext uri="{FF2B5EF4-FFF2-40B4-BE49-F238E27FC236}">
                <a16:creationId xmlns="" xmlns:a16="http://schemas.microsoft.com/office/drawing/2014/main" id="{248615E2-6409-4A84-831C-9482259B6560}"/>
              </a:ext>
            </a:extLst>
          </p:cNvPr>
          <p:cNvSpPr/>
          <p:nvPr/>
        </p:nvSpPr>
        <p:spPr>
          <a:xfrm>
            <a:off x="403231" y="91457"/>
            <a:ext cx="2056085" cy="584775"/>
          </a:xfrm>
          <a:prstGeom prst="rect">
            <a:avLst/>
          </a:prstGeom>
        </p:spPr>
        <p:txBody>
          <a:bodyPr wrap="square">
            <a:spAutoFit/>
          </a:bodyPr>
          <a:lstStyle/>
          <a:p>
            <a:pPr lvl="0" algn="ctr" rtl="1" fontAlgn="base">
              <a:spcBef>
                <a:spcPct val="0"/>
              </a:spcBef>
              <a:spcAft>
                <a:spcPct val="0"/>
              </a:spcAft>
            </a:pPr>
            <a:r>
              <a:rPr lang="fa-IR" sz="1600" b="1" dirty="0" smtClean="0">
                <a:solidFill>
                  <a:srgbClr val="FFFFFF"/>
                </a:solidFill>
                <a:latin typeface="Times New Roman" panose="02020603050405020304" pitchFamily="18" charset="0"/>
                <a:cs typeface="B Nazanin" panose="00000400000000000000" pitchFamily="2" charset="-78"/>
              </a:rPr>
              <a:t> پیاده سازی و ارزیابی همسان ساز پیشنهادی</a:t>
            </a:r>
            <a:endParaRPr lang="fa-IR" sz="1600" b="1" dirty="0">
              <a:solidFill>
                <a:srgbClr val="FFFFFF"/>
              </a:solidFill>
              <a:latin typeface="Times New Roman" panose="02020603050405020304" pitchFamily="18" charset="0"/>
              <a:cs typeface="B Nazanin" panose="00000400000000000000" pitchFamily="2" charset="-78"/>
            </a:endParaRPr>
          </a:p>
        </p:txBody>
      </p:sp>
      <p:sp>
        <p:nvSpPr>
          <p:cNvPr id="38" name="Rectangle 37">
            <a:extLst>
              <a:ext uri="{FF2B5EF4-FFF2-40B4-BE49-F238E27FC236}">
                <a16:creationId xmlns="" xmlns:a16="http://schemas.microsoft.com/office/drawing/2014/main" id="{EE237DF5-8C11-4481-9956-5DFCB3CECC53}"/>
              </a:ext>
            </a:extLst>
          </p:cNvPr>
          <p:cNvSpPr/>
          <p:nvPr/>
        </p:nvSpPr>
        <p:spPr>
          <a:xfrm>
            <a:off x="2636749" y="78259"/>
            <a:ext cx="1600200" cy="584775"/>
          </a:xfrm>
          <a:prstGeom prst="rect">
            <a:avLst/>
          </a:prstGeom>
        </p:spPr>
        <p:txBody>
          <a:bodyPr wrap="square">
            <a:spAutoFit/>
          </a:bodyPr>
          <a:lstStyle/>
          <a:p>
            <a:pPr lvl="0" algn="ctr" rtl="1" fontAlgn="base">
              <a:spcBef>
                <a:spcPct val="0"/>
              </a:spcBef>
              <a:spcAft>
                <a:spcPct val="0"/>
              </a:spcAft>
            </a:pPr>
            <a:r>
              <a:rPr lang="fa-IR" sz="1600" b="1" dirty="0">
                <a:solidFill>
                  <a:srgbClr val="FFFFFF"/>
                </a:solidFill>
                <a:latin typeface="Times New Roman" panose="02020603050405020304" pitchFamily="18" charset="0"/>
                <a:cs typeface="B Nazanin" panose="00000400000000000000" pitchFamily="2" charset="-78"/>
              </a:rPr>
              <a:t>همسان سازی پیشنهادی</a:t>
            </a:r>
          </a:p>
        </p:txBody>
      </p:sp>
      <p:sp>
        <p:nvSpPr>
          <p:cNvPr id="39" name="Rectangle 38">
            <a:extLst>
              <a:ext uri="{FF2B5EF4-FFF2-40B4-BE49-F238E27FC236}">
                <a16:creationId xmlns="" xmlns:a16="http://schemas.microsoft.com/office/drawing/2014/main" id="{7A127E02-750B-4833-9CD9-5993A5EFF4FC}"/>
              </a:ext>
            </a:extLst>
          </p:cNvPr>
          <p:cNvSpPr/>
          <p:nvPr/>
        </p:nvSpPr>
        <p:spPr>
          <a:xfrm>
            <a:off x="4495138" y="91457"/>
            <a:ext cx="1443038" cy="584775"/>
          </a:xfrm>
          <a:prstGeom prst="rect">
            <a:avLst/>
          </a:prstGeom>
        </p:spPr>
        <p:txBody>
          <a:bodyPr wrap="square">
            <a:spAutoFit/>
          </a:bodyPr>
          <a:lstStyle/>
          <a:p>
            <a:pPr lvl="0" algn="ctr" rtl="1" fontAlgn="base">
              <a:spcBef>
                <a:spcPct val="0"/>
              </a:spcBef>
              <a:spcAft>
                <a:spcPct val="0"/>
              </a:spcAft>
            </a:pPr>
            <a:r>
              <a:rPr lang="fa-IR" sz="1600" b="1" dirty="0">
                <a:solidFill>
                  <a:srgbClr val="FFFFFF"/>
                </a:solidFill>
                <a:latin typeface="Times New Roman" panose="02020603050405020304" pitchFamily="18" charset="0"/>
                <a:cs typeface="B Nazanin" panose="00000400000000000000" pitchFamily="2" charset="-78"/>
              </a:rPr>
              <a:t>همسان سازی باتری</a:t>
            </a:r>
          </a:p>
        </p:txBody>
      </p:sp>
      <p:sp>
        <p:nvSpPr>
          <p:cNvPr id="40" name="Rectangle 39">
            <a:extLst>
              <a:ext uri="{FF2B5EF4-FFF2-40B4-BE49-F238E27FC236}">
                <a16:creationId xmlns="" xmlns:a16="http://schemas.microsoft.com/office/drawing/2014/main" id="{761C539B-3070-4459-A79B-7E6DDE2425B9}"/>
              </a:ext>
            </a:extLst>
          </p:cNvPr>
          <p:cNvSpPr/>
          <p:nvPr/>
        </p:nvSpPr>
        <p:spPr>
          <a:xfrm>
            <a:off x="6499957" y="197162"/>
            <a:ext cx="1626786" cy="323165"/>
          </a:xfrm>
          <a:prstGeom prst="rect">
            <a:avLst/>
          </a:prstGeom>
        </p:spPr>
        <p:txBody>
          <a:bodyPr wrap="square">
            <a:spAutoFit/>
          </a:bodyPr>
          <a:lstStyle/>
          <a:p>
            <a:pPr lvl="0" algn="ctr" fontAlgn="base">
              <a:spcBef>
                <a:spcPct val="0"/>
              </a:spcBef>
              <a:spcAft>
                <a:spcPct val="0"/>
              </a:spcAft>
              <a:defRPr/>
            </a:pPr>
            <a:r>
              <a:rPr lang="fa-IR" sz="1500" b="1" kern="0" dirty="0">
                <a:solidFill>
                  <a:srgbClr val="FFFFFF"/>
                </a:solidFill>
                <a:latin typeface="Times New Roman" panose="02020603050405020304" pitchFamily="18" charset="0"/>
                <a:cs typeface="B Nazanin" pitchFamily="2" charset="-78"/>
              </a:rPr>
              <a:t>باتری ها</a:t>
            </a:r>
            <a:endParaRPr lang="en-US" sz="1500" b="1" kern="0" dirty="0">
              <a:solidFill>
                <a:srgbClr val="FFFFFF"/>
              </a:solidFill>
              <a:latin typeface="Times New Roman" panose="02020603050405020304" pitchFamily="18" charset="0"/>
              <a:cs typeface="B Nazanin" pitchFamily="2" charset="-78"/>
            </a:endParaRPr>
          </a:p>
        </p:txBody>
      </p:sp>
    </p:spTree>
    <p:extLst>
      <p:ext uri="{BB962C8B-B14F-4D97-AF65-F5344CB8AC3E}">
        <p14:creationId xmlns:p14="http://schemas.microsoft.com/office/powerpoint/2010/main" val="2308257510"/>
      </p:ext>
    </p:extLst>
  </p:cSld>
  <p:clrMapOvr>
    <a:masterClrMapping/>
  </p:clrMapOvr>
  <p:timing>
    <p:tnLst>
      <p:par>
        <p:cTn id="1" dur="indefinite" restart="never" nodeType="tmRoot"/>
      </p:par>
    </p:tn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7" name="Picture 6"/>
          <p:cNvPicPr>
            <a:picLocks noChangeAspect="1"/>
          </p:cNvPicPr>
          <p:nvPr/>
        </p:nvPicPr>
        <p:blipFill>
          <a:blip r:embed="rId3"/>
          <a:stretch>
            <a:fillRect/>
          </a:stretch>
        </p:blipFill>
        <p:spPr>
          <a:xfrm>
            <a:off x="1258398" y="1417182"/>
            <a:ext cx="5433533" cy="4815247"/>
          </a:xfrm>
          <a:prstGeom prst="rect">
            <a:avLst/>
          </a:prstGeom>
        </p:spPr>
      </p:pic>
      <p:sp>
        <p:nvSpPr>
          <p:cNvPr id="40" name="AutoShape 8">
            <a:extLst>
              <a:ext uri="{FF2B5EF4-FFF2-40B4-BE49-F238E27FC236}">
                <a16:creationId xmlns="" xmlns:a16="http://schemas.microsoft.com/office/drawing/2014/main" id="{8F20B4C9-B3D8-4F53-B706-ABAA7A1E1148}"/>
              </a:ext>
            </a:extLst>
          </p:cNvPr>
          <p:cNvSpPr>
            <a:spLocks noChangeAspect="1" noChangeArrowheads="1"/>
          </p:cNvSpPr>
          <p:nvPr/>
        </p:nvSpPr>
        <p:spPr bwMode="gray">
          <a:xfrm>
            <a:off x="6666177" y="3612490"/>
            <a:ext cx="1718485" cy="508000"/>
          </a:xfrm>
          <a:prstGeom prst="roundRect">
            <a:avLst>
              <a:gd name="adj" fmla="val 50000"/>
            </a:avLst>
          </a:prstGeom>
          <a:gradFill flip="none" rotWithShape="1">
            <a:gsLst>
              <a:gs pos="0">
                <a:srgbClr val="B7E7FF">
                  <a:gamma/>
                  <a:tint val="0"/>
                  <a:invGamma/>
                </a:srgbClr>
              </a:gs>
              <a:gs pos="100000">
                <a:srgbClr val="B7E7FF"/>
              </a:gs>
            </a:gsLst>
            <a:lin ang="10800000" scaled="1"/>
            <a:tileRect/>
          </a:gradFill>
          <a:ln w="28575" algn="ctr">
            <a:solidFill>
              <a:srgbClr val="C4E59F"/>
            </a:solidFill>
            <a:round/>
            <a:headEnd/>
            <a:tailEnd/>
          </a:ln>
          <a:effectLst/>
        </p:spPr>
        <p:txBody>
          <a:bodyPr wrap="none" anchor="ctr"/>
          <a:lstStyle/>
          <a:p>
            <a:pPr algn="r" rtl="1" fontAlgn="base">
              <a:spcBef>
                <a:spcPct val="0"/>
              </a:spcBef>
              <a:spcAft>
                <a:spcPct val="0"/>
              </a:spcAft>
            </a:pPr>
            <a:r>
              <a:rPr lang="fa-IR" b="1" dirty="0">
                <a:cs typeface="B Nazanin" panose="00000400000000000000" pitchFamily="2" charset="-78"/>
              </a:rPr>
              <a:t>غیر </a:t>
            </a:r>
            <a:r>
              <a:rPr lang="fa-IR" b="1" dirty="0" err="1">
                <a:cs typeface="B Nazanin" panose="00000400000000000000" pitchFamily="2" charset="-78"/>
              </a:rPr>
              <a:t>اتلافی</a:t>
            </a:r>
            <a:r>
              <a:rPr lang="fa-IR" b="1" dirty="0">
                <a:cs typeface="B Nazanin" panose="00000400000000000000" pitchFamily="2" charset="-78"/>
              </a:rPr>
              <a:t> (فعال)</a:t>
            </a:r>
            <a:endParaRPr lang="en-US" b="1" dirty="0">
              <a:solidFill>
                <a:srgbClr val="000000"/>
              </a:solidFill>
              <a:latin typeface="Times New Roman" panose="02020603050405020304" pitchFamily="18" charset="0"/>
              <a:cs typeface="B Nazanin" pitchFamily="2" charset="-78"/>
            </a:endParaRPr>
          </a:p>
        </p:txBody>
      </p:sp>
      <p:sp>
        <p:nvSpPr>
          <p:cNvPr id="36" name="AutoShape 2">
            <a:extLst>
              <a:ext uri="{FF2B5EF4-FFF2-40B4-BE49-F238E27FC236}">
                <a16:creationId xmlns="" xmlns:a16="http://schemas.microsoft.com/office/drawing/2014/main" id="{497A908A-E454-4B9F-A07D-96505D4C7818}"/>
              </a:ext>
            </a:extLst>
          </p:cNvPr>
          <p:cNvSpPr>
            <a:spLocks noChangeAspect="1" noChangeArrowheads="1"/>
          </p:cNvSpPr>
          <p:nvPr/>
        </p:nvSpPr>
        <p:spPr bwMode="ltGray">
          <a:xfrm rot="16200000" flipH="1">
            <a:off x="8373283" y="2731839"/>
            <a:ext cx="1558261" cy="1540827"/>
          </a:xfrm>
          <a:custGeom>
            <a:avLst/>
            <a:gdLst>
              <a:gd name="G0" fmla="+- 10478 0 0"/>
              <a:gd name="G1" fmla="+- -11739500 0 0"/>
              <a:gd name="G2" fmla="+- 0 0 -11739500"/>
              <a:gd name="T0" fmla="*/ 0 256 1"/>
              <a:gd name="T1" fmla="*/ 180 256 1"/>
              <a:gd name="G3" fmla="+- -11739500 T0 T1"/>
              <a:gd name="T2" fmla="*/ 0 256 1"/>
              <a:gd name="T3" fmla="*/ 90 256 1"/>
              <a:gd name="G4" fmla="+- -11739500 T2 T3"/>
              <a:gd name="G5" fmla="*/ G4 2 1"/>
              <a:gd name="T4" fmla="*/ 90 256 1"/>
              <a:gd name="T5" fmla="*/ 0 256 1"/>
              <a:gd name="G6" fmla="+- -11739500 T4 T5"/>
              <a:gd name="G7" fmla="*/ G6 2 1"/>
              <a:gd name="G8" fmla="abs -11739500"/>
              <a:gd name="T6" fmla="*/ 0 256 1"/>
              <a:gd name="T7" fmla="*/ 90 256 1"/>
              <a:gd name="G9" fmla="+- G8 T6 T7"/>
              <a:gd name="G10" fmla="?: G9 G7 G5"/>
              <a:gd name="T8" fmla="*/ 0 256 1"/>
              <a:gd name="T9" fmla="*/ 360 256 1"/>
              <a:gd name="G11" fmla="+- G10 T8 T9"/>
              <a:gd name="G12" fmla="?: G10 G11 G10"/>
              <a:gd name="T10" fmla="*/ 0 256 1"/>
              <a:gd name="T11" fmla="*/ 360 256 1"/>
              <a:gd name="G13" fmla="+- G12 T10 T11"/>
              <a:gd name="G14" fmla="?: G12 G13 G12"/>
              <a:gd name="G15" fmla="+- 0 0 G14"/>
              <a:gd name="G16" fmla="+- 10800 0 0"/>
              <a:gd name="G17" fmla="+- 10800 0 10478"/>
              <a:gd name="G18" fmla="*/ 10478 1 2"/>
              <a:gd name="G19" fmla="+- G18 5400 0"/>
              <a:gd name="G20" fmla="cos G19 -11739500"/>
              <a:gd name="G21" fmla="sin G19 -11739500"/>
              <a:gd name="G22" fmla="+- G20 10800 0"/>
              <a:gd name="G23" fmla="+- G21 10800 0"/>
              <a:gd name="G24" fmla="+- 10800 0 G20"/>
              <a:gd name="G25" fmla="+- 10478 10800 0"/>
              <a:gd name="G26" fmla="?: G9 G17 G25"/>
              <a:gd name="G27" fmla="?: G9 0 21600"/>
              <a:gd name="G28" fmla="cos 10800 -11739500"/>
              <a:gd name="G29" fmla="sin 10800 -11739500"/>
              <a:gd name="G30" fmla="sin 10478 -11739500"/>
              <a:gd name="G31" fmla="+- G28 10800 0"/>
              <a:gd name="G32" fmla="+- G29 10800 0"/>
              <a:gd name="G33" fmla="+- G30 10800 0"/>
              <a:gd name="G34" fmla="?: G4 0 G31"/>
              <a:gd name="G35" fmla="?: -11739500 G34 0"/>
              <a:gd name="G36" fmla="?: G6 G35 G31"/>
              <a:gd name="G37" fmla="+- 21600 0 G36"/>
              <a:gd name="G38" fmla="?: G4 0 G33"/>
              <a:gd name="G39" fmla="?: -11739500 G38 G32"/>
              <a:gd name="G40" fmla="?: G6 G39 0"/>
              <a:gd name="G41" fmla="?: G4 G32 21600"/>
              <a:gd name="G42" fmla="?: G6 G41 G33"/>
              <a:gd name="T12" fmla="*/ 10800 w 21600"/>
              <a:gd name="T13" fmla="*/ 0 h 21600"/>
              <a:gd name="T14" fmla="*/ 162 w 21600"/>
              <a:gd name="T15" fmla="*/ 10638 h 21600"/>
              <a:gd name="T16" fmla="*/ 10800 w 21600"/>
              <a:gd name="T17" fmla="*/ 322 h 21600"/>
              <a:gd name="T18" fmla="*/ 21438 w 21600"/>
              <a:gd name="T19" fmla="*/ 10638 h 21600"/>
              <a:gd name="T20" fmla="*/ G36 w 21600"/>
              <a:gd name="T21" fmla="*/ G40 h 21600"/>
              <a:gd name="T22" fmla="*/ G37 w 21600"/>
              <a:gd name="T23" fmla="*/ G42 h 21600"/>
            </a:gdLst>
            <a:ahLst/>
            <a:cxnLst>
              <a:cxn ang="0">
                <a:pos x="T12" y="T13"/>
              </a:cxn>
              <a:cxn ang="0">
                <a:pos x="T14" y="T15"/>
              </a:cxn>
              <a:cxn ang="0">
                <a:pos x="T16" y="T17"/>
              </a:cxn>
              <a:cxn ang="0">
                <a:pos x="T18" y="T19"/>
              </a:cxn>
            </a:cxnLst>
            <a:rect l="T20" t="T21" r="T22" b="T23"/>
            <a:pathLst>
              <a:path w="21600" h="21600">
                <a:moveTo>
                  <a:pt x="323" y="10641"/>
                </a:moveTo>
                <a:cubicBezTo>
                  <a:pt x="410" y="4916"/>
                  <a:pt x="5075" y="321"/>
                  <a:pt x="10800" y="322"/>
                </a:cubicBezTo>
                <a:cubicBezTo>
                  <a:pt x="16524" y="322"/>
                  <a:pt x="21189" y="4916"/>
                  <a:pt x="21276" y="10641"/>
                </a:cubicBezTo>
                <a:lnTo>
                  <a:pt x="21598" y="10636"/>
                </a:lnTo>
                <a:cubicBezTo>
                  <a:pt x="21509" y="4736"/>
                  <a:pt x="16700" y="-1"/>
                  <a:pt x="10799" y="0"/>
                </a:cubicBezTo>
                <a:cubicBezTo>
                  <a:pt x="4899" y="0"/>
                  <a:pt x="90" y="4736"/>
                  <a:pt x="1" y="10636"/>
                </a:cubicBezTo>
                <a:close/>
              </a:path>
            </a:pathLst>
          </a:custGeom>
          <a:gradFill rotWithShape="0">
            <a:gsLst>
              <a:gs pos="0">
                <a:srgbClr val="B0BAD8">
                  <a:gamma/>
                  <a:tint val="45490"/>
                  <a:invGamma/>
                </a:srgbClr>
              </a:gs>
              <a:gs pos="100000">
                <a:srgbClr val="B0BAD8"/>
              </a:gs>
            </a:gsLst>
            <a:lin ang="0" scaled="1"/>
          </a:gradFill>
          <a:ln w="9525" algn="ctr">
            <a:noFill/>
            <a:miter lim="800000"/>
            <a:headEnd/>
            <a:tailEnd/>
          </a:ln>
          <a:effectLst/>
        </p:spPr>
        <p:txBody>
          <a:bodyPr wrap="none" anchor="ct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endParaRPr>
          </a:p>
        </p:txBody>
      </p:sp>
      <p:sp>
        <p:nvSpPr>
          <p:cNvPr id="37" name="AutoShape 3">
            <a:extLst>
              <a:ext uri="{FF2B5EF4-FFF2-40B4-BE49-F238E27FC236}">
                <a16:creationId xmlns="" xmlns:a16="http://schemas.microsoft.com/office/drawing/2014/main" id="{481E592A-A902-40E8-8D57-EEB2C886C06E}"/>
              </a:ext>
            </a:extLst>
          </p:cNvPr>
          <p:cNvSpPr>
            <a:spLocks noChangeAspect="1" noChangeArrowheads="1"/>
          </p:cNvSpPr>
          <p:nvPr/>
        </p:nvSpPr>
        <p:spPr bwMode="ltGray">
          <a:xfrm rot="16200000">
            <a:off x="8492801" y="2851475"/>
            <a:ext cx="1302398" cy="1269069"/>
          </a:xfrm>
          <a:custGeom>
            <a:avLst/>
            <a:gdLst>
              <a:gd name="G0" fmla="+- 56 0 0"/>
              <a:gd name="G1" fmla="+- 11796480 0 0"/>
              <a:gd name="G2" fmla="+- 0 0 11796480"/>
              <a:gd name="T0" fmla="*/ 0 256 1"/>
              <a:gd name="T1" fmla="*/ 180 256 1"/>
              <a:gd name="G3" fmla="+- 11796480 T0 T1"/>
              <a:gd name="T2" fmla="*/ 0 256 1"/>
              <a:gd name="T3" fmla="*/ 90 256 1"/>
              <a:gd name="G4" fmla="+- 11796480 T2 T3"/>
              <a:gd name="G5" fmla="*/ G4 2 1"/>
              <a:gd name="T4" fmla="*/ 90 256 1"/>
              <a:gd name="T5" fmla="*/ 0 256 1"/>
              <a:gd name="G6" fmla="+- 11796480 T4 T5"/>
              <a:gd name="G7" fmla="*/ G6 2 1"/>
              <a:gd name="G8" fmla="abs 11796480"/>
              <a:gd name="T6" fmla="*/ 0 256 1"/>
              <a:gd name="T7" fmla="*/ 90 256 1"/>
              <a:gd name="G9" fmla="+- G8 T6 T7"/>
              <a:gd name="G10" fmla="?: G9 G7 G5"/>
              <a:gd name="T8" fmla="*/ 0 256 1"/>
              <a:gd name="T9" fmla="*/ 360 256 1"/>
              <a:gd name="G11" fmla="+- G10 T8 T9"/>
              <a:gd name="G12" fmla="?: G10 G11 G10"/>
              <a:gd name="T10" fmla="*/ 0 256 1"/>
              <a:gd name="T11" fmla="*/ 360 256 1"/>
              <a:gd name="G13" fmla="+- G12 T10 T11"/>
              <a:gd name="G14" fmla="?: G12 G13 G12"/>
              <a:gd name="G15" fmla="+- 0 0 G14"/>
              <a:gd name="G16" fmla="+- 10800 0 0"/>
              <a:gd name="G17" fmla="+- 10800 0 56"/>
              <a:gd name="G18" fmla="*/ 56 1 2"/>
              <a:gd name="G19" fmla="+- G18 5400 0"/>
              <a:gd name="G20" fmla="cos G19 11796480"/>
              <a:gd name="G21" fmla="sin G19 11796480"/>
              <a:gd name="G22" fmla="+- G20 10800 0"/>
              <a:gd name="G23" fmla="+- G21 10800 0"/>
              <a:gd name="G24" fmla="+- 10800 0 G20"/>
              <a:gd name="G25" fmla="+- 56 10800 0"/>
              <a:gd name="G26" fmla="?: G9 G17 G25"/>
              <a:gd name="G27" fmla="?: G9 0 21600"/>
              <a:gd name="G28" fmla="cos 10800 11796480"/>
              <a:gd name="G29" fmla="sin 10800 11796480"/>
              <a:gd name="G30" fmla="sin 56 11796480"/>
              <a:gd name="G31" fmla="+- G28 10800 0"/>
              <a:gd name="G32" fmla="+- G29 10800 0"/>
              <a:gd name="G33" fmla="+- G30 10800 0"/>
              <a:gd name="G34" fmla="?: G4 0 G31"/>
              <a:gd name="G35" fmla="?: 11796480 G34 0"/>
              <a:gd name="G36" fmla="?: G6 G35 G31"/>
              <a:gd name="G37" fmla="+- 21600 0 G36"/>
              <a:gd name="G38" fmla="?: G4 0 G33"/>
              <a:gd name="G39" fmla="?: 11796480 G38 G32"/>
              <a:gd name="G40" fmla="?: G6 G39 0"/>
              <a:gd name="G41" fmla="?: G4 G32 21600"/>
              <a:gd name="G42" fmla="?: G6 G41 G33"/>
              <a:gd name="T12" fmla="*/ 10800 w 21600"/>
              <a:gd name="T13" fmla="*/ 0 h 21600"/>
              <a:gd name="T14" fmla="*/ 5372 w 21600"/>
              <a:gd name="T15" fmla="*/ 10800 h 21600"/>
              <a:gd name="T16" fmla="*/ 10800 w 21600"/>
              <a:gd name="T17" fmla="*/ 10744 h 21600"/>
              <a:gd name="T18" fmla="*/ 16228 w 21600"/>
              <a:gd name="T19" fmla="*/ 10800 h 21600"/>
              <a:gd name="T20" fmla="*/ G36 w 21600"/>
              <a:gd name="T21" fmla="*/ G40 h 21600"/>
              <a:gd name="T22" fmla="*/ G37 w 21600"/>
              <a:gd name="T23" fmla="*/ G42 h 21600"/>
            </a:gdLst>
            <a:ahLst/>
            <a:cxnLst>
              <a:cxn ang="0">
                <a:pos x="T12" y="T13"/>
              </a:cxn>
              <a:cxn ang="0">
                <a:pos x="T14" y="T15"/>
              </a:cxn>
              <a:cxn ang="0">
                <a:pos x="T16" y="T17"/>
              </a:cxn>
              <a:cxn ang="0">
                <a:pos x="T18" y="T19"/>
              </a:cxn>
            </a:cxnLst>
            <a:rect l="T20" t="T21" r="T22" b="T23"/>
            <a:pathLst>
              <a:path w="21600" h="21600">
                <a:moveTo>
                  <a:pt x="10744" y="10800"/>
                </a:moveTo>
                <a:cubicBezTo>
                  <a:pt x="10744" y="10769"/>
                  <a:pt x="10769" y="10744"/>
                  <a:pt x="10800" y="10744"/>
                </a:cubicBezTo>
                <a:cubicBezTo>
                  <a:pt x="10830" y="10743"/>
                  <a:pt x="10855" y="10769"/>
                  <a:pt x="10856" y="10799"/>
                </a:cubicBezTo>
                <a:lnTo>
                  <a:pt x="21600" y="10800"/>
                </a:lnTo>
                <a:cubicBezTo>
                  <a:pt x="21600" y="4835"/>
                  <a:pt x="16764" y="0"/>
                  <a:pt x="10800" y="0"/>
                </a:cubicBezTo>
                <a:cubicBezTo>
                  <a:pt x="4835" y="0"/>
                  <a:pt x="0" y="4835"/>
                  <a:pt x="0" y="10800"/>
                </a:cubicBezTo>
                <a:close/>
              </a:path>
            </a:pathLst>
          </a:custGeom>
          <a:gradFill rotWithShape="0">
            <a:gsLst>
              <a:gs pos="0">
                <a:srgbClr val="B8CCFE">
                  <a:gamma/>
                  <a:tint val="39216"/>
                  <a:invGamma/>
                </a:srgbClr>
              </a:gs>
              <a:gs pos="100000">
                <a:srgbClr val="B8CCFE"/>
              </a:gs>
            </a:gsLst>
            <a:lin ang="0" scaled="1"/>
          </a:gradFill>
          <a:ln w="0" algn="ctr">
            <a:noFill/>
            <a:miter lim="800000"/>
            <a:headEnd/>
            <a:tailEnd/>
          </a:ln>
          <a:effectLst/>
        </p:spPr>
        <p:txBody>
          <a:bodyPr wrap="none" anchor="ct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endParaRPr>
          </a:p>
        </p:txBody>
      </p:sp>
      <p:pic>
        <p:nvPicPr>
          <p:cNvPr id="4" name="Picture 3">
            <a:extLst>
              <a:ext uri="{FF2B5EF4-FFF2-40B4-BE49-F238E27FC236}">
                <a16:creationId xmlns="" xmlns:a16="http://schemas.microsoft.com/office/drawing/2014/main" id="{CA4B7323-47E7-4CC4-91B7-36AF4E6EAE28}"/>
              </a:ext>
            </a:extLst>
          </p:cNvPr>
          <p:cNvPicPr>
            <a:picLocks noChangeAspect="1"/>
          </p:cNvPicPr>
          <p:nvPr/>
        </p:nvPicPr>
        <p:blipFill>
          <a:blip r:embed="rId4"/>
          <a:stretch>
            <a:fillRect/>
          </a:stretch>
        </p:blipFill>
        <p:spPr>
          <a:xfrm>
            <a:off x="141988" y="915374"/>
            <a:ext cx="1077212" cy="721184"/>
          </a:xfrm>
          <a:prstGeom prst="rect">
            <a:avLst/>
          </a:prstGeom>
        </p:spPr>
      </p:pic>
      <p:sp>
        <p:nvSpPr>
          <p:cNvPr id="147" name="TextBox 146">
            <a:extLst>
              <a:ext uri="{FF2B5EF4-FFF2-40B4-BE49-F238E27FC236}">
                <a16:creationId xmlns="" xmlns:a16="http://schemas.microsoft.com/office/drawing/2014/main" id="{F43469DC-7F5B-471E-BD74-ED709E621F63}"/>
              </a:ext>
            </a:extLst>
          </p:cNvPr>
          <p:cNvSpPr txBox="1"/>
          <p:nvPr/>
        </p:nvSpPr>
        <p:spPr>
          <a:xfrm>
            <a:off x="5562600" y="1803113"/>
            <a:ext cx="3506089" cy="369332"/>
          </a:xfrm>
          <a:prstGeom prst="rect">
            <a:avLst/>
          </a:prstGeom>
          <a:noFill/>
        </p:spPr>
        <p:txBody>
          <a:bodyPr wrap="none" rtlCol="0">
            <a:spAutoFit/>
          </a:bodyPr>
          <a:lstStyle/>
          <a:p>
            <a:pPr algn="r" rtl="1"/>
            <a:r>
              <a:rPr lang="fa-IR" b="1" dirty="0">
                <a:cs typeface="B Nazanin" panose="00000400000000000000" pitchFamily="2" charset="-78"/>
              </a:rPr>
              <a:t>دسته بندی سیستم مدیریت همسان سازی</a:t>
            </a:r>
          </a:p>
        </p:txBody>
      </p:sp>
      <p:sp>
        <p:nvSpPr>
          <p:cNvPr id="148" name="AutoShape 8">
            <a:extLst>
              <a:ext uri="{FF2B5EF4-FFF2-40B4-BE49-F238E27FC236}">
                <a16:creationId xmlns="" xmlns:a16="http://schemas.microsoft.com/office/drawing/2014/main" id="{FF901E6E-4D39-4565-9B46-60C2C5B1D5F6}"/>
              </a:ext>
            </a:extLst>
          </p:cNvPr>
          <p:cNvSpPr>
            <a:spLocks noChangeAspect="1" noChangeArrowheads="1"/>
          </p:cNvSpPr>
          <p:nvPr/>
        </p:nvSpPr>
        <p:spPr bwMode="gray">
          <a:xfrm>
            <a:off x="6663515" y="2884430"/>
            <a:ext cx="1718485" cy="508000"/>
          </a:xfrm>
          <a:prstGeom prst="roundRect">
            <a:avLst>
              <a:gd name="adj" fmla="val 50000"/>
            </a:avLst>
          </a:prstGeom>
          <a:gradFill flip="none" rotWithShape="1">
            <a:gsLst>
              <a:gs pos="0">
                <a:srgbClr val="B7E7FF">
                  <a:gamma/>
                  <a:tint val="0"/>
                  <a:invGamma/>
                </a:srgbClr>
              </a:gs>
              <a:gs pos="100000">
                <a:srgbClr val="B7E7FF"/>
              </a:gs>
            </a:gsLst>
            <a:lin ang="10800000" scaled="1"/>
            <a:tileRect/>
          </a:gradFill>
          <a:ln w="28575" algn="ctr">
            <a:solidFill>
              <a:srgbClr val="C4E59F"/>
            </a:solidFill>
            <a:round/>
            <a:headEnd/>
            <a:tailEnd/>
          </a:ln>
          <a:effectLst/>
        </p:spPr>
        <p:txBody>
          <a:bodyPr wrap="none" anchor="ctr"/>
          <a:lstStyle/>
          <a:p>
            <a:pPr algn="r" rtl="1" fontAlgn="base">
              <a:spcBef>
                <a:spcPct val="0"/>
              </a:spcBef>
              <a:spcAft>
                <a:spcPct val="0"/>
              </a:spcAft>
            </a:pPr>
            <a:r>
              <a:rPr lang="fa-IR" b="1" dirty="0" err="1">
                <a:cs typeface="B Nazanin" panose="00000400000000000000" pitchFamily="2" charset="-78"/>
              </a:rPr>
              <a:t>اتلافی</a:t>
            </a:r>
            <a:r>
              <a:rPr lang="fa-IR" b="1" dirty="0">
                <a:cs typeface="B Nazanin" panose="00000400000000000000" pitchFamily="2" charset="-78"/>
              </a:rPr>
              <a:t> (منفعل)</a:t>
            </a:r>
            <a:endParaRPr lang="en-US" b="1" dirty="0">
              <a:solidFill>
                <a:srgbClr val="000000"/>
              </a:solidFill>
              <a:latin typeface="Times New Roman" panose="02020603050405020304" pitchFamily="18" charset="0"/>
              <a:cs typeface="B Nazanin" pitchFamily="2" charset="-78"/>
            </a:endParaRPr>
          </a:p>
        </p:txBody>
      </p:sp>
      <p:grpSp>
        <p:nvGrpSpPr>
          <p:cNvPr id="149" name="Group 23">
            <a:extLst>
              <a:ext uri="{FF2B5EF4-FFF2-40B4-BE49-F238E27FC236}">
                <a16:creationId xmlns="" xmlns:a16="http://schemas.microsoft.com/office/drawing/2014/main" id="{978D1582-1549-4D37-9C95-34020E281F7D}"/>
              </a:ext>
            </a:extLst>
          </p:cNvPr>
          <p:cNvGrpSpPr>
            <a:grpSpLocks noChangeAspect="1"/>
          </p:cNvGrpSpPr>
          <p:nvPr/>
        </p:nvGrpSpPr>
        <p:grpSpPr bwMode="auto">
          <a:xfrm>
            <a:off x="8249898" y="2959794"/>
            <a:ext cx="381000" cy="381000"/>
            <a:chOff x="2078" y="1680"/>
            <a:chExt cx="1615" cy="1615"/>
          </a:xfrm>
        </p:grpSpPr>
        <p:sp>
          <p:nvSpPr>
            <p:cNvPr id="150" name="Oval 24">
              <a:extLst>
                <a:ext uri="{FF2B5EF4-FFF2-40B4-BE49-F238E27FC236}">
                  <a16:creationId xmlns="" xmlns:a16="http://schemas.microsoft.com/office/drawing/2014/main" id="{394744AB-69AD-4039-A10B-0D8E0439243B}"/>
                </a:ext>
              </a:extLst>
            </p:cNvPr>
            <p:cNvSpPr>
              <a:spLocks noChangeArrowheads="1"/>
            </p:cNvSpPr>
            <p:nvPr/>
          </p:nvSpPr>
          <p:spPr bwMode="gray">
            <a:xfrm>
              <a:off x="2078" y="1680"/>
              <a:ext cx="1615" cy="1615"/>
            </a:xfrm>
            <a:prstGeom prst="ellipse">
              <a:avLst/>
            </a:prstGeom>
            <a:gradFill rotWithShape="1">
              <a:gsLst>
                <a:gs pos="0">
                  <a:srgbClr val="FFFFFF">
                    <a:gamma/>
                    <a:shade val="46275"/>
                    <a:invGamma/>
                  </a:srgbClr>
                </a:gs>
                <a:gs pos="50000">
                  <a:srgbClr val="FFFFFF"/>
                </a:gs>
                <a:gs pos="100000">
                  <a:srgbClr val="FFFFFF">
                    <a:gamma/>
                    <a:shade val="46275"/>
                    <a:invGamma/>
                  </a:srgbClr>
                </a:gs>
              </a:gsLst>
              <a:lin ang="5400000" scaled="1"/>
            </a:gradFill>
            <a:ln w="57150" algn="ctr">
              <a:noFill/>
              <a:round/>
              <a:headEnd/>
              <a:tailEnd/>
            </a:ln>
            <a:effectLst/>
          </p:spPr>
          <p:txBody>
            <a:bodyPr wrap="none" anchor="ct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latin typeface="Arial" pitchFamily="34" charset="0"/>
              </a:endParaRPr>
            </a:p>
          </p:txBody>
        </p:sp>
        <p:sp>
          <p:nvSpPr>
            <p:cNvPr id="151" name="Oval 25">
              <a:extLst>
                <a:ext uri="{FF2B5EF4-FFF2-40B4-BE49-F238E27FC236}">
                  <a16:creationId xmlns="" xmlns:a16="http://schemas.microsoft.com/office/drawing/2014/main" id="{154704C5-3C92-4C99-8D43-D388A6C5B289}"/>
                </a:ext>
              </a:extLst>
            </p:cNvPr>
            <p:cNvSpPr>
              <a:spLocks noChangeArrowheads="1"/>
            </p:cNvSpPr>
            <p:nvPr/>
          </p:nvSpPr>
          <p:spPr bwMode="gray">
            <a:xfrm>
              <a:off x="2170" y="1771"/>
              <a:ext cx="1430" cy="1430"/>
            </a:xfrm>
            <a:prstGeom prst="ellipse">
              <a:avLst/>
            </a:prstGeom>
            <a:gradFill rotWithShape="1">
              <a:gsLst>
                <a:gs pos="0">
                  <a:srgbClr val="FFFFFF">
                    <a:gamma/>
                    <a:shade val="63529"/>
                    <a:invGamma/>
                  </a:srgbClr>
                </a:gs>
                <a:gs pos="50000">
                  <a:srgbClr val="FFFFFF"/>
                </a:gs>
                <a:gs pos="100000">
                  <a:srgbClr val="FFFFFF">
                    <a:gamma/>
                    <a:shade val="63529"/>
                    <a:invGamma/>
                  </a:srgbClr>
                </a:gs>
              </a:gsLst>
              <a:lin ang="0" scaled="1"/>
            </a:gradFill>
            <a:ln w="9525" algn="ctr">
              <a:noFill/>
              <a:round/>
              <a:headEnd/>
              <a:tailEnd/>
            </a:ln>
            <a:effectLst/>
          </p:spPr>
          <p:txBody>
            <a:bodyPr wrap="none" anchor="ct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latin typeface="Arial" pitchFamily="34" charset="0"/>
              </a:endParaRPr>
            </a:p>
          </p:txBody>
        </p:sp>
        <p:sp>
          <p:nvSpPr>
            <p:cNvPr id="152" name="Oval 26">
              <a:extLst>
                <a:ext uri="{FF2B5EF4-FFF2-40B4-BE49-F238E27FC236}">
                  <a16:creationId xmlns="" xmlns:a16="http://schemas.microsoft.com/office/drawing/2014/main" id="{04F66D2C-385D-4CBC-8E8F-3E3A912DFC98}"/>
                </a:ext>
              </a:extLst>
            </p:cNvPr>
            <p:cNvSpPr>
              <a:spLocks noChangeArrowheads="1"/>
            </p:cNvSpPr>
            <p:nvPr/>
          </p:nvSpPr>
          <p:spPr bwMode="gray">
            <a:xfrm>
              <a:off x="2254" y="1856"/>
              <a:ext cx="1262" cy="1264"/>
            </a:xfrm>
            <a:prstGeom prst="ellipse">
              <a:avLst/>
            </a:prstGeom>
            <a:gradFill rotWithShape="1">
              <a:gsLst>
                <a:gs pos="0">
                  <a:srgbClr val="8AD4CD">
                    <a:gamma/>
                    <a:tint val="0"/>
                    <a:invGamma/>
                  </a:srgbClr>
                </a:gs>
                <a:gs pos="50000">
                  <a:srgbClr val="8AD4CD"/>
                </a:gs>
                <a:gs pos="100000">
                  <a:srgbClr val="8AD4CD">
                    <a:gamma/>
                    <a:tint val="0"/>
                    <a:invGamma/>
                  </a:srgbClr>
                </a:gs>
              </a:gsLst>
              <a:lin ang="2700000" scaled="1"/>
            </a:gradFill>
            <a:ln w="38100" algn="ctr">
              <a:noFill/>
              <a:round/>
              <a:headEnd/>
              <a:tailEnd/>
            </a:ln>
            <a:effectLst/>
          </p:spPr>
          <p:txBody>
            <a:bodyPr wrap="none" anchor="ctr">
              <a:spAutoFit/>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latin typeface="Arial" pitchFamily="34" charset="0"/>
              </a:endParaRPr>
            </a:p>
          </p:txBody>
        </p:sp>
        <p:sp>
          <p:nvSpPr>
            <p:cNvPr id="153" name="Oval 27">
              <a:extLst>
                <a:ext uri="{FF2B5EF4-FFF2-40B4-BE49-F238E27FC236}">
                  <a16:creationId xmlns="" xmlns:a16="http://schemas.microsoft.com/office/drawing/2014/main" id="{EA27390D-90C7-4FEF-9F37-D35FD2EA7723}"/>
                </a:ext>
              </a:extLst>
            </p:cNvPr>
            <p:cNvSpPr>
              <a:spLocks noChangeArrowheads="1"/>
            </p:cNvSpPr>
            <p:nvPr/>
          </p:nvSpPr>
          <p:spPr bwMode="gray">
            <a:xfrm>
              <a:off x="2254" y="1856"/>
              <a:ext cx="1262" cy="1264"/>
            </a:xfrm>
            <a:prstGeom prst="ellipse">
              <a:avLst/>
            </a:prstGeom>
            <a:gradFill rotWithShape="1">
              <a:gsLst>
                <a:gs pos="0">
                  <a:srgbClr val="21B3E1"/>
                </a:gs>
                <a:gs pos="100000">
                  <a:srgbClr val="21B3E1">
                    <a:gamma/>
                    <a:shade val="46275"/>
                    <a:invGamma/>
                  </a:srgbClr>
                </a:gs>
              </a:gsLst>
              <a:lin ang="5400000" scaled="1"/>
            </a:gradFill>
            <a:ln w="38100" algn="ctr">
              <a:noFill/>
              <a:round/>
              <a:headEnd/>
              <a:tailEnd/>
            </a:ln>
            <a:effectLst/>
          </p:spPr>
          <p:txBody>
            <a:bodyPr wrap="none" anchor="ctr">
              <a:spAutoFit/>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latin typeface="Arial" pitchFamily="34" charset="0"/>
              </a:endParaRPr>
            </a:p>
          </p:txBody>
        </p:sp>
        <p:sp>
          <p:nvSpPr>
            <p:cNvPr id="154" name="Oval 28">
              <a:extLst>
                <a:ext uri="{FF2B5EF4-FFF2-40B4-BE49-F238E27FC236}">
                  <a16:creationId xmlns="" xmlns:a16="http://schemas.microsoft.com/office/drawing/2014/main" id="{5C9AFE92-58F0-4BF1-8021-7EEAC92E3206}"/>
                </a:ext>
              </a:extLst>
            </p:cNvPr>
            <p:cNvSpPr>
              <a:spLocks noChangeArrowheads="1"/>
            </p:cNvSpPr>
            <p:nvPr/>
          </p:nvSpPr>
          <p:spPr bwMode="gray">
            <a:xfrm>
              <a:off x="2337" y="1939"/>
              <a:ext cx="1096" cy="1098"/>
            </a:xfrm>
            <a:prstGeom prst="ellipse">
              <a:avLst/>
            </a:prstGeom>
            <a:gradFill rotWithShape="1">
              <a:gsLst>
                <a:gs pos="0">
                  <a:srgbClr val="8AD4CD">
                    <a:gamma/>
                    <a:shade val="54118"/>
                    <a:invGamma/>
                  </a:srgbClr>
                </a:gs>
                <a:gs pos="50000">
                  <a:srgbClr val="8AD4CD"/>
                </a:gs>
                <a:gs pos="100000">
                  <a:srgbClr val="8AD4CD">
                    <a:gamma/>
                    <a:shade val="54118"/>
                    <a:invGamma/>
                  </a:srgbClr>
                </a:gs>
              </a:gsLst>
              <a:lin ang="18900000" scaled="1"/>
            </a:gradFill>
            <a:ln w="38100" algn="ctr">
              <a:noFill/>
              <a:round/>
              <a:headEnd/>
              <a:tailEnd/>
            </a:ln>
            <a:effectLst/>
          </p:spPr>
          <p:txBody>
            <a:bodyPr anchor="ctr">
              <a:spAutoFit/>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latin typeface="Arial" pitchFamily="34" charset="0"/>
              </a:endParaRPr>
            </a:p>
          </p:txBody>
        </p:sp>
        <p:sp>
          <p:nvSpPr>
            <p:cNvPr id="155" name="Oval 29">
              <a:extLst>
                <a:ext uri="{FF2B5EF4-FFF2-40B4-BE49-F238E27FC236}">
                  <a16:creationId xmlns="" xmlns:a16="http://schemas.microsoft.com/office/drawing/2014/main" id="{1B81B5B2-AD7F-472D-BBE8-64F0040E5D5F}"/>
                </a:ext>
              </a:extLst>
            </p:cNvPr>
            <p:cNvSpPr>
              <a:spLocks noChangeArrowheads="1"/>
            </p:cNvSpPr>
            <p:nvPr/>
          </p:nvSpPr>
          <p:spPr bwMode="gray">
            <a:xfrm>
              <a:off x="2337" y="1939"/>
              <a:ext cx="1096" cy="1098"/>
            </a:xfrm>
            <a:prstGeom prst="ellipse">
              <a:avLst/>
            </a:prstGeom>
            <a:gradFill rotWithShape="1">
              <a:gsLst>
                <a:gs pos="0">
                  <a:srgbClr val="21B3E1"/>
                </a:gs>
                <a:gs pos="100000">
                  <a:srgbClr val="21B3E1">
                    <a:gamma/>
                    <a:shade val="48627"/>
                    <a:invGamma/>
                  </a:srgbClr>
                </a:gs>
              </a:gsLst>
              <a:lin ang="2700000" scaled="1"/>
            </a:gradFill>
            <a:ln w="38100" algn="ctr">
              <a:noFill/>
              <a:round/>
              <a:headEnd/>
              <a:tailEnd/>
            </a:ln>
            <a:effectLst/>
          </p:spPr>
          <p:txBody>
            <a:bodyPr anchor="ctr">
              <a:spAutoFit/>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latin typeface="Arial" pitchFamily="34" charset="0"/>
              </a:endParaRPr>
            </a:p>
          </p:txBody>
        </p:sp>
      </p:grpSp>
      <p:sp>
        <p:nvSpPr>
          <p:cNvPr id="156" name="TextBox 155">
            <a:extLst>
              <a:ext uri="{FF2B5EF4-FFF2-40B4-BE49-F238E27FC236}">
                <a16:creationId xmlns="" xmlns:a16="http://schemas.microsoft.com/office/drawing/2014/main" id="{90C43403-B77E-474E-A638-C5BD6540DB40}"/>
              </a:ext>
            </a:extLst>
          </p:cNvPr>
          <p:cNvSpPr txBox="1"/>
          <p:nvPr/>
        </p:nvSpPr>
        <p:spPr>
          <a:xfrm>
            <a:off x="7619388" y="6074218"/>
            <a:ext cx="53172" cy="61471"/>
          </a:xfrm>
          <a:prstGeom prst="rect">
            <a:avLst/>
          </a:prstGeom>
          <a:noFill/>
        </p:spPr>
        <p:txBody>
          <a:bodyPr wrap="square" lIns="0" tIns="0" rIns="0" bIns="0" rtlCol="0">
            <a:spAutoFit/>
          </a:bodyPr>
          <a:lstStyle/>
          <a:p>
            <a:endParaRPr lang="en-US" dirty="0"/>
          </a:p>
        </p:txBody>
      </p:sp>
      <p:grpSp>
        <p:nvGrpSpPr>
          <p:cNvPr id="168" name="Group 23">
            <a:extLst>
              <a:ext uri="{FF2B5EF4-FFF2-40B4-BE49-F238E27FC236}">
                <a16:creationId xmlns="" xmlns:a16="http://schemas.microsoft.com/office/drawing/2014/main" id="{480CFC9E-AE3C-48F6-BC4D-4934E415B67E}"/>
              </a:ext>
            </a:extLst>
          </p:cNvPr>
          <p:cNvGrpSpPr>
            <a:grpSpLocks noChangeAspect="1"/>
          </p:cNvGrpSpPr>
          <p:nvPr/>
        </p:nvGrpSpPr>
        <p:grpSpPr bwMode="auto">
          <a:xfrm>
            <a:off x="8226635" y="3674700"/>
            <a:ext cx="381000" cy="381000"/>
            <a:chOff x="2078" y="1680"/>
            <a:chExt cx="1615" cy="1615"/>
          </a:xfrm>
        </p:grpSpPr>
        <p:sp>
          <p:nvSpPr>
            <p:cNvPr id="169" name="Oval 24">
              <a:extLst>
                <a:ext uri="{FF2B5EF4-FFF2-40B4-BE49-F238E27FC236}">
                  <a16:creationId xmlns="" xmlns:a16="http://schemas.microsoft.com/office/drawing/2014/main" id="{CACFC30A-9877-4806-9B4C-587ACE150345}"/>
                </a:ext>
              </a:extLst>
            </p:cNvPr>
            <p:cNvSpPr>
              <a:spLocks noChangeArrowheads="1"/>
            </p:cNvSpPr>
            <p:nvPr/>
          </p:nvSpPr>
          <p:spPr bwMode="gray">
            <a:xfrm>
              <a:off x="2078" y="1680"/>
              <a:ext cx="1615" cy="1615"/>
            </a:xfrm>
            <a:prstGeom prst="ellipse">
              <a:avLst/>
            </a:prstGeom>
            <a:gradFill rotWithShape="1">
              <a:gsLst>
                <a:gs pos="0">
                  <a:srgbClr val="FFFFFF">
                    <a:gamma/>
                    <a:shade val="46275"/>
                    <a:invGamma/>
                  </a:srgbClr>
                </a:gs>
                <a:gs pos="50000">
                  <a:srgbClr val="FFFFFF"/>
                </a:gs>
                <a:gs pos="100000">
                  <a:srgbClr val="FFFFFF">
                    <a:gamma/>
                    <a:shade val="46275"/>
                    <a:invGamma/>
                  </a:srgbClr>
                </a:gs>
              </a:gsLst>
              <a:lin ang="5400000" scaled="1"/>
            </a:gradFill>
            <a:ln w="57150" algn="ctr">
              <a:noFill/>
              <a:round/>
              <a:headEnd/>
              <a:tailEnd/>
            </a:ln>
            <a:effectLst/>
          </p:spPr>
          <p:txBody>
            <a:bodyPr wrap="none" anchor="ct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latin typeface="Arial" pitchFamily="34" charset="0"/>
              </a:endParaRPr>
            </a:p>
          </p:txBody>
        </p:sp>
        <p:sp>
          <p:nvSpPr>
            <p:cNvPr id="170" name="Oval 25">
              <a:extLst>
                <a:ext uri="{FF2B5EF4-FFF2-40B4-BE49-F238E27FC236}">
                  <a16:creationId xmlns="" xmlns:a16="http://schemas.microsoft.com/office/drawing/2014/main" id="{640C1602-143A-456B-BA22-7664A3DEFFCF}"/>
                </a:ext>
              </a:extLst>
            </p:cNvPr>
            <p:cNvSpPr>
              <a:spLocks noChangeArrowheads="1"/>
            </p:cNvSpPr>
            <p:nvPr/>
          </p:nvSpPr>
          <p:spPr bwMode="gray">
            <a:xfrm>
              <a:off x="2170" y="1771"/>
              <a:ext cx="1430" cy="1430"/>
            </a:xfrm>
            <a:prstGeom prst="ellipse">
              <a:avLst/>
            </a:prstGeom>
            <a:gradFill rotWithShape="1">
              <a:gsLst>
                <a:gs pos="0">
                  <a:srgbClr val="FFFFFF">
                    <a:gamma/>
                    <a:shade val="63529"/>
                    <a:invGamma/>
                  </a:srgbClr>
                </a:gs>
                <a:gs pos="50000">
                  <a:srgbClr val="FFFFFF"/>
                </a:gs>
                <a:gs pos="100000">
                  <a:srgbClr val="FFFFFF">
                    <a:gamma/>
                    <a:shade val="63529"/>
                    <a:invGamma/>
                  </a:srgbClr>
                </a:gs>
              </a:gsLst>
              <a:lin ang="0" scaled="1"/>
            </a:gradFill>
            <a:ln w="9525" algn="ctr">
              <a:noFill/>
              <a:round/>
              <a:headEnd/>
              <a:tailEnd/>
            </a:ln>
            <a:effectLst/>
          </p:spPr>
          <p:txBody>
            <a:bodyPr wrap="none" anchor="ct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latin typeface="Arial" pitchFamily="34" charset="0"/>
              </a:endParaRPr>
            </a:p>
          </p:txBody>
        </p:sp>
        <p:sp>
          <p:nvSpPr>
            <p:cNvPr id="171" name="Oval 26">
              <a:extLst>
                <a:ext uri="{FF2B5EF4-FFF2-40B4-BE49-F238E27FC236}">
                  <a16:creationId xmlns="" xmlns:a16="http://schemas.microsoft.com/office/drawing/2014/main" id="{53792F8F-0D9C-4345-A703-F034640FA7A7}"/>
                </a:ext>
              </a:extLst>
            </p:cNvPr>
            <p:cNvSpPr>
              <a:spLocks noChangeArrowheads="1"/>
            </p:cNvSpPr>
            <p:nvPr/>
          </p:nvSpPr>
          <p:spPr bwMode="gray">
            <a:xfrm>
              <a:off x="2254" y="1856"/>
              <a:ext cx="1262" cy="1264"/>
            </a:xfrm>
            <a:prstGeom prst="ellipse">
              <a:avLst/>
            </a:prstGeom>
            <a:gradFill rotWithShape="1">
              <a:gsLst>
                <a:gs pos="0">
                  <a:srgbClr val="8AD4CD">
                    <a:gamma/>
                    <a:tint val="0"/>
                    <a:invGamma/>
                  </a:srgbClr>
                </a:gs>
                <a:gs pos="50000">
                  <a:srgbClr val="8AD4CD"/>
                </a:gs>
                <a:gs pos="100000">
                  <a:srgbClr val="8AD4CD">
                    <a:gamma/>
                    <a:tint val="0"/>
                    <a:invGamma/>
                  </a:srgbClr>
                </a:gs>
              </a:gsLst>
              <a:lin ang="2700000" scaled="1"/>
            </a:gradFill>
            <a:ln w="38100" algn="ctr">
              <a:noFill/>
              <a:round/>
              <a:headEnd/>
              <a:tailEnd/>
            </a:ln>
            <a:effectLst/>
          </p:spPr>
          <p:txBody>
            <a:bodyPr wrap="none" anchor="ctr">
              <a:spAutoFit/>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latin typeface="Arial" pitchFamily="34" charset="0"/>
              </a:endParaRPr>
            </a:p>
          </p:txBody>
        </p:sp>
        <p:sp>
          <p:nvSpPr>
            <p:cNvPr id="172" name="Oval 27">
              <a:extLst>
                <a:ext uri="{FF2B5EF4-FFF2-40B4-BE49-F238E27FC236}">
                  <a16:creationId xmlns="" xmlns:a16="http://schemas.microsoft.com/office/drawing/2014/main" id="{B29790E8-4F4B-4579-8A6B-FE3F9B0CAEF2}"/>
                </a:ext>
              </a:extLst>
            </p:cNvPr>
            <p:cNvSpPr>
              <a:spLocks noChangeArrowheads="1"/>
            </p:cNvSpPr>
            <p:nvPr/>
          </p:nvSpPr>
          <p:spPr bwMode="gray">
            <a:xfrm>
              <a:off x="2254" y="1856"/>
              <a:ext cx="1262" cy="1264"/>
            </a:xfrm>
            <a:prstGeom prst="ellipse">
              <a:avLst/>
            </a:prstGeom>
            <a:gradFill rotWithShape="1">
              <a:gsLst>
                <a:gs pos="0">
                  <a:srgbClr val="21B3E1"/>
                </a:gs>
                <a:gs pos="100000">
                  <a:srgbClr val="21B3E1">
                    <a:gamma/>
                    <a:shade val="46275"/>
                    <a:invGamma/>
                  </a:srgbClr>
                </a:gs>
              </a:gsLst>
              <a:lin ang="5400000" scaled="1"/>
            </a:gradFill>
            <a:ln w="38100" algn="ctr">
              <a:noFill/>
              <a:round/>
              <a:headEnd/>
              <a:tailEnd/>
            </a:ln>
            <a:effectLst/>
          </p:spPr>
          <p:txBody>
            <a:bodyPr wrap="none" anchor="ctr">
              <a:spAutoFit/>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latin typeface="Arial" pitchFamily="34" charset="0"/>
              </a:endParaRPr>
            </a:p>
          </p:txBody>
        </p:sp>
        <p:sp>
          <p:nvSpPr>
            <p:cNvPr id="173" name="Oval 28">
              <a:extLst>
                <a:ext uri="{FF2B5EF4-FFF2-40B4-BE49-F238E27FC236}">
                  <a16:creationId xmlns="" xmlns:a16="http://schemas.microsoft.com/office/drawing/2014/main" id="{358C33BB-071D-4F24-839E-CC9C393EF0D8}"/>
                </a:ext>
              </a:extLst>
            </p:cNvPr>
            <p:cNvSpPr>
              <a:spLocks noChangeArrowheads="1"/>
            </p:cNvSpPr>
            <p:nvPr/>
          </p:nvSpPr>
          <p:spPr bwMode="gray">
            <a:xfrm>
              <a:off x="2337" y="1939"/>
              <a:ext cx="1096" cy="1098"/>
            </a:xfrm>
            <a:prstGeom prst="ellipse">
              <a:avLst/>
            </a:prstGeom>
            <a:gradFill rotWithShape="1">
              <a:gsLst>
                <a:gs pos="0">
                  <a:srgbClr val="8AD4CD">
                    <a:gamma/>
                    <a:shade val="54118"/>
                    <a:invGamma/>
                  </a:srgbClr>
                </a:gs>
                <a:gs pos="50000">
                  <a:srgbClr val="8AD4CD"/>
                </a:gs>
                <a:gs pos="100000">
                  <a:srgbClr val="8AD4CD">
                    <a:gamma/>
                    <a:shade val="54118"/>
                    <a:invGamma/>
                  </a:srgbClr>
                </a:gs>
              </a:gsLst>
              <a:lin ang="18900000" scaled="1"/>
            </a:gradFill>
            <a:ln w="38100" algn="ctr">
              <a:noFill/>
              <a:round/>
              <a:headEnd/>
              <a:tailEnd/>
            </a:ln>
            <a:effectLst/>
          </p:spPr>
          <p:txBody>
            <a:bodyPr anchor="ctr">
              <a:spAutoFit/>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latin typeface="Arial" pitchFamily="34" charset="0"/>
              </a:endParaRPr>
            </a:p>
          </p:txBody>
        </p:sp>
        <p:sp>
          <p:nvSpPr>
            <p:cNvPr id="174" name="Oval 29">
              <a:extLst>
                <a:ext uri="{FF2B5EF4-FFF2-40B4-BE49-F238E27FC236}">
                  <a16:creationId xmlns="" xmlns:a16="http://schemas.microsoft.com/office/drawing/2014/main" id="{4E06C84A-1EFC-44EA-B29A-11ED722DE85A}"/>
                </a:ext>
              </a:extLst>
            </p:cNvPr>
            <p:cNvSpPr>
              <a:spLocks noChangeArrowheads="1"/>
            </p:cNvSpPr>
            <p:nvPr/>
          </p:nvSpPr>
          <p:spPr bwMode="gray">
            <a:xfrm>
              <a:off x="2337" y="1939"/>
              <a:ext cx="1096" cy="1098"/>
            </a:xfrm>
            <a:prstGeom prst="ellipse">
              <a:avLst/>
            </a:prstGeom>
            <a:gradFill rotWithShape="1">
              <a:gsLst>
                <a:gs pos="0">
                  <a:srgbClr val="21B3E1"/>
                </a:gs>
                <a:gs pos="100000">
                  <a:srgbClr val="21B3E1">
                    <a:gamma/>
                    <a:shade val="48627"/>
                    <a:invGamma/>
                  </a:srgbClr>
                </a:gs>
              </a:gsLst>
              <a:lin ang="2700000" scaled="1"/>
            </a:gradFill>
            <a:ln w="38100" algn="ctr">
              <a:noFill/>
              <a:round/>
              <a:headEnd/>
              <a:tailEnd/>
            </a:ln>
            <a:effectLst/>
          </p:spPr>
          <p:txBody>
            <a:bodyPr anchor="ctr">
              <a:spAutoFit/>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latin typeface="Arial" pitchFamily="34" charset="0"/>
              </a:endParaRPr>
            </a:p>
          </p:txBody>
        </p:sp>
      </p:grpSp>
      <p:sp>
        <p:nvSpPr>
          <p:cNvPr id="43" name="Rectangle 42">
            <a:extLst>
              <a:ext uri="{FF2B5EF4-FFF2-40B4-BE49-F238E27FC236}">
                <a16:creationId xmlns="" xmlns:a16="http://schemas.microsoft.com/office/drawing/2014/main" id="{C3F19017-216F-4550-A669-620D7BF54535}"/>
              </a:ext>
            </a:extLst>
          </p:cNvPr>
          <p:cNvSpPr/>
          <p:nvPr/>
        </p:nvSpPr>
        <p:spPr>
          <a:xfrm>
            <a:off x="0" y="6356217"/>
            <a:ext cx="7950328" cy="369332"/>
          </a:xfrm>
          <a:prstGeom prst="rect">
            <a:avLst/>
          </a:prstGeom>
        </p:spPr>
        <p:txBody>
          <a:bodyPr wrap="square">
            <a:spAutoFit/>
          </a:bodyPr>
          <a:lstStyle/>
          <a:p>
            <a:pPr algn="ctr" rtl="1"/>
            <a:r>
              <a:rPr lang="fa-IR" dirty="0">
                <a:latin typeface="Times New Roman" panose="02020603050405020304" pitchFamily="18" charset="0"/>
                <a:ea typeface="Calibri" panose="020F0502020204030204" pitchFamily="34" charset="0"/>
                <a:cs typeface="B Lotus" panose="00000400000000000000" pitchFamily="2" charset="-78"/>
              </a:rPr>
              <a:t>شکل </a:t>
            </a:r>
            <a:r>
              <a:rPr lang="fa-IR" dirty="0" smtClean="0">
                <a:latin typeface="Times New Roman" panose="02020603050405020304" pitchFamily="18" charset="0"/>
                <a:ea typeface="Calibri" panose="020F0502020204030204" pitchFamily="34" charset="0"/>
                <a:cs typeface="B Lotus" panose="00000400000000000000" pitchFamily="2" charset="-78"/>
              </a:rPr>
              <a:t>3 </a:t>
            </a:r>
            <a:r>
              <a:rPr lang="fa-IR" dirty="0">
                <a:latin typeface="Times New Roman" panose="02020603050405020304" pitchFamily="18" charset="0"/>
                <a:ea typeface="Calibri" panose="020F0502020204030204" pitchFamily="34" charset="0"/>
                <a:cs typeface="B Lotus" panose="00000400000000000000" pitchFamily="2" charset="-78"/>
              </a:rPr>
              <a:t>پیش از همسان سازی (الف)</a:t>
            </a:r>
            <a:r>
              <a:rPr lang="fa-IR" dirty="0"/>
              <a:t> </a:t>
            </a:r>
            <a:r>
              <a:rPr lang="fa-IR" dirty="0">
                <a:latin typeface="Times New Roman" panose="02020603050405020304" pitchFamily="18" charset="0"/>
                <a:ea typeface="Calibri" panose="020F0502020204030204" pitchFamily="34" charset="0"/>
                <a:cs typeface="B Lotus" panose="00000400000000000000" pitchFamily="2" charset="-78"/>
              </a:rPr>
              <a:t>همسان سازی </a:t>
            </a:r>
            <a:r>
              <a:rPr lang="fa-IR" dirty="0">
                <a:cs typeface="B Nazanin" panose="00000400000000000000" pitchFamily="2" charset="-78"/>
              </a:rPr>
              <a:t>اتلافی</a:t>
            </a:r>
            <a:r>
              <a:rPr lang="fa-IR" dirty="0">
                <a:latin typeface="Times New Roman" panose="02020603050405020304" pitchFamily="18" charset="0"/>
                <a:cs typeface="B Lotus" panose="00000400000000000000" pitchFamily="2" charset="-78"/>
              </a:rPr>
              <a:t> </a:t>
            </a:r>
            <a:r>
              <a:rPr lang="fa-IR" dirty="0">
                <a:latin typeface="Times New Roman" panose="02020603050405020304" pitchFamily="18" charset="0"/>
                <a:ea typeface="Calibri" panose="020F0502020204030204" pitchFamily="34" charset="0"/>
                <a:cs typeface="B Lotus" panose="00000400000000000000" pitchFamily="2" charset="-78"/>
              </a:rPr>
              <a:t>(ب) همسان سازی </a:t>
            </a:r>
            <a:r>
              <a:rPr lang="fa-IR" dirty="0">
                <a:cs typeface="B Nazanin" panose="00000400000000000000" pitchFamily="2" charset="-78"/>
              </a:rPr>
              <a:t>غیر اتلافی</a:t>
            </a:r>
            <a:r>
              <a:rPr lang="fa-IR" dirty="0">
                <a:latin typeface="Times New Roman" panose="02020603050405020304" pitchFamily="18" charset="0"/>
                <a:cs typeface="B Lotus" panose="00000400000000000000" pitchFamily="2" charset="-78"/>
              </a:rPr>
              <a:t> </a:t>
            </a:r>
            <a:r>
              <a:rPr lang="fa-IR" dirty="0">
                <a:latin typeface="Times New Roman" panose="02020603050405020304" pitchFamily="18" charset="0"/>
                <a:ea typeface="Calibri" panose="020F0502020204030204" pitchFamily="34" charset="0"/>
                <a:cs typeface="B Lotus" panose="00000400000000000000" pitchFamily="2" charset="-78"/>
              </a:rPr>
              <a:t>(ج)</a:t>
            </a:r>
            <a:endParaRPr lang="en-US" dirty="0"/>
          </a:p>
        </p:txBody>
      </p:sp>
      <p:sp>
        <p:nvSpPr>
          <p:cNvPr id="38" name="Slide Number Placeholder 3">
            <a:extLst>
              <a:ext uri="{FF2B5EF4-FFF2-40B4-BE49-F238E27FC236}">
                <a16:creationId xmlns="" xmlns:a16="http://schemas.microsoft.com/office/drawing/2014/main" id="{FEFB061F-8AAB-4535-B272-1BA4D5A77191}"/>
              </a:ext>
            </a:extLst>
          </p:cNvPr>
          <p:cNvSpPr txBox="1">
            <a:spLocks/>
          </p:cNvSpPr>
          <p:nvPr/>
        </p:nvSpPr>
        <p:spPr>
          <a:xfrm>
            <a:off x="8965" y="6090313"/>
            <a:ext cx="676835" cy="767687"/>
          </a:xfrm>
          <a:prstGeom prst="rect">
            <a:avLst/>
          </a:prstGeom>
        </p:spPr>
        <p:txBody>
          <a:bodyPr vert="horz" lIns="91440" tIns="45720" rIns="91440" bIns="45720" rtlCol="0" anchor="ctr"/>
          <a:lstStyle>
            <a:defPPr>
              <a:defRPr lang="en-US"/>
            </a:defPPr>
            <a:lvl1pPr marL="0" algn="l" defTabSz="914400" rtl="0" eaLnBrk="1" latinLnBrk="0" hangingPunct="1">
              <a:defRPr sz="1400" b="1" kern="1200">
                <a:solidFill>
                  <a:srgbClr val="FFFFFF"/>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rtl="1"/>
            <a:fld id="{E8ADF199-8047-440E-B02B-E80683B392F2}" type="slidenum">
              <a:rPr lang="fa-IR" sz="1800" smtClean="0">
                <a:solidFill>
                  <a:schemeClr val="tx1"/>
                </a:solidFill>
                <a:cs typeface="B Lotus" panose="00000400000000000000" pitchFamily="2" charset="-78"/>
              </a:rPr>
              <a:pPr rtl="1"/>
              <a:t>5</a:t>
            </a:fld>
            <a:endParaRPr lang="fa-IR" sz="1800" dirty="0">
              <a:solidFill>
                <a:schemeClr val="tx1"/>
              </a:solidFill>
              <a:cs typeface="B Lotus" panose="00000400000000000000" pitchFamily="2" charset="-78"/>
            </a:endParaRPr>
          </a:p>
        </p:txBody>
      </p:sp>
      <p:sp>
        <p:nvSpPr>
          <p:cNvPr id="50" name="Rounded Rectangle 175">
            <a:extLst>
              <a:ext uri="{FF2B5EF4-FFF2-40B4-BE49-F238E27FC236}">
                <a16:creationId xmlns="" xmlns:a16="http://schemas.microsoft.com/office/drawing/2014/main" id="{5E717F78-E889-43C7-BE28-20218594366D}"/>
              </a:ext>
            </a:extLst>
          </p:cNvPr>
          <p:cNvSpPr/>
          <p:nvPr/>
        </p:nvSpPr>
        <p:spPr bwMode="auto">
          <a:xfrm>
            <a:off x="6324600" y="1066930"/>
            <a:ext cx="2922494" cy="418072"/>
          </a:xfrm>
          <a:prstGeom prst="roundRect">
            <a:avLst/>
          </a:prstGeom>
          <a:solidFill>
            <a:srgbClr val="3D81BF">
              <a:lumMod val="75000"/>
            </a:srgbClr>
          </a:solidFill>
          <a:ln w="9525" cap="flat" cmpd="sng" algn="ctr">
            <a:solidFill>
              <a:srgbClr val="000000"/>
            </a:solidFill>
            <a:prstDash val="solid"/>
            <a:round/>
            <a:headEnd type="none" w="med" len="med"/>
            <a:tailEnd type="none" w="med" len="med"/>
          </a:ln>
          <a:effectLst>
            <a:reflection blurRad="6350" stA="50000" endA="300" endPos="55000" dir="5400000" sy="-100000" algn="bl" rotWithShape="0"/>
          </a:effectLst>
          <a:scene3d>
            <a:camera prst="isometricOffAxis2Left"/>
            <a:lightRig rig="threePt" dir="t"/>
          </a:scene3d>
        </p:spPr>
        <p:txBody>
          <a:bodyPr vert="horz" wrap="square" lIns="91440" tIns="45720" rIns="91440" bIns="45720" numCol="1" rtlCol="0" anchor="t" anchorCtr="0" compatLnSpc="1">
            <a:prstTxWarp prst="textNoShape">
              <a:avLst/>
            </a:prstTxWarp>
          </a:bodyPr>
          <a:lstStyle/>
          <a:p>
            <a:pPr lvl="0" algn="ctr" rtl="1" fontAlgn="base">
              <a:spcBef>
                <a:spcPct val="0"/>
              </a:spcBef>
              <a:spcAft>
                <a:spcPct val="0"/>
              </a:spcAft>
            </a:pPr>
            <a:r>
              <a:rPr lang="fa-IR" sz="2000" b="1" dirty="0">
                <a:solidFill>
                  <a:srgbClr val="FFFFFF"/>
                </a:solidFill>
                <a:latin typeface="Times New Roman" panose="02020603050405020304" pitchFamily="18" charset="0"/>
                <a:cs typeface="B Nazanin" panose="00000400000000000000" pitchFamily="2" charset="-78"/>
              </a:rPr>
              <a:t>همسان سازی باتری</a:t>
            </a:r>
          </a:p>
        </p:txBody>
      </p:sp>
      <p:pic>
        <p:nvPicPr>
          <p:cNvPr id="51" name="Picture 50" descr="پرونده:Azad University logo.png - ویکی‌پدیا، دانشنامهٔ آزاد">
            <a:extLst>
              <a:ext uri="{FF2B5EF4-FFF2-40B4-BE49-F238E27FC236}">
                <a16:creationId xmlns="" xmlns:a16="http://schemas.microsoft.com/office/drawing/2014/main" id="{CD3C0576-F09C-4280-8B14-1CCFC26E95B7}"/>
              </a:ext>
            </a:extLst>
          </p:cNvPr>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8610600" y="0"/>
            <a:ext cx="533400" cy="822959"/>
          </a:xfrm>
          <a:prstGeom prst="rect">
            <a:avLst/>
          </a:prstGeom>
          <a:noFill/>
          <a:ln>
            <a:noFill/>
          </a:ln>
        </p:spPr>
      </p:pic>
      <p:sp>
        <p:nvSpPr>
          <p:cNvPr id="53" name="AutoShape 10">
            <a:extLst>
              <a:ext uri="{FF2B5EF4-FFF2-40B4-BE49-F238E27FC236}">
                <a16:creationId xmlns="" xmlns:a16="http://schemas.microsoft.com/office/drawing/2014/main" id="{D6C9540C-B64F-46A9-8B92-EAB21CE36CDE}"/>
              </a:ext>
            </a:extLst>
          </p:cNvPr>
          <p:cNvSpPr>
            <a:spLocks noChangeArrowheads="1"/>
          </p:cNvSpPr>
          <p:nvPr/>
        </p:nvSpPr>
        <p:spPr bwMode="gray">
          <a:xfrm flipH="1">
            <a:off x="6246677" y="59426"/>
            <a:ext cx="2057400" cy="649224"/>
          </a:xfrm>
          <a:prstGeom prst="chevron">
            <a:avLst>
              <a:gd name="adj" fmla="val 17842"/>
            </a:avLst>
          </a:prstGeom>
          <a:gradFill rotWithShape="1">
            <a:gsLst>
              <a:gs pos="0">
                <a:srgbClr val="84B09A">
                  <a:gamma/>
                  <a:shade val="46275"/>
                  <a:invGamma/>
                </a:srgbClr>
              </a:gs>
              <a:gs pos="50000">
                <a:srgbClr val="84B09A"/>
              </a:gs>
              <a:gs pos="100000">
                <a:srgbClr val="84B09A">
                  <a:gamma/>
                  <a:shade val="46275"/>
                  <a:invGamma/>
                </a:srgbClr>
              </a:gs>
            </a:gsLst>
            <a:lin ang="2700000" scaled="1"/>
          </a:gradFill>
          <a:ln w="38100">
            <a:solidFill>
              <a:srgbClr val="EAEAEA"/>
            </a:solidFill>
            <a:miter lim="800000"/>
            <a:headEnd/>
            <a:tailEnd/>
          </a:ln>
          <a:effectLst>
            <a:outerShdw dist="109250" dir="3267739" algn="ctr" rotWithShape="0">
              <a:srgbClr val="333333">
                <a:alpha val="50000"/>
              </a:srgbClr>
            </a:outerShdw>
          </a:effectLst>
        </p:spPr>
        <p:txBody>
          <a:bodyPr wrap="square" anchor="ctr">
            <a:spAutoFit/>
          </a:bodyPr>
          <a:lstStyle/>
          <a:p>
            <a:pPr algn="ctr" fontAlgn="base">
              <a:spcBef>
                <a:spcPct val="0"/>
              </a:spcBef>
              <a:spcAft>
                <a:spcPct val="0"/>
              </a:spcAft>
            </a:pPr>
            <a:endParaRPr lang="en-US" kern="0" dirty="0">
              <a:solidFill>
                <a:srgbClr val="3D81BF"/>
              </a:solidFill>
            </a:endParaRPr>
          </a:p>
        </p:txBody>
      </p:sp>
      <p:sp>
        <p:nvSpPr>
          <p:cNvPr id="54" name="AutoShape 3">
            <a:extLst>
              <a:ext uri="{FF2B5EF4-FFF2-40B4-BE49-F238E27FC236}">
                <a16:creationId xmlns="" xmlns:a16="http://schemas.microsoft.com/office/drawing/2014/main" id="{485B2B8D-A72E-4A69-89E8-541EC8CA44CC}"/>
              </a:ext>
            </a:extLst>
          </p:cNvPr>
          <p:cNvSpPr>
            <a:spLocks noChangeArrowheads="1"/>
          </p:cNvSpPr>
          <p:nvPr/>
        </p:nvSpPr>
        <p:spPr bwMode="gray">
          <a:xfrm flipH="1">
            <a:off x="4188613" y="57140"/>
            <a:ext cx="2056086" cy="651510"/>
          </a:xfrm>
          <a:prstGeom prst="chevron">
            <a:avLst>
              <a:gd name="adj" fmla="val 17009"/>
            </a:avLst>
          </a:prstGeom>
          <a:solidFill>
            <a:srgbClr val="2842AE"/>
          </a:solidFill>
          <a:ln w="38100">
            <a:solidFill>
              <a:srgbClr val="EAEAEA"/>
            </a:solidFill>
            <a:miter lim="800000"/>
            <a:headEnd/>
            <a:tailEnd/>
          </a:ln>
          <a:effectLst>
            <a:outerShdw dist="109250" dir="3267739" algn="ctr" rotWithShape="0">
              <a:srgbClr val="333333">
                <a:alpha val="50000"/>
              </a:srgbClr>
            </a:outerShdw>
          </a:effectLst>
        </p:spPr>
        <p:txBody>
          <a:bodyPr wrap="square" anchor="ctr">
            <a:spAutoFit/>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dirty="0">
              <a:ln>
                <a:noFill/>
              </a:ln>
              <a:solidFill>
                <a:srgbClr val="3D81BF"/>
              </a:solidFill>
              <a:effectLst/>
              <a:uLnTx/>
              <a:uFillTx/>
            </a:endParaRPr>
          </a:p>
        </p:txBody>
      </p:sp>
      <p:sp>
        <p:nvSpPr>
          <p:cNvPr id="57" name="AutoShape 3">
            <a:extLst>
              <a:ext uri="{FF2B5EF4-FFF2-40B4-BE49-F238E27FC236}">
                <a16:creationId xmlns="" xmlns:a16="http://schemas.microsoft.com/office/drawing/2014/main" id="{EF45C0D6-D395-4223-B481-D4FF54657503}"/>
              </a:ext>
            </a:extLst>
          </p:cNvPr>
          <p:cNvSpPr>
            <a:spLocks noChangeArrowheads="1"/>
          </p:cNvSpPr>
          <p:nvPr/>
        </p:nvSpPr>
        <p:spPr bwMode="gray">
          <a:xfrm flipH="1">
            <a:off x="2588411" y="57140"/>
            <a:ext cx="1600202" cy="651510"/>
          </a:xfrm>
          <a:prstGeom prst="chevron">
            <a:avLst>
              <a:gd name="adj" fmla="val 17009"/>
            </a:avLst>
          </a:prstGeom>
          <a:gradFill rotWithShape="1">
            <a:gsLst>
              <a:gs pos="0">
                <a:srgbClr val="84B09A">
                  <a:gamma/>
                  <a:shade val="46275"/>
                  <a:invGamma/>
                </a:srgbClr>
              </a:gs>
              <a:gs pos="50000">
                <a:srgbClr val="84B09A"/>
              </a:gs>
              <a:gs pos="100000">
                <a:srgbClr val="84B09A">
                  <a:gamma/>
                  <a:shade val="46275"/>
                  <a:invGamma/>
                </a:srgbClr>
              </a:gs>
            </a:gsLst>
            <a:lin ang="2700000" scaled="1"/>
          </a:gradFill>
          <a:ln w="38100">
            <a:solidFill>
              <a:srgbClr val="EAEAEA"/>
            </a:solidFill>
            <a:miter lim="800000"/>
            <a:headEnd/>
            <a:tailEnd/>
          </a:ln>
          <a:effectLst>
            <a:outerShdw dist="109250" dir="3267739" algn="ctr" rotWithShape="0">
              <a:srgbClr val="333333">
                <a:alpha val="50000"/>
              </a:srgbClr>
            </a:outerShdw>
          </a:effectLst>
        </p:spPr>
        <p:txBody>
          <a:bodyPr wrap="square" anchor="ctr">
            <a:spAutoFit/>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endParaRPr>
          </a:p>
        </p:txBody>
      </p:sp>
      <p:sp>
        <p:nvSpPr>
          <p:cNvPr id="58" name="AutoShape 3">
            <a:extLst>
              <a:ext uri="{FF2B5EF4-FFF2-40B4-BE49-F238E27FC236}">
                <a16:creationId xmlns="" xmlns:a16="http://schemas.microsoft.com/office/drawing/2014/main" id="{A0B0E20F-7FEC-430C-B288-503452C56EBD}"/>
              </a:ext>
            </a:extLst>
          </p:cNvPr>
          <p:cNvSpPr>
            <a:spLocks noChangeArrowheads="1"/>
          </p:cNvSpPr>
          <p:nvPr/>
        </p:nvSpPr>
        <p:spPr bwMode="gray">
          <a:xfrm flipH="1">
            <a:off x="161661" y="57140"/>
            <a:ext cx="2426749" cy="651510"/>
          </a:xfrm>
          <a:prstGeom prst="chevron">
            <a:avLst>
              <a:gd name="adj" fmla="val 17009"/>
            </a:avLst>
          </a:prstGeom>
          <a:gradFill rotWithShape="1">
            <a:gsLst>
              <a:gs pos="0">
                <a:srgbClr val="84B09A">
                  <a:gamma/>
                  <a:shade val="46275"/>
                  <a:invGamma/>
                </a:srgbClr>
              </a:gs>
              <a:gs pos="50000">
                <a:srgbClr val="84B09A"/>
              </a:gs>
              <a:gs pos="100000">
                <a:srgbClr val="84B09A">
                  <a:gamma/>
                  <a:shade val="46275"/>
                  <a:invGamma/>
                </a:srgbClr>
              </a:gs>
            </a:gsLst>
            <a:lin ang="2700000" scaled="1"/>
          </a:gradFill>
          <a:ln w="38100">
            <a:solidFill>
              <a:srgbClr val="EAEAEA"/>
            </a:solidFill>
            <a:miter lim="800000"/>
            <a:headEnd/>
            <a:tailEnd/>
          </a:ln>
          <a:effectLst>
            <a:outerShdw dist="109250" dir="3267739" algn="ctr" rotWithShape="0">
              <a:srgbClr val="333333">
                <a:alpha val="50000"/>
              </a:srgbClr>
            </a:outerShdw>
          </a:effectLst>
        </p:spPr>
        <p:txBody>
          <a:bodyPr wrap="square" anchor="ctr">
            <a:spAutoFit/>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endParaRPr>
          </a:p>
        </p:txBody>
      </p:sp>
      <p:sp>
        <p:nvSpPr>
          <p:cNvPr id="61" name="Rectangle 60">
            <a:extLst>
              <a:ext uri="{FF2B5EF4-FFF2-40B4-BE49-F238E27FC236}">
                <a16:creationId xmlns="" xmlns:a16="http://schemas.microsoft.com/office/drawing/2014/main" id="{7AA3DC7F-EAD5-4970-AC11-56A9269645E3}"/>
              </a:ext>
            </a:extLst>
          </p:cNvPr>
          <p:cNvSpPr/>
          <p:nvPr/>
        </p:nvSpPr>
        <p:spPr>
          <a:xfrm>
            <a:off x="403231" y="91457"/>
            <a:ext cx="2056085" cy="584775"/>
          </a:xfrm>
          <a:prstGeom prst="rect">
            <a:avLst/>
          </a:prstGeom>
        </p:spPr>
        <p:txBody>
          <a:bodyPr wrap="square">
            <a:spAutoFit/>
          </a:bodyPr>
          <a:lstStyle/>
          <a:p>
            <a:pPr lvl="0" algn="ctr" rtl="1" fontAlgn="base">
              <a:spcBef>
                <a:spcPct val="0"/>
              </a:spcBef>
              <a:spcAft>
                <a:spcPct val="0"/>
              </a:spcAft>
            </a:pPr>
            <a:r>
              <a:rPr lang="fa-IR" sz="1600" b="1" dirty="0" smtClean="0">
                <a:solidFill>
                  <a:srgbClr val="FFFFFF"/>
                </a:solidFill>
                <a:latin typeface="Times New Roman" panose="02020603050405020304" pitchFamily="18" charset="0"/>
                <a:cs typeface="B Nazanin" panose="00000400000000000000" pitchFamily="2" charset="-78"/>
              </a:rPr>
              <a:t> پیاده سازی و ارزیابی همسان ساز پیشنهادی</a:t>
            </a:r>
            <a:endParaRPr lang="fa-IR" sz="1600" b="1" dirty="0">
              <a:solidFill>
                <a:srgbClr val="FFFFFF"/>
              </a:solidFill>
              <a:latin typeface="Times New Roman" panose="02020603050405020304" pitchFamily="18" charset="0"/>
              <a:cs typeface="B Nazanin" panose="00000400000000000000" pitchFamily="2" charset="-78"/>
            </a:endParaRPr>
          </a:p>
        </p:txBody>
      </p:sp>
      <p:sp>
        <p:nvSpPr>
          <p:cNvPr id="62" name="Rectangle 61">
            <a:extLst>
              <a:ext uri="{FF2B5EF4-FFF2-40B4-BE49-F238E27FC236}">
                <a16:creationId xmlns="" xmlns:a16="http://schemas.microsoft.com/office/drawing/2014/main" id="{CF63D6AB-4291-4E90-8A94-4D8D0B518991}"/>
              </a:ext>
            </a:extLst>
          </p:cNvPr>
          <p:cNvSpPr/>
          <p:nvPr/>
        </p:nvSpPr>
        <p:spPr>
          <a:xfrm>
            <a:off x="2636749" y="78259"/>
            <a:ext cx="1600200" cy="584775"/>
          </a:xfrm>
          <a:prstGeom prst="rect">
            <a:avLst/>
          </a:prstGeom>
        </p:spPr>
        <p:txBody>
          <a:bodyPr wrap="square">
            <a:spAutoFit/>
          </a:bodyPr>
          <a:lstStyle/>
          <a:p>
            <a:pPr lvl="0" algn="ctr" rtl="1" fontAlgn="base">
              <a:spcBef>
                <a:spcPct val="0"/>
              </a:spcBef>
              <a:spcAft>
                <a:spcPct val="0"/>
              </a:spcAft>
            </a:pPr>
            <a:r>
              <a:rPr lang="fa-IR" sz="1600" b="1" dirty="0">
                <a:solidFill>
                  <a:srgbClr val="FFFFFF"/>
                </a:solidFill>
                <a:latin typeface="Times New Roman" panose="02020603050405020304" pitchFamily="18" charset="0"/>
                <a:cs typeface="B Nazanin" panose="00000400000000000000" pitchFamily="2" charset="-78"/>
              </a:rPr>
              <a:t>همسان سازی پیشنهادی</a:t>
            </a:r>
          </a:p>
        </p:txBody>
      </p:sp>
      <p:sp>
        <p:nvSpPr>
          <p:cNvPr id="67" name="Rectangle 66">
            <a:extLst>
              <a:ext uri="{FF2B5EF4-FFF2-40B4-BE49-F238E27FC236}">
                <a16:creationId xmlns="" xmlns:a16="http://schemas.microsoft.com/office/drawing/2014/main" id="{2303513B-642F-45E3-9CA3-6690303DB148}"/>
              </a:ext>
            </a:extLst>
          </p:cNvPr>
          <p:cNvSpPr/>
          <p:nvPr/>
        </p:nvSpPr>
        <p:spPr>
          <a:xfrm>
            <a:off x="4495138" y="91457"/>
            <a:ext cx="1443038" cy="584775"/>
          </a:xfrm>
          <a:prstGeom prst="rect">
            <a:avLst/>
          </a:prstGeom>
        </p:spPr>
        <p:txBody>
          <a:bodyPr wrap="square">
            <a:spAutoFit/>
          </a:bodyPr>
          <a:lstStyle/>
          <a:p>
            <a:pPr lvl="0" algn="ctr" rtl="1" fontAlgn="base">
              <a:spcBef>
                <a:spcPct val="0"/>
              </a:spcBef>
              <a:spcAft>
                <a:spcPct val="0"/>
              </a:spcAft>
            </a:pPr>
            <a:r>
              <a:rPr lang="fa-IR" sz="1600" b="1" dirty="0">
                <a:solidFill>
                  <a:srgbClr val="FFFFFF"/>
                </a:solidFill>
                <a:latin typeface="Times New Roman" panose="02020603050405020304" pitchFamily="18" charset="0"/>
                <a:cs typeface="B Nazanin" panose="00000400000000000000" pitchFamily="2" charset="-78"/>
              </a:rPr>
              <a:t>همسان سازی باتری</a:t>
            </a:r>
          </a:p>
        </p:txBody>
      </p:sp>
      <p:sp>
        <p:nvSpPr>
          <p:cNvPr id="68" name="Rectangle 67">
            <a:extLst>
              <a:ext uri="{FF2B5EF4-FFF2-40B4-BE49-F238E27FC236}">
                <a16:creationId xmlns="" xmlns:a16="http://schemas.microsoft.com/office/drawing/2014/main" id="{77F01E1C-B3E5-47D7-8AFA-D963AF9418D2}"/>
              </a:ext>
            </a:extLst>
          </p:cNvPr>
          <p:cNvSpPr/>
          <p:nvPr/>
        </p:nvSpPr>
        <p:spPr>
          <a:xfrm>
            <a:off x="6499957" y="197162"/>
            <a:ext cx="1626786" cy="323165"/>
          </a:xfrm>
          <a:prstGeom prst="rect">
            <a:avLst/>
          </a:prstGeom>
        </p:spPr>
        <p:txBody>
          <a:bodyPr wrap="square">
            <a:spAutoFit/>
          </a:bodyPr>
          <a:lstStyle/>
          <a:p>
            <a:pPr lvl="0" algn="ctr" fontAlgn="base">
              <a:spcBef>
                <a:spcPct val="0"/>
              </a:spcBef>
              <a:spcAft>
                <a:spcPct val="0"/>
              </a:spcAft>
              <a:defRPr/>
            </a:pPr>
            <a:r>
              <a:rPr lang="fa-IR" sz="1500" b="1" kern="0" dirty="0">
                <a:solidFill>
                  <a:srgbClr val="FFFFFF"/>
                </a:solidFill>
                <a:latin typeface="Times New Roman" panose="02020603050405020304" pitchFamily="18" charset="0"/>
                <a:cs typeface="B Nazanin" pitchFamily="2" charset="-78"/>
              </a:rPr>
              <a:t>باتری ها</a:t>
            </a:r>
            <a:endParaRPr lang="en-US" sz="1500" b="1" kern="0" dirty="0">
              <a:solidFill>
                <a:srgbClr val="FFFFFF"/>
              </a:solidFill>
              <a:latin typeface="Times New Roman" panose="02020603050405020304" pitchFamily="18" charset="0"/>
              <a:cs typeface="B Nazanin" pitchFamily="2" charset="-78"/>
            </a:endParaRPr>
          </a:p>
        </p:txBody>
      </p:sp>
    </p:spTree>
    <p:extLst>
      <p:ext uri="{BB962C8B-B14F-4D97-AF65-F5344CB8AC3E}">
        <p14:creationId xmlns:p14="http://schemas.microsoft.com/office/powerpoint/2010/main" val="1706485627"/>
      </p:ext>
    </p:extLst>
  </p:cSld>
  <p:clrMapOvr>
    <a:masterClrMapping/>
  </p:clrMapOvr>
  <p:timing>
    <p:tnLst>
      <p:par>
        <p:cTn id="1" dur="indefinite" restart="never" nodeType="tmRoot"/>
      </p:par>
    </p:tn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a:extLst>
              <a:ext uri="{FF2B5EF4-FFF2-40B4-BE49-F238E27FC236}">
                <a16:creationId xmlns="" xmlns:a16="http://schemas.microsoft.com/office/drawing/2014/main" id="{CA4B7323-47E7-4CC4-91B7-36AF4E6EAE28}"/>
              </a:ext>
            </a:extLst>
          </p:cNvPr>
          <p:cNvPicPr>
            <a:picLocks noChangeAspect="1"/>
          </p:cNvPicPr>
          <p:nvPr/>
        </p:nvPicPr>
        <p:blipFill>
          <a:blip r:embed="rId3"/>
          <a:stretch>
            <a:fillRect/>
          </a:stretch>
        </p:blipFill>
        <p:spPr>
          <a:xfrm>
            <a:off x="304800" y="968931"/>
            <a:ext cx="1077212" cy="721184"/>
          </a:xfrm>
          <a:prstGeom prst="rect">
            <a:avLst/>
          </a:prstGeom>
        </p:spPr>
      </p:pic>
      <p:sp>
        <p:nvSpPr>
          <p:cNvPr id="147" name="TextBox 146">
            <a:extLst>
              <a:ext uri="{FF2B5EF4-FFF2-40B4-BE49-F238E27FC236}">
                <a16:creationId xmlns="" xmlns:a16="http://schemas.microsoft.com/office/drawing/2014/main" id="{F43469DC-7F5B-471E-BD74-ED709E621F63}"/>
              </a:ext>
            </a:extLst>
          </p:cNvPr>
          <p:cNvSpPr txBox="1"/>
          <p:nvPr/>
        </p:nvSpPr>
        <p:spPr>
          <a:xfrm>
            <a:off x="7154382" y="1803113"/>
            <a:ext cx="1914307" cy="369332"/>
          </a:xfrm>
          <a:prstGeom prst="rect">
            <a:avLst/>
          </a:prstGeom>
          <a:noFill/>
        </p:spPr>
        <p:txBody>
          <a:bodyPr wrap="none" rtlCol="0">
            <a:spAutoFit/>
          </a:bodyPr>
          <a:lstStyle/>
          <a:p>
            <a:pPr algn="r" rtl="1"/>
            <a:r>
              <a:rPr lang="fa-IR" b="1" dirty="0">
                <a:cs typeface="B Nazanin" panose="00000400000000000000" pitchFamily="2" charset="-78"/>
              </a:rPr>
              <a:t>پدیده ی روی هم رفت</a:t>
            </a:r>
          </a:p>
        </p:txBody>
      </p:sp>
      <p:sp>
        <p:nvSpPr>
          <p:cNvPr id="49" name="Rounded Rectangle 175">
            <a:extLst>
              <a:ext uri="{FF2B5EF4-FFF2-40B4-BE49-F238E27FC236}">
                <a16:creationId xmlns="" xmlns:a16="http://schemas.microsoft.com/office/drawing/2014/main" id="{D8E27344-2AB1-4A61-B14B-D9C7962F785E}"/>
              </a:ext>
            </a:extLst>
          </p:cNvPr>
          <p:cNvSpPr/>
          <p:nvPr/>
        </p:nvSpPr>
        <p:spPr bwMode="auto">
          <a:xfrm>
            <a:off x="6324600" y="1066930"/>
            <a:ext cx="2922494" cy="418072"/>
          </a:xfrm>
          <a:prstGeom prst="roundRect">
            <a:avLst/>
          </a:prstGeom>
          <a:solidFill>
            <a:srgbClr val="3D81BF">
              <a:lumMod val="75000"/>
            </a:srgbClr>
          </a:solidFill>
          <a:ln w="9525" cap="flat" cmpd="sng" algn="ctr">
            <a:solidFill>
              <a:srgbClr val="000000"/>
            </a:solidFill>
            <a:prstDash val="solid"/>
            <a:round/>
            <a:headEnd type="none" w="med" len="med"/>
            <a:tailEnd type="none" w="med" len="med"/>
          </a:ln>
          <a:effectLst>
            <a:reflection blurRad="6350" stA="50000" endA="300" endPos="55000" dir="5400000" sy="-100000" algn="bl" rotWithShape="0"/>
          </a:effectLst>
          <a:scene3d>
            <a:camera prst="isometricOffAxis2Left"/>
            <a:lightRig rig="threePt" dir="t"/>
          </a:scene3d>
        </p:spPr>
        <p:txBody>
          <a:bodyPr vert="horz" wrap="square" lIns="91440" tIns="45720" rIns="91440" bIns="45720" numCol="1" rtlCol="0" anchor="t" anchorCtr="0" compatLnSpc="1">
            <a:prstTxWarp prst="textNoShape">
              <a:avLst/>
            </a:prstTxWarp>
          </a:bodyPr>
          <a:lstStyle/>
          <a:p>
            <a:pPr lvl="0" algn="ctr" rtl="1" fontAlgn="base">
              <a:spcBef>
                <a:spcPct val="0"/>
              </a:spcBef>
              <a:spcAft>
                <a:spcPct val="0"/>
              </a:spcAft>
            </a:pPr>
            <a:r>
              <a:rPr lang="fa-IR" sz="2000" b="1" dirty="0">
                <a:solidFill>
                  <a:srgbClr val="FFFFFF"/>
                </a:solidFill>
                <a:latin typeface="Times New Roman" panose="02020603050405020304" pitchFamily="18" charset="0"/>
                <a:cs typeface="B Nazanin" panose="00000400000000000000" pitchFamily="2" charset="-78"/>
              </a:rPr>
              <a:t>همسان سازی باتری</a:t>
            </a:r>
          </a:p>
        </p:txBody>
      </p:sp>
      <p:pic>
        <p:nvPicPr>
          <p:cNvPr id="60" name="Picture 59" descr="پرونده:Azad University logo.png - ویکی‌پدیا، دانشنامهٔ آزاد">
            <a:extLst>
              <a:ext uri="{FF2B5EF4-FFF2-40B4-BE49-F238E27FC236}">
                <a16:creationId xmlns="" xmlns:a16="http://schemas.microsoft.com/office/drawing/2014/main" id="{FA988D60-670C-406B-B8FB-D5A0053424E9}"/>
              </a:ext>
            </a:extLst>
          </p:cNvPr>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8610600" y="0"/>
            <a:ext cx="533400" cy="822959"/>
          </a:xfrm>
          <a:prstGeom prst="rect">
            <a:avLst/>
          </a:prstGeom>
          <a:noFill/>
          <a:ln>
            <a:noFill/>
          </a:ln>
        </p:spPr>
      </p:pic>
      <p:sp>
        <p:nvSpPr>
          <p:cNvPr id="41" name="Rectangle 40"/>
          <p:cNvSpPr/>
          <p:nvPr/>
        </p:nvSpPr>
        <p:spPr>
          <a:xfrm>
            <a:off x="843406" y="6325547"/>
            <a:ext cx="6776594" cy="369332"/>
          </a:xfrm>
          <a:prstGeom prst="rect">
            <a:avLst/>
          </a:prstGeom>
        </p:spPr>
        <p:txBody>
          <a:bodyPr wrap="square">
            <a:spAutoFit/>
          </a:bodyPr>
          <a:lstStyle/>
          <a:p>
            <a:pPr algn="ctr" rtl="1"/>
            <a:r>
              <a:rPr lang="fa-IR" dirty="0">
                <a:latin typeface="Times New Roman" panose="02020603050405020304" pitchFamily="18" charset="0"/>
                <a:ea typeface="Calibri" panose="020F0502020204030204" pitchFamily="34" charset="0"/>
                <a:cs typeface="B Lotus" panose="00000400000000000000" pitchFamily="2" charset="-78"/>
              </a:rPr>
              <a:t> شکل </a:t>
            </a:r>
            <a:r>
              <a:rPr lang="fa-IR" dirty="0" smtClean="0">
                <a:latin typeface="Times New Roman" panose="02020603050405020304" pitchFamily="18" charset="0"/>
                <a:ea typeface="Calibri" panose="020F0502020204030204" pitchFamily="34" charset="0"/>
                <a:cs typeface="B Lotus" panose="00000400000000000000" pitchFamily="2" charset="-78"/>
              </a:rPr>
              <a:t>4 </a:t>
            </a:r>
            <a:r>
              <a:rPr lang="fa-IR" dirty="0">
                <a:latin typeface="Times New Roman" panose="02020603050405020304" pitchFamily="18" charset="0"/>
                <a:ea typeface="Calibri" panose="020F0502020204030204" pitchFamily="34" charset="0"/>
                <a:cs typeface="B Lotus" panose="00000400000000000000" pitchFamily="2" charset="-78"/>
              </a:rPr>
              <a:t>پدیده ی روی هم رفت در حین فرآیند همسان سازی فعال.</a:t>
            </a:r>
            <a:endParaRPr lang="en-US" dirty="0">
              <a:latin typeface="Times New Roman" panose="02020603050405020304" pitchFamily="18" charset="0"/>
              <a:ea typeface="Calibri" panose="020F0502020204030204" pitchFamily="34" charset="0"/>
              <a:cs typeface="B Lotus" panose="00000400000000000000" pitchFamily="2" charset="-78"/>
            </a:endParaRPr>
          </a:p>
        </p:txBody>
      </p:sp>
      <p:sp>
        <p:nvSpPr>
          <p:cNvPr id="17" name="Slide Number Placeholder 3">
            <a:extLst>
              <a:ext uri="{FF2B5EF4-FFF2-40B4-BE49-F238E27FC236}">
                <a16:creationId xmlns="" xmlns:a16="http://schemas.microsoft.com/office/drawing/2014/main" id="{FEFB061F-8AAB-4535-B272-1BA4D5A77191}"/>
              </a:ext>
            </a:extLst>
          </p:cNvPr>
          <p:cNvSpPr txBox="1">
            <a:spLocks/>
          </p:cNvSpPr>
          <p:nvPr/>
        </p:nvSpPr>
        <p:spPr>
          <a:xfrm>
            <a:off x="8965" y="6090313"/>
            <a:ext cx="676835" cy="767687"/>
          </a:xfrm>
          <a:prstGeom prst="rect">
            <a:avLst/>
          </a:prstGeom>
        </p:spPr>
        <p:txBody>
          <a:bodyPr vert="horz" lIns="91440" tIns="45720" rIns="91440" bIns="45720" rtlCol="0" anchor="ctr"/>
          <a:lstStyle>
            <a:defPPr>
              <a:defRPr lang="en-US"/>
            </a:defPPr>
            <a:lvl1pPr marL="0" algn="l" defTabSz="914400" rtl="0" eaLnBrk="1" latinLnBrk="0" hangingPunct="1">
              <a:defRPr sz="1400" b="1" kern="1200">
                <a:solidFill>
                  <a:srgbClr val="FFFFFF"/>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rtl="1"/>
            <a:fld id="{E8ADF199-8047-440E-B02B-E80683B392F2}" type="slidenum">
              <a:rPr lang="fa-IR" sz="1800" smtClean="0">
                <a:solidFill>
                  <a:schemeClr val="tx1"/>
                </a:solidFill>
                <a:cs typeface="B Lotus" panose="00000400000000000000" pitchFamily="2" charset="-78"/>
              </a:rPr>
              <a:pPr rtl="1"/>
              <a:t>6</a:t>
            </a:fld>
            <a:endParaRPr lang="fa-IR" sz="1800" dirty="0">
              <a:solidFill>
                <a:schemeClr val="tx1"/>
              </a:solidFill>
              <a:cs typeface="B Lotus" panose="00000400000000000000" pitchFamily="2" charset="-78"/>
            </a:endParaRPr>
          </a:p>
        </p:txBody>
      </p:sp>
      <p:sp>
        <p:nvSpPr>
          <p:cNvPr id="33" name="AutoShape 10">
            <a:extLst>
              <a:ext uri="{FF2B5EF4-FFF2-40B4-BE49-F238E27FC236}">
                <a16:creationId xmlns="" xmlns:a16="http://schemas.microsoft.com/office/drawing/2014/main" id="{79B17B67-1ECE-4484-9C55-E49BDD6BD3B8}"/>
              </a:ext>
            </a:extLst>
          </p:cNvPr>
          <p:cNvSpPr>
            <a:spLocks noChangeArrowheads="1"/>
          </p:cNvSpPr>
          <p:nvPr/>
        </p:nvSpPr>
        <p:spPr bwMode="gray">
          <a:xfrm flipH="1">
            <a:off x="6246677" y="59426"/>
            <a:ext cx="2057400" cy="649224"/>
          </a:xfrm>
          <a:prstGeom prst="chevron">
            <a:avLst>
              <a:gd name="adj" fmla="val 17842"/>
            </a:avLst>
          </a:prstGeom>
          <a:gradFill rotWithShape="1">
            <a:gsLst>
              <a:gs pos="0">
                <a:srgbClr val="84B09A">
                  <a:gamma/>
                  <a:shade val="46275"/>
                  <a:invGamma/>
                </a:srgbClr>
              </a:gs>
              <a:gs pos="50000">
                <a:srgbClr val="84B09A"/>
              </a:gs>
              <a:gs pos="100000">
                <a:srgbClr val="84B09A">
                  <a:gamma/>
                  <a:shade val="46275"/>
                  <a:invGamma/>
                </a:srgbClr>
              </a:gs>
            </a:gsLst>
            <a:lin ang="2700000" scaled="1"/>
          </a:gradFill>
          <a:ln w="38100">
            <a:solidFill>
              <a:srgbClr val="EAEAEA"/>
            </a:solidFill>
            <a:miter lim="800000"/>
            <a:headEnd/>
            <a:tailEnd/>
          </a:ln>
          <a:effectLst>
            <a:outerShdw dist="109250" dir="3267739" algn="ctr" rotWithShape="0">
              <a:srgbClr val="333333">
                <a:alpha val="50000"/>
              </a:srgbClr>
            </a:outerShdw>
          </a:effectLst>
        </p:spPr>
        <p:txBody>
          <a:bodyPr wrap="square" anchor="ctr">
            <a:spAutoFit/>
          </a:bodyPr>
          <a:lstStyle/>
          <a:p>
            <a:pPr algn="ctr" fontAlgn="base">
              <a:spcBef>
                <a:spcPct val="0"/>
              </a:spcBef>
              <a:spcAft>
                <a:spcPct val="0"/>
              </a:spcAft>
            </a:pPr>
            <a:endParaRPr lang="en-US" kern="0" dirty="0">
              <a:solidFill>
                <a:srgbClr val="3D81BF"/>
              </a:solidFill>
            </a:endParaRPr>
          </a:p>
        </p:txBody>
      </p:sp>
      <p:sp>
        <p:nvSpPr>
          <p:cNvPr id="34" name="AutoShape 3">
            <a:extLst>
              <a:ext uri="{FF2B5EF4-FFF2-40B4-BE49-F238E27FC236}">
                <a16:creationId xmlns="" xmlns:a16="http://schemas.microsoft.com/office/drawing/2014/main" id="{5E452D18-45BE-480E-B503-836897416433}"/>
              </a:ext>
            </a:extLst>
          </p:cNvPr>
          <p:cNvSpPr>
            <a:spLocks noChangeArrowheads="1"/>
          </p:cNvSpPr>
          <p:nvPr/>
        </p:nvSpPr>
        <p:spPr bwMode="gray">
          <a:xfrm flipH="1">
            <a:off x="4188613" y="57140"/>
            <a:ext cx="2056086" cy="651510"/>
          </a:xfrm>
          <a:prstGeom prst="chevron">
            <a:avLst>
              <a:gd name="adj" fmla="val 17009"/>
            </a:avLst>
          </a:prstGeom>
          <a:solidFill>
            <a:srgbClr val="2842AE"/>
          </a:solidFill>
          <a:ln w="38100">
            <a:solidFill>
              <a:srgbClr val="EAEAEA"/>
            </a:solidFill>
            <a:miter lim="800000"/>
            <a:headEnd/>
            <a:tailEnd/>
          </a:ln>
          <a:effectLst>
            <a:outerShdw dist="109250" dir="3267739" algn="ctr" rotWithShape="0">
              <a:srgbClr val="333333">
                <a:alpha val="50000"/>
              </a:srgbClr>
            </a:outerShdw>
          </a:effectLst>
        </p:spPr>
        <p:txBody>
          <a:bodyPr wrap="square" anchor="ctr">
            <a:spAutoFit/>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dirty="0">
              <a:ln>
                <a:noFill/>
              </a:ln>
              <a:solidFill>
                <a:srgbClr val="3D81BF"/>
              </a:solidFill>
              <a:effectLst/>
              <a:uLnTx/>
              <a:uFillTx/>
            </a:endParaRPr>
          </a:p>
        </p:txBody>
      </p:sp>
      <p:sp>
        <p:nvSpPr>
          <p:cNvPr id="35" name="AutoShape 3">
            <a:extLst>
              <a:ext uri="{FF2B5EF4-FFF2-40B4-BE49-F238E27FC236}">
                <a16:creationId xmlns="" xmlns:a16="http://schemas.microsoft.com/office/drawing/2014/main" id="{B358ECFC-69B1-4422-AF12-904986C50966}"/>
              </a:ext>
            </a:extLst>
          </p:cNvPr>
          <p:cNvSpPr>
            <a:spLocks noChangeArrowheads="1"/>
          </p:cNvSpPr>
          <p:nvPr/>
        </p:nvSpPr>
        <p:spPr bwMode="gray">
          <a:xfrm flipH="1">
            <a:off x="2588411" y="57140"/>
            <a:ext cx="1600202" cy="651510"/>
          </a:xfrm>
          <a:prstGeom prst="chevron">
            <a:avLst>
              <a:gd name="adj" fmla="val 17009"/>
            </a:avLst>
          </a:prstGeom>
          <a:gradFill rotWithShape="1">
            <a:gsLst>
              <a:gs pos="0">
                <a:srgbClr val="84B09A">
                  <a:gamma/>
                  <a:shade val="46275"/>
                  <a:invGamma/>
                </a:srgbClr>
              </a:gs>
              <a:gs pos="50000">
                <a:srgbClr val="84B09A"/>
              </a:gs>
              <a:gs pos="100000">
                <a:srgbClr val="84B09A">
                  <a:gamma/>
                  <a:shade val="46275"/>
                  <a:invGamma/>
                </a:srgbClr>
              </a:gs>
            </a:gsLst>
            <a:lin ang="2700000" scaled="1"/>
          </a:gradFill>
          <a:ln w="38100">
            <a:solidFill>
              <a:srgbClr val="EAEAEA"/>
            </a:solidFill>
            <a:miter lim="800000"/>
            <a:headEnd/>
            <a:tailEnd/>
          </a:ln>
          <a:effectLst>
            <a:outerShdw dist="109250" dir="3267739" algn="ctr" rotWithShape="0">
              <a:srgbClr val="333333">
                <a:alpha val="50000"/>
              </a:srgbClr>
            </a:outerShdw>
          </a:effectLst>
        </p:spPr>
        <p:txBody>
          <a:bodyPr wrap="square" anchor="ctr">
            <a:spAutoFit/>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endParaRPr>
          </a:p>
        </p:txBody>
      </p:sp>
      <p:sp>
        <p:nvSpPr>
          <p:cNvPr id="36" name="AutoShape 3">
            <a:extLst>
              <a:ext uri="{FF2B5EF4-FFF2-40B4-BE49-F238E27FC236}">
                <a16:creationId xmlns="" xmlns:a16="http://schemas.microsoft.com/office/drawing/2014/main" id="{AA189239-A1ED-4328-A6B9-9569592BB4DE}"/>
              </a:ext>
            </a:extLst>
          </p:cNvPr>
          <p:cNvSpPr>
            <a:spLocks noChangeArrowheads="1"/>
          </p:cNvSpPr>
          <p:nvPr/>
        </p:nvSpPr>
        <p:spPr bwMode="gray">
          <a:xfrm flipH="1">
            <a:off x="161661" y="57140"/>
            <a:ext cx="2426749" cy="651510"/>
          </a:xfrm>
          <a:prstGeom prst="chevron">
            <a:avLst>
              <a:gd name="adj" fmla="val 17009"/>
            </a:avLst>
          </a:prstGeom>
          <a:gradFill rotWithShape="1">
            <a:gsLst>
              <a:gs pos="0">
                <a:srgbClr val="84B09A">
                  <a:gamma/>
                  <a:shade val="46275"/>
                  <a:invGamma/>
                </a:srgbClr>
              </a:gs>
              <a:gs pos="50000">
                <a:srgbClr val="84B09A"/>
              </a:gs>
              <a:gs pos="100000">
                <a:srgbClr val="84B09A">
                  <a:gamma/>
                  <a:shade val="46275"/>
                  <a:invGamma/>
                </a:srgbClr>
              </a:gs>
            </a:gsLst>
            <a:lin ang="2700000" scaled="1"/>
          </a:gradFill>
          <a:ln w="38100">
            <a:solidFill>
              <a:srgbClr val="EAEAEA"/>
            </a:solidFill>
            <a:miter lim="800000"/>
            <a:headEnd/>
            <a:tailEnd/>
          </a:ln>
          <a:effectLst>
            <a:outerShdw dist="109250" dir="3267739" algn="ctr" rotWithShape="0">
              <a:srgbClr val="333333">
                <a:alpha val="50000"/>
              </a:srgbClr>
            </a:outerShdw>
          </a:effectLst>
        </p:spPr>
        <p:txBody>
          <a:bodyPr wrap="square" anchor="ctr">
            <a:spAutoFit/>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endParaRPr>
          </a:p>
        </p:txBody>
      </p:sp>
      <p:sp>
        <p:nvSpPr>
          <p:cNvPr id="37" name="Rectangle 36">
            <a:extLst>
              <a:ext uri="{FF2B5EF4-FFF2-40B4-BE49-F238E27FC236}">
                <a16:creationId xmlns="" xmlns:a16="http://schemas.microsoft.com/office/drawing/2014/main" id="{248615E2-6409-4A84-831C-9482259B6560}"/>
              </a:ext>
            </a:extLst>
          </p:cNvPr>
          <p:cNvSpPr/>
          <p:nvPr/>
        </p:nvSpPr>
        <p:spPr>
          <a:xfrm>
            <a:off x="403231" y="91457"/>
            <a:ext cx="2056085" cy="584775"/>
          </a:xfrm>
          <a:prstGeom prst="rect">
            <a:avLst/>
          </a:prstGeom>
        </p:spPr>
        <p:txBody>
          <a:bodyPr wrap="square">
            <a:spAutoFit/>
          </a:bodyPr>
          <a:lstStyle/>
          <a:p>
            <a:pPr lvl="0" algn="ctr" rtl="1" fontAlgn="base">
              <a:spcBef>
                <a:spcPct val="0"/>
              </a:spcBef>
              <a:spcAft>
                <a:spcPct val="0"/>
              </a:spcAft>
            </a:pPr>
            <a:r>
              <a:rPr lang="fa-IR" sz="1600" b="1" dirty="0" smtClean="0">
                <a:solidFill>
                  <a:srgbClr val="FFFFFF"/>
                </a:solidFill>
                <a:latin typeface="Times New Roman" panose="02020603050405020304" pitchFamily="18" charset="0"/>
                <a:cs typeface="B Nazanin" panose="00000400000000000000" pitchFamily="2" charset="-78"/>
              </a:rPr>
              <a:t> پیاده سازی و ارزیابی همسان ساز پیشنهادی</a:t>
            </a:r>
            <a:endParaRPr lang="fa-IR" sz="1600" b="1" dirty="0">
              <a:solidFill>
                <a:srgbClr val="FFFFFF"/>
              </a:solidFill>
              <a:latin typeface="Times New Roman" panose="02020603050405020304" pitchFamily="18" charset="0"/>
              <a:cs typeface="B Nazanin" panose="00000400000000000000" pitchFamily="2" charset="-78"/>
            </a:endParaRPr>
          </a:p>
        </p:txBody>
      </p:sp>
      <p:sp>
        <p:nvSpPr>
          <p:cNvPr id="38" name="Rectangle 37">
            <a:extLst>
              <a:ext uri="{FF2B5EF4-FFF2-40B4-BE49-F238E27FC236}">
                <a16:creationId xmlns="" xmlns:a16="http://schemas.microsoft.com/office/drawing/2014/main" id="{EE237DF5-8C11-4481-9956-5DFCB3CECC53}"/>
              </a:ext>
            </a:extLst>
          </p:cNvPr>
          <p:cNvSpPr/>
          <p:nvPr/>
        </p:nvSpPr>
        <p:spPr>
          <a:xfrm>
            <a:off x="2636749" y="78259"/>
            <a:ext cx="1600200" cy="584775"/>
          </a:xfrm>
          <a:prstGeom prst="rect">
            <a:avLst/>
          </a:prstGeom>
        </p:spPr>
        <p:txBody>
          <a:bodyPr wrap="square">
            <a:spAutoFit/>
          </a:bodyPr>
          <a:lstStyle/>
          <a:p>
            <a:pPr lvl="0" algn="ctr" rtl="1" fontAlgn="base">
              <a:spcBef>
                <a:spcPct val="0"/>
              </a:spcBef>
              <a:spcAft>
                <a:spcPct val="0"/>
              </a:spcAft>
            </a:pPr>
            <a:r>
              <a:rPr lang="fa-IR" sz="1600" b="1" dirty="0">
                <a:solidFill>
                  <a:srgbClr val="FFFFFF"/>
                </a:solidFill>
                <a:latin typeface="Times New Roman" panose="02020603050405020304" pitchFamily="18" charset="0"/>
                <a:cs typeface="B Nazanin" panose="00000400000000000000" pitchFamily="2" charset="-78"/>
              </a:rPr>
              <a:t>همسان سازی پیشنهادی</a:t>
            </a:r>
          </a:p>
        </p:txBody>
      </p:sp>
      <p:sp>
        <p:nvSpPr>
          <p:cNvPr id="39" name="Rectangle 38">
            <a:extLst>
              <a:ext uri="{FF2B5EF4-FFF2-40B4-BE49-F238E27FC236}">
                <a16:creationId xmlns="" xmlns:a16="http://schemas.microsoft.com/office/drawing/2014/main" id="{7A127E02-750B-4833-9CD9-5993A5EFF4FC}"/>
              </a:ext>
            </a:extLst>
          </p:cNvPr>
          <p:cNvSpPr/>
          <p:nvPr/>
        </p:nvSpPr>
        <p:spPr>
          <a:xfrm>
            <a:off x="4495138" y="91457"/>
            <a:ext cx="1443038" cy="584775"/>
          </a:xfrm>
          <a:prstGeom prst="rect">
            <a:avLst/>
          </a:prstGeom>
        </p:spPr>
        <p:txBody>
          <a:bodyPr wrap="square">
            <a:spAutoFit/>
          </a:bodyPr>
          <a:lstStyle/>
          <a:p>
            <a:pPr lvl="0" algn="ctr" rtl="1" fontAlgn="base">
              <a:spcBef>
                <a:spcPct val="0"/>
              </a:spcBef>
              <a:spcAft>
                <a:spcPct val="0"/>
              </a:spcAft>
            </a:pPr>
            <a:r>
              <a:rPr lang="fa-IR" sz="1600" b="1" dirty="0">
                <a:solidFill>
                  <a:srgbClr val="FFFFFF"/>
                </a:solidFill>
                <a:latin typeface="Times New Roman" panose="02020603050405020304" pitchFamily="18" charset="0"/>
                <a:cs typeface="B Nazanin" panose="00000400000000000000" pitchFamily="2" charset="-78"/>
              </a:rPr>
              <a:t>همسان سازی باتری</a:t>
            </a:r>
          </a:p>
        </p:txBody>
      </p:sp>
      <p:sp>
        <p:nvSpPr>
          <p:cNvPr id="40" name="Rectangle 39">
            <a:extLst>
              <a:ext uri="{FF2B5EF4-FFF2-40B4-BE49-F238E27FC236}">
                <a16:creationId xmlns="" xmlns:a16="http://schemas.microsoft.com/office/drawing/2014/main" id="{761C539B-3070-4459-A79B-7E6DDE2425B9}"/>
              </a:ext>
            </a:extLst>
          </p:cNvPr>
          <p:cNvSpPr/>
          <p:nvPr/>
        </p:nvSpPr>
        <p:spPr>
          <a:xfrm>
            <a:off x="6499957" y="197162"/>
            <a:ext cx="1626786" cy="323165"/>
          </a:xfrm>
          <a:prstGeom prst="rect">
            <a:avLst/>
          </a:prstGeom>
        </p:spPr>
        <p:txBody>
          <a:bodyPr wrap="square">
            <a:spAutoFit/>
          </a:bodyPr>
          <a:lstStyle/>
          <a:p>
            <a:pPr lvl="0" algn="ctr" fontAlgn="base">
              <a:spcBef>
                <a:spcPct val="0"/>
              </a:spcBef>
              <a:spcAft>
                <a:spcPct val="0"/>
              </a:spcAft>
              <a:defRPr/>
            </a:pPr>
            <a:r>
              <a:rPr lang="fa-IR" sz="1500" b="1" kern="0" dirty="0">
                <a:solidFill>
                  <a:srgbClr val="FFFFFF"/>
                </a:solidFill>
                <a:latin typeface="Times New Roman" panose="02020603050405020304" pitchFamily="18" charset="0"/>
                <a:cs typeface="B Nazanin" pitchFamily="2" charset="-78"/>
              </a:rPr>
              <a:t>باتری ها</a:t>
            </a:r>
            <a:endParaRPr lang="en-US" sz="1500" b="1" kern="0" dirty="0">
              <a:solidFill>
                <a:srgbClr val="FFFFFF"/>
              </a:solidFill>
              <a:latin typeface="Times New Roman" panose="02020603050405020304" pitchFamily="18" charset="0"/>
              <a:cs typeface="B Nazanin" pitchFamily="2" charset="-78"/>
            </a:endParaRPr>
          </a:p>
        </p:txBody>
      </p:sp>
      <p:pic>
        <p:nvPicPr>
          <p:cNvPr id="19" name="Picture 18">
            <a:extLst>
              <a:ext uri="{FF2B5EF4-FFF2-40B4-BE49-F238E27FC236}">
                <a16:creationId xmlns="" xmlns:a16="http://schemas.microsoft.com/office/drawing/2014/main" id="{EFB98B88-D9A5-47D3-A423-8E82A2475FFB}"/>
              </a:ext>
            </a:extLst>
          </p:cNvPr>
          <p:cNvPicPr/>
          <p:nvPr/>
        </p:nvPicPr>
        <p:blipFill>
          <a:blip r:embed="rId5" cstate="print">
            <a:extLst>
              <a:ext uri="{28A0092B-C50C-407E-A947-70E740481C1C}">
                <a14:useLocalDpi xmlns:a14="http://schemas.microsoft.com/office/drawing/2010/main" val="0"/>
              </a:ext>
            </a:extLst>
          </a:blip>
          <a:stretch>
            <a:fillRect/>
          </a:stretch>
        </p:blipFill>
        <p:spPr>
          <a:xfrm>
            <a:off x="8965" y="2216166"/>
            <a:ext cx="8915399" cy="3946260"/>
          </a:xfrm>
          <a:prstGeom prst="rect">
            <a:avLst/>
          </a:prstGeom>
        </p:spPr>
      </p:pic>
    </p:spTree>
    <p:extLst>
      <p:ext uri="{BB962C8B-B14F-4D97-AF65-F5344CB8AC3E}">
        <p14:creationId xmlns:p14="http://schemas.microsoft.com/office/powerpoint/2010/main" val="1697766783"/>
      </p:ext>
    </p:extLst>
  </p:cSld>
  <p:clrMapOvr>
    <a:masterClrMapping/>
  </p:clrMapOvr>
  <p:timing>
    <p:tnLst>
      <p:par>
        <p:cTn id="1" dur="indefinite" restart="never" nodeType="tmRoot"/>
      </p:par>
    </p:tn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2" name="TextBox 51"/>
          <p:cNvSpPr txBox="1"/>
          <p:nvPr/>
        </p:nvSpPr>
        <p:spPr>
          <a:xfrm>
            <a:off x="482367" y="4830312"/>
            <a:ext cx="1962396" cy="307777"/>
          </a:xfrm>
          <a:prstGeom prst="rect">
            <a:avLst/>
          </a:prstGeom>
          <a:noFill/>
        </p:spPr>
        <p:txBody>
          <a:bodyPr wrap="none" rtlCol="0">
            <a:spAutoFit/>
          </a:bodyPr>
          <a:lstStyle/>
          <a:p>
            <a:pPr algn="ctr" rtl="1"/>
            <a:r>
              <a:rPr lang="fa-IR" sz="1400" dirty="0">
                <a:latin typeface="Times New Roman" panose="02020603050405020304" pitchFamily="18" charset="0"/>
                <a:cs typeface="B Lotus" panose="00000400000000000000" pitchFamily="2" charset="-78"/>
              </a:rPr>
              <a:t>توپولوژی سلول به سلول مستقیم</a:t>
            </a:r>
          </a:p>
        </p:txBody>
      </p:sp>
      <p:pic>
        <p:nvPicPr>
          <p:cNvPr id="18" name="Picture 17"/>
          <p:cNvPicPr/>
          <p:nvPr/>
        </p:nvPicPr>
        <p:blipFill>
          <a:blip r:embed="rId3" cstate="print">
            <a:extLst>
              <a:ext uri="{28A0092B-C50C-407E-A947-70E740481C1C}">
                <a14:useLocalDpi xmlns:a14="http://schemas.microsoft.com/office/drawing/2010/main" val="0"/>
              </a:ext>
            </a:extLst>
          </a:blip>
          <a:stretch>
            <a:fillRect/>
          </a:stretch>
        </p:blipFill>
        <p:spPr bwMode="auto">
          <a:xfrm>
            <a:off x="238273" y="3048000"/>
            <a:ext cx="2206490" cy="1428979"/>
          </a:xfrm>
          <a:prstGeom prst="rect">
            <a:avLst/>
          </a:prstGeom>
          <a:noFill/>
          <a:ln>
            <a:noFill/>
          </a:ln>
        </p:spPr>
      </p:pic>
      <p:sp>
        <p:nvSpPr>
          <p:cNvPr id="19" name="TextBox 18"/>
          <p:cNvSpPr txBox="1"/>
          <p:nvPr/>
        </p:nvSpPr>
        <p:spPr>
          <a:xfrm>
            <a:off x="2959761" y="3344625"/>
            <a:ext cx="461986" cy="707886"/>
          </a:xfrm>
          <a:prstGeom prst="rect">
            <a:avLst/>
          </a:prstGeom>
          <a:noFill/>
        </p:spPr>
        <p:txBody>
          <a:bodyPr wrap="none" rtlCol="0">
            <a:spAutoFit/>
          </a:bodyPr>
          <a:lstStyle/>
          <a:p>
            <a:pPr algn="ctr" rtl="1"/>
            <a:r>
              <a:rPr lang="fa-IR" sz="4000" dirty="0">
                <a:latin typeface="Times New Roman" panose="02020603050405020304" pitchFamily="18" charset="0"/>
                <a:cs typeface="B Nasim" panose="00000700000000000000" pitchFamily="2" charset="-78"/>
              </a:rPr>
              <a:t>+</a:t>
            </a:r>
          </a:p>
        </p:txBody>
      </p:sp>
      <p:sp>
        <p:nvSpPr>
          <p:cNvPr id="28" name="TextBox 27"/>
          <p:cNvSpPr txBox="1"/>
          <p:nvPr/>
        </p:nvSpPr>
        <p:spPr>
          <a:xfrm>
            <a:off x="3744631" y="4830312"/>
            <a:ext cx="2272812" cy="523220"/>
          </a:xfrm>
          <a:prstGeom prst="rect">
            <a:avLst/>
          </a:prstGeom>
          <a:noFill/>
        </p:spPr>
        <p:txBody>
          <a:bodyPr wrap="square" rtlCol="0">
            <a:spAutoFit/>
          </a:bodyPr>
          <a:lstStyle/>
          <a:p>
            <a:pPr algn="ctr" rtl="1"/>
            <a:r>
              <a:rPr lang="fa-IR" sz="1400" dirty="0">
                <a:latin typeface="Times New Roman" panose="02020603050405020304" pitchFamily="18" charset="0"/>
                <a:cs typeface="B Lotus" panose="00000400000000000000" pitchFamily="2" charset="-78"/>
              </a:rPr>
              <a:t>الگوریتم </a:t>
            </a:r>
            <a:r>
              <a:rPr lang="en-US" sz="1400" dirty="0">
                <a:latin typeface="Times New Roman" panose="02020603050405020304" pitchFamily="18" charset="0"/>
                <a:cs typeface="B Lotus" panose="00000400000000000000" pitchFamily="2" charset="-78"/>
              </a:rPr>
              <a:t>DBSCAN</a:t>
            </a:r>
            <a:r>
              <a:rPr lang="fa-IR" sz="1400" dirty="0">
                <a:latin typeface="Times New Roman" panose="02020603050405020304" pitchFamily="18" charset="0"/>
                <a:cs typeface="B Lotus" panose="00000400000000000000" pitchFamily="2" charset="-78"/>
              </a:rPr>
              <a:t> بمنظور یافتن نزدیکترین و دورترین نقاط به یکدیگر</a:t>
            </a:r>
            <a:endParaRPr lang="en-US" sz="1400" dirty="0">
              <a:latin typeface="Times New Roman" panose="02020603050405020304" pitchFamily="18" charset="0"/>
              <a:cs typeface="B Lotus" panose="00000400000000000000" pitchFamily="2" charset="-78"/>
            </a:endParaRPr>
          </a:p>
        </p:txBody>
      </p:sp>
      <p:grpSp>
        <p:nvGrpSpPr>
          <p:cNvPr id="25" name="Group 24"/>
          <p:cNvGrpSpPr/>
          <p:nvPr/>
        </p:nvGrpSpPr>
        <p:grpSpPr>
          <a:xfrm>
            <a:off x="7406615" y="3341125"/>
            <a:ext cx="1057224" cy="1198909"/>
            <a:chOff x="7554537" y="3065788"/>
            <a:chExt cx="1057224" cy="1198909"/>
          </a:xfrm>
        </p:grpSpPr>
        <p:pic>
          <p:nvPicPr>
            <p:cNvPr id="21" name="Picture 20"/>
            <p:cNvPicPr>
              <a:picLocks noChangeAspect="1"/>
            </p:cNvPicPr>
            <p:nvPr/>
          </p:nvPicPr>
          <p:blipFill>
            <a:blip r:embed="rId4"/>
            <a:stretch>
              <a:fillRect/>
            </a:stretch>
          </p:blipFill>
          <p:spPr>
            <a:xfrm>
              <a:off x="7554537" y="3194958"/>
              <a:ext cx="247650" cy="250160"/>
            </a:xfrm>
            <a:prstGeom prst="rect">
              <a:avLst/>
            </a:prstGeom>
          </p:spPr>
        </p:pic>
        <p:pic>
          <p:nvPicPr>
            <p:cNvPr id="22" name="Picture 21"/>
            <p:cNvPicPr>
              <a:picLocks noChangeAspect="1"/>
            </p:cNvPicPr>
            <p:nvPr/>
          </p:nvPicPr>
          <p:blipFill>
            <a:blip r:embed="rId5"/>
            <a:stretch>
              <a:fillRect/>
            </a:stretch>
          </p:blipFill>
          <p:spPr>
            <a:xfrm>
              <a:off x="7999857" y="3065788"/>
              <a:ext cx="610743" cy="586411"/>
            </a:xfrm>
            <a:prstGeom prst="rect">
              <a:avLst/>
            </a:prstGeom>
          </p:spPr>
        </p:pic>
        <p:pic>
          <p:nvPicPr>
            <p:cNvPr id="24" name="Picture 23"/>
            <p:cNvPicPr>
              <a:picLocks noChangeAspect="1"/>
            </p:cNvPicPr>
            <p:nvPr/>
          </p:nvPicPr>
          <p:blipFill>
            <a:blip r:embed="rId6"/>
            <a:stretch>
              <a:fillRect/>
            </a:stretch>
          </p:blipFill>
          <p:spPr>
            <a:xfrm>
              <a:off x="7999857" y="3783397"/>
              <a:ext cx="611904" cy="481300"/>
            </a:xfrm>
            <a:prstGeom prst="rect">
              <a:avLst/>
            </a:prstGeom>
          </p:spPr>
        </p:pic>
        <p:pic>
          <p:nvPicPr>
            <p:cNvPr id="38" name="Picture 37"/>
            <p:cNvPicPr>
              <a:picLocks noChangeAspect="1"/>
            </p:cNvPicPr>
            <p:nvPr/>
          </p:nvPicPr>
          <p:blipFill>
            <a:blip r:embed="rId4"/>
            <a:stretch>
              <a:fillRect/>
            </a:stretch>
          </p:blipFill>
          <p:spPr>
            <a:xfrm>
              <a:off x="7560281" y="3895149"/>
              <a:ext cx="247650" cy="250160"/>
            </a:xfrm>
            <a:prstGeom prst="rect">
              <a:avLst/>
            </a:prstGeom>
          </p:spPr>
        </p:pic>
      </p:grpSp>
      <p:sp>
        <p:nvSpPr>
          <p:cNvPr id="39" name="TextBox 38"/>
          <p:cNvSpPr txBox="1"/>
          <p:nvPr/>
        </p:nvSpPr>
        <p:spPr>
          <a:xfrm>
            <a:off x="6429632" y="3344625"/>
            <a:ext cx="461986" cy="707886"/>
          </a:xfrm>
          <a:prstGeom prst="rect">
            <a:avLst/>
          </a:prstGeom>
          <a:noFill/>
        </p:spPr>
        <p:txBody>
          <a:bodyPr wrap="none" rtlCol="0">
            <a:spAutoFit/>
          </a:bodyPr>
          <a:lstStyle/>
          <a:p>
            <a:pPr algn="ctr" rtl="1"/>
            <a:r>
              <a:rPr lang="fa-IR" sz="4000" dirty="0">
                <a:latin typeface="Times New Roman" panose="02020603050405020304" pitchFamily="18" charset="0"/>
                <a:cs typeface="B Nasim" panose="00000700000000000000" pitchFamily="2" charset="-78"/>
              </a:rPr>
              <a:t>+</a:t>
            </a:r>
          </a:p>
        </p:txBody>
      </p:sp>
      <p:sp>
        <p:nvSpPr>
          <p:cNvPr id="41" name="TextBox 40"/>
          <p:cNvSpPr txBox="1"/>
          <p:nvPr/>
        </p:nvSpPr>
        <p:spPr>
          <a:xfrm>
            <a:off x="6866875" y="4739209"/>
            <a:ext cx="2272812" cy="307777"/>
          </a:xfrm>
          <a:prstGeom prst="rect">
            <a:avLst/>
          </a:prstGeom>
          <a:noFill/>
        </p:spPr>
        <p:txBody>
          <a:bodyPr wrap="square" rtlCol="0">
            <a:spAutoFit/>
          </a:bodyPr>
          <a:lstStyle/>
          <a:p>
            <a:pPr algn="ctr" rtl="1"/>
            <a:r>
              <a:rPr lang="fa-IR" sz="1400" dirty="0">
                <a:latin typeface="Times New Roman" panose="02020603050405020304" pitchFamily="18" charset="0"/>
                <a:cs typeface="B Lotus" panose="00000400000000000000" pitchFamily="2" charset="-78"/>
              </a:rPr>
              <a:t>شبیه سازی و پیاده سازی عملی</a:t>
            </a:r>
            <a:endParaRPr lang="en-US" sz="1400" dirty="0">
              <a:latin typeface="Times New Roman" panose="02020603050405020304" pitchFamily="18" charset="0"/>
              <a:cs typeface="B Lotus" panose="00000400000000000000" pitchFamily="2" charset="-78"/>
            </a:endParaRPr>
          </a:p>
        </p:txBody>
      </p:sp>
      <p:pic>
        <p:nvPicPr>
          <p:cNvPr id="4" name="Picture 3"/>
          <p:cNvPicPr>
            <a:picLocks noChangeAspect="1"/>
          </p:cNvPicPr>
          <p:nvPr/>
        </p:nvPicPr>
        <p:blipFill>
          <a:blip r:embed="rId7"/>
          <a:stretch>
            <a:fillRect/>
          </a:stretch>
        </p:blipFill>
        <p:spPr>
          <a:xfrm>
            <a:off x="4154756" y="3034951"/>
            <a:ext cx="1452563" cy="1452563"/>
          </a:xfrm>
          <a:prstGeom prst="rect">
            <a:avLst/>
          </a:prstGeom>
        </p:spPr>
      </p:pic>
      <p:sp>
        <p:nvSpPr>
          <p:cNvPr id="40" name="AutoShape 8">
            <a:extLst>
              <a:ext uri="{FF2B5EF4-FFF2-40B4-BE49-F238E27FC236}">
                <a16:creationId xmlns="" xmlns:a16="http://schemas.microsoft.com/office/drawing/2014/main" id="{FF901E6E-4D39-4565-9B46-60C2C5B1D5F6}"/>
              </a:ext>
            </a:extLst>
          </p:cNvPr>
          <p:cNvSpPr>
            <a:spLocks noChangeAspect="1" noChangeArrowheads="1"/>
          </p:cNvSpPr>
          <p:nvPr/>
        </p:nvSpPr>
        <p:spPr bwMode="gray">
          <a:xfrm>
            <a:off x="914399" y="1546002"/>
            <a:ext cx="7740651" cy="556259"/>
          </a:xfrm>
          <a:prstGeom prst="roundRect">
            <a:avLst>
              <a:gd name="adj" fmla="val 50000"/>
            </a:avLst>
          </a:prstGeom>
          <a:gradFill flip="none" rotWithShape="1">
            <a:gsLst>
              <a:gs pos="0">
                <a:srgbClr val="B7E7FF">
                  <a:gamma/>
                  <a:tint val="0"/>
                  <a:invGamma/>
                </a:srgbClr>
              </a:gs>
              <a:gs pos="100000">
                <a:srgbClr val="B7E7FF"/>
              </a:gs>
            </a:gsLst>
            <a:lin ang="10800000" scaled="1"/>
            <a:tileRect/>
          </a:gradFill>
          <a:ln w="28575" algn="ctr">
            <a:solidFill>
              <a:srgbClr val="C4E59F"/>
            </a:solidFill>
            <a:round/>
            <a:headEnd/>
            <a:tailEnd/>
          </a:ln>
          <a:effectLst/>
        </p:spPr>
        <p:txBody>
          <a:bodyPr wrap="none" anchor="ctr"/>
          <a:lstStyle/>
          <a:p>
            <a:pPr algn="r" rtl="1" fontAlgn="base">
              <a:spcBef>
                <a:spcPct val="0"/>
              </a:spcBef>
              <a:spcAft>
                <a:spcPct val="0"/>
              </a:spcAft>
            </a:pPr>
            <a:r>
              <a:rPr lang="fa-IR" sz="1600" dirty="0">
                <a:cs typeface="B Lotus" panose="00000400000000000000" pitchFamily="2" charset="-78"/>
              </a:rPr>
              <a:t>روشی بهینه و سریع برای همسان‌سازی فعال پک باتری مستهلک با استفاده از مبدل ولتاژ</a:t>
            </a:r>
            <a:r>
              <a:rPr lang="en-US" sz="1600" dirty="0">
                <a:cs typeface="B Lotus" panose="00000400000000000000" pitchFamily="2" charset="-78"/>
              </a:rPr>
              <a:t> </a:t>
            </a:r>
            <a:r>
              <a:rPr lang="fa-IR" sz="1600" dirty="0">
                <a:cs typeface="B Lotus" panose="00000400000000000000" pitchFamily="2" charset="-78"/>
              </a:rPr>
              <a:t>دوطرفه با دامنه ولتاژ کاری وسیع</a:t>
            </a:r>
          </a:p>
          <a:p>
            <a:pPr algn="r" rtl="1" fontAlgn="base">
              <a:spcBef>
                <a:spcPct val="0"/>
              </a:spcBef>
              <a:spcAft>
                <a:spcPct val="0"/>
              </a:spcAft>
            </a:pPr>
            <a:r>
              <a:rPr lang="fa-IR" sz="1600" dirty="0">
                <a:cs typeface="B Lotus" panose="00000400000000000000" pitchFamily="2" charset="-78"/>
              </a:rPr>
              <a:t> و الگوریتم خوشه‌بندی </a:t>
            </a:r>
            <a:r>
              <a:rPr lang="en-US" sz="1600" i="1" dirty="0">
                <a:latin typeface="Times New Roman" panose="02020603050405020304" pitchFamily="18" charset="0"/>
                <a:cs typeface="Times New Roman" panose="02020603050405020304" pitchFamily="18" charset="0"/>
              </a:rPr>
              <a:t>DBSCAN</a:t>
            </a:r>
            <a:endParaRPr lang="en-US" sz="1600" dirty="0">
              <a:latin typeface="Times New Roman" panose="02020603050405020304" pitchFamily="18" charset="0"/>
              <a:cs typeface="Times New Roman" panose="02020603050405020304" pitchFamily="18" charset="0"/>
            </a:endParaRPr>
          </a:p>
        </p:txBody>
      </p:sp>
      <p:grpSp>
        <p:nvGrpSpPr>
          <p:cNvPr id="42" name="Group 23">
            <a:extLst>
              <a:ext uri="{FF2B5EF4-FFF2-40B4-BE49-F238E27FC236}">
                <a16:creationId xmlns="" xmlns:a16="http://schemas.microsoft.com/office/drawing/2014/main" id="{978D1582-1549-4D37-9C95-34020E281F7D}"/>
              </a:ext>
            </a:extLst>
          </p:cNvPr>
          <p:cNvGrpSpPr>
            <a:grpSpLocks noChangeAspect="1"/>
          </p:cNvGrpSpPr>
          <p:nvPr/>
        </p:nvGrpSpPr>
        <p:grpSpPr bwMode="auto">
          <a:xfrm>
            <a:off x="8473468" y="1620134"/>
            <a:ext cx="381000" cy="381000"/>
            <a:chOff x="2078" y="1680"/>
            <a:chExt cx="1615" cy="1615"/>
          </a:xfrm>
        </p:grpSpPr>
        <p:sp>
          <p:nvSpPr>
            <p:cNvPr id="43" name="Oval 24">
              <a:extLst>
                <a:ext uri="{FF2B5EF4-FFF2-40B4-BE49-F238E27FC236}">
                  <a16:creationId xmlns="" xmlns:a16="http://schemas.microsoft.com/office/drawing/2014/main" id="{394744AB-69AD-4039-A10B-0D8E0439243B}"/>
                </a:ext>
              </a:extLst>
            </p:cNvPr>
            <p:cNvSpPr>
              <a:spLocks noChangeArrowheads="1"/>
            </p:cNvSpPr>
            <p:nvPr/>
          </p:nvSpPr>
          <p:spPr bwMode="gray">
            <a:xfrm>
              <a:off x="2078" y="1680"/>
              <a:ext cx="1615" cy="1615"/>
            </a:xfrm>
            <a:prstGeom prst="ellipse">
              <a:avLst/>
            </a:prstGeom>
            <a:gradFill rotWithShape="1">
              <a:gsLst>
                <a:gs pos="0">
                  <a:srgbClr val="FFFFFF">
                    <a:gamma/>
                    <a:shade val="46275"/>
                    <a:invGamma/>
                  </a:srgbClr>
                </a:gs>
                <a:gs pos="50000">
                  <a:srgbClr val="FFFFFF"/>
                </a:gs>
                <a:gs pos="100000">
                  <a:srgbClr val="FFFFFF">
                    <a:gamma/>
                    <a:shade val="46275"/>
                    <a:invGamma/>
                  </a:srgbClr>
                </a:gs>
              </a:gsLst>
              <a:lin ang="5400000" scaled="1"/>
            </a:gradFill>
            <a:ln w="57150" algn="ctr">
              <a:noFill/>
              <a:round/>
              <a:headEnd/>
              <a:tailEnd/>
            </a:ln>
            <a:effectLst/>
          </p:spPr>
          <p:txBody>
            <a:bodyPr wrap="none" anchor="ct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latin typeface="Arial" pitchFamily="34" charset="0"/>
              </a:endParaRPr>
            </a:p>
          </p:txBody>
        </p:sp>
        <p:sp>
          <p:nvSpPr>
            <p:cNvPr id="44" name="Oval 25">
              <a:extLst>
                <a:ext uri="{FF2B5EF4-FFF2-40B4-BE49-F238E27FC236}">
                  <a16:creationId xmlns="" xmlns:a16="http://schemas.microsoft.com/office/drawing/2014/main" id="{154704C5-3C92-4C99-8D43-D388A6C5B289}"/>
                </a:ext>
              </a:extLst>
            </p:cNvPr>
            <p:cNvSpPr>
              <a:spLocks noChangeArrowheads="1"/>
            </p:cNvSpPr>
            <p:nvPr/>
          </p:nvSpPr>
          <p:spPr bwMode="gray">
            <a:xfrm>
              <a:off x="2170" y="1771"/>
              <a:ext cx="1430" cy="1430"/>
            </a:xfrm>
            <a:prstGeom prst="ellipse">
              <a:avLst/>
            </a:prstGeom>
            <a:gradFill rotWithShape="1">
              <a:gsLst>
                <a:gs pos="0">
                  <a:srgbClr val="FFFFFF">
                    <a:gamma/>
                    <a:shade val="63529"/>
                    <a:invGamma/>
                  </a:srgbClr>
                </a:gs>
                <a:gs pos="50000">
                  <a:srgbClr val="FFFFFF"/>
                </a:gs>
                <a:gs pos="100000">
                  <a:srgbClr val="FFFFFF">
                    <a:gamma/>
                    <a:shade val="63529"/>
                    <a:invGamma/>
                  </a:srgbClr>
                </a:gs>
              </a:gsLst>
              <a:lin ang="0" scaled="1"/>
            </a:gradFill>
            <a:ln w="9525" algn="ctr">
              <a:noFill/>
              <a:round/>
              <a:headEnd/>
              <a:tailEnd/>
            </a:ln>
            <a:effectLst/>
          </p:spPr>
          <p:txBody>
            <a:bodyPr wrap="none" anchor="ct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latin typeface="Arial" pitchFamily="34" charset="0"/>
              </a:endParaRPr>
            </a:p>
          </p:txBody>
        </p:sp>
        <p:sp>
          <p:nvSpPr>
            <p:cNvPr id="45" name="Oval 26">
              <a:extLst>
                <a:ext uri="{FF2B5EF4-FFF2-40B4-BE49-F238E27FC236}">
                  <a16:creationId xmlns="" xmlns:a16="http://schemas.microsoft.com/office/drawing/2014/main" id="{04F66D2C-385D-4CBC-8E8F-3E3A912DFC98}"/>
                </a:ext>
              </a:extLst>
            </p:cNvPr>
            <p:cNvSpPr>
              <a:spLocks noChangeArrowheads="1"/>
            </p:cNvSpPr>
            <p:nvPr/>
          </p:nvSpPr>
          <p:spPr bwMode="gray">
            <a:xfrm>
              <a:off x="2254" y="1856"/>
              <a:ext cx="1262" cy="1264"/>
            </a:xfrm>
            <a:prstGeom prst="ellipse">
              <a:avLst/>
            </a:prstGeom>
            <a:gradFill rotWithShape="1">
              <a:gsLst>
                <a:gs pos="0">
                  <a:srgbClr val="8AD4CD">
                    <a:gamma/>
                    <a:tint val="0"/>
                    <a:invGamma/>
                  </a:srgbClr>
                </a:gs>
                <a:gs pos="50000">
                  <a:srgbClr val="8AD4CD"/>
                </a:gs>
                <a:gs pos="100000">
                  <a:srgbClr val="8AD4CD">
                    <a:gamma/>
                    <a:tint val="0"/>
                    <a:invGamma/>
                  </a:srgbClr>
                </a:gs>
              </a:gsLst>
              <a:lin ang="2700000" scaled="1"/>
            </a:gradFill>
            <a:ln w="38100" algn="ctr">
              <a:noFill/>
              <a:round/>
              <a:headEnd/>
              <a:tailEnd/>
            </a:ln>
            <a:effectLst/>
          </p:spPr>
          <p:txBody>
            <a:bodyPr wrap="none" anchor="ctr">
              <a:spAutoFit/>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latin typeface="Arial" pitchFamily="34" charset="0"/>
              </a:endParaRPr>
            </a:p>
          </p:txBody>
        </p:sp>
        <p:sp>
          <p:nvSpPr>
            <p:cNvPr id="46" name="Oval 27">
              <a:extLst>
                <a:ext uri="{FF2B5EF4-FFF2-40B4-BE49-F238E27FC236}">
                  <a16:creationId xmlns="" xmlns:a16="http://schemas.microsoft.com/office/drawing/2014/main" id="{EA27390D-90C7-4FEF-9F37-D35FD2EA7723}"/>
                </a:ext>
              </a:extLst>
            </p:cNvPr>
            <p:cNvSpPr>
              <a:spLocks noChangeArrowheads="1"/>
            </p:cNvSpPr>
            <p:nvPr/>
          </p:nvSpPr>
          <p:spPr bwMode="gray">
            <a:xfrm>
              <a:off x="2254" y="1856"/>
              <a:ext cx="1262" cy="1264"/>
            </a:xfrm>
            <a:prstGeom prst="ellipse">
              <a:avLst/>
            </a:prstGeom>
            <a:gradFill rotWithShape="1">
              <a:gsLst>
                <a:gs pos="0">
                  <a:srgbClr val="21B3E1"/>
                </a:gs>
                <a:gs pos="100000">
                  <a:srgbClr val="21B3E1">
                    <a:gamma/>
                    <a:shade val="46275"/>
                    <a:invGamma/>
                  </a:srgbClr>
                </a:gs>
              </a:gsLst>
              <a:lin ang="5400000" scaled="1"/>
            </a:gradFill>
            <a:ln w="38100" algn="ctr">
              <a:noFill/>
              <a:round/>
              <a:headEnd/>
              <a:tailEnd/>
            </a:ln>
            <a:effectLst/>
          </p:spPr>
          <p:txBody>
            <a:bodyPr wrap="none" anchor="ctr">
              <a:spAutoFit/>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latin typeface="Arial" pitchFamily="34" charset="0"/>
              </a:endParaRPr>
            </a:p>
          </p:txBody>
        </p:sp>
        <p:sp>
          <p:nvSpPr>
            <p:cNvPr id="47" name="Oval 28">
              <a:extLst>
                <a:ext uri="{FF2B5EF4-FFF2-40B4-BE49-F238E27FC236}">
                  <a16:creationId xmlns="" xmlns:a16="http://schemas.microsoft.com/office/drawing/2014/main" id="{5C9AFE92-58F0-4BF1-8021-7EEAC92E3206}"/>
                </a:ext>
              </a:extLst>
            </p:cNvPr>
            <p:cNvSpPr>
              <a:spLocks noChangeArrowheads="1"/>
            </p:cNvSpPr>
            <p:nvPr/>
          </p:nvSpPr>
          <p:spPr bwMode="gray">
            <a:xfrm>
              <a:off x="2337" y="1939"/>
              <a:ext cx="1096" cy="1098"/>
            </a:xfrm>
            <a:prstGeom prst="ellipse">
              <a:avLst/>
            </a:prstGeom>
            <a:gradFill rotWithShape="1">
              <a:gsLst>
                <a:gs pos="0">
                  <a:srgbClr val="8AD4CD">
                    <a:gamma/>
                    <a:shade val="54118"/>
                    <a:invGamma/>
                  </a:srgbClr>
                </a:gs>
                <a:gs pos="50000">
                  <a:srgbClr val="8AD4CD"/>
                </a:gs>
                <a:gs pos="100000">
                  <a:srgbClr val="8AD4CD">
                    <a:gamma/>
                    <a:shade val="54118"/>
                    <a:invGamma/>
                  </a:srgbClr>
                </a:gs>
              </a:gsLst>
              <a:lin ang="18900000" scaled="1"/>
            </a:gradFill>
            <a:ln w="38100" algn="ctr">
              <a:noFill/>
              <a:round/>
              <a:headEnd/>
              <a:tailEnd/>
            </a:ln>
            <a:effectLst/>
          </p:spPr>
          <p:txBody>
            <a:bodyPr anchor="ctr">
              <a:spAutoFit/>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latin typeface="Arial" pitchFamily="34" charset="0"/>
              </a:endParaRPr>
            </a:p>
          </p:txBody>
        </p:sp>
        <p:sp>
          <p:nvSpPr>
            <p:cNvPr id="51" name="Oval 29">
              <a:extLst>
                <a:ext uri="{FF2B5EF4-FFF2-40B4-BE49-F238E27FC236}">
                  <a16:creationId xmlns="" xmlns:a16="http://schemas.microsoft.com/office/drawing/2014/main" id="{1B81B5B2-AD7F-472D-BBE8-64F0040E5D5F}"/>
                </a:ext>
              </a:extLst>
            </p:cNvPr>
            <p:cNvSpPr>
              <a:spLocks noChangeArrowheads="1"/>
            </p:cNvSpPr>
            <p:nvPr/>
          </p:nvSpPr>
          <p:spPr bwMode="gray">
            <a:xfrm>
              <a:off x="2337" y="1939"/>
              <a:ext cx="1096" cy="1098"/>
            </a:xfrm>
            <a:prstGeom prst="ellipse">
              <a:avLst/>
            </a:prstGeom>
            <a:gradFill rotWithShape="1">
              <a:gsLst>
                <a:gs pos="0">
                  <a:srgbClr val="21B3E1"/>
                </a:gs>
                <a:gs pos="100000">
                  <a:srgbClr val="21B3E1">
                    <a:gamma/>
                    <a:shade val="48627"/>
                    <a:invGamma/>
                  </a:srgbClr>
                </a:gs>
              </a:gsLst>
              <a:lin ang="2700000" scaled="1"/>
            </a:gradFill>
            <a:ln w="38100" algn="ctr">
              <a:noFill/>
              <a:round/>
              <a:headEnd/>
              <a:tailEnd/>
            </a:ln>
            <a:effectLst/>
          </p:spPr>
          <p:txBody>
            <a:bodyPr anchor="ctr">
              <a:spAutoFit/>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latin typeface="Arial" pitchFamily="34" charset="0"/>
              </a:endParaRPr>
            </a:p>
          </p:txBody>
        </p:sp>
      </p:grpSp>
      <p:sp>
        <p:nvSpPr>
          <p:cNvPr id="49" name="Slide Number Placeholder 3">
            <a:extLst>
              <a:ext uri="{FF2B5EF4-FFF2-40B4-BE49-F238E27FC236}">
                <a16:creationId xmlns="" xmlns:a16="http://schemas.microsoft.com/office/drawing/2014/main" id="{FEFB061F-8AAB-4535-B272-1BA4D5A77191}"/>
              </a:ext>
            </a:extLst>
          </p:cNvPr>
          <p:cNvSpPr txBox="1">
            <a:spLocks/>
          </p:cNvSpPr>
          <p:nvPr/>
        </p:nvSpPr>
        <p:spPr>
          <a:xfrm>
            <a:off x="8965" y="6090313"/>
            <a:ext cx="676835" cy="767687"/>
          </a:xfrm>
          <a:prstGeom prst="rect">
            <a:avLst/>
          </a:prstGeom>
        </p:spPr>
        <p:txBody>
          <a:bodyPr vert="horz" lIns="91440" tIns="45720" rIns="91440" bIns="45720" rtlCol="0" anchor="ctr"/>
          <a:lstStyle>
            <a:defPPr>
              <a:defRPr lang="en-US"/>
            </a:defPPr>
            <a:lvl1pPr marL="0" algn="l" defTabSz="914400" rtl="0" eaLnBrk="1" latinLnBrk="0" hangingPunct="1">
              <a:defRPr sz="1400" b="1" kern="1200">
                <a:solidFill>
                  <a:srgbClr val="FFFFFF"/>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rtl="1"/>
            <a:fld id="{E8ADF199-8047-440E-B02B-E80683B392F2}" type="slidenum">
              <a:rPr lang="fa-IR" sz="1800" smtClean="0">
                <a:solidFill>
                  <a:schemeClr val="tx1"/>
                </a:solidFill>
                <a:cs typeface="B Lotus" panose="00000400000000000000" pitchFamily="2" charset="-78"/>
              </a:rPr>
              <a:pPr rtl="1"/>
              <a:t>7</a:t>
            </a:fld>
            <a:endParaRPr lang="fa-IR" sz="1800" dirty="0">
              <a:solidFill>
                <a:schemeClr val="tx1"/>
              </a:solidFill>
              <a:cs typeface="B Lotus" panose="00000400000000000000" pitchFamily="2" charset="-78"/>
            </a:endParaRPr>
          </a:p>
        </p:txBody>
      </p:sp>
      <p:pic>
        <p:nvPicPr>
          <p:cNvPr id="58" name="Picture 57" descr="پرونده:Azad University logo.png - ویکی‌پدیا، دانشنامهٔ آزاد">
            <a:extLst>
              <a:ext uri="{FF2B5EF4-FFF2-40B4-BE49-F238E27FC236}">
                <a16:creationId xmlns="" xmlns:a16="http://schemas.microsoft.com/office/drawing/2014/main" id="{1A9FEE44-0F48-48EE-A201-613E74B88238}"/>
              </a:ext>
            </a:extLst>
          </p:cNvPr>
          <p:cNvPicPr/>
          <p:nvPr/>
        </p:nvPicPr>
        <p:blipFill>
          <a:blip r:embed="rId8" cstate="print">
            <a:extLst>
              <a:ext uri="{28A0092B-C50C-407E-A947-70E740481C1C}">
                <a14:useLocalDpi xmlns:a14="http://schemas.microsoft.com/office/drawing/2010/main" val="0"/>
              </a:ext>
            </a:extLst>
          </a:blip>
          <a:srcRect/>
          <a:stretch>
            <a:fillRect/>
          </a:stretch>
        </p:blipFill>
        <p:spPr bwMode="auto">
          <a:xfrm>
            <a:off x="8610600" y="0"/>
            <a:ext cx="533400" cy="822959"/>
          </a:xfrm>
          <a:prstGeom prst="rect">
            <a:avLst/>
          </a:prstGeom>
          <a:noFill/>
          <a:ln>
            <a:noFill/>
          </a:ln>
        </p:spPr>
      </p:pic>
      <p:sp>
        <p:nvSpPr>
          <p:cNvPr id="59" name="AutoShape 10">
            <a:extLst>
              <a:ext uri="{FF2B5EF4-FFF2-40B4-BE49-F238E27FC236}">
                <a16:creationId xmlns="" xmlns:a16="http://schemas.microsoft.com/office/drawing/2014/main" id="{F6266893-797F-40B9-B7F1-28B13A3984C3}"/>
              </a:ext>
            </a:extLst>
          </p:cNvPr>
          <p:cNvSpPr>
            <a:spLocks noChangeArrowheads="1"/>
          </p:cNvSpPr>
          <p:nvPr/>
        </p:nvSpPr>
        <p:spPr bwMode="gray">
          <a:xfrm flipH="1">
            <a:off x="6246677" y="59426"/>
            <a:ext cx="2057400" cy="649224"/>
          </a:xfrm>
          <a:prstGeom prst="chevron">
            <a:avLst>
              <a:gd name="adj" fmla="val 17842"/>
            </a:avLst>
          </a:prstGeom>
          <a:gradFill rotWithShape="1">
            <a:gsLst>
              <a:gs pos="0">
                <a:srgbClr val="84B09A">
                  <a:gamma/>
                  <a:shade val="46275"/>
                  <a:invGamma/>
                </a:srgbClr>
              </a:gs>
              <a:gs pos="50000">
                <a:srgbClr val="84B09A"/>
              </a:gs>
              <a:gs pos="100000">
                <a:srgbClr val="84B09A">
                  <a:gamma/>
                  <a:shade val="46275"/>
                  <a:invGamma/>
                </a:srgbClr>
              </a:gs>
            </a:gsLst>
            <a:lin ang="2700000" scaled="1"/>
          </a:gradFill>
          <a:ln w="38100">
            <a:solidFill>
              <a:srgbClr val="EAEAEA"/>
            </a:solidFill>
            <a:miter lim="800000"/>
            <a:headEnd/>
            <a:tailEnd/>
          </a:ln>
          <a:effectLst>
            <a:outerShdw dist="109250" dir="3267739" algn="ctr" rotWithShape="0">
              <a:srgbClr val="333333">
                <a:alpha val="50000"/>
              </a:srgbClr>
            </a:outerShdw>
          </a:effectLst>
        </p:spPr>
        <p:txBody>
          <a:bodyPr wrap="square" anchor="ctr">
            <a:spAutoFit/>
          </a:bodyPr>
          <a:lstStyle/>
          <a:p>
            <a:pPr algn="ctr" fontAlgn="base">
              <a:spcBef>
                <a:spcPct val="0"/>
              </a:spcBef>
              <a:spcAft>
                <a:spcPct val="0"/>
              </a:spcAft>
            </a:pPr>
            <a:endParaRPr lang="en-US" kern="0" dirty="0">
              <a:solidFill>
                <a:srgbClr val="3D81BF"/>
              </a:solidFill>
            </a:endParaRPr>
          </a:p>
        </p:txBody>
      </p:sp>
      <p:sp>
        <p:nvSpPr>
          <p:cNvPr id="60" name="AutoShape 3">
            <a:extLst>
              <a:ext uri="{FF2B5EF4-FFF2-40B4-BE49-F238E27FC236}">
                <a16:creationId xmlns="" xmlns:a16="http://schemas.microsoft.com/office/drawing/2014/main" id="{3450B81F-1BA9-4F41-945E-CF31FD6A1BE2}"/>
              </a:ext>
            </a:extLst>
          </p:cNvPr>
          <p:cNvSpPr>
            <a:spLocks noChangeArrowheads="1"/>
          </p:cNvSpPr>
          <p:nvPr/>
        </p:nvSpPr>
        <p:spPr bwMode="gray">
          <a:xfrm flipH="1">
            <a:off x="4188613" y="57140"/>
            <a:ext cx="2056086" cy="651510"/>
          </a:xfrm>
          <a:prstGeom prst="chevron">
            <a:avLst>
              <a:gd name="adj" fmla="val 17009"/>
            </a:avLst>
          </a:prstGeom>
          <a:solidFill>
            <a:srgbClr val="2842AE"/>
          </a:solidFill>
          <a:ln w="38100">
            <a:solidFill>
              <a:srgbClr val="EAEAEA"/>
            </a:solidFill>
            <a:miter lim="800000"/>
            <a:headEnd/>
            <a:tailEnd/>
          </a:ln>
          <a:effectLst>
            <a:outerShdw dist="109250" dir="3267739" algn="ctr" rotWithShape="0">
              <a:srgbClr val="333333">
                <a:alpha val="50000"/>
              </a:srgbClr>
            </a:outerShdw>
          </a:effectLst>
        </p:spPr>
        <p:txBody>
          <a:bodyPr wrap="square" anchor="ctr">
            <a:spAutoFit/>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dirty="0">
              <a:ln>
                <a:noFill/>
              </a:ln>
              <a:solidFill>
                <a:srgbClr val="3D81BF"/>
              </a:solidFill>
              <a:effectLst/>
              <a:uLnTx/>
              <a:uFillTx/>
            </a:endParaRPr>
          </a:p>
        </p:txBody>
      </p:sp>
      <p:sp>
        <p:nvSpPr>
          <p:cNvPr id="61" name="AutoShape 3">
            <a:extLst>
              <a:ext uri="{FF2B5EF4-FFF2-40B4-BE49-F238E27FC236}">
                <a16:creationId xmlns="" xmlns:a16="http://schemas.microsoft.com/office/drawing/2014/main" id="{278C3753-7E5F-4A07-84E8-FA915CB0CE87}"/>
              </a:ext>
            </a:extLst>
          </p:cNvPr>
          <p:cNvSpPr>
            <a:spLocks noChangeArrowheads="1"/>
          </p:cNvSpPr>
          <p:nvPr/>
        </p:nvSpPr>
        <p:spPr bwMode="gray">
          <a:xfrm flipH="1">
            <a:off x="2588411" y="57141"/>
            <a:ext cx="1600202" cy="651510"/>
          </a:xfrm>
          <a:prstGeom prst="chevron">
            <a:avLst>
              <a:gd name="adj" fmla="val 17009"/>
            </a:avLst>
          </a:prstGeom>
          <a:gradFill rotWithShape="1">
            <a:gsLst>
              <a:gs pos="0">
                <a:srgbClr val="84B09A">
                  <a:gamma/>
                  <a:shade val="46275"/>
                  <a:invGamma/>
                </a:srgbClr>
              </a:gs>
              <a:gs pos="50000">
                <a:srgbClr val="84B09A"/>
              </a:gs>
              <a:gs pos="100000">
                <a:srgbClr val="84B09A">
                  <a:gamma/>
                  <a:shade val="46275"/>
                  <a:invGamma/>
                </a:srgbClr>
              </a:gs>
            </a:gsLst>
            <a:lin ang="2700000" scaled="1"/>
          </a:gradFill>
          <a:ln w="38100">
            <a:solidFill>
              <a:srgbClr val="EAEAEA"/>
            </a:solidFill>
            <a:miter lim="800000"/>
            <a:headEnd/>
            <a:tailEnd/>
          </a:ln>
          <a:effectLst>
            <a:outerShdw dist="109250" dir="3267739" algn="ctr" rotWithShape="0">
              <a:srgbClr val="333333">
                <a:alpha val="50000"/>
              </a:srgbClr>
            </a:outerShdw>
          </a:effectLst>
        </p:spPr>
        <p:txBody>
          <a:bodyPr wrap="square" anchor="ctr">
            <a:spAutoFit/>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endParaRPr>
          </a:p>
        </p:txBody>
      </p:sp>
      <p:sp>
        <p:nvSpPr>
          <p:cNvPr id="62" name="AutoShape 3">
            <a:extLst>
              <a:ext uri="{FF2B5EF4-FFF2-40B4-BE49-F238E27FC236}">
                <a16:creationId xmlns="" xmlns:a16="http://schemas.microsoft.com/office/drawing/2014/main" id="{B202AEB4-F766-4F6D-9D49-804AECBBBB79}"/>
              </a:ext>
            </a:extLst>
          </p:cNvPr>
          <p:cNvSpPr>
            <a:spLocks noChangeArrowheads="1"/>
          </p:cNvSpPr>
          <p:nvPr/>
        </p:nvSpPr>
        <p:spPr bwMode="gray">
          <a:xfrm flipH="1">
            <a:off x="161661" y="57140"/>
            <a:ext cx="2426749" cy="651510"/>
          </a:xfrm>
          <a:prstGeom prst="chevron">
            <a:avLst>
              <a:gd name="adj" fmla="val 17009"/>
            </a:avLst>
          </a:prstGeom>
          <a:gradFill rotWithShape="1">
            <a:gsLst>
              <a:gs pos="0">
                <a:srgbClr val="84B09A">
                  <a:gamma/>
                  <a:shade val="46275"/>
                  <a:invGamma/>
                </a:srgbClr>
              </a:gs>
              <a:gs pos="50000">
                <a:srgbClr val="84B09A"/>
              </a:gs>
              <a:gs pos="100000">
                <a:srgbClr val="84B09A">
                  <a:gamma/>
                  <a:shade val="46275"/>
                  <a:invGamma/>
                </a:srgbClr>
              </a:gs>
            </a:gsLst>
            <a:lin ang="2700000" scaled="1"/>
          </a:gradFill>
          <a:ln w="38100">
            <a:solidFill>
              <a:srgbClr val="EAEAEA"/>
            </a:solidFill>
            <a:miter lim="800000"/>
            <a:headEnd/>
            <a:tailEnd/>
          </a:ln>
          <a:effectLst>
            <a:outerShdw dist="109250" dir="3267739" algn="ctr" rotWithShape="0">
              <a:srgbClr val="333333">
                <a:alpha val="50000"/>
              </a:srgbClr>
            </a:outerShdw>
          </a:effectLst>
        </p:spPr>
        <p:txBody>
          <a:bodyPr wrap="square" anchor="ctr">
            <a:spAutoFit/>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endParaRPr>
          </a:p>
        </p:txBody>
      </p:sp>
      <p:sp>
        <p:nvSpPr>
          <p:cNvPr id="63" name="Rectangle 62">
            <a:extLst>
              <a:ext uri="{FF2B5EF4-FFF2-40B4-BE49-F238E27FC236}">
                <a16:creationId xmlns="" xmlns:a16="http://schemas.microsoft.com/office/drawing/2014/main" id="{89552ECA-1CA1-40F1-A87E-809897E322A0}"/>
              </a:ext>
            </a:extLst>
          </p:cNvPr>
          <p:cNvSpPr/>
          <p:nvPr/>
        </p:nvSpPr>
        <p:spPr>
          <a:xfrm>
            <a:off x="403231" y="91457"/>
            <a:ext cx="2056085" cy="584775"/>
          </a:xfrm>
          <a:prstGeom prst="rect">
            <a:avLst/>
          </a:prstGeom>
        </p:spPr>
        <p:txBody>
          <a:bodyPr wrap="square">
            <a:spAutoFit/>
          </a:bodyPr>
          <a:lstStyle/>
          <a:p>
            <a:pPr lvl="0" algn="ctr" rtl="1" fontAlgn="base">
              <a:spcBef>
                <a:spcPct val="0"/>
              </a:spcBef>
              <a:spcAft>
                <a:spcPct val="0"/>
              </a:spcAft>
            </a:pPr>
            <a:r>
              <a:rPr lang="fa-IR" sz="1600" b="1" dirty="0" smtClean="0">
                <a:solidFill>
                  <a:srgbClr val="FFFFFF"/>
                </a:solidFill>
                <a:latin typeface="Times New Roman" panose="02020603050405020304" pitchFamily="18" charset="0"/>
                <a:cs typeface="B Nazanin" panose="00000400000000000000" pitchFamily="2" charset="-78"/>
              </a:rPr>
              <a:t> پیاده سازی و ارزیابی همسان ساز پیشنهادی</a:t>
            </a:r>
            <a:endParaRPr lang="fa-IR" sz="1600" b="1" dirty="0">
              <a:solidFill>
                <a:srgbClr val="FFFFFF"/>
              </a:solidFill>
              <a:latin typeface="Times New Roman" panose="02020603050405020304" pitchFamily="18" charset="0"/>
              <a:cs typeface="B Nazanin" panose="00000400000000000000" pitchFamily="2" charset="-78"/>
            </a:endParaRPr>
          </a:p>
        </p:txBody>
      </p:sp>
      <p:sp>
        <p:nvSpPr>
          <p:cNvPr id="64" name="Rectangle 63">
            <a:extLst>
              <a:ext uri="{FF2B5EF4-FFF2-40B4-BE49-F238E27FC236}">
                <a16:creationId xmlns="" xmlns:a16="http://schemas.microsoft.com/office/drawing/2014/main" id="{2A9B9FDD-FEF5-46D3-8995-5604A1B4B80E}"/>
              </a:ext>
            </a:extLst>
          </p:cNvPr>
          <p:cNvSpPr/>
          <p:nvPr/>
        </p:nvSpPr>
        <p:spPr>
          <a:xfrm>
            <a:off x="2636749" y="78259"/>
            <a:ext cx="1600200" cy="584775"/>
          </a:xfrm>
          <a:prstGeom prst="rect">
            <a:avLst/>
          </a:prstGeom>
        </p:spPr>
        <p:txBody>
          <a:bodyPr wrap="square">
            <a:spAutoFit/>
          </a:bodyPr>
          <a:lstStyle/>
          <a:p>
            <a:pPr lvl="0" algn="ctr" rtl="1" fontAlgn="base">
              <a:spcBef>
                <a:spcPct val="0"/>
              </a:spcBef>
              <a:spcAft>
                <a:spcPct val="0"/>
              </a:spcAft>
            </a:pPr>
            <a:r>
              <a:rPr lang="fa-IR" sz="1600" b="1" dirty="0">
                <a:solidFill>
                  <a:srgbClr val="FFFFFF"/>
                </a:solidFill>
                <a:latin typeface="Times New Roman" panose="02020603050405020304" pitchFamily="18" charset="0"/>
                <a:cs typeface="B Nazanin" panose="00000400000000000000" pitchFamily="2" charset="-78"/>
              </a:rPr>
              <a:t>همسان سازی پیشنهادی</a:t>
            </a:r>
          </a:p>
        </p:txBody>
      </p:sp>
      <p:sp>
        <p:nvSpPr>
          <p:cNvPr id="65" name="Rectangle 64">
            <a:extLst>
              <a:ext uri="{FF2B5EF4-FFF2-40B4-BE49-F238E27FC236}">
                <a16:creationId xmlns="" xmlns:a16="http://schemas.microsoft.com/office/drawing/2014/main" id="{4756B784-8B4C-449F-AE9D-2B6BBC518073}"/>
              </a:ext>
            </a:extLst>
          </p:cNvPr>
          <p:cNvSpPr/>
          <p:nvPr/>
        </p:nvSpPr>
        <p:spPr>
          <a:xfrm>
            <a:off x="4495138" y="91457"/>
            <a:ext cx="1443038" cy="584775"/>
          </a:xfrm>
          <a:prstGeom prst="rect">
            <a:avLst/>
          </a:prstGeom>
        </p:spPr>
        <p:txBody>
          <a:bodyPr wrap="square">
            <a:spAutoFit/>
          </a:bodyPr>
          <a:lstStyle/>
          <a:p>
            <a:pPr lvl="0" algn="ctr" rtl="1" fontAlgn="base">
              <a:spcBef>
                <a:spcPct val="0"/>
              </a:spcBef>
              <a:spcAft>
                <a:spcPct val="0"/>
              </a:spcAft>
            </a:pPr>
            <a:r>
              <a:rPr lang="fa-IR" sz="1600" b="1" dirty="0">
                <a:solidFill>
                  <a:srgbClr val="FFFFFF"/>
                </a:solidFill>
                <a:latin typeface="Times New Roman" panose="02020603050405020304" pitchFamily="18" charset="0"/>
                <a:cs typeface="B Nazanin" panose="00000400000000000000" pitchFamily="2" charset="-78"/>
              </a:rPr>
              <a:t>همسان سازی باتری</a:t>
            </a:r>
          </a:p>
        </p:txBody>
      </p:sp>
      <p:sp>
        <p:nvSpPr>
          <p:cNvPr id="66" name="Rectangle 65">
            <a:extLst>
              <a:ext uri="{FF2B5EF4-FFF2-40B4-BE49-F238E27FC236}">
                <a16:creationId xmlns="" xmlns:a16="http://schemas.microsoft.com/office/drawing/2014/main" id="{E9011965-C922-40BF-B928-2A7E03BC5CDA}"/>
              </a:ext>
            </a:extLst>
          </p:cNvPr>
          <p:cNvSpPr/>
          <p:nvPr/>
        </p:nvSpPr>
        <p:spPr>
          <a:xfrm>
            <a:off x="6499957" y="197162"/>
            <a:ext cx="1626786" cy="323165"/>
          </a:xfrm>
          <a:prstGeom prst="rect">
            <a:avLst/>
          </a:prstGeom>
        </p:spPr>
        <p:txBody>
          <a:bodyPr wrap="square">
            <a:spAutoFit/>
          </a:bodyPr>
          <a:lstStyle/>
          <a:p>
            <a:pPr lvl="0" algn="ctr" fontAlgn="base">
              <a:spcBef>
                <a:spcPct val="0"/>
              </a:spcBef>
              <a:spcAft>
                <a:spcPct val="0"/>
              </a:spcAft>
              <a:defRPr/>
            </a:pPr>
            <a:r>
              <a:rPr lang="fa-IR" sz="1500" b="1" kern="0" dirty="0">
                <a:solidFill>
                  <a:srgbClr val="FFFFFF"/>
                </a:solidFill>
                <a:latin typeface="Times New Roman" panose="02020603050405020304" pitchFamily="18" charset="0"/>
                <a:cs typeface="B Nazanin" pitchFamily="2" charset="-78"/>
              </a:rPr>
              <a:t>باتری ها</a:t>
            </a:r>
            <a:endParaRPr lang="en-US" sz="1500" b="1" kern="0" dirty="0">
              <a:solidFill>
                <a:srgbClr val="FFFFFF"/>
              </a:solidFill>
              <a:latin typeface="Times New Roman" panose="02020603050405020304" pitchFamily="18" charset="0"/>
              <a:cs typeface="B Nazanin" pitchFamily="2" charset="-78"/>
            </a:endParaRPr>
          </a:p>
        </p:txBody>
      </p:sp>
      <p:sp>
        <p:nvSpPr>
          <p:cNvPr id="67" name="Rounded Rectangle 175">
            <a:extLst>
              <a:ext uri="{FF2B5EF4-FFF2-40B4-BE49-F238E27FC236}">
                <a16:creationId xmlns="" xmlns:a16="http://schemas.microsoft.com/office/drawing/2014/main" id="{5ED324C1-9E82-4B7C-8E12-63B5A59FFFC0}"/>
              </a:ext>
            </a:extLst>
          </p:cNvPr>
          <p:cNvSpPr/>
          <p:nvPr/>
        </p:nvSpPr>
        <p:spPr bwMode="auto">
          <a:xfrm>
            <a:off x="6324600" y="1066930"/>
            <a:ext cx="2922494" cy="418072"/>
          </a:xfrm>
          <a:prstGeom prst="roundRect">
            <a:avLst/>
          </a:prstGeom>
          <a:solidFill>
            <a:srgbClr val="3D81BF">
              <a:lumMod val="75000"/>
            </a:srgbClr>
          </a:solidFill>
          <a:ln w="9525" cap="flat" cmpd="sng" algn="ctr">
            <a:solidFill>
              <a:srgbClr val="000000"/>
            </a:solidFill>
            <a:prstDash val="solid"/>
            <a:round/>
            <a:headEnd type="none" w="med" len="med"/>
            <a:tailEnd type="none" w="med" len="med"/>
          </a:ln>
          <a:effectLst>
            <a:reflection blurRad="6350" stA="50000" endA="300" endPos="55000" dir="5400000" sy="-100000" algn="bl" rotWithShape="0"/>
          </a:effectLst>
          <a:scene3d>
            <a:camera prst="isometricOffAxis2Left"/>
            <a:lightRig rig="threePt" dir="t"/>
          </a:scene3d>
        </p:spPr>
        <p:txBody>
          <a:bodyPr vert="horz" wrap="square" lIns="91440" tIns="45720" rIns="91440" bIns="45720" numCol="1" rtlCol="0" anchor="t" anchorCtr="0" compatLnSpc="1">
            <a:prstTxWarp prst="textNoShape">
              <a:avLst/>
            </a:prstTxWarp>
          </a:bodyPr>
          <a:lstStyle/>
          <a:p>
            <a:pPr lvl="0" algn="ctr" rtl="1" fontAlgn="base">
              <a:spcBef>
                <a:spcPct val="0"/>
              </a:spcBef>
              <a:spcAft>
                <a:spcPct val="0"/>
              </a:spcAft>
            </a:pPr>
            <a:r>
              <a:rPr lang="fa-IR" sz="2000" b="1" dirty="0">
                <a:solidFill>
                  <a:srgbClr val="FFFFFF"/>
                </a:solidFill>
                <a:latin typeface="Times New Roman" panose="02020603050405020304" pitchFamily="18" charset="0"/>
                <a:cs typeface="B Nazanin" panose="00000400000000000000" pitchFamily="2" charset="-78"/>
              </a:rPr>
              <a:t>همسان سازی باتری</a:t>
            </a:r>
          </a:p>
        </p:txBody>
      </p:sp>
    </p:spTree>
    <p:extLst>
      <p:ext uri="{BB962C8B-B14F-4D97-AF65-F5344CB8AC3E}">
        <p14:creationId xmlns:p14="http://schemas.microsoft.com/office/powerpoint/2010/main" val="2410212871"/>
      </p:ext>
    </p:extLst>
  </p:cSld>
  <p:clrMapOvr>
    <a:masterClrMapping/>
  </p:clrMapOvr>
  <p:timing>
    <p:tnLst>
      <p:par>
        <p:cTn id="1" dur="indefinite" restart="never" nodeType="tmRoot"/>
      </p:par>
    </p:tn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9" name="Picture 18">
            <a:extLst>
              <a:ext uri="{FF2B5EF4-FFF2-40B4-BE49-F238E27FC236}">
                <a16:creationId xmlns="" xmlns:a16="http://schemas.microsoft.com/office/drawing/2014/main" id="{371C0AE6-C772-4760-8F2C-92733C382053}"/>
              </a:ext>
            </a:extLst>
          </p:cNvPr>
          <p:cNvPicPr/>
          <p:nvPr/>
        </p:nvPicPr>
        <p:blipFill>
          <a:blip r:embed="rId3">
            <a:extLst>
              <a:ext uri="{28A0092B-C50C-407E-A947-70E740481C1C}">
                <a14:useLocalDpi xmlns:a14="http://schemas.microsoft.com/office/drawing/2010/main" val="0"/>
              </a:ext>
            </a:extLst>
          </a:blip>
          <a:stretch>
            <a:fillRect/>
          </a:stretch>
        </p:blipFill>
        <p:spPr>
          <a:xfrm>
            <a:off x="857165" y="1496489"/>
            <a:ext cx="7010400" cy="4451218"/>
          </a:xfrm>
          <a:prstGeom prst="rect">
            <a:avLst/>
          </a:prstGeom>
        </p:spPr>
      </p:pic>
      <p:sp>
        <p:nvSpPr>
          <p:cNvPr id="20" name="Text Box 63">
            <a:extLst>
              <a:ext uri="{FF2B5EF4-FFF2-40B4-BE49-F238E27FC236}">
                <a16:creationId xmlns="" xmlns:a16="http://schemas.microsoft.com/office/drawing/2014/main" id="{7DE4DEE4-712A-4CFA-A055-E6C6E9E30DE0}"/>
              </a:ext>
            </a:extLst>
          </p:cNvPr>
          <p:cNvSpPr txBox="1"/>
          <p:nvPr/>
        </p:nvSpPr>
        <p:spPr>
          <a:xfrm>
            <a:off x="1957029" y="5951813"/>
            <a:ext cx="4579620" cy="276999"/>
          </a:xfrm>
          <a:prstGeom prst="rect">
            <a:avLst/>
          </a:prstGeom>
          <a:solidFill>
            <a:prstClr val="white"/>
          </a:solidFill>
          <a:ln>
            <a:noFill/>
          </a:ln>
          <a:effectLst/>
        </p:spPr>
        <p:txBody>
          <a:bodyPr rot="0" spcFirstLastPara="0" vert="horz" wrap="square" lIns="0" tIns="0" rIns="0" bIns="0" numCol="1" spcCol="0" rtlCol="0" fromWordArt="0" anchor="t" anchorCtr="0" forceAA="0" compatLnSpc="1">
            <a:prstTxWarp prst="textNoShape">
              <a:avLst/>
            </a:prstTxWarp>
            <a:spAutoFit/>
          </a:bodyPr>
          <a:lstStyle/>
          <a:p>
            <a:pPr algn="ctr" rtl="1">
              <a:spcAft>
                <a:spcPts val="1000"/>
              </a:spcAft>
            </a:pPr>
            <a:r>
              <a:rPr lang="fa-IR" dirty="0">
                <a:latin typeface="Times New Roman" panose="02020603050405020304" pitchFamily="18" charset="0"/>
                <a:ea typeface="Calibri" panose="020F0502020204030204" pitchFamily="34" charset="0"/>
                <a:cs typeface="B Lotus" panose="00000400000000000000" pitchFamily="2" charset="-78"/>
              </a:rPr>
              <a:t>شکل </a:t>
            </a:r>
            <a:r>
              <a:rPr lang="fa-IR" dirty="0" smtClean="0">
                <a:latin typeface="Times New Roman" panose="02020603050405020304" pitchFamily="18" charset="0"/>
                <a:ea typeface="Calibri" panose="020F0502020204030204" pitchFamily="34" charset="0"/>
                <a:cs typeface="B Lotus" panose="00000400000000000000" pitchFamily="2" charset="-78"/>
              </a:rPr>
              <a:t>5 </a:t>
            </a:r>
            <a:r>
              <a:rPr lang="fa-IR" i="0" dirty="0" smtClean="0">
                <a:solidFill>
                  <a:srgbClr val="262626"/>
                </a:solidFill>
                <a:effectLst/>
                <a:latin typeface="Times New Roman" panose="02020603050405020304" pitchFamily="18" charset="0"/>
                <a:ea typeface="Calibri" panose="020F0502020204030204" pitchFamily="34" charset="0"/>
                <a:cs typeface="B Lotus" panose="00000400000000000000" pitchFamily="2" charset="-78"/>
              </a:rPr>
              <a:t>دیاگرام </a:t>
            </a:r>
            <a:r>
              <a:rPr lang="fa-IR" sz="1600" i="0" dirty="0">
                <a:solidFill>
                  <a:srgbClr val="262626"/>
                </a:solidFill>
                <a:effectLst/>
                <a:latin typeface="Times New Roman" panose="02020603050405020304" pitchFamily="18" charset="0"/>
                <a:ea typeface="Calibri" panose="020F0502020204030204" pitchFamily="34" charset="0"/>
                <a:cs typeface="B Lotus" panose="00000400000000000000" pitchFamily="2" charset="-78"/>
              </a:rPr>
              <a:t>الگوریتم</a:t>
            </a:r>
            <a:r>
              <a:rPr lang="fa-IR" i="0" dirty="0">
                <a:solidFill>
                  <a:srgbClr val="262626"/>
                </a:solidFill>
                <a:effectLst/>
                <a:latin typeface="Times New Roman" panose="02020603050405020304" pitchFamily="18" charset="0"/>
                <a:ea typeface="Calibri" panose="020F0502020204030204" pitchFamily="34" charset="0"/>
                <a:cs typeface="B Lotus" panose="00000400000000000000" pitchFamily="2" charset="-78"/>
              </a:rPr>
              <a:t> </a:t>
            </a:r>
            <a:r>
              <a:rPr lang="fa-IR" i="0" dirty="0" smtClean="0">
                <a:solidFill>
                  <a:srgbClr val="262626"/>
                </a:solidFill>
                <a:effectLst/>
                <a:latin typeface="Times New Roman" panose="02020603050405020304" pitchFamily="18" charset="0"/>
                <a:ea typeface="Calibri" panose="020F0502020204030204" pitchFamily="34" charset="0"/>
                <a:cs typeface="B Lotus" panose="00000400000000000000" pitchFamily="2" charset="-78"/>
              </a:rPr>
              <a:t>همسان‌سازی پیشنهادی </a:t>
            </a:r>
            <a:r>
              <a:rPr lang="fa-IR" dirty="0" smtClean="0">
                <a:solidFill>
                  <a:srgbClr val="61D6FF"/>
                </a:solidFill>
                <a:latin typeface="Times New Roman" panose="02020603050405020304" pitchFamily="18" charset="0"/>
                <a:ea typeface="Calibri" panose="020F0502020204030204" pitchFamily="34" charset="0"/>
                <a:cs typeface="B Lotus" panose="00000400000000000000" pitchFamily="2" charset="-78"/>
              </a:rPr>
              <a:t>[1]</a:t>
            </a:r>
            <a:r>
              <a:rPr lang="fa-IR" dirty="0" smtClean="0">
                <a:latin typeface="Times New Roman" panose="02020603050405020304" pitchFamily="18" charset="0"/>
                <a:ea typeface="Calibri" panose="020F0502020204030204" pitchFamily="34" charset="0"/>
                <a:cs typeface="B Lotus" panose="00000400000000000000" pitchFamily="2" charset="-78"/>
              </a:rPr>
              <a:t>.</a:t>
            </a:r>
            <a:r>
              <a:rPr lang="fa-IR" i="0" dirty="0" smtClean="0">
                <a:solidFill>
                  <a:srgbClr val="262626"/>
                </a:solidFill>
                <a:effectLst/>
                <a:latin typeface="Times New Roman" panose="02020603050405020304" pitchFamily="18" charset="0"/>
                <a:ea typeface="Calibri" panose="020F0502020204030204" pitchFamily="34" charset="0"/>
                <a:cs typeface="B Lotus" panose="00000400000000000000" pitchFamily="2" charset="-78"/>
              </a:rPr>
              <a:t> </a:t>
            </a:r>
            <a:endParaRPr lang="en-US" i="0" dirty="0">
              <a:solidFill>
                <a:srgbClr val="262626"/>
              </a:solidFill>
              <a:effectLst/>
              <a:latin typeface="Times New Roman" panose="02020603050405020304" pitchFamily="18" charset="0"/>
              <a:ea typeface="Calibri" panose="020F0502020204030204" pitchFamily="34" charset="0"/>
              <a:cs typeface="B Lotus" panose="00000400000000000000" pitchFamily="2" charset="-78"/>
            </a:endParaRPr>
          </a:p>
        </p:txBody>
      </p:sp>
      <p:sp>
        <p:nvSpPr>
          <p:cNvPr id="51" name="Rectangle 50"/>
          <p:cNvSpPr/>
          <p:nvPr/>
        </p:nvSpPr>
        <p:spPr>
          <a:xfrm>
            <a:off x="-76200" y="1153249"/>
            <a:ext cx="6861738" cy="523220"/>
          </a:xfrm>
          <a:prstGeom prst="rect">
            <a:avLst/>
          </a:prstGeom>
        </p:spPr>
        <p:txBody>
          <a:bodyPr wrap="square">
            <a:spAutoFit/>
          </a:bodyPr>
          <a:lstStyle/>
          <a:p>
            <a:pPr algn="r" rtl="1" fontAlgn="base">
              <a:spcBef>
                <a:spcPct val="0"/>
              </a:spcBef>
              <a:spcAft>
                <a:spcPct val="0"/>
              </a:spcAft>
            </a:pPr>
            <a:r>
              <a:rPr lang="fa-IR" sz="1400" dirty="0">
                <a:cs typeface="B Lotus" panose="00000400000000000000" pitchFamily="2" charset="-78"/>
              </a:rPr>
              <a:t>روشی بهینه و سریع برای همسان‌سازی فعال پک باتری مستهلک با استفاده از مبدل ولتاژ</a:t>
            </a:r>
            <a:r>
              <a:rPr lang="en-US" sz="1400" dirty="0">
                <a:cs typeface="B Lotus" panose="00000400000000000000" pitchFamily="2" charset="-78"/>
              </a:rPr>
              <a:t> </a:t>
            </a:r>
            <a:r>
              <a:rPr lang="fa-IR" sz="1400" dirty="0">
                <a:cs typeface="B Lotus" panose="00000400000000000000" pitchFamily="2" charset="-78"/>
              </a:rPr>
              <a:t>دوطرفه با دامنه ولتاژ کاری وسیع و الگوریتم خوشه‌بندی </a:t>
            </a:r>
            <a:r>
              <a:rPr lang="en-US" sz="1400" i="1" dirty="0">
                <a:latin typeface="Times New Roman" panose="02020603050405020304" pitchFamily="18" charset="0"/>
                <a:cs typeface="Times New Roman" panose="02020603050405020304" pitchFamily="18" charset="0"/>
              </a:rPr>
              <a:t>DBSCAN</a:t>
            </a:r>
            <a:endParaRPr lang="en-US" sz="1400" dirty="0">
              <a:latin typeface="Times New Roman" panose="02020603050405020304" pitchFamily="18" charset="0"/>
              <a:cs typeface="Times New Roman" panose="02020603050405020304" pitchFamily="18" charset="0"/>
            </a:endParaRPr>
          </a:p>
        </p:txBody>
      </p:sp>
      <p:sp>
        <p:nvSpPr>
          <p:cNvPr id="18" name="Slide Number Placeholder 3">
            <a:extLst>
              <a:ext uri="{FF2B5EF4-FFF2-40B4-BE49-F238E27FC236}">
                <a16:creationId xmlns="" xmlns:a16="http://schemas.microsoft.com/office/drawing/2014/main" id="{FEFB061F-8AAB-4535-B272-1BA4D5A77191}"/>
              </a:ext>
            </a:extLst>
          </p:cNvPr>
          <p:cNvSpPr txBox="1">
            <a:spLocks/>
          </p:cNvSpPr>
          <p:nvPr/>
        </p:nvSpPr>
        <p:spPr>
          <a:xfrm>
            <a:off x="8965" y="6090313"/>
            <a:ext cx="676835" cy="767687"/>
          </a:xfrm>
          <a:prstGeom prst="rect">
            <a:avLst/>
          </a:prstGeom>
        </p:spPr>
        <p:txBody>
          <a:bodyPr vert="horz" lIns="91440" tIns="45720" rIns="91440" bIns="45720" rtlCol="0" anchor="ctr"/>
          <a:lstStyle>
            <a:defPPr>
              <a:defRPr lang="en-US"/>
            </a:defPPr>
            <a:lvl1pPr marL="0" algn="l" defTabSz="914400" rtl="0" eaLnBrk="1" latinLnBrk="0" hangingPunct="1">
              <a:defRPr sz="1400" b="1" kern="1200">
                <a:solidFill>
                  <a:srgbClr val="FFFFFF"/>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rtl="1"/>
            <a:fld id="{E8ADF199-8047-440E-B02B-E80683B392F2}" type="slidenum">
              <a:rPr lang="fa-IR" sz="1800" smtClean="0">
                <a:solidFill>
                  <a:schemeClr val="tx1"/>
                </a:solidFill>
                <a:cs typeface="B Lotus" panose="00000400000000000000" pitchFamily="2" charset="-78"/>
              </a:rPr>
              <a:pPr rtl="1"/>
              <a:t>8</a:t>
            </a:fld>
            <a:endParaRPr lang="fa-IR" sz="1800" dirty="0">
              <a:solidFill>
                <a:schemeClr val="tx1"/>
              </a:solidFill>
              <a:cs typeface="B Lotus" panose="00000400000000000000" pitchFamily="2" charset="-78"/>
            </a:endParaRPr>
          </a:p>
        </p:txBody>
      </p:sp>
      <p:sp>
        <p:nvSpPr>
          <p:cNvPr id="21" name="Rectangle 20"/>
          <p:cNvSpPr/>
          <p:nvPr/>
        </p:nvSpPr>
        <p:spPr>
          <a:xfrm>
            <a:off x="433912" y="6404253"/>
            <a:ext cx="8725328" cy="430887"/>
          </a:xfrm>
          <a:prstGeom prst="rect">
            <a:avLst/>
          </a:prstGeom>
        </p:spPr>
        <p:txBody>
          <a:bodyPr wrap="square">
            <a:spAutoFit/>
          </a:bodyPr>
          <a:lstStyle/>
          <a:p>
            <a:pPr lvl="0">
              <a:defRPr/>
            </a:pPr>
            <a:r>
              <a:rPr lang="en-US" sz="1100" dirty="0"/>
              <a:t>[1]	W. </a:t>
            </a:r>
            <a:r>
              <a:rPr lang="en-US" sz="1100" dirty="0" err="1"/>
              <a:t>Lujun</a:t>
            </a:r>
            <a:r>
              <a:rPr lang="en-US" sz="1100" i="1" dirty="0"/>
              <a:t> et al.</a:t>
            </a:r>
            <a:r>
              <a:rPr lang="en-US" sz="1100" dirty="0"/>
              <a:t>, "Efficient and fast active equalization method for retired battery pack using wide voltage range bidirectional converter and DBSCAN clustering algorithm," </a:t>
            </a:r>
            <a:r>
              <a:rPr lang="en-US" sz="1100" i="1" dirty="0"/>
              <a:t>IEEE Transactions on Power Electronics, </a:t>
            </a:r>
            <a:r>
              <a:rPr lang="en-US" sz="1100" dirty="0"/>
              <a:t>vol. 37, no. 11, pp. 13824-13833, 2022.</a:t>
            </a:r>
            <a:endParaRPr lang="en-US" sz="1100" dirty="0"/>
          </a:p>
        </p:txBody>
      </p:sp>
      <p:sp>
        <p:nvSpPr>
          <p:cNvPr id="32" name="AutoShape 3">
            <a:extLst>
              <a:ext uri="{FF2B5EF4-FFF2-40B4-BE49-F238E27FC236}">
                <a16:creationId xmlns="" xmlns:a16="http://schemas.microsoft.com/office/drawing/2014/main" id="{C53EA03E-4D17-4BD5-A1D3-CA779876F9A1}"/>
              </a:ext>
            </a:extLst>
          </p:cNvPr>
          <p:cNvSpPr>
            <a:spLocks noChangeArrowheads="1"/>
          </p:cNvSpPr>
          <p:nvPr/>
        </p:nvSpPr>
        <p:spPr bwMode="gray">
          <a:xfrm flipH="1">
            <a:off x="161661" y="57140"/>
            <a:ext cx="2426749" cy="651510"/>
          </a:xfrm>
          <a:prstGeom prst="chevron">
            <a:avLst>
              <a:gd name="adj" fmla="val 17009"/>
            </a:avLst>
          </a:prstGeom>
          <a:gradFill rotWithShape="1">
            <a:gsLst>
              <a:gs pos="0">
                <a:srgbClr val="84B09A">
                  <a:gamma/>
                  <a:shade val="46275"/>
                  <a:invGamma/>
                </a:srgbClr>
              </a:gs>
              <a:gs pos="50000">
                <a:srgbClr val="84B09A"/>
              </a:gs>
              <a:gs pos="100000">
                <a:srgbClr val="84B09A">
                  <a:gamma/>
                  <a:shade val="46275"/>
                  <a:invGamma/>
                </a:srgbClr>
              </a:gs>
            </a:gsLst>
            <a:lin ang="2700000" scaled="1"/>
          </a:gradFill>
          <a:ln w="38100">
            <a:solidFill>
              <a:srgbClr val="EAEAEA"/>
            </a:solidFill>
            <a:miter lim="800000"/>
            <a:headEnd/>
            <a:tailEnd/>
          </a:ln>
          <a:effectLst>
            <a:outerShdw dist="109250" dir="3267739" algn="ctr" rotWithShape="0">
              <a:srgbClr val="333333">
                <a:alpha val="50000"/>
              </a:srgbClr>
            </a:outerShdw>
          </a:effectLst>
        </p:spPr>
        <p:txBody>
          <a:bodyPr wrap="square" anchor="ctr">
            <a:spAutoFit/>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endParaRPr>
          </a:p>
        </p:txBody>
      </p:sp>
      <p:pic>
        <p:nvPicPr>
          <p:cNvPr id="33" name="Picture 32" descr="پرونده:Azad University logo.png - ویکی‌پدیا، دانشنامهٔ آزاد">
            <a:extLst>
              <a:ext uri="{FF2B5EF4-FFF2-40B4-BE49-F238E27FC236}">
                <a16:creationId xmlns="" xmlns:a16="http://schemas.microsoft.com/office/drawing/2014/main" id="{551027E7-59DE-4013-9F55-C99B19434F53}"/>
              </a:ext>
            </a:extLst>
          </p:cNvPr>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8610600" y="0"/>
            <a:ext cx="533400" cy="822959"/>
          </a:xfrm>
          <a:prstGeom prst="rect">
            <a:avLst/>
          </a:prstGeom>
          <a:noFill/>
          <a:ln>
            <a:noFill/>
          </a:ln>
        </p:spPr>
      </p:pic>
      <p:sp>
        <p:nvSpPr>
          <p:cNvPr id="34" name="AutoShape 10">
            <a:extLst>
              <a:ext uri="{FF2B5EF4-FFF2-40B4-BE49-F238E27FC236}">
                <a16:creationId xmlns="" xmlns:a16="http://schemas.microsoft.com/office/drawing/2014/main" id="{24F8D050-FD93-4E88-A90B-610AEE6684EB}"/>
              </a:ext>
            </a:extLst>
          </p:cNvPr>
          <p:cNvSpPr>
            <a:spLocks noChangeArrowheads="1"/>
          </p:cNvSpPr>
          <p:nvPr/>
        </p:nvSpPr>
        <p:spPr bwMode="gray">
          <a:xfrm flipH="1">
            <a:off x="6246677" y="59426"/>
            <a:ext cx="2057400" cy="649224"/>
          </a:xfrm>
          <a:prstGeom prst="chevron">
            <a:avLst>
              <a:gd name="adj" fmla="val 17842"/>
            </a:avLst>
          </a:prstGeom>
          <a:gradFill rotWithShape="1">
            <a:gsLst>
              <a:gs pos="0">
                <a:srgbClr val="84B09A">
                  <a:gamma/>
                  <a:shade val="46275"/>
                  <a:invGamma/>
                </a:srgbClr>
              </a:gs>
              <a:gs pos="50000">
                <a:srgbClr val="84B09A"/>
              </a:gs>
              <a:gs pos="100000">
                <a:srgbClr val="84B09A">
                  <a:gamma/>
                  <a:shade val="46275"/>
                  <a:invGamma/>
                </a:srgbClr>
              </a:gs>
            </a:gsLst>
            <a:lin ang="2700000" scaled="1"/>
          </a:gradFill>
          <a:ln w="38100">
            <a:solidFill>
              <a:srgbClr val="EAEAEA"/>
            </a:solidFill>
            <a:miter lim="800000"/>
            <a:headEnd/>
            <a:tailEnd/>
          </a:ln>
          <a:effectLst>
            <a:outerShdw dist="109250" dir="3267739" algn="ctr" rotWithShape="0">
              <a:srgbClr val="333333">
                <a:alpha val="50000"/>
              </a:srgbClr>
            </a:outerShdw>
          </a:effectLst>
        </p:spPr>
        <p:txBody>
          <a:bodyPr wrap="square" anchor="ctr">
            <a:spAutoFit/>
          </a:bodyPr>
          <a:lstStyle/>
          <a:p>
            <a:pPr algn="ctr" fontAlgn="base">
              <a:spcBef>
                <a:spcPct val="0"/>
              </a:spcBef>
              <a:spcAft>
                <a:spcPct val="0"/>
              </a:spcAft>
            </a:pPr>
            <a:endParaRPr lang="en-US" kern="0" dirty="0">
              <a:solidFill>
                <a:srgbClr val="3D81BF"/>
              </a:solidFill>
            </a:endParaRPr>
          </a:p>
        </p:txBody>
      </p:sp>
      <p:sp>
        <p:nvSpPr>
          <p:cNvPr id="35" name="AutoShape 3">
            <a:extLst>
              <a:ext uri="{FF2B5EF4-FFF2-40B4-BE49-F238E27FC236}">
                <a16:creationId xmlns="" xmlns:a16="http://schemas.microsoft.com/office/drawing/2014/main" id="{F98670FB-AB73-4AA8-88C0-C2D4EEFC9BE3}"/>
              </a:ext>
            </a:extLst>
          </p:cNvPr>
          <p:cNvSpPr>
            <a:spLocks noChangeArrowheads="1"/>
          </p:cNvSpPr>
          <p:nvPr/>
        </p:nvSpPr>
        <p:spPr bwMode="gray">
          <a:xfrm flipH="1">
            <a:off x="4188613" y="57140"/>
            <a:ext cx="2056086" cy="651510"/>
          </a:xfrm>
          <a:prstGeom prst="chevron">
            <a:avLst>
              <a:gd name="adj" fmla="val 17009"/>
            </a:avLst>
          </a:prstGeom>
          <a:solidFill>
            <a:srgbClr val="2842AE"/>
          </a:solidFill>
          <a:ln w="38100">
            <a:solidFill>
              <a:srgbClr val="EAEAEA"/>
            </a:solidFill>
            <a:miter lim="800000"/>
            <a:headEnd/>
            <a:tailEnd/>
          </a:ln>
          <a:effectLst>
            <a:outerShdw dist="109250" dir="3267739" algn="ctr" rotWithShape="0">
              <a:srgbClr val="333333">
                <a:alpha val="50000"/>
              </a:srgbClr>
            </a:outerShdw>
          </a:effectLst>
        </p:spPr>
        <p:txBody>
          <a:bodyPr wrap="square" anchor="ctr">
            <a:spAutoFit/>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dirty="0">
              <a:ln>
                <a:noFill/>
              </a:ln>
              <a:solidFill>
                <a:srgbClr val="3D81BF"/>
              </a:solidFill>
              <a:effectLst/>
              <a:uLnTx/>
              <a:uFillTx/>
            </a:endParaRPr>
          </a:p>
        </p:txBody>
      </p:sp>
      <p:sp>
        <p:nvSpPr>
          <p:cNvPr id="49" name="AutoShape 3">
            <a:extLst>
              <a:ext uri="{FF2B5EF4-FFF2-40B4-BE49-F238E27FC236}">
                <a16:creationId xmlns="" xmlns:a16="http://schemas.microsoft.com/office/drawing/2014/main" id="{3C3D4D9F-E024-4576-B473-4B1EE7214194}"/>
              </a:ext>
            </a:extLst>
          </p:cNvPr>
          <p:cNvSpPr>
            <a:spLocks noChangeArrowheads="1"/>
          </p:cNvSpPr>
          <p:nvPr/>
        </p:nvSpPr>
        <p:spPr bwMode="gray">
          <a:xfrm flipH="1">
            <a:off x="2588411" y="57141"/>
            <a:ext cx="1600202" cy="651510"/>
          </a:xfrm>
          <a:prstGeom prst="chevron">
            <a:avLst>
              <a:gd name="adj" fmla="val 17009"/>
            </a:avLst>
          </a:prstGeom>
          <a:gradFill rotWithShape="1">
            <a:gsLst>
              <a:gs pos="0">
                <a:srgbClr val="84B09A">
                  <a:gamma/>
                  <a:shade val="46275"/>
                  <a:invGamma/>
                </a:srgbClr>
              </a:gs>
              <a:gs pos="50000">
                <a:srgbClr val="84B09A"/>
              </a:gs>
              <a:gs pos="100000">
                <a:srgbClr val="84B09A">
                  <a:gamma/>
                  <a:shade val="46275"/>
                  <a:invGamma/>
                </a:srgbClr>
              </a:gs>
            </a:gsLst>
            <a:lin ang="2700000" scaled="1"/>
          </a:gradFill>
          <a:ln w="38100">
            <a:solidFill>
              <a:srgbClr val="EAEAEA"/>
            </a:solidFill>
            <a:miter lim="800000"/>
            <a:headEnd/>
            <a:tailEnd/>
          </a:ln>
          <a:effectLst>
            <a:outerShdw dist="109250" dir="3267739" algn="ctr" rotWithShape="0">
              <a:srgbClr val="333333">
                <a:alpha val="50000"/>
              </a:srgbClr>
            </a:outerShdw>
          </a:effectLst>
        </p:spPr>
        <p:txBody>
          <a:bodyPr wrap="square" anchor="ctr">
            <a:spAutoFit/>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endParaRPr>
          </a:p>
        </p:txBody>
      </p:sp>
      <p:sp>
        <p:nvSpPr>
          <p:cNvPr id="50" name="Rectangle 49">
            <a:extLst>
              <a:ext uri="{FF2B5EF4-FFF2-40B4-BE49-F238E27FC236}">
                <a16:creationId xmlns="" xmlns:a16="http://schemas.microsoft.com/office/drawing/2014/main" id="{A8AAFECE-A791-4B82-98F2-159C643F76B8}"/>
              </a:ext>
            </a:extLst>
          </p:cNvPr>
          <p:cNvSpPr/>
          <p:nvPr/>
        </p:nvSpPr>
        <p:spPr>
          <a:xfrm>
            <a:off x="403231" y="91457"/>
            <a:ext cx="2056085" cy="584775"/>
          </a:xfrm>
          <a:prstGeom prst="rect">
            <a:avLst/>
          </a:prstGeom>
        </p:spPr>
        <p:txBody>
          <a:bodyPr wrap="square">
            <a:spAutoFit/>
          </a:bodyPr>
          <a:lstStyle/>
          <a:p>
            <a:pPr lvl="0" algn="ctr" rtl="1" fontAlgn="base">
              <a:spcBef>
                <a:spcPct val="0"/>
              </a:spcBef>
              <a:spcAft>
                <a:spcPct val="0"/>
              </a:spcAft>
            </a:pPr>
            <a:r>
              <a:rPr lang="fa-IR" sz="1600" b="1" dirty="0" smtClean="0">
                <a:solidFill>
                  <a:srgbClr val="FFFFFF"/>
                </a:solidFill>
                <a:latin typeface="Times New Roman" panose="02020603050405020304" pitchFamily="18" charset="0"/>
                <a:cs typeface="B Nazanin" panose="00000400000000000000" pitchFamily="2" charset="-78"/>
              </a:rPr>
              <a:t> پیاده سازی و ارزیابی همسان ساز پیشنهادی</a:t>
            </a:r>
            <a:endParaRPr lang="fa-IR" sz="1600" b="1" dirty="0">
              <a:solidFill>
                <a:srgbClr val="FFFFFF"/>
              </a:solidFill>
              <a:latin typeface="Times New Roman" panose="02020603050405020304" pitchFamily="18" charset="0"/>
              <a:cs typeface="B Nazanin" panose="00000400000000000000" pitchFamily="2" charset="-78"/>
            </a:endParaRPr>
          </a:p>
        </p:txBody>
      </p:sp>
      <p:sp>
        <p:nvSpPr>
          <p:cNvPr id="52" name="Rectangle 51">
            <a:extLst>
              <a:ext uri="{FF2B5EF4-FFF2-40B4-BE49-F238E27FC236}">
                <a16:creationId xmlns="" xmlns:a16="http://schemas.microsoft.com/office/drawing/2014/main" id="{36E5427D-8796-4624-BDEE-54E00504AEB2}"/>
              </a:ext>
            </a:extLst>
          </p:cNvPr>
          <p:cNvSpPr/>
          <p:nvPr/>
        </p:nvSpPr>
        <p:spPr>
          <a:xfrm>
            <a:off x="2636749" y="78259"/>
            <a:ext cx="1600200" cy="584775"/>
          </a:xfrm>
          <a:prstGeom prst="rect">
            <a:avLst/>
          </a:prstGeom>
        </p:spPr>
        <p:txBody>
          <a:bodyPr wrap="square">
            <a:spAutoFit/>
          </a:bodyPr>
          <a:lstStyle/>
          <a:p>
            <a:pPr lvl="0" algn="ctr" rtl="1" fontAlgn="base">
              <a:spcBef>
                <a:spcPct val="0"/>
              </a:spcBef>
              <a:spcAft>
                <a:spcPct val="0"/>
              </a:spcAft>
            </a:pPr>
            <a:r>
              <a:rPr lang="fa-IR" sz="1600" b="1" dirty="0">
                <a:solidFill>
                  <a:srgbClr val="FFFFFF"/>
                </a:solidFill>
                <a:latin typeface="Times New Roman" panose="02020603050405020304" pitchFamily="18" charset="0"/>
                <a:cs typeface="B Nazanin" panose="00000400000000000000" pitchFamily="2" charset="-78"/>
              </a:rPr>
              <a:t>همسان سازی پیشنهادی</a:t>
            </a:r>
          </a:p>
        </p:txBody>
      </p:sp>
      <p:sp>
        <p:nvSpPr>
          <p:cNvPr id="53" name="Rectangle 52">
            <a:extLst>
              <a:ext uri="{FF2B5EF4-FFF2-40B4-BE49-F238E27FC236}">
                <a16:creationId xmlns="" xmlns:a16="http://schemas.microsoft.com/office/drawing/2014/main" id="{753064DC-3B18-47CB-A6BB-170B09C37269}"/>
              </a:ext>
            </a:extLst>
          </p:cNvPr>
          <p:cNvSpPr/>
          <p:nvPr/>
        </p:nvSpPr>
        <p:spPr>
          <a:xfrm>
            <a:off x="4495138" y="91457"/>
            <a:ext cx="1443038" cy="584775"/>
          </a:xfrm>
          <a:prstGeom prst="rect">
            <a:avLst/>
          </a:prstGeom>
        </p:spPr>
        <p:txBody>
          <a:bodyPr wrap="square">
            <a:spAutoFit/>
          </a:bodyPr>
          <a:lstStyle/>
          <a:p>
            <a:pPr lvl="0" algn="ctr" rtl="1" fontAlgn="base">
              <a:spcBef>
                <a:spcPct val="0"/>
              </a:spcBef>
              <a:spcAft>
                <a:spcPct val="0"/>
              </a:spcAft>
            </a:pPr>
            <a:r>
              <a:rPr lang="fa-IR" sz="1600" b="1" dirty="0">
                <a:solidFill>
                  <a:srgbClr val="FFFFFF"/>
                </a:solidFill>
                <a:latin typeface="Times New Roman" panose="02020603050405020304" pitchFamily="18" charset="0"/>
                <a:cs typeface="B Nazanin" panose="00000400000000000000" pitchFamily="2" charset="-78"/>
              </a:rPr>
              <a:t>همسان سازی باتری</a:t>
            </a:r>
          </a:p>
        </p:txBody>
      </p:sp>
      <p:sp>
        <p:nvSpPr>
          <p:cNvPr id="54" name="Rectangle 53">
            <a:extLst>
              <a:ext uri="{FF2B5EF4-FFF2-40B4-BE49-F238E27FC236}">
                <a16:creationId xmlns="" xmlns:a16="http://schemas.microsoft.com/office/drawing/2014/main" id="{E881CACA-1B7E-46AA-9B9F-9DAF54C6D0BA}"/>
              </a:ext>
            </a:extLst>
          </p:cNvPr>
          <p:cNvSpPr/>
          <p:nvPr/>
        </p:nvSpPr>
        <p:spPr>
          <a:xfrm>
            <a:off x="6499957" y="197162"/>
            <a:ext cx="1626786" cy="323165"/>
          </a:xfrm>
          <a:prstGeom prst="rect">
            <a:avLst/>
          </a:prstGeom>
        </p:spPr>
        <p:txBody>
          <a:bodyPr wrap="square">
            <a:spAutoFit/>
          </a:bodyPr>
          <a:lstStyle/>
          <a:p>
            <a:pPr lvl="0" algn="ctr" fontAlgn="base">
              <a:spcBef>
                <a:spcPct val="0"/>
              </a:spcBef>
              <a:spcAft>
                <a:spcPct val="0"/>
              </a:spcAft>
              <a:defRPr/>
            </a:pPr>
            <a:r>
              <a:rPr lang="fa-IR" sz="1500" b="1" kern="0" dirty="0">
                <a:solidFill>
                  <a:srgbClr val="FFFFFF"/>
                </a:solidFill>
                <a:latin typeface="Times New Roman" panose="02020603050405020304" pitchFamily="18" charset="0"/>
                <a:cs typeface="B Nazanin" pitchFamily="2" charset="-78"/>
              </a:rPr>
              <a:t>باتری ها</a:t>
            </a:r>
            <a:endParaRPr lang="en-US" sz="1500" b="1" kern="0" dirty="0">
              <a:solidFill>
                <a:srgbClr val="FFFFFF"/>
              </a:solidFill>
              <a:latin typeface="Times New Roman" panose="02020603050405020304" pitchFamily="18" charset="0"/>
              <a:cs typeface="B Nazanin" pitchFamily="2" charset="-78"/>
            </a:endParaRPr>
          </a:p>
        </p:txBody>
      </p:sp>
      <p:sp>
        <p:nvSpPr>
          <p:cNvPr id="55" name="Rounded Rectangle 175">
            <a:extLst>
              <a:ext uri="{FF2B5EF4-FFF2-40B4-BE49-F238E27FC236}">
                <a16:creationId xmlns="" xmlns:a16="http://schemas.microsoft.com/office/drawing/2014/main" id="{30EF608F-7EC5-4F68-8931-4D9CB88CD230}"/>
              </a:ext>
            </a:extLst>
          </p:cNvPr>
          <p:cNvSpPr/>
          <p:nvPr/>
        </p:nvSpPr>
        <p:spPr bwMode="auto">
          <a:xfrm>
            <a:off x="6324600" y="964925"/>
            <a:ext cx="2922494" cy="418072"/>
          </a:xfrm>
          <a:prstGeom prst="roundRect">
            <a:avLst/>
          </a:prstGeom>
          <a:solidFill>
            <a:srgbClr val="3D81BF">
              <a:lumMod val="75000"/>
            </a:srgbClr>
          </a:solidFill>
          <a:ln w="9525" cap="flat" cmpd="sng" algn="ctr">
            <a:solidFill>
              <a:srgbClr val="000000"/>
            </a:solidFill>
            <a:prstDash val="solid"/>
            <a:round/>
            <a:headEnd type="none" w="med" len="med"/>
            <a:tailEnd type="none" w="med" len="med"/>
          </a:ln>
          <a:effectLst>
            <a:reflection blurRad="6350" stA="50000" endA="300" endPos="55000" dir="5400000" sy="-100000" algn="bl" rotWithShape="0"/>
          </a:effectLst>
          <a:scene3d>
            <a:camera prst="isometricOffAxis2Left"/>
            <a:lightRig rig="threePt" dir="t"/>
          </a:scene3d>
        </p:spPr>
        <p:txBody>
          <a:bodyPr vert="horz" wrap="square" lIns="91440" tIns="45720" rIns="91440" bIns="45720" numCol="1" rtlCol="0" anchor="t" anchorCtr="0" compatLnSpc="1">
            <a:prstTxWarp prst="textNoShape">
              <a:avLst/>
            </a:prstTxWarp>
          </a:bodyPr>
          <a:lstStyle/>
          <a:p>
            <a:pPr lvl="0" algn="ctr" rtl="1" fontAlgn="base">
              <a:spcBef>
                <a:spcPct val="0"/>
              </a:spcBef>
              <a:spcAft>
                <a:spcPct val="0"/>
              </a:spcAft>
            </a:pPr>
            <a:r>
              <a:rPr lang="fa-IR" sz="2000" b="1" dirty="0">
                <a:solidFill>
                  <a:srgbClr val="FFFFFF"/>
                </a:solidFill>
                <a:latin typeface="Times New Roman" panose="02020603050405020304" pitchFamily="18" charset="0"/>
                <a:cs typeface="B Nazanin" panose="00000400000000000000" pitchFamily="2" charset="-78"/>
              </a:rPr>
              <a:t>همسان سازی باتری</a:t>
            </a:r>
          </a:p>
        </p:txBody>
      </p:sp>
    </p:spTree>
    <p:extLst>
      <p:ext uri="{BB962C8B-B14F-4D97-AF65-F5344CB8AC3E}">
        <p14:creationId xmlns:p14="http://schemas.microsoft.com/office/powerpoint/2010/main" val="191651112"/>
      </p:ext>
    </p:extLst>
  </p:cSld>
  <p:clrMapOvr>
    <a:masterClrMapping/>
  </p:clrMapOvr>
  <p:timing>
    <p:tnLst>
      <p:par>
        <p:cTn id="1" dur="indefinite" restart="never" nodeType="tmRoot"/>
      </p:par>
    </p:tn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3" name="AutoShape 3">
            <a:extLst>
              <a:ext uri="{FF2B5EF4-FFF2-40B4-BE49-F238E27FC236}">
                <a16:creationId xmlns="" xmlns:a16="http://schemas.microsoft.com/office/drawing/2014/main" id="{2E7CFF1D-4628-454A-8E3A-7632D84A13A7}"/>
              </a:ext>
            </a:extLst>
          </p:cNvPr>
          <p:cNvSpPr>
            <a:spLocks noChangeArrowheads="1"/>
          </p:cNvSpPr>
          <p:nvPr/>
        </p:nvSpPr>
        <p:spPr bwMode="gray">
          <a:xfrm flipH="1">
            <a:off x="161661" y="57140"/>
            <a:ext cx="2426749" cy="651510"/>
          </a:xfrm>
          <a:prstGeom prst="chevron">
            <a:avLst>
              <a:gd name="adj" fmla="val 17009"/>
            </a:avLst>
          </a:prstGeom>
          <a:gradFill rotWithShape="1">
            <a:gsLst>
              <a:gs pos="0">
                <a:srgbClr val="84B09A">
                  <a:gamma/>
                  <a:shade val="46275"/>
                  <a:invGamma/>
                </a:srgbClr>
              </a:gs>
              <a:gs pos="50000">
                <a:srgbClr val="84B09A"/>
              </a:gs>
              <a:gs pos="100000">
                <a:srgbClr val="84B09A">
                  <a:gamma/>
                  <a:shade val="46275"/>
                  <a:invGamma/>
                </a:srgbClr>
              </a:gs>
            </a:gsLst>
            <a:lin ang="2700000" scaled="1"/>
          </a:gradFill>
          <a:ln w="38100">
            <a:solidFill>
              <a:srgbClr val="EAEAEA"/>
            </a:solidFill>
            <a:miter lim="800000"/>
            <a:headEnd/>
            <a:tailEnd/>
          </a:ln>
          <a:effectLst>
            <a:outerShdw dist="109250" dir="3267739" algn="ctr" rotWithShape="0">
              <a:srgbClr val="333333">
                <a:alpha val="50000"/>
              </a:srgbClr>
            </a:outerShdw>
          </a:effectLst>
        </p:spPr>
        <p:txBody>
          <a:bodyPr wrap="square" anchor="ctr">
            <a:spAutoFit/>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endParaRPr>
          </a:p>
        </p:txBody>
      </p:sp>
      <p:sp>
        <p:nvSpPr>
          <p:cNvPr id="3" name="Rectangle 2">
            <a:extLst>
              <a:ext uri="{FF2B5EF4-FFF2-40B4-BE49-F238E27FC236}">
                <a16:creationId xmlns="" xmlns:a16="http://schemas.microsoft.com/office/drawing/2014/main" id="{DBC95E25-1BC4-4BA6-800E-CB747C68872A}"/>
              </a:ext>
            </a:extLst>
          </p:cNvPr>
          <p:cNvSpPr/>
          <p:nvPr/>
        </p:nvSpPr>
        <p:spPr>
          <a:xfrm>
            <a:off x="1552854" y="6104824"/>
            <a:ext cx="5049780" cy="369332"/>
          </a:xfrm>
          <a:prstGeom prst="rect">
            <a:avLst/>
          </a:prstGeom>
        </p:spPr>
        <p:txBody>
          <a:bodyPr wrap="none">
            <a:spAutoFit/>
          </a:bodyPr>
          <a:lstStyle/>
          <a:p>
            <a:pPr algn="ctr" rtl="1"/>
            <a:r>
              <a:rPr lang="fa-IR" dirty="0">
                <a:latin typeface="Times New Roman" panose="02020603050405020304" pitchFamily="18" charset="0"/>
                <a:ea typeface="Calibri" panose="020F0502020204030204" pitchFamily="34" charset="0"/>
                <a:cs typeface="B Lotus" panose="00000400000000000000" pitchFamily="2" charset="-78"/>
              </a:rPr>
              <a:t>شکل </a:t>
            </a:r>
            <a:r>
              <a:rPr lang="fa-IR" dirty="0" smtClean="0">
                <a:latin typeface="Times New Roman" panose="02020603050405020304" pitchFamily="18" charset="0"/>
                <a:ea typeface="Calibri" panose="020F0502020204030204" pitchFamily="34" charset="0"/>
                <a:cs typeface="B Lotus" panose="00000400000000000000" pitchFamily="2" charset="-78"/>
              </a:rPr>
              <a:t>6 </a:t>
            </a:r>
            <a:r>
              <a:rPr lang="fa-IR" dirty="0" smtClean="0">
                <a:latin typeface="Times New Roman" panose="02020603050405020304" pitchFamily="18" charset="0"/>
                <a:cs typeface="B Lotus" panose="00000400000000000000" pitchFamily="2" charset="-78"/>
              </a:rPr>
              <a:t>نحوه </a:t>
            </a:r>
            <a:r>
              <a:rPr lang="fa-IR" dirty="0">
                <a:latin typeface="Times New Roman" panose="02020603050405020304" pitchFamily="18" charset="0"/>
                <a:cs typeface="B Lotus" panose="00000400000000000000" pitchFamily="2" charset="-78"/>
              </a:rPr>
              <a:t>خوشه بندی</a:t>
            </a:r>
            <a:r>
              <a:rPr lang="en-US" dirty="0">
                <a:latin typeface="Times New Roman" panose="02020603050405020304" pitchFamily="18" charset="0"/>
                <a:cs typeface="B Lotus" panose="00000400000000000000" pitchFamily="2" charset="-78"/>
              </a:rPr>
              <a:t>DBSCAN</a:t>
            </a:r>
            <a:r>
              <a:rPr lang="fa-IR" dirty="0">
                <a:latin typeface="Times New Roman" panose="02020603050405020304" pitchFamily="18" charset="0"/>
                <a:cs typeface="B Lotus" panose="00000400000000000000" pitchFamily="2" charset="-78"/>
              </a:rPr>
              <a:t> به شعاع </a:t>
            </a:r>
            <a:r>
              <a:rPr lang="en-US" b="1" dirty="0"/>
              <a:t>ɛ</a:t>
            </a:r>
            <a:r>
              <a:rPr lang="fa-IR" dirty="0">
                <a:latin typeface="Times New Roman" panose="02020603050405020304" pitchFamily="18" charset="0"/>
                <a:cs typeface="B Lotus" panose="00000400000000000000" pitchFamily="2" charset="-78"/>
              </a:rPr>
              <a:t> و حداقل نقاط 5.</a:t>
            </a:r>
            <a:endParaRPr lang="en-US" dirty="0"/>
          </a:p>
        </p:txBody>
      </p:sp>
      <p:grpSp>
        <p:nvGrpSpPr>
          <p:cNvPr id="8" name="Group 7"/>
          <p:cNvGrpSpPr/>
          <p:nvPr/>
        </p:nvGrpSpPr>
        <p:grpSpPr>
          <a:xfrm>
            <a:off x="545381" y="2009415"/>
            <a:ext cx="7899513" cy="3903001"/>
            <a:chOff x="533400" y="1657956"/>
            <a:chExt cx="7899513" cy="3903001"/>
          </a:xfrm>
        </p:grpSpPr>
        <p:pic>
          <p:nvPicPr>
            <p:cNvPr id="6" name="Picture 5"/>
            <p:cNvPicPr>
              <a:picLocks noChangeAspect="1"/>
            </p:cNvPicPr>
            <p:nvPr/>
          </p:nvPicPr>
          <p:blipFill rotWithShape="1">
            <a:blip r:embed="rId3"/>
            <a:srcRect l="1431"/>
            <a:stretch/>
          </p:blipFill>
          <p:spPr>
            <a:xfrm>
              <a:off x="533400" y="1657956"/>
              <a:ext cx="7899513" cy="3903001"/>
            </a:xfrm>
            <a:prstGeom prst="rect">
              <a:avLst/>
            </a:prstGeom>
          </p:spPr>
        </p:pic>
        <p:pic>
          <p:nvPicPr>
            <p:cNvPr id="7" name="Picture 6"/>
            <p:cNvPicPr>
              <a:picLocks noChangeAspect="1"/>
            </p:cNvPicPr>
            <p:nvPr/>
          </p:nvPicPr>
          <p:blipFill>
            <a:blip r:embed="rId4"/>
            <a:stretch>
              <a:fillRect/>
            </a:stretch>
          </p:blipFill>
          <p:spPr>
            <a:xfrm>
              <a:off x="2206062" y="2971800"/>
              <a:ext cx="760219" cy="1072000"/>
            </a:xfrm>
            <a:prstGeom prst="rect">
              <a:avLst/>
            </a:prstGeom>
          </p:spPr>
        </p:pic>
      </p:grpSp>
      <p:sp>
        <p:nvSpPr>
          <p:cNvPr id="26" name="Slide Number Placeholder 3">
            <a:extLst>
              <a:ext uri="{FF2B5EF4-FFF2-40B4-BE49-F238E27FC236}">
                <a16:creationId xmlns="" xmlns:a16="http://schemas.microsoft.com/office/drawing/2014/main" id="{FEFB061F-8AAB-4535-B272-1BA4D5A77191}"/>
              </a:ext>
            </a:extLst>
          </p:cNvPr>
          <p:cNvSpPr txBox="1">
            <a:spLocks/>
          </p:cNvSpPr>
          <p:nvPr/>
        </p:nvSpPr>
        <p:spPr>
          <a:xfrm>
            <a:off x="8965" y="6090313"/>
            <a:ext cx="676835" cy="767687"/>
          </a:xfrm>
          <a:prstGeom prst="rect">
            <a:avLst/>
          </a:prstGeom>
        </p:spPr>
        <p:txBody>
          <a:bodyPr vert="horz" lIns="91440" tIns="45720" rIns="91440" bIns="45720" rtlCol="0" anchor="ctr"/>
          <a:lstStyle>
            <a:defPPr>
              <a:defRPr lang="en-US"/>
            </a:defPPr>
            <a:lvl1pPr marL="0" algn="l" defTabSz="914400" rtl="0" eaLnBrk="1" latinLnBrk="0" hangingPunct="1">
              <a:defRPr sz="1400" b="1" kern="1200">
                <a:solidFill>
                  <a:srgbClr val="FFFFFF"/>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rtl="1"/>
            <a:fld id="{E8ADF199-8047-440E-B02B-E80683B392F2}" type="slidenum">
              <a:rPr lang="fa-IR" sz="1800" smtClean="0">
                <a:solidFill>
                  <a:schemeClr val="tx1"/>
                </a:solidFill>
                <a:cs typeface="B Lotus" panose="00000400000000000000" pitchFamily="2" charset="-78"/>
              </a:rPr>
              <a:pPr rtl="1"/>
              <a:t>9</a:t>
            </a:fld>
            <a:endParaRPr lang="fa-IR" sz="1800" dirty="0">
              <a:solidFill>
                <a:schemeClr val="tx1"/>
              </a:solidFill>
              <a:cs typeface="B Lotus" panose="00000400000000000000" pitchFamily="2" charset="-78"/>
            </a:endParaRPr>
          </a:p>
        </p:txBody>
      </p:sp>
      <p:pic>
        <p:nvPicPr>
          <p:cNvPr id="30" name="Picture 29" descr="پرونده:Azad University logo.png - ویکی‌پدیا، دانشنامهٔ آزاد">
            <a:extLst>
              <a:ext uri="{FF2B5EF4-FFF2-40B4-BE49-F238E27FC236}">
                <a16:creationId xmlns="" xmlns:a16="http://schemas.microsoft.com/office/drawing/2014/main" id="{2F67C891-7A76-4BAB-A300-B54DFBDD9870}"/>
              </a:ext>
            </a:extLst>
          </p:cNvPr>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8610600" y="0"/>
            <a:ext cx="533400" cy="822959"/>
          </a:xfrm>
          <a:prstGeom prst="rect">
            <a:avLst/>
          </a:prstGeom>
          <a:noFill/>
          <a:ln>
            <a:noFill/>
          </a:ln>
        </p:spPr>
      </p:pic>
      <p:sp>
        <p:nvSpPr>
          <p:cNvPr id="35" name="AutoShape 10">
            <a:extLst>
              <a:ext uri="{FF2B5EF4-FFF2-40B4-BE49-F238E27FC236}">
                <a16:creationId xmlns="" xmlns:a16="http://schemas.microsoft.com/office/drawing/2014/main" id="{2A2EA850-A064-4A9D-9C26-C017D368DF1D}"/>
              </a:ext>
            </a:extLst>
          </p:cNvPr>
          <p:cNvSpPr>
            <a:spLocks noChangeArrowheads="1"/>
          </p:cNvSpPr>
          <p:nvPr/>
        </p:nvSpPr>
        <p:spPr bwMode="gray">
          <a:xfrm flipH="1">
            <a:off x="6246677" y="59426"/>
            <a:ext cx="2057400" cy="649224"/>
          </a:xfrm>
          <a:prstGeom prst="chevron">
            <a:avLst>
              <a:gd name="adj" fmla="val 17842"/>
            </a:avLst>
          </a:prstGeom>
          <a:gradFill rotWithShape="1">
            <a:gsLst>
              <a:gs pos="0">
                <a:srgbClr val="84B09A">
                  <a:gamma/>
                  <a:shade val="46275"/>
                  <a:invGamma/>
                </a:srgbClr>
              </a:gs>
              <a:gs pos="50000">
                <a:srgbClr val="84B09A"/>
              </a:gs>
              <a:gs pos="100000">
                <a:srgbClr val="84B09A">
                  <a:gamma/>
                  <a:shade val="46275"/>
                  <a:invGamma/>
                </a:srgbClr>
              </a:gs>
            </a:gsLst>
            <a:lin ang="2700000" scaled="1"/>
          </a:gradFill>
          <a:ln w="38100">
            <a:solidFill>
              <a:srgbClr val="EAEAEA"/>
            </a:solidFill>
            <a:miter lim="800000"/>
            <a:headEnd/>
            <a:tailEnd/>
          </a:ln>
          <a:effectLst>
            <a:outerShdw dist="109250" dir="3267739" algn="ctr" rotWithShape="0">
              <a:srgbClr val="333333">
                <a:alpha val="50000"/>
              </a:srgbClr>
            </a:outerShdw>
          </a:effectLst>
        </p:spPr>
        <p:txBody>
          <a:bodyPr wrap="square" anchor="ctr">
            <a:spAutoFit/>
          </a:bodyPr>
          <a:lstStyle/>
          <a:p>
            <a:pPr algn="ctr" fontAlgn="base">
              <a:spcBef>
                <a:spcPct val="0"/>
              </a:spcBef>
              <a:spcAft>
                <a:spcPct val="0"/>
              </a:spcAft>
            </a:pPr>
            <a:endParaRPr lang="en-US" kern="0" dirty="0">
              <a:solidFill>
                <a:srgbClr val="3D81BF"/>
              </a:solidFill>
            </a:endParaRPr>
          </a:p>
        </p:txBody>
      </p:sp>
      <p:sp>
        <p:nvSpPr>
          <p:cNvPr id="36" name="AutoShape 3">
            <a:extLst>
              <a:ext uri="{FF2B5EF4-FFF2-40B4-BE49-F238E27FC236}">
                <a16:creationId xmlns="" xmlns:a16="http://schemas.microsoft.com/office/drawing/2014/main" id="{B742D6B4-C2BA-456D-8EF1-01FC0D22E95C}"/>
              </a:ext>
            </a:extLst>
          </p:cNvPr>
          <p:cNvSpPr>
            <a:spLocks noChangeArrowheads="1"/>
          </p:cNvSpPr>
          <p:nvPr/>
        </p:nvSpPr>
        <p:spPr bwMode="gray">
          <a:xfrm flipH="1">
            <a:off x="4188613" y="57140"/>
            <a:ext cx="2056086" cy="651510"/>
          </a:xfrm>
          <a:prstGeom prst="chevron">
            <a:avLst>
              <a:gd name="adj" fmla="val 17009"/>
            </a:avLst>
          </a:prstGeom>
          <a:solidFill>
            <a:srgbClr val="2842AE"/>
          </a:solidFill>
          <a:ln w="38100">
            <a:solidFill>
              <a:srgbClr val="EAEAEA"/>
            </a:solidFill>
            <a:miter lim="800000"/>
            <a:headEnd/>
            <a:tailEnd/>
          </a:ln>
          <a:effectLst>
            <a:outerShdw dist="109250" dir="3267739" algn="ctr" rotWithShape="0">
              <a:srgbClr val="333333">
                <a:alpha val="50000"/>
              </a:srgbClr>
            </a:outerShdw>
          </a:effectLst>
        </p:spPr>
        <p:txBody>
          <a:bodyPr wrap="square" anchor="ctr">
            <a:spAutoFit/>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dirty="0">
              <a:ln>
                <a:noFill/>
              </a:ln>
              <a:solidFill>
                <a:srgbClr val="3D81BF"/>
              </a:solidFill>
              <a:effectLst/>
              <a:uLnTx/>
              <a:uFillTx/>
            </a:endParaRPr>
          </a:p>
        </p:txBody>
      </p:sp>
      <p:sp>
        <p:nvSpPr>
          <p:cNvPr id="37" name="AutoShape 3">
            <a:extLst>
              <a:ext uri="{FF2B5EF4-FFF2-40B4-BE49-F238E27FC236}">
                <a16:creationId xmlns="" xmlns:a16="http://schemas.microsoft.com/office/drawing/2014/main" id="{A5531835-C6DF-4085-9BDC-A727B5CE3B64}"/>
              </a:ext>
            </a:extLst>
          </p:cNvPr>
          <p:cNvSpPr>
            <a:spLocks noChangeArrowheads="1"/>
          </p:cNvSpPr>
          <p:nvPr/>
        </p:nvSpPr>
        <p:spPr bwMode="gray">
          <a:xfrm flipH="1">
            <a:off x="2588411" y="57141"/>
            <a:ext cx="1600202" cy="651510"/>
          </a:xfrm>
          <a:prstGeom prst="chevron">
            <a:avLst>
              <a:gd name="adj" fmla="val 17009"/>
            </a:avLst>
          </a:prstGeom>
          <a:gradFill rotWithShape="1">
            <a:gsLst>
              <a:gs pos="0">
                <a:srgbClr val="84B09A">
                  <a:gamma/>
                  <a:shade val="46275"/>
                  <a:invGamma/>
                </a:srgbClr>
              </a:gs>
              <a:gs pos="50000">
                <a:srgbClr val="84B09A"/>
              </a:gs>
              <a:gs pos="100000">
                <a:srgbClr val="84B09A">
                  <a:gamma/>
                  <a:shade val="46275"/>
                  <a:invGamma/>
                </a:srgbClr>
              </a:gs>
            </a:gsLst>
            <a:lin ang="2700000" scaled="1"/>
          </a:gradFill>
          <a:ln w="38100">
            <a:solidFill>
              <a:srgbClr val="EAEAEA"/>
            </a:solidFill>
            <a:miter lim="800000"/>
            <a:headEnd/>
            <a:tailEnd/>
          </a:ln>
          <a:effectLst>
            <a:outerShdw dist="109250" dir="3267739" algn="ctr" rotWithShape="0">
              <a:srgbClr val="333333">
                <a:alpha val="50000"/>
              </a:srgbClr>
            </a:outerShdw>
          </a:effectLst>
        </p:spPr>
        <p:txBody>
          <a:bodyPr wrap="square" anchor="ctr">
            <a:spAutoFit/>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endParaRPr>
          </a:p>
        </p:txBody>
      </p:sp>
      <p:sp>
        <p:nvSpPr>
          <p:cNvPr id="38" name="Rectangle 37">
            <a:extLst>
              <a:ext uri="{FF2B5EF4-FFF2-40B4-BE49-F238E27FC236}">
                <a16:creationId xmlns="" xmlns:a16="http://schemas.microsoft.com/office/drawing/2014/main" id="{B51F10B5-E430-4BC2-858C-405C3B009988}"/>
              </a:ext>
            </a:extLst>
          </p:cNvPr>
          <p:cNvSpPr/>
          <p:nvPr/>
        </p:nvSpPr>
        <p:spPr>
          <a:xfrm>
            <a:off x="403231" y="91457"/>
            <a:ext cx="2056085" cy="584775"/>
          </a:xfrm>
          <a:prstGeom prst="rect">
            <a:avLst/>
          </a:prstGeom>
        </p:spPr>
        <p:txBody>
          <a:bodyPr wrap="square">
            <a:spAutoFit/>
          </a:bodyPr>
          <a:lstStyle/>
          <a:p>
            <a:pPr lvl="0" algn="ctr" rtl="1" fontAlgn="base">
              <a:spcBef>
                <a:spcPct val="0"/>
              </a:spcBef>
              <a:spcAft>
                <a:spcPct val="0"/>
              </a:spcAft>
            </a:pPr>
            <a:r>
              <a:rPr lang="fa-IR" sz="1600" b="1" dirty="0" smtClean="0">
                <a:solidFill>
                  <a:srgbClr val="FFFFFF"/>
                </a:solidFill>
                <a:latin typeface="Times New Roman" panose="02020603050405020304" pitchFamily="18" charset="0"/>
                <a:cs typeface="B Nazanin" panose="00000400000000000000" pitchFamily="2" charset="-78"/>
              </a:rPr>
              <a:t> پیاده سازی و ارزیابی همسان ساز پیشنهادی</a:t>
            </a:r>
            <a:endParaRPr lang="fa-IR" sz="1600" b="1" dirty="0">
              <a:solidFill>
                <a:srgbClr val="FFFFFF"/>
              </a:solidFill>
              <a:latin typeface="Times New Roman" panose="02020603050405020304" pitchFamily="18" charset="0"/>
              <a:cs typeface="B Nazanin" panose="00000400000000000000" pitchFamily="2" charset="-78"/>
            </a:endParaRPr>
          </a:p>
        </p:txBody>
      </p:sp>
      <p:sp>
        <p:nvSpPr>
          <p:cNvPr id="39" name="Rectangle 38">
            <a:extLst>
              <a:ext uri="{FF2B5EF4-FFF2-40B4-BE49-F238E27FC236}">
                <a16:creationId xmlns="" xmlns:a16="http://schemas.microsoft.com/office/drawing/2014/main" id="{BA7FD763-7392-4FB3-B13F-EF9D935A7C24}"/>
              </a:ext>
            </a:extLst>
          </p:cNvPr>
          <p:cNvSpPr/>
          <p:nvPr/>
        </p:nvSpPr>
        <p:spPr>
          <a:xfrm>
            <a:off x="2636749" y="78259"/>
            <a:ext cx="1600200" cy="584775"/>
          </a:xfrm>
          <a:prstGeom prst="rect">
            <a:avLst/>
          </a:prstGeom>
        </p:spPr>
        <p:txBody>
          <a:bodyPr wrap="square">
            <a:spAutoFit/>
          </a:bodyPr>
          <a:lstStyle/>
          <a:p>
            <a:pPr lvl="0" algn="ctr" rtl="1" fontAlgn="base">
              <a:spcBef>
                <a:spcPct val="0"/>
              </a:spcBef>
              <a:spcAft>
                <a:spcPct val="0"/>
              </a:spcAft>
            </a:pPr>
            <a:r>
              <a:rPr lang="fa-IR" sz="1600" b="1" dirty="0">
                <a:solidFill>
                  <a:srgbClr val="FFFFFF"/>
                </a:solidFill>
                <a:latin typeface="Times New Roman" panose="02020603050405020304" pitchFamily="18" charset="0"/>
                <a:cs typeface="B Nazanin" panose="00000400000000000000" pitchFamily="2" charset="-78"/>
              </a:rPr>
              <a:t>همسان سازی پیشنهادی</a:t>
            </a:r>
          </a:p>
        </p:txBody>
      </p:sp>
      <p:sp>
        <p:nvSpPr>
          <p:cNvPr id="40" name="Rectangle 39">
            <a:extLst>
              <a:ext uri="{FF2B5EF4-FFF2-40B4-BE49-F238E27FC236}">
                <a16:creationId xmlns="" xmlns:a16="http://schemas.microsoft.com/office/drawing/2014/main" id="{4E566E01-C2D9-408C-9484-C0EBBF4D2C33}"/>
              </a:ext>
            </a:extLst>
          </p:cNvPr>
          <p:cNvSpPr/>
          <p:nvPr/>
        </p:nvSpPr>
        <p:spPr>
          <a:xfrm>
            <a:off x="4495138" y="91457"/>
            <a:ext cx="1443038" cy="584775"/>
          </a:xfrm>
          <a:prstGeom prst="rect">
            <a:avLst/>
          </a:prstGeom>
        </p:spPr>
        <p:txBody>
          <a:bodyPr wrap="square">
            <a:spAutoFit/>
          </a:bodyPr>
          <a:lstStyle/>
          <a:p>
            <a:pPr lvl="0" algn="ctr" rtl="1" fontAlgn="base">
              <a:spcBef>
                <a:spcPct val="0"/>
              </a:spcBef>
              <a:spcAft>
                <a:spcPct val="0"/>
              </a:spcAft>
            </a:pPr>
            <a:r>
              <a:rPr lang="fa-IR" sz="1600" b="1" dirty="0">
                <a:solidFill>
                  <a:srgbClr val="FFFFFF"/>
                </a:solidFill>
                <a:latin typeface="Times New Roman" panose="02020603050405020304" pitchFamily="18" charset="0"/>
                <a:cs typeface="B Nazanin" panose="00000400000000000000" pitchFamily="2" charset="-78"/>
              </a:rPr>
              <a:t>همسان سازی باتری</a:t>
            </a:r>
          </a:p>
        </p:txBody>
      </p:sp>
      <p:sp>
        <p:nvSpPr>
          <p:cNvPr id="41" name="Rectangle 40">
            <a:extLst>
              <a:ext uri="{FF2B5EF4-FFF2-40B4-BE49-F238E27FC236}">
                <a16:creationId xmlns="" xmlns:a16="http://schemas.microsoft.com/office/drawing/2014/main" id="{4574B186-F112-4A6C-ADFE-E46D302B236B}"/>
              </a:ext>
            </a:extLst>
          </p:cNvPr>
          <p:cNvSpPr/>
          <p:nvPr/>
        </p:nvSpPr>
        <p:spPr>
          <a:xfrm>
            <a:off x="6499957" y="197162"/>
            <a:ext cx="1626786" cy="323165"/>
          </a:xfrm>
          <a:prstGeom prst="rect">
            <a:avLst/>
          </a:prstGeom>
        </p:spPr>
        <p:txBody>
          <a:bodyPr wrap="square">
            <a:spAutoFit/>
          </a:bodyPr>
          <a:lstStyle/>
          <a:p>
            <a:pPr lvl="0" algn="ctr" fontAlgn="base">
              <a:spcBef>
                <a:spcPct val="0"/>
              </a:spcBef>
              <a:spcAft>
                <a:spcPct val="0"/>
              </a:spcAft>
              <a:defRPr/>
            </a:pPr>
            <a:r>
              <a:rPr lang="fa-IR" sz="1500" b="1" kern="0" dirty="0">
                <a:solidFill>
                  <a:srgbClr val="FFFFFF"/>
                </a:solidFill>
                <a:latin typeface="Times New Roman" panose="02020603050405020304" pitchFamily="18" charset="0"/>
                <a:cs typeface="B Nazanin" pitchFamily="2" charset="-78"/>
              </a:rPr>
              <a:t>باتری ها</a:t>
            </a:r>
            <a:endParaRPr lang="en-US" sz="1500" b="1" kern="0" dirty="0">
              <a:solidFill>
                <a:srgbClr val="FFFFFF"/>
              </a:solidFill>
              <a:latin typeface="Times New Roman" panose="02020603050405020304" pitchFamily="18" charset="0"/>
              <a:cs typeface="B Nazanin" pitchFamily="2" charset="-78"/>
            </a:endParaRPr>
          </a:p>
        </p:txBody>
      </p:sp>
      <p:sp>
        <p:nvSpPr>
          <p:cNvPr id="42" name="Rounded Rectangle 175">
            <a:extLst>
              <a:ext uri="{FF2B5EF4-FFF2-40B4-BE49-F238E27FC236}">
                <a16:creationId xmlns="" xmlns:a16="http://schemas.microsoft.com/office/drawing/2014/main" id="{72F1F36F-BC0F-4EAB-B733-3BEB63BA174F}"/>
              </a:ext>
            </a:extLst>
          </p:cNvPr>
          <p:cNvSpPr/>
          <p:nvPr/>
        </p:nvSpPr>
        <p:spPr bwMode="auto">
          <a:xfrm>
            <a:off x="6324600" y="1066930"/>
            <a:ext cx="2922494" cy="418072"/>
          </a:xfrm>
          <a:prstGeom prst="roundRect">
            <a:avLst/>
          </a:prstGeom>
          <a:solidFill>
            <a:srgbClr val="3D81BF">
              <a:lumMod val="75000"/>
            </a:srgbClr>
          </a:solidFill>
          <a:ln w="9525" cap="flat" cmpd="sng" algn="ctr">
            <a:solidFill>
              <a:srgbClr val="000000"/>
            </a:solidFill>
            <a:prstDash val="solid"/>
            <a:round/>
            <a:headEnd type="none" w="med" len="med"/>
            <a:tailEnd type="none" w="med" len="med"/>
          </a:ln>
          <a:effectLst>
            <a:reflection blurRad="6350" stA="50000" endA="300" endPos="55000" dir="5400000" sy="-100000" algn="bl" rotWithShape="0"/>
          </a:effectLst>
          <a:scene3d>
            <a:camera prst="isometricOffAxis2Left"/>
            <a:lightRig rig="threePt" dir="t"/>
          </a:scene3d>
        </p:spPr>
        <p:txBody>
          <a:bodyPr vert="horz" wrap="square" lIns="91440" tIns="45720" rIns="91440" bIns="45720" numCol="1" rtlCol="0" anchor="t" anchorCtr="0" compatLnSpc="1">
            <a:prstTxWarp prst="textNoShape">
              <a:avLst/>
            </a:prstTxWarp>
          </a:bodyPr>
          <a:lstStyle/>
          <a:p>
            <a:pPr lvl="0" algn="ctr" rtl="1" fontAlgn="base">
              <a:spcBef>
                <a:spcPct val="0"/>
              </a:spcBef>
              <a:spcAft>
                <a:spcPct val="0"/>
              </a:spcAft>
            </a:pPr>
            <a:r>
              <a:rPr lang="fa-IR" sz="2000" b="1" dirty="0">
                <a:solidFill>
                  <a:srgbClr val="FFFFFF"/>
                </a:solidFill>
                <a:latin typeface="Times New Roman" panose="02020603050405020304" pitchFamily="18" charset="0"/>
                <a:cs typeface="B Nazanin" panose="00000400000000000000" pitchFamily="2" charset="-78"/>
              </a:rPr>
              <a:t>همسان سازی باتری</a:t>
            </a:r>
          </a:p>
        </p:txBody>
      </p:sp>
    </p:spTree>
    <p:extLst>
      <p:ext uri="{BB962C8B-B14F-4D97-AF65-F5344CB8AC3E}">
        <p14:creationId xmlns:p14="http://schemas.microsoft.com/office/powerpoint/2010/main" val="1414720527"/>
      </p:ext>
    </p:extLst>
  </p:cSld>
  <p:clrMapOvr>
    <a:masterClrMapping/>
  </p:clrMapOvr>
  <p:timing>
    <p:tnLst>
      <p:par>
        <p:cTn id="1" dur="indefinite" restart="never" nodeType="tmRoot"/>
      </p:par>
    </p:tn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3" name="AutoShape 3">
            <a:extLst>
              <a:ext uri="{FF2B5EF4-FFF2-40B4-BE49-F238E27FC236}">
                <a16:creationId xmlns="" xmlns:a16="http://schemas.microsoft.com/office/drawing/2014/main" id="{2E7CFF1D-4628-454A-8E3A-7632D84A13A7}"/>
              </a:ext>
            </a:extLst>
          </p:cNvPr>
          <p:cNvSpPr>
            <a:spLocks noChangeArrowheads="1"/>
          </p:cNvSpPr>
          <p:nvPr/>
        </p:nvSpPr>
        <p:spPr bwMode="gray">
          <a:xfrm flipH="1">
            <a:off x="161661" y="57140"/>
            <a:ext cx="2426749" cy="651510"/>
          </a:xfrm>
          <a:prstGeom prst="chevron">
            <a:avLst>
              <a:gd name="adj" fmla="val 17009"/>
            </a:avLst>
          </a:prstGeom>
          <a:gradFill rotWithShape="1">
            <a:gsLst>
              <a:gs pos="0">
                <a:srgbClr val="84B09A">
                  <a:gamma/>
                  <a:shade val="46275"/>
                  <a:invGamma/>
                </a:srgbClr>
              </a:gs>
              <a:gs pos="50000">
                <a:srgbClr val="84B09A"/>
              </a:gs>
              <a:gs pos="100000">
                <a:srgbClr val="84B09A">
                  <a:gamma/>
                  <a:shade val="46275"/>
                  <a:invGamma/>
                </a:srgbClr>
              </a:gs>
            </a:gsLst>
            <a:lin ang="2700000" scaled="1"/>
          </a:gradFill>
          <a:ln w="38100">
            <a:solidFill>
              <a:srgbClr val="EAEAEA"/>
            </a:solidFill>
            <a:miter lim="800000"/>
            <a:headEnd/>
            <a:tailEnd/>
          </a:ln>
          <a:effectLst>
            <a:outerShdw dist="109250" dir="3267739" algn="ctr" rotWithShape="0">
              <a:srgbClr val="333333">
                <a:alpha val="50000"/>
              </a:srgbClr>
            </a:outerShdw>
          </a:effectLst>
        </p:spPr>
        <p:txBody>
          <a:bodyPr wrap="square" anchor="ctr">
            <a:spAutoFit/>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endParaRPr>
          </a:p>
        </p:txBody>
      </p:sp>
      <p:sp>
        <p:nvSpPr>
          <p:cNvPr id="3" name="Rectangle 2">
            <a:extLst>
              <a:ext uri="{FF2B5EF4-FFF2-40B4-BE49-F238E27FC236}">
                <a16:creationId xmlns="" xmlns:a16="http://schemas.microsoft.com/office/drawing/2014/main" id="{DBC95E25-1BC4-4BA6-800E-CB747C68872A}"/>
              </a:ext>
            </a:extLst>
          </p:cNvPr>
          <p:cNvSpPr/>
          <p:nvPr/>
        </p:nvSpPr>
        <p:spPr>
          <a:xfrm>
            <a:off x="943062" y="6291506"/>
            <a:ext cx="6442789" cy="369332"/>
          </a:xfrm>
          <a:prstGeom prst="rect">
            <a:avLst/>
          </a:prstGeom>
        </p:spPr>
        <p:txBody>
          <a:bodyPr wrap="none">
            <a:spAutoFit/>
          </a:bodyPr>
          <a:lstStyle/>
          <a:p>
            <a:pPr algn="ctr" rtl="1"/>
            <a:r>
              <a:rPr lang="fa-IR" dirty="0">
                <a:latin typeface="Times New Roman" panose="02020603050405020304" pitchFamily="18" charset="0"/>
                <a:ea typeface="Calibri" panose="020F0502020204030204" pitchFamily="34" charset="0"/>
                <a:cs typeface="B Lotus" panose="00000400000000000000" pitchFamily="2" charset="-78"/>
              </a:rPr>
              <a:t>شکل </a:t>
            </a:r>
            <a:r>
              <a:rPr lang="fa-IR" dirty="0" smtClean="0">
                <a:latin typeface="Times New Roman" panose="02020603050405020304" pitchFamily="18" charset="0"/>
                <a:ea typeface="Calibri" panose="020F0502020204030204" pitchFamily="34" charset="0"/>
                <a:cs typeface="B Lotus" panose="00000400000000000000" pitchFamily="2" charset="-78"/>
              </a:rPr>
              <a:t>7  </a:t>
            </a:r>
            <a:r>
              <a:rPr lang="fa-IR" dirty="0">
                <a:latin typeface="Times New Roman" panose="02020603050405020304" pitchFamily="18" charset="0"/>
                <a:ea typeface="Calibri" panose="020F0502020204030204" pitchFamily="34" charset="0"/>
                <a:cs typeface="B Lotus" panose="00000400000000000000" pitchFamily="2" charset="-78"/>
              </a:rPr>
              <a:t>مقایسه </a:t>
            </a:r>
            <a:r>
              <a:rPr lang="fa-IR" dirty="0" smtClean="0">
                <a:latin typeface="Times New Roman" panose="02020603050405020304" pitchFamily="18" charset="0"/>
                <a:ea typeface="Calibri" panose="020F0502020204030204" pitchFamily="34" charset="0"/>
                <a:cs typeface="B Lotus" panose="00000400000000000000" pitchFamily="2" charset="-78"/>
              </a:rPr>
              <a:t>ضریب </a:t>
            </a:r>
            <a:r>
              <a:rPr lang="fa-IR" dirty="0">
                <a:latin typeface="Times New Roman" panose="02020603050405020304" pitchFamily="18" charset="0"/>
                <a:ea typeface="Calibri" panose="020F0502020204030204" pitchFamily="34" charset="0"/>
                <a:cs typeface="B Lotus" panose="00000400000000000000" pitchFamily="2" charset="-78"/>
              </a:rPr>
              <a:t>اپسیلون در خوشه بندی </a:t>
            </a:r>
            <a:r>
              <a:rPr lang="en-US" dirty="0">
                <a:latin typeface="Times New Roman" panose="02020603050405020304" pitchFamily="18" charset="0"/>
                <a:ea typeface="Calibri" panose="020F0502020204030204" pitchFamily="34" charset="0"/>
                <a:cs typeface="B Lotus" panose="00000400000000000000" pitchFamily="2" charset="-78"/>
              </a:rPr>
              <a:t>DBSCAN</a:t>
            </a:r>
            <a:r>
              <a:rPr lang="fa-IR" dirty="0">
                <a:latin typeface="Times New Roman" panose="02020603050405020304" pitchFamily="18" charset="0"/>
                <a:ea typeface="Calibri" panose="020F0502020204030204" pitchFamily="34" charset="0"/>
                <a:cs typeface="B Lotus" panose="00000400000000000000" pitchFamily="2" charset="-78"/>
              </a:rPr>
              <a:t> با در نظر گرفتن 5 = </a:t>
            </a:r>
            <a:r>
              <a:rPr lang="en-US" dirty="0" err="1">
                <a:latin typeface="Times New Roman" panose="02020603050405020304" pitchFamily="18" charset="0"/>
                <a:ea typeface="Calibri" panose="020F0502020204030204" pitchFamily="34" charset="0"/>
                <a:cs typeface="B Lotus" panose="00000400000000000000" pitchFamily="2" charset="-78"/>
              </a:rPr>
              <a:t>mp</a:t>
            </a:r>
            <a:r>
              <a:rPr lang="fa-IR" dirty="0">
                <a:latin typeface="Times New Roman" panose="02020603050405020304" pitchFamily="18" charset="0"/>
                <a:ea typeface="Calibri" panose="020F0502020204030204" pitchFamily="34" charset="0"/>
                <a:cs typeface="B Lotus" panose="00000400000000000000" pitchFamily="2" charset="-78"/>
              </a:rPr>
              <a:t>.</a:t>
            </a:r>
            <a:endParaRPr lang="en-US" dirty="0"/>
          </a:p>
        </p:txBody>
      </p:sp>
      <p:sp>
        <p:nvSpPr>
          <p:cNvPr id="26" name="Slide Number Placeholder 3">
            <a:extLst>
              <a:ext uri="{FF2B5EF4-FFF2-40B4-BE49-F238E27FC236}">
                <a16:creationId xmlns="" xmlns:a16="http://schemas.microsoft.com/office/drawing/2014/main" id="{FEFB061F-8AAB-4535-B272-1BA4D5A77191}"/>
              </a:ext>
            </a:extLst>
          </p:cNvPr>
          <p:cNvSpPr txBox="1">
            <a:spLocks/>
          </p:cNvSpPr>
          <p:nvPr/>
        </p:nvSpPr>
        <p:spPr>
          <a:xfrm>
            <a:off x="8965" y="6090313"/>
            <a:ext cx="676835" cy="767687"/>
          </a:xfrm>
          <a:prstGeom prst="rect">
            <a:avLst/>
          </a:prstGeom>
        </p:spPr>
        <p:txBody>
          <a:bodyPr vert="horz" lIns="91440" tIns="45720" rIns="91440" bIns="45720" rtlCol="0" anchor="ctr"/>
          <a:lstStyle>
            <a:defPPr>
              <a:defRPr lang="en-US"/>
            </a:defPPr>
            <a:lvl1pPr marL="0" algn="l" defTabSz="914400" rtl="0" eaLnBrk="1" latinLnBrk="0" hangingPunct="1">
              <a:defRPr sz="1400" b="1" kern="1200">
                <a:solidFill>
                  <a:srgbClr val="FFFFFF"/>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rtl="1"/>
            <a:fld id="{E8ADF199-8047-440E-B02B-E80683B392F2}" type="slidenum">
              <a:rPr lang="fa-IR" sz="1800" smtClean="0">
                <a:solidFill>
                  <a:schemeClr val="tx1"/>
                </a:solidFill>
                <a:cs typeface="B Lotus" panose="00000400000000000000" pitchFamily="2" charset="-78"/>
              </a:rPr>
              <a:pPr rtl="1"/>
              <a:t>10</a:t>
            </a:fld>
            <a:endParaRPr lang="fa-IR" sz="1800" dirty="0">
              <a:solidFill>
                <a:schemeClr val="tx1"/>
              </a:solidFill>
              <a:cs typeface="B Lotus" panose="00000400000000000000" pitchFamily="2" charset="-78"/>
            </a:endParaRPr>
          </a:p>
        </p:txBody>
      </p:sp>
      <p:pic>
        <p:nvPicPr>
          <p:cNvPr id="30" name="Picture 29" descr="پرونده:Azad University logo.png - ویکی‌پدیا، دانشنامهٔ آزاد">
            <a:extLst>
              <a:ext uri="{FF2B5EF4-FFF2-40B4-BE49-F238E27FC236}">
                <a16:creationId xmlns="" xmlns:a16="http://schemas.microsoft.com/office/drawing/2014/main" id="{2F67C891-7A76-4BAB-A300-B54DFBDD9870}"/>
              </a:ext>
            </a:extLst>
          </p:cNvPr>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8610600" y="0"/>
            <a:ext cx="533400" cy="822959"/>
          </a:xfrm>
          <a:prstGeom prst="rect">
            <a:avLst/>
          </a:prstGeom>
          <a:noFill/>
          <a:ln>
            <a:noFill/>
          </a:ln>
        </p:spPr>
      </p:pic>
      <p:sp>
        <p:nvSpPr>
          <p:cNvPr id="35" name="AutoShape 10">
            <a:extLst>
              <a:ext uri="{FF2B5EF4-FFF2-40B4-BE49-F238E27FC236}">
                <a16:creationId xmlns="" xmlns:a16="http://schemas.microsoft.com/office/drawing/2014/main" id="{2A2EA850-A064-4A9D-9C26-C017D368DF1D}"/>
              </a:ext>
            </a:extLst>
          </p:cNvPr>
          <p:cNvSpPr>
            <a:spLocks noChangeArrowheads="1"/>
          </p:cNvSpPr>
          <p:nvPr/>
        </p:nvSpPr>
        <p:spPr bwMode="gray">
          <a:xfrm flipH="1">
            <a:off x="6246677" y="59426"/>
            <a:ext cx="2057400" cy="649224"/>
          </a:xfrm>
          <a:prstGeom prst="chevron">
            <a:avLst>
              <a:gd name="adj" fmla="val 17842"/>
            </a:avLst>
          </a:prstGeom>
          <a:gradFill rotWithShape="1">
            <a:gsLst>
              <a:gs pos="0">
                <a:srgbClr val="84B09A">
                  <a:gamma/>
                  <a:shade val="46275"/>
                  <a:invGamma/>
                </a:srgbClr>
              </a:gs>
              <a:gs pos="50000">
                <a:srgbClr val="84B09A"/>
              </a:gs>
              <a:gs pos="100000">
                <a:srgbClr val="84B09A">
                  <a:gamma/>
                  <a:shade val="46275"/>
                  <a:invGamma/>
                </a:srgbClr>
              </a:gs>
            </a:gsLst>
            <a:lin ang="2700000" scaled="1"/>
          </a:gradFill>
          <a:ln w="38100">
            <a:solidFill>
              <a:srgbClr val="EAEAEA"/>
            </a:solidFill>
            <a:miter lim="800000"/>
            <a:headEnd/>
            <a:tailEnd/>
          </a:ln>
          <a:effectLst>
            <a:outerShdw dist="109250" dir="3267739" algn="ctr" rotWithShape="0">
              <a:srgbClr val="333333">
                <a:alpha val="50000"/>
              </a:srgbClr>
            </a:outerShdw>
          </a:effectLst>
        </p:spPr>
        <p:txBody>
          <a:bodyPr wrap="square" anchor="ctr">
            <a:spAutoFit/>
          </a:bodyPr>
          <a:lstStyle/>
          <a:p>
            <a:pPr algn="ctr" fontAlgn="base">
              <a:spcBef>
                <a:spcPct val="0"/>
              </a:spcBef>
              <a:spcAft>
                <a:spcPct val="0"/>
              </a:spcAft>
            </a:pPr>
            <a:endParaRPr lang="en-US" kern="0" dirty="0">
              <a:solidFill>
                <a:srgbClr val="3D81BF"/>
              </a:solidFill>
            </a:endParaRPr>
          </a:p>
        </p:txBody>
      </p:sp>
      <p:sp>
        <p:nvSpPr>
          <p:cNvPr id="36" name="AutoShape 3">
            <a:extLst>
              <a:ext uri="{FF2B5EF4-FFF2-40B4-BE49-F238E27FC236}">
                <a16:creationId xmlns="" xmlns:a16="http://schemas.microsoft.com/office/drawing/2014/main" id="{B742D6B4-C2BA-456D-8EF1-01FC0D22E95C}"/>
              </a:ext>
            </a:extLst>
          </p:cNvPr>
          <p:cNvSpPr>
            <a:spLocks noChangeArrowheads="1"/>
          </p:cNvSpPr>
          <p:nvPr/>
        </p:nvSpPr>
        <p:spPr bwMode="gray">
          <a:xfrm flipH="1">
            <a:off x="4200083" y="65559"/>
            <a:ext cx="2056086" cy="649224"/>
          </a:xfrm>
          <a:prstGeom prst="chevron">
            <a:avLst>
              <a:gd name="adj" fmla="val 17009"/>
            </a:avLst>
          </a:prstGeom>
          <a:gradFill rotWithShape="1">
            <a:gsLst>
              <a:gs pos="0">
                <a:srgbClr val="84B09A">
                  <a:gamma/>
                  <a:shade val="46275"/>
                  <a:invGamma/>
                </a:srgbClr>
              </a:gs>
              <a:gs pos="50000">
                <a:srgbClr val="84B09A"/>
              </a:gs>
              <a:gs pos="100000">
                <a:srgbClr val="84B09A">
                  <a:gamma/>
                  <a:shade val="46275"/>
                  <a:invGamma/>
                </a:srgbClr>
              </a:gs>
            </a:gsLst>
            <a:lin ang="2700000" scaled="1"/>
          </a:gradFill>
          <a:ln w="38100">
            <a:solidFill>
              <a:srgbClr val="EAEAEA"/>
            </a:solidFill>
            <a:miter lim="800000"/>
            <a:headEnd/>
            <a:tailEnd/>
          </a:ln>
          <a:effectLst>
            <a:outerShdw dist="109250" dir="3267739" algn="ctr" rotWithShape="0">
              <a:srgbClr val="333333">
                <a:alpha val="50000"/>
              </a:srgbClr>
            </a:outerShdw>
          </a:effectLst>
        </p:spPr>
        <p:txBody>
          <a:bodyPr wrap="square" anchor="ctr">
            <a:spAutoFit/>
          </a:bodyPr>
          <a:lstStyle/>
          <a:p>
            <a:pPr algn="ctr" fontAlgn="base">
              <a:spcBef>
                <a:spcPct val="0"/>
              </a:spcBef>
              <a:spcAft>
                <a:spcPct val="0"/>
              </a:spcAft>
            </a:pPr>
            <a:endParaRPr lang="en-US" kern="0" dirty="0">
              <a:solidFill>
                <a:srgbClr val="3D81BF"/>
              </a:solidFill>
            </a:endParaRPr>
          </a:p>
        </p:txBody>
      </p:sp>
      <p:sp>
        <p:nvSpPr>
          <p:cNvPr id="37" name="AutoShape 3">
            <a:extLst>
              <a:ext uri="{FF2B5EF4-FFF2-40B4-BE49-F238E27FC236}">
                <a16:creationId xmlns="" xmlns:a16="http://schemas.microsoft.com/office/drawing/2014/main" id="{A5531835-C6DF-4085-9BDC-A727B5CE3B64}"/>
              </a:ext>
            </a:extLst>
          </p:cNvPr>
          <p:cNvSpPr>
            <a:spLocks noChangeArrowheads="1"/>
          </p:cNvSpPr>
          <p:nvPr/>
        </p:nvSpPr>
        <p:spPr bwMode="gray">
          <a:xfrm flipH="1">
            <a:off x="2564242" y="54759"/>
            <a:ext cx="1600202" cy="649224"/>
          </a:xfrm>
          <a:prstGeom prst="chevron">
            <a:avLst>
              <a:gd name="adj" fmla="val 17009"/>
            </a:avLst>
          </a:prstGeom>
          <a:solidFill>
            <a:srgbClr val="2842AE"/>
          </a:solidFill>
          <a:ln w="38100">
            <a:solidFill>
              <a:srgbClr val="EAEAEA"/>
            </a:solidFill>
            <a:miter lim="800000"/>
            <a:headEnd/>
            <a:tailEnd/>
          </a:ln>
          <a:effectLst>
            <a:outerShdw dist="109250" dir="3267739" algn="ctr" rotWithShape="0">
              <a:srgbClr val="333333">
                <a:alpha val="50000"/>
              </a:srgbClr>
            </a:outerShdw>
          </a:effectLst>
        </p:spPr>
        <p:txBody>
          <a:bodyPr wrap="square" anchor="ctr">
            <a:spAutoFit/>
          </a:bodyPr>
          <a:lstStyle/>
          <a:p>
            <a:pPr algn="ctr" fontAlgn="base">
              <a:spcBef>
                <a:spcPct val="0"/>
              </a:spcBef>
              <a:spcAft>
                <a:spcPct val="0"/>
              </a:spcAft>
            </a:pPr>
            <a:endParaRPr lang="en-US" kern="0">
              <a:solidFill>
                <a:srgbClr val="3D81BF"/>
              </a:solidFill>
            </a:endParaRPr>
          </a:p>
        </p:txBody>
      </p:sp>
      <p:sp>
        <p:nvSpPr>
          <p:cNvPr id="38" name="Rectangle 37">
            <a:extLst>
              <a:ext uri="{FF2B5EF4-FFF2-40B4-BE49-F238E27FC236}">
                <a16:creationId xmlns="" xmlns:a16="http://schemas.microsoft.com/office/drawing/2014/main" id="{B51F10B5-E430-4BC2-858C-405C3B009988}"/>
              </a:ext>
            </a:extLst>
          </p:cNvPr>
          <p:cNvSpPr/>
          <p:nvPr/>
        </p:nvSpPr>
        <p:spPr>
          <a:xfrm>
            <a:off x="403231" y="91457"/>
            <a:ext cx="2056085" cy="584775"/>
          </a:xfrm>
          <a:prstGeom prst="rect">
            <a:avLst/>
          </a:prstGeom>
        </p:spPr>
        <p:txBody>
          <a:bodyPr wrap="square">
            <a:spAutoFit/>
          </a:bodyPr>
          <a:lstStyle/>
          <a:p>
            <a:pPr lvl="0" algn="ctr" rtl="1" fontAlgn="base">
              <a:spcBef>
                <a:spcPct val="0"/>
              </a:spcBef>
              <a:spcAft>
                <a:spcPct val="0"/>
              </a:spcAft>
            </a:pPr>
            <a:r>
              <a:rPr lang="fa-IR" sz="1600" b="1" dirty="0" smtClean="0">
                <a:solidFill>
                  <a:srgbClr val="FFFFFF"/>
                </a:solidFill>
                <a:latin typeface="Times New Roman" panose="02020603050405020304" pitchFamily="18" charset="0"/>
                <a:cs typeface="B Nazanin" panose="00000400000000000000" pitchFamily="2" charset="-78"/>
              </a:rPr>
              <a:t> پیاده سازی و ارزیابی همسان ساز پیشنهادی</a:t>
            </a:r>
            <a:endParaRPr lang="fa-IR" sz="1600" b="1" dirty="0">
              <a:solidFill>
                <a:srgbClr val="FFFFFF"/>
              </a:solidFill>
              <a:latin typeface="Times New Roman" panose="02020603050405020304" pitchFamily="18" charset="0"/>
              <a:cs typeface="B Nazanin" panose="00000400000000000000" pitchFamily="2" charset="-78"/>
            </a:endParaRPr>
          </a:p>
        </p:txBody>
      </p:sp>
      <p:sp>
        <p:nvSpPr>
          <p:cNvPr id="39" name="Rectangle 38">
            <a:extLst>
              <a:ext uri="{FF2B5EF4-FFF2-40B4-BE49-F238E27FC236}">
                <a16:creationId xmlns="" xmlns:a16="http://schemas.microsoft.com/office/drawing/2014/main" id="{BA7FD763-7392-4FB3-B13F-EF9D935A7C24}"/>
              </a:ext>
            </a:extLst>
          </p:cNvPr>
          <p:cNvSpPr/>
          <p:nvPr/>
        </p:nvSpPr>
        <p:spPr>
          <a:xfrm>
            <a:off x="2636749" y="78259"/>
            <a:ext cx="1600200" cy="584775"/>
          </a:xfrm>
          <a:prstGeom prst="rect">
            <a:avLst/>
          </a:prstGeom>
        </p:spPr>
        <p:txBody>
          <a:bodyPr wrap="square">
            <a:spAutoFit/>
          </a:bodyPr>
          <a:lstStyle/>
          <a:p>
            <a:pPr lvl="0" algn="ctr" rtl="1" fontAlgn="base">
              <a:spcBef>
                <a:spcPct val="0"/>
              </a:spcBef>
              <a:spcAft>
                <a:spcPct val="0"/>
              </a:spcAft>
            </a:pPr>
            <a:r>
              <a:rPr lang="fa-IR" sz="1600" b="1" dirty="0">
                <a:solidFill>
                  <a:srgbClr val="FFFFFF"/>
                </a:solidFill>
                <a:latin typeface="Times New Roman" panose="02020603050405020304" pitchFamily="18" charset="0"/>
                <a:cs typeface="B Nazanin" panose="00000400000000000000" pitchFamily="2" charset="-78"/>
              </a:rPr>
              <a:t>همسان سازی پیشنهادی</a:t>
            </a:r>
          </a:p>
        </p:txBody>
      </p:sp>
      <p:sp>
        <p:nvSpPr>
          <p:cNvPr id="40" name="Rectangle 39">
            <a:extLst>
              <a:ext uri="{FF2B5EF4-FFF2-40B4-BE49-F238E27FC236}">
                <a16:creationId xmlns="" xmlns:a16="http://schemas.microsoft.com/office/drawing/2014/main" id="{4E566E01-C2D9-408C-9484-C0EBBF4D2C33}"/>
              </a:ext>
            </a:extLst>
          </p:cNvPr>
          <p:cNvSpPr/>
          <p:nvPr/>
        </p:nvSpPr>
        <p:spPr>
          <a:xfrm>
            <a:off x="4495138" y="91457"/>
            <a:ext cx="1443038" cy="584775"/>
          </a:xfrm>
          <a:prstGeom prst="rect">
            <a:avLst/>
          </a:prstGeom>
        </p:spPr>
        <p:txBody>
          <a:bodyPr wrap="square">
            <a:spAutoFit/>
          </a:bodyPr>
          <a:lstStyle/>
          <a:p>
            <a:pPr lvl="0" algn="ctr" rtl="1" fontAlgn="base">
              <a:spcBef>
                <a:spcPct val="0"/>
              </a:spcBef>
              <a:spcAft>
                <a:spcPct val="0"/>
              </a:spcAft>
            </a:pPr>
            <a:r>
              <a:rPr lang="fa-IR" sz="1600" b="1" dirty="0">
                <a:solidFill>
                  <a:srgbClr val="FFFFFF"/>
                </a:solidFill>
                <a:latin typeface="Times New Roman" panose="02020603050405020304" pitchFamily="18" charset="0"/>
                <a:cs typeface="B Nazanin" panose="00000400000000000000" pitchFamily="2" charset="-78"/>
              </a:rPr>
              <a:t>همسان سازی باتری</a:t>
            </a:r>
          </a:p>
        </p:txBody>
      </p:sp>
      <p:sp>
        <p:nvSpPr>
          <p:cNvPr id="41" name="Rectangle 40">
            <a:extLst>
              <a:ext uri="{FF2B5EF4-FFF2-40B4-BE49-F238E27FC236}">
                <a16:creationId xmlns="" xmlns:a16="http://schemas.microsoft.com/office/drawing/2014/main" id="{4574B186-F112-4A6C-ADFE-E46D302B236B}"/>
              </a:ext>
            </a:extLst>
          </p:cNvPr>
          <p:cNvSpPr/>
          <p:nvPr/>
        </p:nvSpPr>
        <p:spPr>
          <a:xfrm>
            <a:off x="6499957" y="197162"/>
            <a:ext cx="1626786" cy="323165"/>
          </a:xfrm>
          <a:prstGeom prst="rect">
            <a:avLst/>
          </a:prstGeom>
        </p:spPr>
        <p:txBody>
          <a:bodyPr wrap="square">
            <a:spAutoFit/>
          </a:bodyPr>
          <a:lstStyle/>
          <a:p>
            <a:pPr lvl="0" algn="ctr" fontAlgn="base">
              <a:spcBef>
                <a:spcPct val="0"/>
              </a:spcBef>
              <a:spcAft>
                <a:spcPct val="0"/>
              </a:spcAft>
              <a:defRPr/>
            </a:pPr>
            <a:r>
              <a:rPr lang="fa-IR" sz="1500" b="1" kern="0" dirty="0">
                <a:solidFill>
                  <a:srgbClr val="FFFFFF"/>
                </a:solidFill>
                <a:latin typeface="Times New Roman" panose="02020603050405020304" pitchFamily="18" charset="0"/>
                <a:cs typeface="B Nazanin" pitchFamily="2" charset="-78"/>
              </a:rPr>
              <a:t>باتری ها</a:t>
            </a:r>
            <a:endParaRPr lang="en-US" sz="1500" b="1" kern="0" dirty="0">
              <a:solidFill>
                <a:srgbClr val="FFFFFF"/>
              </a:solidFill>
              <a:latin typeface="Times New Roman" panose="02020603050405020304" pitchFamily="18" charset="0"/>
              <a:cs typeface="B Nazanin" pitchFamily="2" charset="-78"/>
            </a:endParaRPr>
          </a:p>
        </p:txBody>
      </p:sp>
      <p:sp>
        <p:nvSpPr>
          <p:cNvPr id="42" name="Rounded Rectangle 175">
            <a:extLst>
              <a:ext uri="{FF2B5EF4-FFF2-40B4-BE49-F238E27FC236}">
                <a16:creationId xmlns="" xmlns:a16="http://schemas.microsoft.com/office/drawing/2014/main" id="{72F1F36F-BC0F-4EAB-B733-3BEB63BA174F}"/>
              </a:ext>
            </a:extLst>
          </p:cNvPr>
          <p:cNvSpPr/>
          <p:nvPr/>
        </p:nvSpPr>
        <p:spPr bwMode="auto">
          <a:xfrm>
            <a:off x="6324600" y="1066930"/>
            <a:ext cx="2922494" cy="418072"/>
          </a:xfrm>
          <a:prstGeom prst="roundRect">
            <a:avLst/>
          </a:prstGeom>
          <a:solidFill>
            <a:srgbClr val="3D81BF">
              <a:lumMod val="75000"/>
            </a:srgbClr>
          </a:solidFill>
          <a:ln w="9525" cap="flat" cmpd="sng" algn="ctr">
            <a:solidFill>
              <a:srgbClr val="000000"/>
            </a:solidFill>
            <a:prstDash val="solid"/>
            <a:round/>
            <a:headEnd type="none" w="med" len="med"/>
            <a:tailEnd type="none" w="med" len="med"/>
          </a:ln>
          <a:effectLst>
            <a:reflection blurRad="6350" stA="50000" endA="300" endPos="55000" dir="5400000" sy="-100000" algn="bl" rotWithShape="0"/>
          </a:effectLst>
          <a:scene3d>
            <a:camera prst="isometricOffAxis2Left"/>
            <a:lightRig rig="threePt" dir="t"/>
          </a:scene3d>
        </p:spPr>
        <p:txBody>
          <a:bodyPr vert="horz" wrap="square" lIns="91440" tIns="45720" rIns="91440" bIns="45720" numCol="1" rtlCol="0" anchor="t" anchorCtr="0" compatLnSpc="1">
            <a:prstTxWarp prst="textNoShape">
              <a:avLst/>
            </a:prstTxWarp>
          </a:bodyPr>
          <a:lstStyle/>
          <a:p>
            <a:pPr lvl="0" algn="ctr" rtl="1" fontAlgn="base">
              <a:spcBef>
                <a:spcPct val="0"/>
              </a:spcBef>
              <a:spcAft>
                <a:spcPct val="0"/>
              </a:spcAft>
            </a:pPr>
            <a:r>
              <a:rPr lang="fa-IR" sz="2000" b="1" dirty="0">
                <a:solidFill>
                  <a:srgbClr val="FFFFFF"/>
                </a:solidFill>
                <a:latin typeface="Times New Roman" panose="02020603050405020304" pitchFamily="18" charset="0"/>
                <a:cs typeface="B Nazanin" panose="00000400000000000000" pitchFamily="2" charset="-78"/>
              </a:rPr>
              <a:t>همسان سازی پیشنهادی</a:t>
            </a:r>
          </a:p>
        </p:txBody>
      </p:sp>
      <p:pic>
        <p:nvPicPr>
          <p:cNvPr id="9" name="Picture 8">
            <a:extLst>
              <a:ext uri="{FF2B5EF4-FFF2-40B4-BE49-F238E27FC236}">
                <a16:creationId xmlns="" xmlns:a16="http://schemas.microsoft.com/office/drawing/2014/main" id="{2B4C75A0-C110-4706-A399-1BE002E20020}"/>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8965" y="1698668"/>
            <a:ext cx="9144000" cy="4586287"/>
          </a:xfrm>
          <a:prstGeom prst="rect">
            <a:avLst/>
          </a:prstGeom>
        </p:spPr>
      </p:pic>
      <p:sp>
        <p:nvSpPr>
          <p:cNvPr id="19" name="Rectangle 18"/>
          <p:cNvSpPr/>
          <p:nvPr/>
        </p:nvSpPr>
        <p:spPr>
          <a:xfrm>
            <a:off x="8235762" y="5495026"/>
            <a:ext cx="599844" cy="369332"/>
          </a:xfrm>
          <a:prstGeom prst="rect">
            <a:avLst/>
          </a:prstGeom>
        </p:spPr>
        <p:txBody>
          <a:bodyPr wrap="none">
            <a:spAutoFit/>
          </a:bodyPr>
          <a:lstStyle/>
          <a:p>
            <a:r>
              <a:rPr lang="fa-IR" dirty="0" smtClean="0">
                <a:latin typeface="Times New Roman" panose="02020603050405020304" pitchFamily="18" charset="0"/>
                <a:ea typeface="Calibri" panose="020F0502020204030204" pitchFamily="34" charset="0"/>
                <a:cs typeface="B Lotus" panose="00000400000000000000" pitchFamily="2" charset="-78"/>
              </a:rPr>
              <a:t>(الف)</a:t>
            </a:r>
            <a:endParaRPr lang="en-US" dirty="0"/>
          </a:p>
        </p:txBody>
      </p:sp>
      <p:sp>
        <p:nvSpPr>
          <p:cNvPr id="20" name="Rectangle 19"/>
          <p:cNvSpPr/>
          <p:nvPr/>
        </p:nvSpPr>
        <p:spPr>
          <a:xfrm>
            <a:off x="5638800" y="5486400"/>
            <a:ext cx="503664" cy="369332"/>
          </a:xfrm>
          <a:prstGeom prst="rect">
            <a:avLst/>
          </a:prstGeom>
        </p:spPr>
        <p:txBody>
          <a:bodyPr wrap="none">
            <a:spAutoFit/>
          </a:bodyPr>
          <a:lstStyle/>
          <a:p>
            <a:r>
              <a:rPr lang="fa-IR" dirty="0">
                <a:latin typeface="Times New Roman" panose="02020603050405020304" pitchFamily="18" charset="0"/>
                <a:ea typeface="Calibri" panose="020F0502020204030204" pitchFamily="34" charset="0"/>
                <a:cs typeface="B Lotus" panose="00000400000000000000" pitchFamily="2" charset="-78"/>
              </a:rPr>
              <a:t>(ب)</a:t>
            </a:r>
            <a:endParaRPr lang="en-US" dirty="0"/>
          </a:p>
        </p:txBody>
      </p:sp>
      <p:sp>
        <p:nvSpPr>
          <p:cNvPr id="21" name="Rectangle 20"/>
          <p:cNvSpPr/>
          <p:nvPr/>
        </p:nvSpPr>
        <p:spPr>
          <a:xfrm>
            <a:off x="3112511" y="5486400"/>
            <a:ext cx="457176" cy="369332"/>
          </a:xfrm>
          <a:prstGeom prst="rect">
            <a:avLst/>
          </a:prstGeom>
        </p:spPr>
        <p:txBody>
          <a:bodyPr wrap="none">
            <a:spAutoFit/>
          </a:bodyPr>
          <a:lstStyle/>
          <a:p>
            <a:r>
              <a:rPr lang="fa-IR" dirty="0" smtClean="0">
                <a:latin typeface="Times New Roman" panose="02020603050405020304" pitchFamily="18" charset="0"/>
                <a:ea typeface="Calibri" panose="020F0502020204030204" pitchFamily="34" charset="0"/>
                <a:cs typeface="B Lotus" panose="00000400000000000000" pitchFamily="2" charset="-78"/>
              </a:rPr>
              <a:t>(ج)</a:t>
            </a:r>
            <a:endParaRPr lang="en-US" dirty="0"/>
          </a:p>
        </p:txBody>
      </p:sp>
    </p:spTree>
    <p:extLst>
      <p:ext uri="{BB962C8B-B14F-4D97-AF65-F5344CB8AC3E}">
        <p14:creationId xmlns:p14="http://schemas.microsoft.com/office/powerpoint/2010/main" val="3708643017"/>
      </p:ext>
    </p:extLst>
  </p:cSld>
  <p:clrMapOvr>
    <a:masterClrMapping/>
  </p:clrMapOvr>
  <p:timing>
    <p:tnLst>
      <p:par>
        <p:cTn id="1" dur="indefinite" restart="never" nodeType="tmRoot"/>
      </p:par>
    </p:tn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3" name="AutoShape 3">
            <a:extLst>
              <a:ext uri="{FF2B5EF4-FFF2-40B4-BE49-F238E27FC236}">
                <a16:creationId xmlns="" xmlns:a16="http://schemas.microsoft.com/office/drawing/2014/main" id="{2E7CFF1D-4628-454A-8E3A-7632D84A13A7}"/>
              </a:ext>
            </a:extLst>
          </p:cNvPr>
          <p:cNvSpPr>
            <a:spLocks noChangeArrowheads="1"/>
          </p:cNvSpPr>
          <p:nvPr/>
        </p:nvSpPr>
        <p:spPr bwMode="gray">
          <a:xfrm flipH="1">
            <a:off x="161661" y="57140"/>
            <a:ext cx="2426749" cy="651510"/>
          </a:xfrm>
          <a:prstGeom prst="chevron">
            <a:avLst>
              <a:gd name="adj" fmla="val 17009"/>
            </a:avLst>
          </a:prstGeom>
          <a:gradFill rotWithShape="1">
            <a:gsLst>
              <a:gs pos="0">
                <a:srgbClr val="84B09A">
                  <a:gamma/>
                  <a:shade val="46275"/>
                  <a:invGamma/>
                </a:srgbClr>
              </a:gs>
              <a:gs pos="50000">
                <a:srgbClr val="84B09A"/>
              </a:gs>
              <a:gs pos="100000">
                <a:srgbClr val="84B09A">
                  <a:gamma/>
                  <a:shade val="46275"/>
                  <a:invGamma/>
                </a:srgbClr>
              </a:gs>
            </a:gsLst>
            <a:lin ang="2700000" scaled="1"/>
          </a:gradFill>
          <a:ln w="38100">
            <a:solidFill>
              <a:srgbClr val="EAEAEA"/>
            </a:solidFill>
            <a:miter lim="800000"/>
            <a:headEnd/>
            <a:tailEnd/>
          </a:ln>
          <a:effectLst>
            <a:outerShdw dist="109250" dir="3267739" algn="ctr" rotWithShape="0">
              <a:srgbClr val="333333">
                <a:alpha val="50000"/>
              </a:srgbClr>
            </a:outerShdw>
          </a:effectLst>
        </p:spPr>
        <p:txBody>
          <a:bodyPr wrap="square" anchor="ctr">
            <a:spAutoFit/>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endParaRPr>
          </a:p>
        </p:txBody>
      </p:sp>
      <p:sp>
        <p:nvSpPr>
          <p:cNvPr id="3" name="Rectangle 2">
            <a:extLst>
              <a:ext uri="{FF2B5EF4-FFF2-40B4-BE49-F238E27FC236}">
                <a16:creationId xmlns="" xmlns:a16="http://schemas.microsoft.com/office/drawing/2014/main" id="{DBC95E25-1BC4-4BA6-800E-CB747C68872A}"/>
              </a:ext>
            </a:extLst>
          </p:cNvPr>
          <p:cNvSpPr/>
          <p:nvPr/>
        </p:nvSpPr>
        <p:spPr>
          <a:xfrm>
            <a:off x="1722921" y="6291506"/>
            <a:ext cx="4883068" cy="369332"/>
          </a:xfrm>
          <a:prstGeom prst="rect">
            <a:avLst/>
          </a:prstGeom>
        </p:spPr>
        <p:txBody>
          <a:bodyPr wrap="none">
            <a:spAutoFit/>
          </a:bodyPr>
          <a:lstStyle/>
          <a:p>
            <a:pPr algn="ctr" rtl="1"/>
            <a:r>
              <a:rPr lang="fa-IR" dirty="0">
                <a:latin typeface="Times New Roman" panose="02020603050405020304" pitchFamily="18" charset="0"/>
                <a:ea typeface="Calibri" panose="020F0502020204030204" pitchFamily="34" charset="0"/>
                <a:cs typeface="B Lotus" panose="00000400000000000000" pitchFamily="2" charset="-78"/>
              </a:rPr>
              <a:t>شکل </a:t>
            </a:r>
            <a:r>
              <a:rPr lang="fa-IR" dirty="0" smtClean="0">
                <a:latin typeface="Times New Roman" panose="02020603050405020304" pitchFamily="18" charset="0"/>
                <a:ea typeface="Calibri" panose="020F0502020204030204" pitchFamily="34" charset="0"/>
                <a:cs typeface="B Lotus" panose="00000400000000000000" pitchFamily="2" charset="-78"/>
              </a:rPr>
              <a:t>8 مقایسه </a:t>
            </a:r>
            <a:r>
              <a:rPr lang="fa-IR" dirty="0">
                <a:latin typeface="Times New Roman" panose="02020603050405020304" pitchFamily="18" charset="0"/>
                <a:ea typeface="Calibri" panose="020F0502020204030204" pitchFamily="34" charset="0"/>
                <a:cs typeface="B Lotus" panose="00000400000000000000" pitchFamily="2" charset="-78"/>
              </a:rPr>
              <a:t>تأثیر </a:t>
            </a:r>
            <a:r>
              <a:rPr lang="fa-IR" dirty="0" smtClean="0">
                <a:latin typeface="Times New Roman" panose="02020603050405020304" pitchFamily="18" charset="0"/>
                <a:ea typeface="Calibri" panose="020F0502020204030204" pitchFamily="34" charset="0"/>
                <a:cs typeface="B Lotus" panose="00000400000000000000" pitchFamily="2" charset="-78"/>
              </a:rPr>
              <a:t>اپسیلون </a:t>
            </a:r>
            <a:r>
              <a:rPr lang="fa-IR" dirty="0">
                <a:latin typeface="Times New Roman" panose="02020603050405020304" pitchFamily="18" charset="0"/>
                <a:ea typeface="Calibri" panose="020F0502020204030204" pitchFamily="34" charset="0"/>
                <a:cs typeface="B Lotus" panose="00000400000000000000" pitchFamily="2" charset="-78"/>
              </a:rPr>
              <a:t>در نتایج </a:t>
            </a:r>
            <a:r>
              <a:rPr lang="fa-IR" dirty="0" smtClean="0">
                <a:latin typeface="Times New Roman" panose="02020603050405020304" pitchFamily="18" charset="0"/>
                <a:ea typeface="Calibri" panose="020F0502020204030204" pitchFamily="34" charset="0"/>
                <a:cs typeface="B Lotus" panose="00000400000000000000" pitchFamily="2" charset="-78"/>
              </a:rPr>
              <a:t>خوشه بندی و همسان سازی.</a:t>
            </a:r>
            <a:endParaRPr lang="en-US" dirty="0"/>
          </a:p>
        </p:txBody>
      </p:sp>
      <p:sp>
        <p:nvSpPr>
          <p:cNvPr id="26" name="Slide Number Placeholder 3">
            <a:extLst>
              <a:ext uri="{FF2B5EF4-FFF2-40B4-BE49-F238E27FC236}">
                <a16:creationId xmlns="" xmlns:a16="http://schemas.microsoft.com/office/drawing/2014/main" id="{FEFB061F-8AAB-4535-B272-1BA4D5A77191}"/>
              </a:ext>
            </a:extLst>
          </p:cNvPr>
          <p:cNvSpPr txBox="1">
            <a:spLocks/>
          </p:cNvSpPr>
          <p:nvPr/>
        </p:nvSpPr>
        <p:spPr>
          <a:xfrm>
            <a:off x="8965" y="6090313"/>
            <a:ext cx="676835" cy="767687"/>
          </a:xfrm>
          <a:prstGeom prst="rect">
            <a:avLst/>
          </a:prstGeom>
        </p:spPr>
        <p:txBody>
          <a:bodyPr vert="horz" lIns="91440" tIns="45720" rIns="91440" bIns="45720" rtlCol="0" anchor="ctr"/>
          <a:lstStyle>
            <a:defPPr>
              <a:defRPr lang="en-US"/>
            </a:defPPr>
            <a:lvl1pPr marL="0" algn="l" defTabSz="914400" rtl="0" eaLnBrk="1" latinLnBrk="0" hangingPunct="1">
              <a:defRPr sz="1400" b="1" kern="1200">
                <a:solidFill>
                  <a:srgbClr val="FFFFFF"/>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rtl="1"/>
            <a:fld id="{E8ADF199-8047-440E-B02B-E80683B392F2}" type="slidenum">
              <a:rPr lang="fa-IR" sz="1800" smtClean="0">
                <a:solidFill>
                  <a:schemeClr val="tx1"/>
                </a:solidFill>
                <a:cs typeface="B Lotus" panose="00000400000000000000" pitchFamily="2" charset="-78"/>
              </a:rPr>
              <a:pPr rtl="1"/>
              <a:t>11</a:t>
            </a:fld>
            <a:endParaRPr lang="fa-IR" sz="1800" dirty="0">
              <a:solidFill>
                <a:schemeClr val="tx1"/>
              </a:solidFill>
              <a:cs typeface="B Lotus" panose="00000400000000000000" pitchFamily="2" charset="-78"/>
            </a:endParaRPr>
          </a:p>
        </p:txBody>
      </p:sp>
      <p:pic>
        <p:nvPicPr>
          <p:cNvPr id="30" name="Picture 29" descr="پرونده:Azad University logo.png - ویکی‌پدیا، دانشنامهٔ آزاد">
            <a:extLst>
              <a:ext uri="{FF2B5EF4-FFF2-40B4-BE49-F238E27FC236}">
                <a16:creationId xmlns="" xmlns:a16="http://schemas.microsoft.com/office/drawing/2014/main" id="{2F67C891-7A76-4BAB-A300-B54DFBDD9870}"/>
              </a:ext>
            </a:extLst>
          </p:cNvPr>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8610600" y="0"/>
            <a:ext cx="533400" cy="822959"/>
          </a:xfrm>
          <a:prstGeom prst="rect">
            <a:avLst/>
          </a:prstGeom>
          <a:noFill/>
          <a:ln>
            <a:noFill/>
          </a:ln>
        </p:spPr>
      </p:pic>
      <p:sp>
        <p:nvSpPr>
          <p:cNvPr id="35" name="AutoShape 10">
            <a:extLst>
              <a:ext uri="{FF2B5EF4-FFF2-40B4-BE49-F238E27FC236}">
                <a16:creationId xmlns="" xmlns:a16="http://schemas.microsoft.com/office/drawing/2014/main" id="{2A2EA850-A064-4A9D-9C26-C017D368DF1D}"/>
              </a:ext>
            </a:extLst>
          </p:cNvPr>
          <p:cNvSpPr>
            <a:spLocks noChangeArrowheads="1"/>
          </p:cNvSpPr>
          <p:nvPr/>
        </p:nvSpPr>
        <p:spPr bwMode="gray">
          <a:xfrm flipH="1">
            <a:off x="6246677" y="59426"/>
            <a:ext cx="2057400" cy="649224"/>
          </a:xfrm>
          <a:prstGeom prst="chevron">
            <a:avLst>
              <a:gd name="adj" fmla="val 17842"/>
            </a:avLst>
          </a:prstGeom>
          <a:gradFill rotWithShape="1">
            <a:gsLst>
              <a:gs pos="0">
                <a:srgbClr val="84B09A">
                  <a:gamma/>
                  <a:shade val="46275"/>
                  <a:invGamma/>
                </a:srgbClr>
              </a:gs>
              <a:gs pos="50000">
                <a:srgbClr val="84B09A"/>
              </a:gs>
              <a:gs pos="100000">
                <a:srgbClr val="84B09A">
                  <a:gamma/>
                  <a:shade val="46275"/>
                  <a:invGamma/>
                </a:srgbClr>
              </a:gs>
            </a:gsLst>
            <a:lin ang="2700000" scaled="1"/>
          </a:gradFill>
          <a:ln w="38100">
            <a:solidFill>
              <a:srgbClr val="EAEAEA"/>
            </a:solidFill>
            <a:miter lim="800000"/>
            <a:headEnd/>
            <a:tailEnd/>
          </a:ln>
          <a:effectLst>
            <a:outerShdw dist="109250" dir="3267739" algn="ctr" rotWithShape="0">
              <a:srgbClr val="333333">
                <a:alpha val="50000"/>
              </a:srgbClr>
            </a:outerShdw>
          </a:effectLst>
        </p:spPr>
        <p:txBody>
          <a:bodyPr wrap="square" anchor="ctr">
            <a:spAutoFit/>
          </a:bodyPr>
          <a:lstStyle/>
          <a:p>
            <a:pPr algn="ctr" fontAlgn="base">
              <a:spcBef>
                <a:spcPct val="0"/>
              </a:spcBef>
              <a:spcAft>
                <a:spcPct val="0"/>
              </a:spcAft>
            </a:pPr>
            <a:endParaRPr lang="en-US" kern="0" dirty="0">
              <a:solidFill>
                <a:srgbClr val="3D81BF"/>
              </a:solidFill>
            </a:endParaRPr>
          </a:p>
        </p:txBody>
      </p:sp>
      <p:sp>
        <p:nvSpPr>
          <p:cNvPr id="36" name="AutoShape 3">
            <a:extLst>
              <a:ext uri="{FF2B5EF4-FFF2-40B4-BE49-F238E27FC236}">
                <a16:creationId xmlns="" xmlns:a16="http://schemas.microsoft.com/office/drawing/2014/main" id="{B742D6B4-C2BA-456D-8EF1-01FC0D22E95C}"/>
              </a:ext>
            </a:extLst>
          </p:cNvPr>
          <p:cNvSpPr>
            <a:spLocks noChangeArrowheads="1"/>
          </p:cNvSpPr>
          <p:nvPr/>
        </p:nvSpPr>
        <p:spPr bwMode="gray">
          <a:xfrm flipH="1">
            <a:off x="4200083" y="65559"/>
            <a:ext cx="2056086" cy="649224"/>
          </a:xfrm>
          <a:prstGeom prst="chevron">
            <a:avLst>
              <a:gd name="adj" fmla="val 17009"/>
            </a:avLst>
          </a:prstGeom>
          <a:gradFill rotWithShape="1">
            <a:gsLst>
              <a:gs pos="0">
                <a:srgbClr val="84B09A">
                  <a:gamma/>
                  <a:shade val="46275"/>
                  <a:invGamma/>
                </a:srgbClr>
              </a:gs>
              <a:gs pos="50000">
                <a:srgbClr val="84B09A"/>
              </a:gs>
              <a:gs pos="100000">
                <a:srgbClr val="84B09A">
                  <a:gamma/>
                  <a:shade val="46275"/>
                  <a:invGamma/>
                </a:srgbClr>
              </a:gs>
            </a:gsLst>
            <a:lin ang="2700000" scaled="1"/>
          </a:gradFill>
          <a:ln w="38100">
            <a:solidFill>
              <a:srgbClr val="EAEAEA"/>
            </a:solidFill>
            <a:miter lim="800000"/>
            <a:headEnd/>
            <a:tailEnd/>
          </a:ln>
          <a:effectLst>
            <a:outerShdw dist="109250" dir="3267739" algn="ctr" rotWithShape="0">
              <a:srgbClr val="333333">
                <a:alpha val="50000"/>
              </a:srgbClr>
            </a:outerShdw>
          </a:effectLst>
        </p:spPr>
        <p:txBody>
          <a:bodyPr wrap="square" anchor="ctr">
            <a:spAutoFit/>
          </a:bodyPr>
          <a:lstStyle/>
          <a:p>
            <a:pPr algn="ctr" fontAlgn="base">
              <a:spcBef>
                <a:spcPct val="0"/>
              </a:spcBef>
              <a:spcAft>
                <a:spcPct val="0"/>
              </a:spcAft>
            </a:pPr>
            <a:endParaRPr lang="en-US" kern="0" dirty="0">
              <a:solidFill>
                <a:srgbClr val="3D81BF"/>
              </a:solidFill>
            </a:endParaRPr>
          </a:p>
        </p:txBody>
      </p:sp>
      <p:sp>
        <p:nvSpPr>
          <p:cNvPr id="37" name="AutoShape 3">
            <a:extLst>
              <a:ext uri="{FF2B5EF4-FFF2-40B4-BE49-F238E27FC236}">
                <a16:creationId xmlns="" xmlns:a16="http://schemas.microsoft.com/office/drawing/2014/main" id="{A5531835-C6DF-4085-9BDC-A727B5CE3B64}"/>
              </a:ext>
            </a:extLst>
          </p:cNvPr>
          <p:cNvSpPr>
            <a:spLocks noChangeArrowheads="1"/>
          </p:cNvSpPr>
          <p:nvPr/>
        </p:nvSpPr>
        <p:spPr bwMode="gray">
          <a:xfrm flipH="1">
            <a:off x="2564242" y="54759"/>
            <a:ext cx="1600202" cy="649224"/>
          </a:xfrm>
          <a:prstGeom prst="chevron">
            <a:avLst>
              <a:gd name="adj" fmla="val 17009"/>
            </a:avLst>
          </a:prstGeom>
          <a:solidFill>
            <a:srgbClr val="2842AE"/>
          </a:solidFill>
          <a:ln w="38100">
            <a:solidFill>
              <a:srgbClr val="EAEAEA"/>
            </a:solidFill>
            <a:miter lim="800000"/>
            <a:headEnd/>
            <a:tailEnd/>
          </a:ln>
          <a:effectLst>
            <a:outerShdw dist="109250" dir="3267739" algn="ctr" rotWithShape="0">
              <a:srgbClr val="333333">
                <a:alpha val="50000"/>
              </a:srgbClr>
            </a:outerShdw>
          </a:effectLst>
        </p:spPr>
        <p:txBody>
          <a:bodyPr wrap="square" anchor="ctr">
            <a:spAutoFit/>
          </a:bodyPr>
          <a:lstStyle/>
          <a:p>
            <a:pPr algn="ctr" fontAlgn="base">
              <a:spcBef>
                <a:spcPct val="0"/>
              </a:spcBef>
              <a:spcAft>
                <a:spcPct val="0"/>
              </a:spcAft>
            </a:pPr>
            <a:endParaRPr lang="en-US" kern="0">
              <a:solidFill>
                <a:srgbClr val="3D81BF"/>
              </a:solidFill>
            </a:endParaRPr>
          </a:p>
        </p:txBody>
      </p:sp>
      <p:sp>
        <p:nvSpPr>
          <p:cNvPr id="38" name="Rectangle 37">
            <a:extLst>
              <a:ext uri="{FF2B5EF4-FFF2-40B4-BE49-F238E27FC236}">
                <a16:creationId xmlns="" xmlns:a16="http://schemas.microsoft.com/office/drawing/2014/main" id="{B51F10B5-E430-4BC2-858C-405C3B009988}"/>
              </a:ext>
            </a:extLst>
          </p:cNvPr>
          <p:cNvSpPr/>
          <p:nvPr/>
        </p:nvSpPr>
        <p:spPr>
          <a:xfrm>
            <a:off x="403231" y="91457"/>
            <a:ext cx="2056085" cy="584775"/>
          </a:xfrm>
          <a:prstGeom prst="rect">
            <a:avLst/>
          </a:prstGeom>
        </p:spPr>
        <p:txBody>
          <a:bodyPr wrap="square">
            <a:spAutoFit/>
          </a:bodyPr>
          <a:lstStyle/>
          <a:p>
            <a:pPr lvl="0" algn="ctr" rtl="1" fontAlgn="base">
              <a:spcBef>
                <a:spcPct val="0"/>
              </a:spcBef>
              <a:spcAft>
                <a:spcPct val="0"/>
              </a:spcAft>
            </a:pPr>
            <a:r>
              <a:rPr lang="fa-IR" sz="1600" b="1" dirty="0" smtClean="0">
                <a:solidFill>
                  <a:srgbClr val="FFFFFF"/>
                </a:solidFill>
                <a:latin typeface="Times New Roman" panose="02020603050405020304" pitchFamily="18" charset="0"/>
                <a:cs typeface="B Nazanin" panose="00000400000000000000" pitchFamily="2" charset="-78"/>
              </a:rPr>
              <a:t> پیاده سازی و ارزیابی همسان ساز پیشنهادی</a:t>
            </a:r>
            <a:endParaRPr lang="fa-IR" sz="1600" b="1" dirty="0">
              <a:solidFill>
                <a:srgbClr val="FFFFFF"/>
              </a:solidFill>
              <a:latin typeface="Times New Roman" panose="02020603050405020304" pitchFamily="18" charset="0"/>
              <a:cs typeface="B Nazanin" panose="00000400000000000000" pitchFamily="2" charset="-78"/>
            </a:endParaRPr>
          </a:p>
        </p:txBody>
      </p:sp>
      <p:sp>
        <p:nvSpPr>
          <p:cNvPr id="39" name="Rectangle 38">
            <a:extLst>
              <a:ext uri="{FF2B5EF4-FFF2-40B4-BE49-F238E27FC236}">
                <a16:creationId xmlns="" xmlns:a16="http://schemas.microsoft.com/office/drawing/2014/main" id="{BA7FD763-7392-4FB3-B13F-EF9D935A7C24}"/>
              </a:ext>
            </a:extLst>
          </p:cNvPr>
          <p:cNvSpPr/>
          <p:nvPr/>
        </p:nvSpPr>
        <p:spPr>
          <a:xfrm>
            <a:off x="2636749" y="78259"/>
            <a:ext cx="1600200" cy="584775"/>
          </a:xfrm>
          <a:prstGeom prst="rect">
            <a:avLst/>
          </a:prstGeom>
        </p:spPr>
        <p:txBody>
          <a:bodyPr wrap="square">
            <a:spAutoFit/>
          </a:bodyPr>
          <a:lstStyle/>
          <a:p>
            <a:pPr lvl="0" algn="ctr" rtl="1" fontAlgn="base">
              <a:spcBef>
                <a:spcPct val="0"/>
              </a:spcBef>
              <a:spcAft>
                <a:spcPct val="0"/>
              </a:spcAft>
            </a:pPr>
            <a:r>
              <a:rPr lang="fa-IR" sz="1600" b="1" dirty="0">
                <a:solidFill>
                  <a:srgbClr val="FFFFFF"/>
                </a:solidFill>
                <a:latin typeface="Times New Roman" panose="02020603050405020304" pitchFamily="18" charset="0"/>
                <a:cs typeface="B Nazanin" panose="00000400000000000000" pitchFamily="2" charset="-78"/>
              </a:rPr>
              <a:t>همسان سازی پیشنهادی</a:t>
            </a:r>
          </a:p>
        </p:txBody>
      </p:sp>
      <p:sp>
        <p:nvSpPr>
          <p:cNvPr id="40" name="Rectangle 39">
            <a:extLst>
              <a:ext uri="{FF2B5EF4-FFF2-40B4-BE49-F238E27FC236}">
                <a16:creationId xmlns="" xmlns:a16="http://schemas.microsoft.com/office/drawing/2014/main" id="{4E566E01-C2D9-408C-9484-C0EBBF4D2C33}"/>
              </a:ext>
            </a:extLst>
          </p:cNvPr>
          <p:cNvSpPr/>
          <p:nvPr/>
        </p:nvSpPr>
        <p:spPr>
          <a:xfrm>
            <a:off x="4495138" y="91457"/>
            <a:ext cx="1443038" cy="584775"/>
          </a:xfrm>
          <a:prstGeom prst="rect">
            <a:avLst/>
          </a:prstGeom>
        </p:spPr>
        <p:txBody>
          <a:bodyPr wrap="square">
            <a:spAutoFit/>
          </a:bodyPr>
          <a:lstStyle/>
          <a:p>
            <a:pPr lvl="0" algn="ctr" rtl="1" fontAlgn="base">
              <a:spcBef>
                <a:spcPct val="0"/>
              </a:spcBef>
              <a:spcAft>
                <a:spcPct val="0"/>
              </a:spcAft>
            </a:pPr>
            <a:r>
              <a:rPr lang="fa-IR" sz="1600" b="1" dirty="0">
                <a:solidFill>
                  <a:srgbClr val="FFFFFF"/>
                </a:solidFill>
                <a:latin typeface="Times New Roman" panose="02020603050405020304" pitchFamily="18" charset="0"/>
                <a:cs typeface="B Nazanin" panose="00000400000000000000" pitchFamily="2" charset="-78"/>
              </a:rPr>
              <a:t>همسان سازی باتری</a:t>
            </a:r>
          </a:p>
        </p:txBody>
      </p:sp>
      <p:sp>
        <p:nvSpPr>
          <p:cNvPr id="41" name="Rectangle 40">
            <a:extLst>
              <a:ext uri="{FF2B5EF4-FFF2-40B4-BE49-F238E27FC236}">
                <a16:creationId xmlns="" xmlns:a16="http://schemas.microsoft.com/office/drawing/2014/main" id="{4574B186-F112-4A6C-ADFE-E46D302B236B}"/>
              </a:ext>
            </a:extLst>
          </p:cNvPr>
          <p:cNvSpPr/>
          <p:nvPr/>
        </p:nvSpPr>
        <p:spPr>
          <a:xfrm>
            <a:off x="6499957" y="197162"/>
            <a:ext cx="1626786" cy="323165"/>
          </a:xfrm>
          <a:prstGeom prst="rect">
            <a:avLst/>
          </a:prstGeom>
        </p:spPr>
        <p:txBody>
          <a:bodyPr wrap="square">
            <a:spAutoFit/>
          </a:bodyPr>
          <a:lstStyle/>
          <a:p>
            <a:pPr lvl="0" algn="ctr" fontAlgn="base">
              <a:spcBef>
                <a:spcPct val="0"/>
              </a:spcBef>
              <a:spcAft>
                <a:spcPct val="0"/>
              </a:spcAft>
              <a:defRPr/>
            </a:pPr>
            <a:r>
              <a:rPr lang="fa-IR" sz="1500" b="1" kern="0" dirty="0">
                <a:solidFill>
                  <a:srgbClr val="FFFFFF"/>
                </a:solidFill>
                <a:latin typeface="Times New Roman" panose="02020603050405020304" pitchFamily="18" charset="0"/>
                <a:cs typeface="B Nazanin" pitchFamily="2" charset="-78"/>
              </a:rPr>
              <a:t>باتری ها</a:t>
            </a:r>
            <a:endParaRPr lang="en-US" sz="1500" b="1" kern="0" dirty="0">
              <a:solidFill>
                <a:srgbClr val="FFFFFF"/>
              </a:solidFill>
              <a:latin typeface="Times New Roman" panose="02020603050405020304" pitchFamily="18" charset="0"/>
              <a:cs typeface="B Nazanin" pitchFamily="2" charset="-78"/>
            </a:endParaRPr>
          </a:p>
        </p:txBody>
      </p:sp>
      <p:sp>
        <p:nvSpPr>
          <p:cNvPr id="42" name="Rounded Rectangle 175">
            <a:extLst>
              <a:ext uri="{FF2B5EF4-FFF2-40B4-BE49-F238E27FC236}">
                <a16:creationId xmlns="" xmlns:a16="http://schemas.microsoft.com/office/drawing/2014/main" id="{72F1F36F-BC0F-4EAB-B733-3BEB63BA174F}"/>
              </a:ext>
            </a:extLst>
          </p:cNvPr>
          <p:cNvSpPr/>
          <p:nvPr/>
        </p:nvSpPr>
        <p:spPr bwMode="auto">
          <a:xfrm>
            <a:off x="6324600" y="1066930"/>
            <a:ext cx="2922494" cy="418072"/>
          </a:xfrm>
          <a:prstGeom prst="roundRect">
            <a:avLst/>
          </a:prstGeom>
          <a:solidFill>
            <a:srgbClr val="3D81BF">
              <a:lumMod val="75000"/>
            </a:srgbClr>
          </a:solidFill>
          <a:ln w="9525" cap="flat" cmpd="sng" algn="ctr">
            <a:solidFill>
              <a:srgbClr val="000000"/>
            </a:solidFill>
            <a:prstDash val="solid"/>
            <a:round/>
            <a:headEnd type="none" w="med" len="med"/>
            <a:tailEnd type="none" w="med" len="med"/>
          </a:ln>
          <a:effectLst>
            <a:reflection blurRad="6350" stA="50000" endA="300" endPos="55000" dir="5400000" sy="-100000" algn="bl" rotWithShape="0"/>
          </a:effectLst>
          <a:scene3d>
            <a:camera prst="isometricOffAxis2Left"/>
            <a:lightRig rig="threePt" dir="t"/>
          </a:scene3d>
        </p:spPr>
        <p:txBody>
          <a:bodyPr vert="horz" wrap="square" lIns="91440" tIns="45720" rIns="91440" bIns="45720" numCol="1" rtlCol="0" anchor="t" anchorCtr="0" compatLnSpc="1">
            <a:prstTxWarp prst="textNoShape">
              <a:avLst/>
            </a:prstTxWarp>
          </a:bodyPr>
          <a:lstStyle/>
          <a:p>
            <a:pPr lvl="0" algn="ctr" rtl="1" fontAlgn="base">
              <a:spcBef>
                <a:spcPct val="0"/>
              </a:spcBef>
              <a:spcAft>
                <a:spcPct val="0"/>
              </a:spcAft>
            </a:pPr>
            <a:r>
              <a:rPr lang="fa-IR" sz="2000" b="1" dirty="0">
                <a:solidFill>
                  <a:srgbClr val="FFFFFF"/>
                </a:solidFill>
                <a:latin typeface="Times New Roman" panose="02020603050405020304" pitchFamily="18" charset="0"/>
                <a:cs typeface="B Nazanin" panose="00000400000000000000" pitchFamily="2" charset="-78"/>
              </a:rPr>
              <a:t>همسان سازی پیشنهادی</a:t>
            </a:r>
          </a:p>
        </p:txBody>
      </p:sp>
      <p:pic>
        <p:nvPicPr>
          <p:cNvPr id="9" name="Picture 8">
            <a:extLst>
              <a:ext uri="{FF2B5EF4-FFF2-40B4-BE49-F238E27FC236}">
                <a16:creationId xmlns="" xmlns:a16="http://schemas.microsoft.com/office/drawing/2014/main" id="{2B4C75A0-C110-4706-A399-1BE002E20020}"/>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138844" y="1698668"/>
            <a:ext cx="8848382" cy="4586288"/>
          </a:xfrm>
          <a:prstGeom prst="rect">
            <a:avLst/>
          </a:prstGeom>
        </p:spPr>
      </p:pic>
      <p:sp>
        <p:nvSpPr>
          <p:cNvPr id="15" name="Rectangle 14"/>
          <p:cNvSpPr/>
          <p:nvPr/>
        </p:nvSpPr>
        <p:spPr>
          <a:xfrm>
            <a:off x="8435472" y="2343734"/>
            <a:ext cx="599844" cy="369332"/>
          </a:xfrm>
          <a:prstGeom prst="rect">
            <a:avLst/>
          </a:prstGeom>
        </p:spPr>
        <p:txBody>
          <a:bodyPr wrap="none">
            <a:spAutoFit/>
          </a:bodyPr>
          <a:lstStyle/>
          <a:p>
            <a:r>
              <a:rPr lang="fa-IR" dirty="0" smtClean="0">
                <a:latin typeface="Times New Roman" panose="02020603050405020304" pitchFamily="18" charset="0"/>
                <a:ea typeface="Calibri" panose="020F0502020204030204" pitchFamily="34" charset="0"/>
                <a:cs typeface="B Lotus" panose="00000400000000000000" pitchFamily="2" charset="-78"/>
              </a:rPr>
              <a:t>(الف)</a:t>
            </a:r>
            <a:endParaRPr lang="en-US" dirty="0"/>
          </a:p>
        </p:txBody>
      </p:sp>
      <p:sp>
        <p:nvSpPr>
          <p:cNvPr id="16" name="Rectangle 15"/>
          <p:cNvSpPr/>
          <p:nvPr/>
        </p:nvSpPr>
        <p:spPr>
          <a:xfrm>
            <a:off x="8483562" y="3941131"/>
            <a:ext cx="503664" cy="369332"/>
          </a:xfrm>
          <a:prstGeom prst="rect">
            <a:avLst/>
          </a:prstGeom>
        </p:spPr>
        <p:txBody>
          <a:bodyPr wrap="none">
            <a:spAutoFit/>
          </a:bodyPr>
          <a:lstStyle/>
          <a:p>
            <a:r>
              <a:rPr lang="fa-IR" dirty="0">
                <a:latin typeface="Times New Roman" panose="02020603050405020304" pitchFamily="18" charset="0"/>
                <a:ea typeface="Calibri" panose="020F0502020204030204" pitchFamily="34" charset="0"/>
                <a:cs typeface="B Lotus" panose="00000400000000000000" pitchFamily="2" charset="-78"/>
              </a:rPr>
              <a:t>(ب)</a:t>
            </a:r>
            <a:endParaRPr lang="en-US" dirty="0"/>
          </a:p>
        </p:txBody>
      </p:sp>
      <p:sp>
        <p:nvSpPr>
          <p:cNvPr id="17" name="Rectangle 16"/>
          <p:cNvSpPr/>
          <p:nvPr/>
        </p:nvSpPr>
        <p:spPr>
          <a:xfrm>
            <a:off x="8518787" y="5353862"/>
            <a:ext cx="457176" cy="369332"/>
          </a:xfrm>
          <a:prstGeom prst="rect">
            <a:avLst/>
          </a:prstGeom>
        </p:spPr>
        <p:txBody>
          <a:bodyPr wrap="none">
            <a:spAutoFit/>
          </a:bodyPr>
          <a:lstStyle/>
          <a:p>
            <a:r>
              <a:rPr lang="fa-IR" dirty="0" smtClean="0">
                <a:latin typeface="Times New Roman" panose="02020603050405020304" pitchFamily="18" charset="0"/>
                <a:ea typeface="Calibri" panose="020F0502020204030204" pitchFamily="34" charset="0"/>
                <a:cs typeface="B Lotus" panose="00000400000000000000" pitchFamily="2" charset="-78"/>
              </a:rPr>
              <a:t>(ج)</a:t>
            </a:r>
            <a:endParaRPr lang="en-US" dirty="0"/>
          </a:p>
        </p:txBody>
      </p:sp>
      <p:sp>
        <p:nvSpPr>
          <p:cNvPr id="18" name="TextBox 17">
            <a:extLst>
              <a:ext uri="{FF2B5EF4-FFF2-40B4-BE49-F238E27FC236}">
                <a16:creationId xmlns="" xmlns:a16="http://schemas.microsoft.com/office/drawing/2014/main" id="{F43469DC-7F5B-471E-BD74-ED709E621F63}"/>
              </a:ext>
            </a:extLst>
          </p:cNvPr>
          <p:cNvSpPr txBox="1"/>
          <p:nvPr/>
        </p:nvSpPr>
        <p:spPr>
          <a:xfrm>
            <a:off x="5786855" y="1637369"/>
            <a:ext cx="2733441" cy="369332"/>
          </a:xfrm>
          <a:prstGeom prst="rect">
            <a:avLst/>
          </a:prstGeom>
          <a:noFill/>
        </p:spPr>
        <p:txBody>
          <a:bodyPr wrap="none" rtlCol="0">
            <a:spAutoFit/>
          </a:bodyPr>
          <a:lstStyle/>
          <a:p>
            <a:pPr algn="r" rtl="1"/>
            <a:r>
              <a:rPr lang="fa-IR" dirty="0">
                <a:latin typeface="Times New Roman" panose="02020603050405020304" pitchFamily="18" charset="0"/>
                <a:ea typeface="Calibri" panose="020F0502020204030204" pitchFamily="34" charset="0"/>
                <a:cs typeface="B Lotus" panose="00000400000000000000" pitchFamily="2" charset="-78"/>
              </a:rPr>
              <a:t>نتایج</a:t>
            </a:r>
            <a:r>
              <a:rPr lang="fa-IR" b="1" dirty="0" smtClean="0">
                <a:cs typeface="B Nazanin" panose="00000400000000000000" pitchFamily="2" charset="-78"/>
              </a:rPr>
              <a:t> </a:t>
            </a:r>
            <a:r>
              <a:rPr lang="fa-IR" dirty="0">
                <a:latin typeface="Times New Roman" panose="02020603050405020304" pitchFamily="18" charset="0"/>
                <a:ea typeface="Calibri" panose="020F0502020204030204" pitchFamily="34" charset="0"/>
                <a:cs typeface="B Lotus" panose="00000400000000000000" pitchFamily="2" charset="-78"/>
              </a:rPr>
              <a:t>همسان</a:t>
            </a:r>
            <a:r>
              <a:rPr lang="fa-IR" dirty="0">
                <a:latin typeface="Times New Roman" panose="02020603050405020304" pitchFamily="18" charset="0"/>
                <a:ea typeface="Calibri" panose="020F0502020204030204" pitchFamily="34" charset="0"/>
                <a:cs typeface="B Lotus" panose="00000400000000000000" pitchFamily="2" charset="-78"/>
              </a:rPr>
              <a:t> </a:t>
            </a:r>
            <a:r>
              <a:rPr lang="fa-IR" dirty="0">
                <a:latin typeface="Times New Roman" panose="02020603050405020304" pitchFamily="18" charset="0"/>
                <a:ea typeface="Calibri" panose="020F0502020204030204" pitchFamily="34" charset="0"/>
                <a:cs typeface="B Lotus" panose="00000400000000000000" pitchFamily="2" charset="-78"/>
              </a:rPr>
              <a:t>سازی با </a:t>
            </a:r>
            <a:r>
              <a:rPr lang="en-US" dirty="0">
                <a:latin typeface="Times New Roman" panose="02020603050405020304" pitchFamily="18" charset="0"/>
                <a:ea typeface="Calibri" panose="020F0502020204030204" pitchFamily="34" charset="0"/>
                <a:cs typeface="B Lotus" panose="00000400000000000000" pitchFamily="2" charset="-78"/>
              </a:rPr>
              <a:t>DBSCAN</a:t>
            </a:r>
            <a:endParaRPr lang="fa-IR" dirty="0">
              <a:latin typeface="Times New Roman" panose="02020603050405020304" pitchFamily="18" charset="0"/>
              <a:ea typeface="Calibri" panose="020F0502020204030204" pitchFamily="34" charset="0"/>
              <a:cs typeface="B Lotus" panose="00000400000000000000" pitchFamily="2" charset="-78"/>
            </a:endParaRPr>
          </a:p>
        </p:txBody>
      </p:sp>
    </p:spTree>
    <p:extLst>
      <p:ext uri="{BB962C8B-B14F-4D97-AF65-F5344CB8AC3E}">
        <p14:creationId xmlns:p14="http://schemas.microsoft.com/office/powerpoint/2010/main" val="3817628218"/>
      </p:ext>
    </p:extLst>
  </p:cSld>
  <p:clrMapOvr>
    <a:masterClrMapping/>
  </p:clrMapOvr>
  <p:timing>
    <p:tnLst>
      <p:par>
        <p:cTn id="1" dur="indefinite" restart="never" nodeType="tmRoot"/>
      </p:par>
    </p:tn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3" name="AutoShape 3">
            <a:extLst>
              <a:ext uri="{FF2B5EF4-FFF2-40B4-BE49-F238E27FC236}">
                <a16:creationId xmlns="" xmlns:a16="http://schemas.microsoft.com/office/drawing/2014/main" id="{2E7CFF1D-4628-454A-8E3A-7632D84A13A7}"/>
              </a:ext>
            </a:extLst>
          </p:cNvPr>
          <p:cNvSpPr>
            <a:spLocks noChangeArrowheads="1"/>
          </p:cNvSpPr>
          <p:nvPr/>
        </p:nvSpPr>
        <p:spPr bwMode="gray">
          <a:xfrm flipH="1">
            <a:off x="161661" y="57140"/>
            <a:ext cx="2426749" cy="651510"/>
          </a:xfrm>
          <a:prstGeom prst="chevron">
            <a:avLst>
              <a:gd name="adj" fmla="val 17009"/>
            </a:avLst>
          </a:prstGeom>
          <a:gradFill rotWithShape="1">
            <a:gsLst>
              <a:gs pos="0">
                <a:srgbClr val="84B09A">
                  <a:gamma/>
                  <a:shade val="46275"/>
                  <a:invGamma/>
                </a:srgbClr>
              </a:gs>
              <a:gs pos="50000">
                <a:srgbClr val="84B09A"/>
              </a:gs>
              <a:gs pos="100000">
                <a:srgbClr val="84B09A">
                  <a:gamma/>
                  <a:shade val="46275"/>
                  <a:invGamma/>
                </a:srgbClr>
              </a:gs>
            </a:gsLst>
            <a:lin ang="2700000" scaled="1"/>
          </a:gradFill>
          <a:ln w="38100">
            <a:solidFill>
              <a:srgbClr val="EAEAEA"/>
            </a:solidFill>
            <a:miter lim="800000"/>
            <a:headEnd/>
            <a:tailEnd/>
          </a:ln>
          <a:effectLst>
            <a:outerShdw dist="109250" dir="3267739" algn="ctr" rotWithShape="0">
              <a:srgbClr val="333333">
                <a:alpha val="50000"/>
              </a:srgbClr>
            </a:outerShdw>
          </a:effectLst>
        </p:spPr>
        <p:txBody>
          <a:bodyPr wrap="square" anchor="ctr">
            <a:spAutoFit/>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endParaRPr>
          </a:p>
        </p:txBody>
      </p:sp>
      <p:sp>
        <p:nvSpPr>
          <p:cNvPr id="3" name="Rectangle 2">
            <a:extLst>
              <a:ext uri="{FF2B5EF4-FFF2-40B4-BE49-F238E27FC236}">
                <a16:creationId xmlns="" xmlns:a16="http://schemas.microsoft.com/office/drawing/2014/main" id="{DBC95E25-1BC4-4BA6-800E-CB747C68872A}"/>
              </a:ext>
            </a:extLst>
          </p:cNvPr>
          <p:cNvSpPr/>
          <p:nvPr/>
        </p:nvSpPr>
        <p:spPr>
          <a:xfrm>
            <a:off x="2652799" y="6294355"/>
            <a:ext cx="3350597" cy="369332"/>
          </a:xfrm>
          <a:prstGeom prst="rect">
            <a:avLst/>
          </a:prstGeom>
        </p:spPr>
        <p:txBody>
          <a:bodyPr wrap="none">
            <a:spAutoFit/>
          </a:bodyPr>
          <a:lstStyle/>
          <a:p>
            <a:pPr algn="ctr" rtl="1"/>
            <a:r>
              <a:rPr lang="fa-IR" dirty="0">
                <a:latin typeface="Times New Roman" panose="02020603050405020304" pitchFamily="18" charset="0"/>
                <a:ea typeface="Calibri" panose="020F0502020204030204" pitchFamily="34" charset="0"/>
                <a:cs typeface="B Lotus" panose="00000400000000000000" pitchFamily="2" charset="-78"/>
              </a:rPr>
              <a:t>شکل </a:t>
            </a:r>
            <a:r>
              <a:rPr lang="fa-IR" dirty="0" smtClean="0">
                <a:latin typeface="Times New Roman" panose="02020603050405020304" pitchFamily="18" charset="0"/>
                <a:ea typeface="Calibri" panose="020F0502020204030204" pitchFamily="34" charset="0"/>
                <a:cs typeface="B Lotus" panose="00000400000000000000" pitchFamily="2" charset="-78"/>
              </a:rPr>
              <a:t>9 نقش اپسیلون در نتایج همسان سازی.</a:t>
            </a:r>
            <a:endParaRPr lang="en-US" dirty="0"/>
          </a:p>
        </p:txBody>
      </p:sp>
      <p:sp>
        <p:nvSpPr>
          <p:cNvPr id="26" name="Slide Number Placeholder 3">
            <a:extLst>
              <a:ext uri="{FF2B5EF4-FFF2-40B4-BE49-F238E27FC236}">
                <a16:creationId xmlns="" xmlns:a16="http://schemas.microsoft.com/office/drawing/2014/main" id="{FEFB061F-8AAB-4535-B272-1BA4D5A77191}"/>
              </a:ext>
            </a:extLst>
          </p:cNvPr>
          <p:cNvSpPr txBox="1">
            <a:spLocks/>
          </p:cNvSpPr>
          <p:nvPr/>
        </p:nvSpPr>
        <p:spPr>
          <a:xfrm>
            <a:off x="8965" y="6090313"/>
            <a:ext cx="676835" cy="767687"/>
          </a:xfrm>
          <a:prstGeom prst="rect">
            <a:avLst/>
          </a:prstGeom>
        </p:spPr>
        <p:txBody>
          <a:bodyPr vert="horz" lIns="91440" tIns="45720" rIns="91440" bIns="45720" rtlCol="0" anchor="ctr"/>
          <a:lstStyle>
            <a:defPPr>
              <a:defRPr lang="en-US"/>
            </a:defPPr>
            <a:lvl1pPr marL="0" algn="l" defTabSz="914400" rtl="0" eaLnBrk="1" latinLnBrk="0" hangingPunct="1">
              <a:defRPr sz="1400" b="1" kern="1200">
                <a:solidFill>
                  <a:srgbClr val="FFFFFF"/>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rtl="1"/>
            <a:fld id="{E8ADF199-8047-440E-B02B-E80683B392F2}" type="slidenum">
              <a:rPr lang="fa-IR" sz="1800" smtClean="0">
                <a:solidFill>
                  <a:schemeClr val="tx1"/>
                </a:solidFill>
                <a:cs typeface="B Lotus" panose="00000400000000000000" pitchFamily="2" charset="-78"/>
              </a:rPr>
              <a:pPr rtl="1"/>
              <a:t>12</a:t>
            </a:fld>
            <a:endParaRPr lang="fa-IR" sz="1800" dirty="0">
              <a:solidFill>
                <a:schemeClr val="tx1"/>
              </a:solidFill>
              <a:cs typeface="B Lotus" panose="00000400000000000000" pitchFamily="2" charset="-78"/>
            </a:endParaRPr>
          </a:p>
        </p:txBody>
      </p:sp>
      <p:pic>
        <p:nvPicPr>
          <p:cNvPr id="30" name="Picture 29" descr="پرونده:Azad University logo.png - ویکی‌پدیا، دانشنامهٔ آزاد">
            <a:extLst>
              <a:ext uri="{FF2B5EF4-FFF2-40B4-BE49-F238E27FC236}">
                <a16:creationId xmlns="" xmlns:a16="http://schemas.microsoft.com/office/drawing/2014/main" id="{2F67C891-7A76-4BAB-A300-B54DFBDD9870}"/>
              </a:ext>
            </a:extLst>
          </p:cNvPr>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8610600" y="0"/>
            <a:ext cx="533400" cy="822959"/>
          </a:xfrm>
          <a:prstGeom prst="rect">
            <a:avLst/>
          </a:prstGeom>
          <a:noFill/>
          <a:ln>
            <a:noFill/>
          </a:ln>
        </p:spPr>
      </p:pic>
      <p:sp>
        <p:nvSpPr>
          <p:cNvPr id="35" name="AutoShape 10">
            <a:extLst>
              <a:ext uri="{FF2B5EF4-FFF2-40B4-BE49-F238E27FC236}">
                <a16:creationId xmlns="" xmlns:a16="http://schemas.microsoft.com/office/drawing/2014/main" id="{2A2EA850-A064-4A9D-9C26-C017D368DF1D}"/>
              </a:ext>
            </a:extLst>
          </p:cNvPr>
          <p:cNvSpPr>
            <a:spLocks noChangeArrowheads="1"/>
          </p:cNvSpPr>
          <p:nvPr/>
        </p:nvSpPr>
        <p:spPr bwMode="gray">
          <a:xfrm flipH="1">
            <a:off x="6246677" y="59426"/>
            <a:ext cx="2057400" cy="649224"/>
          </a:xfrm>
          <a:prstGeom prst="chevron">
            <a:avLst>
              <a:gd name="adj" fmla="val 17842"/>
            </a:avLst>
          </a:prstGeom>
          <a:gradFill rotWithShape="1">
            <a:gsLst>
              <a:gs pos="0">
                <a:srgbClr val="84B09A">
                  <a:gamma/>
                  <a:shade val="46275"/>
                  <a:invGamma/>
                </a:srgbClr>
              </a:gs>
              <a:gs pos="50000">
                <a:srgbClr val="84B09A"/>
              </a:gs>
              <a:gs pos="100000">
                <a:srgbClr val="84B09A">
                  <a:gamma/>
                  <a:shade val="46275"/>
                  <a:invGamma/>
                </a:srgbClr>
              </a:gs>
            </a:gsLst>
            <a:lin ang="2700000" scaled="1"/>
          </a:gradFill>
          <a:ln w="38100">
            <a:solidFill>
              <a:srgbClr val="EAEAEA"/>
            </a:solidFill>
            <a:miter lim="800000"/>
            <a:headEnd/>
            <a:tailEnd/>
          </a:ln>
          <a:effectLst>
            <a:outerShdw dist="109250" dir="3267739" algn="ctr" rotWithShape="0">
              <a:srgbClr val="333333">
                <a:alpha val="50000"/>
              </a:srgbClr>
            </a:outerShdw>
          </a:effectLst>
        </p:spPr>
        <p:txBody>
          <a:bodyPr wrap="square" anchor="ctr">
            <a:spAutoFit/>
          </a:bodyPr>
          <a:lstStyle/>
          <a:p>
            <a:pPr algn="ctr" fontAlgn="base">
              <a:spcBef>
                <a:spcPct val="0"/>
              </a:spcBef>
              <a:spcAft>
                <a:spcPct val="0"/>
              </a:spcAft>
            </a:pPr>
            <a:endParaRPr lang="en-US" kern="0" dirty="0">
              <a:solidFill>
                <a:srgbClr val="3D81BF"/>
              </a:solidFill>
            </a:endParaRPr>
          </a:p>
        </p:txBody>
      </p:sp>
      <p:sp>
        <p:nvSpPr>
          <p:cNvPr id="36" name="AutoShape 3">
            <a:extLst>
              <a:ext uri="{FF2B5EF4-FFF2-40B4-BE49-F238E27FC236}">
                <a16:creationId xmlns="" xmlns:a16="http://schemas.microsoft.com/office/drawing/2014/main" id="{B742D6B4-C2BA-456D-8EF1-01FC0D22E95C}"/>
              </a:ext>
            </a:extLst>
          </p:cNvPr>
          <p:cNvSpPr>
            <a:spLocks noChangeArrowheads="1"/>
          </p:cNvSpPr>
          <p:nvPr/>
        </p:nvSpPr>
        <p:spPr bwMode="gray">
          <a:xfrm flipH="1">
            <a:off x="4200083" y="65559"/>
            <a:ext cx="2056086" cy="649224"/>
          </a:xfrm>
          <a:prstGeom prst="chevron">
            <a:avLst>
              <a:gd name="adj" fmla="val 17009"/>
            </a:avLst>
          </a:prstGeom>
          <a:gradFill rotWithShape="1">
            <a:gsLst>
              <a:gs pos="0">
                <a:srgbClr val="84B09A">
                  <a:gamma/>
                  <a:shade val="46275"/>
                  <a:invGamma/>
                </a:srgbClr>
              </a:gs>
              <a:gs pos="50000">
                <a:srgbClr val="84B09A"/>
              </a:gs>
              <a:gs pos="100000">
                <a:srgbClr val="84B09A">
                  <a:gamma/>
                  <a:shade val="46275"/>
                  <a:invGamma/>
                </a:srgbClr>
              </a:gs>
            </a:gsLst>
            <a:lin ang="2700000" scaled="1"/>
          </a:gradFill>
          <a:ln w="38100">
            <a:solidFill>
              <a:srgbClr val="EAEAEA"/>
            </a:solidFill>
            <a:miter lim="800000"/>
            <a:headEnd/>
            <a:tailEnd/>
          </a:ln>
          <a:effectLst>
            <a:outerShdw dist="109250" dir="3267739" algn="ctr" rotWithShape="0">
              <a:srgbClr val="333333">
                <a:alpha val="50000"/>
              </a:srgbClr>
            </a:outerShdw>
          </a:effectLst>
        </p:spPr>
        <p:txBody>
          <a:bodyPr wrap="square" anchor="ctr">
            <a:spAutoFit/>
          </a:bodyPr>
          <a:lstStyle/>
          <a:p>
            <a:pPr algn="ctr" fontAlgn="base">
              <a:spcBef>
                <a:spcPct val="0"/>
              </a:spcBef>
              <a:spcAft>
                <a:spcPct val="0"/>
              </a:spcAft>
            </a:pPr>
            <a:endParaRPr lang="en-US" kern="0" dirty="0">
              <a:solidFill>
                <a:srgbClr val="3D81BF"/>
              </a:solidFill>
            </a:endParaRPr>
          </a:p>
        </p:txBody>
      </p:sp>
      <p:sp>
        <p:nvSpPr>
          <p:cNvPr id="37" name="AutoShape 3">
            <a:extLst>
              <a:ext uri="{FF2B5EF4-FFF2-40B4-BE49-F238E27FC236}">
                <a16:creationId xmlns="" xmlns:a16="http://schemas.microsoft.com/office/drawing/2014/main" id="{A5531835-C6DF-4085-9BDC-A727B5CE3B64}"/>
              </a:ext>
            </a:extLst>
          </p:cNvPr>
          <p:cNvSpPr>
            <a:spLocks noChangeArrowheads="1"/>
          </p:cNvSpPr>
          <p:nvPr/>
        </p:nvSpPr>
        <p:spPr bwMode="gray">
          <a:xfrm flipH="1">
            <a:off x="2564242" y="54759"/>
            <a:ext cx="1600202" cy="649224"/>
          </a:xfrm>
          <a:prstGeom prst="chevron">
            <a:avLst>
              <a:gd name="adj" fmla="val 17009"/>
            </a:avLst>
          </a:prstGeom>
          <a:solidFill>
            <a:srgbClr val="2842AE"/>
          </a:solidFill>
          <a:ln w="38100">
            <a:solidFill>
              <a:srgbClr val="EAEAEA"/>
            </a:solidFill>
            <a:miter lim="800000"/>
            <a:headEnd/>
            <a:tailEnd/>
          </a:ln>
          <a:effectLst>
            <a:outerShdw dist="109250" dir="3267739" algn="ctr" rotWithShape="0">
              <a:srgbClr val="333333">
                <a:alpha val="50000"/>
              </a:srgbClr>
            </a:outerShdw>
          </a:effectLst>
        </p:spPr>
        <p:txBody>
          <a:bodyPr wrap="square" anchor="ctr">
            <a:spAutoFit/>
          </a:bodyPr>
          <a:lstStyle/>
          <a:p>
            <a:pPr algn="ctr" fontAlgn="base">
              <a:spcBef>
                <a:spcPct val="0"/>
              </a:spcBef>
              <a:spcAft>
                <a:spcPct val="0"/>
              </a:spcAft>
            </a:pPr>
            <a:endParaRPr lang="en-US" kern="0">
              <a:solidFill>
                <a:srgbClr val="3D81BF"/>
              </a:solidFill>
            </a:endParaRPr>
          </a:p>
        </p:txBody>
      </p:sp>
      <p:sp>
        <p:nvSpPr>
          <p:cNvPr id="38" name="Rectangle 37">
            <a:extLst>
              <a:ext uri="{FF2B5EF4-FFF2-40B4-BE49-F238E27FC236}">
                <a16:creationId xmlns="" xmlns:a16="http://schemas.microsoft.com/office/drawing/2014/main" id="{B51F10B5-E430-4BC2-858C-405C3B009988}"/>
              </a:ext>
            </a:extLst>
          </p:cNvPr>
          <p:cNvSpPr/>
          <p:nvPr/>
        </p:nvSpPr>
        <p:spPr>
          <a:xfrm>
            <a:off x="403231" y="91457"/>
            <a:ext cx="2056085" cy="584775"/>
          </a:xfrm>
          <a:prstGeom prst="rect">
            <a:avLst/>
          </a:prstGeom>
        </p:spPr>
        <p:txBody>
          <a:bodyPr wrap="square">
            <a:spAutoFit/>
          </a:bodyPr>
          <a:lstStyle/>
          <a:p>
            <a:pPr lvl="0" algn="ctr" rtl="1" fontAlgn="base">
              <a:spcBef>
                <a:spcPct val="0"/>
              </a:spcBef>
              <a:spcAft>
                <a:spcPct val="0"/>
              </a:spcAft>
            </a:pPr>
            <a:r>
              <a:rPr lang="fa-IR" sz="1600" b="1" dirty="0" smtClean="0">
                <a:solidFill>
                  <a:srgbClr val="FFFFFF"/>
                </a:solidFill>
                <a:latin typeface="Times New Roman" panose="02020603050405020304" pitchFamily="18" charset="0"/>
                <a:cs typeface="B Nazanin" panose="00000400000000000000" pitchFamily="2" charset="-78"/>
              </a:rPr>
              <a:t> پیاده سازی و ارزیابی همسان ساز پیشنهادی</a:t>
            </a:r>
            <a:endParaRPr lang="fa-IR" sz="1600" b="1" dirty="0">
              <a:solidFill>
                <a:srgbClr val="FFFFFF"/>
              </a:solidFill>
              <a:latin typeface="Times New Roman" panose="02020603050405020304" pitchFamily="18" charset="0"/>
              <a:cs typeface="B Nazanin" panose="00000400000000000000" pitchFamily="2" charset="-78"/>
            </a:endParaRPr>
          </a:p>
        </p:txBody>
      </p:sp>
      <p:sp>
        <p:nvSpPr>
          <p:cNvPr id="39" name="Rectangle 38">
            <a:extLst>
              <a:ext uri="{FF2B5EF4-FFF2-40B4-BE49-F238E27FC236}">
                <a16:creationId xmlns="" xmlns:a16="http://schemas.microsoft.com/office/drawing/2014/main" id="{BA7FD763-7392-4FB3-B13F-EF9D935A7C24}"/>
              </a:ext>
            </a:extLst>
          </p:cNvPr>
          <p:cNvSpPr/>
          <p:nvPr/>
        </p:nvSpPr>
        <p:spPr>
          <a:xfrm>
            <a:off x="2636749" y="78259"/>
            <a:ext cx="1600200" cy="584775"/>
          </a:xfrm>
          <a:prstGeom prst="rect">
            <a:avLst/>
          </a:prstGeom>
        </p:spPr>
        <p:txBody>
          <a:bodyPr wrap="square">
            <a:spAutoFit/>
          </a:bodyPr>
          <a:lstStyle/>
          <a:p>
            <a:pPr lvl="0" algn="ctr" rtl="1" fontAlgn="base">
              <a:spcBef>
                <a:spcPct val="0"/>
              </a:spcBef>
              <a:spcAft>
                <a:spcPct val="0"/>
              </a:spcAft>
            </a:pPr>
            <a:r>
              <a:rPr lang="fa-IR" sz="1600" b="1" dirty="0">
                <a:solidFill>
                  <a:srgbClr val="FFFFFF"/>
                </a:solidFill>
                <a:latin typeface="Times New Roman" panose="02020603050405020304" pitchFamily="18" charset="0"/>
                <a:cs typeface="B Nazanin" panose="00000400000000000000" pitchFamily="2" charset="-78"/>
              </a:rPr>
              <a:t>همسان سازی پیشنهادی</a:t>
            </a:r>
          </a:p>
        </p:txBody>
      </p:sp>
      <p:sp>
        <p:nvSpPr>
          <p:cNvPr id="40" name="Rectangle 39">
            <a:extLst>
              <a:ext uri="{FF2B5EF4-FFF2-40B4-BE49-F238E27FC236}">
                <a16:creationId xmlns="" xmlns:a16="http://schemas.microsoft.com/office/drawing/2014/main" id="{4E566E01-C2D9-408C-9484-C0EBBF4D2C33}"/>
              </a:ext>
            </a:extLst>
          </p:cNvPr>
          <p:cNvSpPr/>
          <p:nvPr/>
        </p:nvSpPr>
        <p:spPr>
          <a:xfrm>
            <a:off x="4495138" y="91457"/>
            <a:ext cx="1443038" cy="584775"/>
          </a:xfrm>
          <a:prstGeom prst="rect">
            <a:avLst/>
          </a:prstGeom>
        </p:spPr>
        <p:txBody>
          <a:bodyPr wrap="square">
            <a:spAutoFit/>
          </a:bodyPr>
          <a:lstStyle/>
          <a:p>
            <a:pPr lvl="0" algn="ctr" rtl="1" fontAlgn="base">
              <a:spcBef>
                <a:spcPct val="0"/>
              </a:spcBef>
              <a:spcAft>
                <a:spcPct val="0"/>
              </a:spcAft>
            </a:pPr>
            <a:r>
              <a:rPr lang="fa-IR" sz="1600" b="1" dirty="0">
                <a:solidFill>
                  <a:srgbClr val="FFFFFF"/>
                </a:solidFill>
                <a:latin typeface="Times New Roman" panose="02020603050405020304" pitchFamily="18" charset="0"/>
                <a:cs typeface="B Nazanin" panose="00000400000000000000" pitchFamily="2" charset="-78"/>
              </a:rPr>
              <a:t>همسان سازی باتری</a:t>
            </a:r>
          </a:p>
        </p:txBody>
      </p:sp>
      <p:sp>
        <p:nvSpPr>
          <p:cNvPr id="41" name="Rectangle 40">
            <a:extLst>
              <a:ext uri="{FF2B5EF4-FFF2-40B4-BE49-F238E27FC236}">
                <a16:creationId xmlns="" xmlns:a16="http://schemas.microsoft.com/office/drawing/2014/main" id="{4574B186-F112-4A6C-ADFE-E46D302B236B}"/>
              </a:ext>
            </a:extLst>
          </p:cNvPr>
          <p:cNvSpPr/>
          <p:nvPr/>
        </p:nvSpPr>
        <p:spPr>
          <a:xfrm>
            <a:off x="6499957" y="197162"/>
            <a:ext cx="1626786" cy="323165"/>
          </a:xfrm>
          <a:prstGeom prst="rect">
            <a:avLst/>
          </a:prstGeom>
        </p:spPr>
        <p:txBody>
          <a:bodyPr wrap="square">
            <a:spAutoFit/>
          </a:bodyPr>
          <a:lstStyle/>
          <a:p>
            <a:pPr lvl="0" algn="ctr" fontAlgn="base">
              <a:spcBef>
                <a:spcPct val="0"/>
              </a:spcBef>
              <a:spcAft>
                <a:spcPct val="0"/>
              </a:spcAft>
              <a:defRPr/>
            </a:pPr>
            <a:r>
              <a:rPr lang="fa-IR" sz="1500" b="1" kern="0" dirty="0">
                <a:solidFill>
                  <a:srgbClr val="FFFFFF"/>
                </a:solidFill>
                <a:latin typeface="Times New Roman" panose="02020603050405020304" pitchFamily="18" charset="0"/>
                <a:cs typeface="B Nazanin" pitchFamily="2" charset="-78"/>
              </a:rPr>
              <a:t>باتری ها</a:t>
            </a:r>
            <a:endParaRPr lang="en-US" sz="1500" b="1" kern="0" dirty="0">
              <a:solidFill>
                <a:srgbClr val="FFFFFF"/>
              </a:solidFill>
              <a:latin typeface="Times New Roman" panose="02020603050405020304" pitchFamily="18" charset="0"/>
              <a:cs typeface="B Nazanin" pitchFamily="2" charset="-78"/>
            </a:endParaRPr>
          </a:p>
        </p:txBody>
      </p:sp>
      <p:sp>
        <p:nvSpPr>
          <p:cNvPr id="42" name="Rounded Rectangle 175">
            <a:extLst>
              <a:ext uri="{FF2B5EF4-FFF2-40B4-BE49-F238E27FC236}">
                <a16:creationId xmlns="" xmlns:a16="http://schemas.microsoft.com/office/drawing/2014/main" id="{72F1F36F-BC0F-4EAB-B733-3BEB63BA174F}"/>
              </a:ext>
            </a:extLst>
          </p:cNvPr>
          <p:cNvSpPr/>
          <p:nvPr/>
        </p:nvSpPr>
        <p:spPr bwMode="auto">
          <a:xfrm>
            <a:off x="6324600" y="1066930"/>
            <a:ext cx="2922494" cy="418072"/>
          </a:xfrm>
          <a:prstGeom prst="roundRect">
            <a:avLst/>
          </a:prstGeom>
          <a:solidFill>
            <a:srgbClr val="3D81BF">
              <a:lumMod val="75000"/>
            </a:srgbClr>
          </a:solidFill>
          <a:ln w="9525" cap="flat" cmpd="sng" algn="ctr">
            <a:solidFill>
              <a:srgbClr val="000000"/>
            </a:solidFill>
            <a:prstDash val="solid"/>
            <a:round/>
            <a:headEnd type="none" w="med" len="med"/>
            <a:tailEnd type="none" w="med" len="med"/>
          </a:ln>
          <a:effectLst>
            <a:reflection blurRad="6350" stA="50000" endA="300" endPos="55000" dir="5400000" sy="-100000" algn="bl" rotWithShape="0"/>
          </a:effectLst>
          <a:scene3d>
            <a:camera prst="isometricOffAxis2Left"/>
            <a:lightRig rig="threePt" dir="t"/>
          </a:scene3d>
        </p:spPr>
        <p:txBody>
          <a:bodyPr vert="horz" wrap="square" lIns="91440" tIns="45720" rIns="91440" bIns="45720" numCol="1" rtlCol="0" anchor="t" anchorCtr="0" compatLnSpc="1">
            <a:prstTxWarp prst="textNoShape">
              <a:avLst/>
            </a:prstTxWarp>
          </a:bodyPr>
          <a:lstStyle/>
          <a:p>
            <a:pPr lvl="0" algn="ctr" rtl="1" fontAlgn="base">
              <a:spcBef>
                <a:spcPct val="0"/>
              </a:spcBef>
              <a:spcAft>
                <a:spcPct val="0"/>
              </a:spcAft>
            </a:pPr>
            <a:r>
              <a:rPr lang="fa-IR" sz="2000" b="1" dirty="0">
                <a:solidFill>
                  <a:srgbClr val="FFFFFF"/>
                </a:solidFill>
                <a:latin typeface="Times New Roman" panose="02020603050405020304" pitchFamily="18" charset="0"/>
                <a:cs typeface="B Nazanin" panose="00000400000000000000" pitchFamily="2" charset="-78"/>
              </a:rPr>
              <a:t>همسان سازی پیشنهادی</a:t>
            </a:r>
          </a:p>
        </p:txBody>
      </p:sp>
      <p:pic>
        <p:nvPicPr>
          <p:cNvPr id="2" name="Picture 1">
            <a:extLst>
              <a:ext uri="{FF2B5EF4-FFF2-40B4-BE49-F238E27FC236}">
                <a16:creationId xmlns="" xmlns:a16="http://schemas.microsoft.com/office/drawing/2014/main" id="{6C503396-79A2-47A1-92ED-C6AE4EA9FF7E}"/>
              </a:ext>
            </a:extLst>
          </p:cNvPr>
          <p:cNvPicPr>
            <a:picLocks noChangeAspect="1"/>
          </p:cNvPicPr>
          <p:nvPr/>
        </p:nvPicPr>
        <p:blipFill>
          <a:blip r:embed="rId4"/>
          <a:stretch>
            <a:fillRect/>
          </a:stretch>
        </p:blipFill>
        <p:spPr>
          <a:xfrm>
            <a:off x="1532863" y="964608"/>
            <a:ext cx="5924550" cy="5326898"/>
          </a:xfrm>
          <a:prstGeom prst="rect">
            <a:avLst/>
          </a:prstGeom>
        </p:spPr>
      </p:pic>
    </p:spTree>
    <p:extLst>
      <p:ext uri="{BB962C8B-B14F-4D97-AF65-F5344CB8AC3E}">
        <p14:creationId xmlns:p14="http://schemas.microsoft.com/office/powerpoint/2010/main" val="1297349643"/>
      </p:ext>
    </p:extLst>
  </p:cSld>
  <p:clrMapOvr>
    <a:masterClrMapping/>
  </p:clrMapOvr>
  <p:timing>
    <p:tnLst>
      <p:par>
        <p:cTn id="1" dur="indefinite" restart="never" nodeType="tmRoot"/>
      </p:par>
    </p:tn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3" name="AutoShape 3">
            <a:extLst>
              <a:ext uri="{FF2B5EF4-FFF2-40B4-BE49-F238E27FC236}">
                <a16:creationId xmlns="" xmlns:a16="http://schemas.microsoft.com/office/drawing/2014/main" id="{2E7CFF1D-4628-454A-8E3A-7632D84A13A7}"/>
              </a:ext>
            </a:extLst>
          </p:cNvPr>
          <p:cNvSpPr>
            <a:spLocks noChangeArrowheads="1"/>
          </p:cNvSpPr>
          <p:nvPr/>
        </p:nvSpPr>
        <p:spPr bwMode="gray">
          <a:xfrm flipH="1">
            <a:off x="161661" y="57140"/>
            <a:ext cx="2426749" cy="651510"/>
          </a:xfrm>
          <a:prstGeom prst="chevron">
            <a:avLst>
              <a:gd name="adj" fmla="val 17009"/>
            </a:avLst>
          </a:prstGeom>
          <a:gradFill rotWithShape="1">
            <a:gsLst>
              <a:gs pos="0">
                <a:srgbClr val="84B09A">
                  <a:gamma/>
                  <a:shade val="46275"/>
                  <a:invGamma/>
                </a:srgbClr>
              </a:gs>
              <a:gs pos="50000">
                <a:srgbClr val="84B09A"/>
              </a:gs>
              <a:gs pos="100000">
                <a:srgbClr val="84B09A">
                  <a:gamma/>
                  <a:shade val="46275"/>
                  <a:invGamma/>
                </a:srgbClr>
              </a:gs>
            </a:gsLst>
            <a:lin ang="2700000" scaled="1"/>
          </a:gradFill>
          <a:ln w="38100">
            <a:solidFill>
              <a:srgbClr val="EAEAEA"/>
            </a:solidFill>
            <a:miter lim="800000"/>
            <a:headEnd/>
            <a:tailEnd/>
          </a:ln>
          <a:effectLst>
            <a:outerShdw dist="109250" dir="3267739" algn="ctr" rotWithShape="0">
              <a:srgbClr val="333333">
                <a:alpha val="50000"/>
              </a:srgbClr>
            </a:outerShdw>
          </a:effectLst>
        </p:spPr>
        <p:txBody>
          <a:bodyPr wrap="square" anchor="ctr">
            <a:spAutoFit/>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endParaRPr>
          </a:p>
        </p:txBody>
      </p:sp>
      <p:sp>
        <p:nvSpPr>
          <p:cNvPr id="3" name="Rectangle 2">
            <a:extLst>
              <a:ext uri="{FF2B5EF4-FFF2-40B4-BE49-F238E27FC236}">
                <a16:creationId xmlns="" xmlns:a16="http://schemas.microsoft.com/office/drawing/2014/main" id="{DBC95E25-1BC4-4BA6-800E-CB747C68872A}"/>
              </a:ext>
            </a:extLst>
          </p:cNvPr>
          <p:cNvSpPr/>
          <p:nvPr/>
        </p:nvSpPr>
        <p:spPr>
          <a:xfrm>
            <a:off x="2598964" y="6291506"/>
            <a:ext cx="3130986" cy="369332"/>
          </a:xfrm>
          <a:prstGeom prst="rect">
            <a:avLst/>
          </a:prstGeom>
        </p:spPr>
        <p:txBody>
          <a:bodyPr wrap="none">
            <a:spAutoFit/>
          </a:bodyPr>
          <a:lstStyle/>
          <a:p>
            <a:pPr algn="ctr" rtl="1"/>
            <a:r>
              <a:rPr lang="fa-IR" dirty="0">
                <a:latin typeface="Times New Roman" panose="02020603050405020304" pitchFamily="18" charset="0"/>
                <a:ea typeface="Calibri" panose="020F0502020204030204" pitchFamily="34" charset="0"/>
                <a:cs typeface="B Lotus" panose="00000400000000000000" pitchFamily="2" charset="-78"/>
              </a:rPr>
              <a:t>شکل </a:t>
            </a:r>
            <a:r>
              <a:rPr lang="fa-IR" dirty="0" smtClean="0">
                <a:latin typeface="Times New Roman" panose="02020603050405020304" pitchFamily="18" charset="0"/>
                <a:ea typeface="Calibri" panose="020F0502020204030204" pitchFamily="34" charset="0"/>
                <a:cs typeface="B Lotus" panose="00000400000000000000" pitchFamily="2" charset="-78"/>
              </a:rPr>
              <a:t>10 فلوچارت همسان ساز پیشنهادی.</a:t>
            </a:r>
            <a:endParaRPr lang="en-US" dirty="0"/>
          </a:p>
        </p:txBody>
      </p:sp>
      <p:sp>
        <p:nvSpPr>
          <p:cNvPr id="26" name="Slide Number Placeholder 3">
            <a:extLst>
              <a:ext uri="{FF2B5EF4-FFF2-40B4-BE49-F238E27FC236}">
                <a16:creationId xmlns="" xmlns:a16="http://schemas.microsoft.com/office/drawing/2014/main" id="{FEFB061F-8AAB-4535-B272-1BA4D5A77191}"/>
              </a:ext>
            </a:extLst>
          </p:cNvPr>
          <p:cNvSpPr txBox="1">
            <a:spLocks/>
          </p:cNvSpPr>
          <p:nvPr/>
        </p:nvSpPr>
        <p:spPr>
          <a:xfrm>
            <a:off x="8965" y="6090313"/>
            <a:ext cx="676835" cy="767687"/>
          </a:xfrm>
          <a:prstGeom prst="rect">
            <a:avLst/>
          </a:prstGeom>
        </p:spPr>
        <p:txBody>
          <a:bodyPr vert="horz" lIns="91440" tIns="45720" rIns="91440" bIns="45720" rtlCol="0" anchor="ctr"/>
          <a:lstStyle>
            <a:defPPr>
              <a:defRPr lang="en-US"/>
            </a:defPPr>
            <a:lvl1pPr marL="0" algn="l" defTabSz="914400" rtl="0" eaLnBrk="1" latinLnBrk="0" hangingPunct="1">
              <a:defRPr sz="1400" b="1" kern="1200">
                <a:solidFill>
                  <a:srgbClr val="FFFFFF"/>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rtl="1"/>
            <a:fld id="{E8ADF199-8047-440E-B02B-E80683B392F2}" type="slidenum">
              <a:rPr lang="fa-IR" sz="1800" smtClean="0">
                <a:solidFill>
                  <a:schemeClr val="tx1"/>
                </a:solidFill>
                <a:cs typeface="B Lotus" panose="00000400000000000000" pitchFamily="2" charset="-78"/>
              </a:rPr>
              <a:pPr rtl="1"/>
              <a:t>13</a:t>
            </a:fld>
            <a:endParaRPr lang="fa-IR" sz="1800" dirty="0">
              <a:solidFill>
                <a:schemeClr val="tx1"/>
              </a:solidFill>
              <a:cs typeface="B Lotus" panose="00000400000000000000" pitchFamily="2" charset="-78"/>
            </a:endParaRPr>
          </a:p>
        </p:txBody>
      </p:sp>
      <p:pic>
        <p:nvPicPr>
          <p:cNvPr id="30" name="Picture 29" descr="پرونده:Azad University logo.png - ویکی‌پدیا، دانشنامهٔ آزاد">
            <a:extLst>
              <a:ext uri="{FF2B5EF4-FFF2-40B4-BE49-F238E27FC236}">
                <a16:creationId xmlns="" xmlns:a16="http://schemas.microsoft.com/office/drawing/2014/main" id="{2F67C891-7A76-4BAB-A300-B54DFBDD9870}"/>
              </a:ext>
            </a:extLst>
          </p:cNvPr>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8610600" y="0"/>
            <a:ext cx="533400" cy="822959"/>
          </a:xfrm>
          <a:prstGeom prst="rect">
            <a:avLst/>
          </a:prstGeom>
          <a:noFill/>
          <a:ln>
            <a:noFill/>
          </a:ln>
        </p:spPr>
      </p:pic>
      <p:sp>
        <p:nvSpPr>
          <p:cNvPr id="35" name="AutoShape 10">
            <a:extLst>
              <a:ext uri="{FF2B5EF4-FFF2-40B4-BE49-F238E27FC236}">
                <a16:creationId xmlns="" xmlns:a16="http://schemas.microsoft.com/office/drawing/2014/main" id="{2A2EA850-A064-4A9D-9C26-C017D368DF1D}"/>
              </a:ext>
            </a:extLst>
          </p:cNvPr>
          <p:cNvSpPr>
            <a:spLocks noChangeArrowheads="1"/>
          </p:cNvSpPr>
          <p:nvPr/>
        </p:nvSpPr>
        <p:spPr bwMode="gray">
          <a:xfrm flipH="1">
            <a:off x="6246677" y="59426"/>
            <a:ext cx="2057400" cy="649224"/>
          </a:xfrm>
          <a:prstGeom prst="chevron">
            <a:avLst>
              <a:gd name="adj" fmla="val 17842"/>
            </a:avLst>
          </a:prstGeom>
          <a:gradFill rotWithShape="1">
            <a:gsLst>
              <a:gs pos="0">
                <a:srgbClr val="84B09A">
                  <a:gamma/>
                  <a:shade val="46275"/>
                  <a:invGamma/>
                </a:srgbClr>
              </a:gs>
              <a:gs pos="50000">
                <a:srgbClr val="84B09A"/>
              </a:gs>
              <a:gs pos="100000">
                <a:srgbClr val="84B09A">
                  <a:gamma/>
                  <a:shade val="46275"/>
                  <a:invGamma/>
                </a:srgbClr>
              </a:gs>
            </a:gsLst>
            <a:lin ang="2700000" scaled="1"/>
          </a:gradFill>
          <a:ln w="38100">
            <a:solidFill>
              <a:srgbClr val="EAEAEA"/>
            </a:solidFill>
            <a:miter lim="800000"/>
            <a:headEnd/>
            <a:tailEnd/>
          </a:ln>
          <a:effectLst>
            <a:outerShdw dist="109250" dir="3267739" algn="ctr" rotWithShape="0">
              <a:srgbClr val="333333">
                <a:alpha val="50000"/>
              </a:srgbClr>
            </a:outerShdw>
          </a:effectLst>
        </p:spPr>
        <p:txBody>
          <a:bodyPr wrap="square" anchor="ctr">
            <a:spAutoFit/>
          </a:bodyPr>
          <a:lstStyle/>
          <a:p>
            <a:pPr algn="ctr" fontAlgn="base">
              <a:spcBef>
                <a:spcPct val="0"/>
              </a:spcBef>
              <a:spcAft>
                <a:spcPct val="0"/>
              </a:spcAft>
            </a:pPr>
            <a:endParaRPr lang="en-US" kern="0" dirty="0">
              <a:solidFill>
                <a:srgbClr val="3D81BF"/>
              </a:solidFill>
            </a:endParaRPr>
          </a:p>
        </p:txBody>
      </p:sp>
      <p:sp>
        <p:nvSpPr>
          <p:cNvPr id="36" name="AutoShape 3">
            <a:extLst>
              <a:ext uri="{FF2B5EF4-FFF2-40B4-BE49-F238E27FC236}">
                <a16:creationId xmlns="" xmlns:a16="http://schemas.microsoft.com/office/drawing/2014/main" id="{B742D6B4-C2BA-456D-8EF1-01FC0D22E95C}"/>
              </a:ext>
            </a:extLst>
          </p:cNvPr>
          <p:cNvSpPr>
            <a:spLocks noChangeArrowheads="1"/>
          </p:cNvSpPr>
          <p:nvPr/>
        </p:nvSpPr>
        <p:spPr bwMode="gray">
          <a:xfrm flipH="1">
            <a:off x="4200083" y="65559"/>
            <a:ext cx="2056086" cy="649224"/>
          </a:xfrm>
          <a:prstGeom prst="chevron">
            <a:avLst>
              <a:gd name="adj" fmla="val 17009"/>
            </a:avLst>
          </a:prstGeom>
          <a:gradFill rotWithShape="1">
            <a:gsLst>
              <a:gs pos="0">
                <a:srgbClr val="84B09A">
                  <a:gamma/>
                  <a:shade val="46275"/>
                  <a:invGamma/>
                </a:srgbClr>
              </a:gs>
              <a:gs pos="50000">
                <a:srgbClr val="84B09A"/>
              </a:gs>
              <a:gs pos="100000">
                <a:srgbClr val="84B09A">
                  <a:gamma/>
                  <a:shade val="46275"/>
                  <a:invGamma/>
                </a:srgbClr>
              </a:gs>
            </a:gsLst>
            <a:lin ang="2700000" scaled="1"/>
          </a:gradFill>
          <a:ln w="38100">
            <a:solidFill>
              <a:srgbClr val="EAEAEA"/>
            </a:solidFill>
            <a:miter lim="800000"/>
            <a:headEnd/>
            <a:tailEnd/>
          </a:ln>
          <a:effectLst>
            <a:outerShdw dist="109250" dir="3267739" algn="ctr" rotWithShape="0">
              <a:srgbClr val="333333">
                <a:alpha val="50000"/>
              </a:srgbClr>
            </a:outerShdw>
          </a:effectLst>
        </p:spPr>
        <p:txBody>
          <a:bodyPr wrap="square" anchor="ctr">
            <a:spAutoFit/>
          </a:bodyPr>
          <a:lstStyle/>
          <a:p>
            <a:pPr algn="ctr" fontAlgn="base">
              <a:spcBef>
                <a:spcPct val="0"/>
              </a:spcBef>
              <a:spcAft>
                <a:spcPct val="0"/>
              </a:spcAft>
            </a:pPr>
            <a:endParaRPr lang="en-US" kern="0" dirty="0">
              <a:solidFill>
                <a:srgbClr val="3D81BF"/>
              </a:solidFill>
            </a:endParaRPr>
          </a:p>
        </p:txBody>
      </p:sp>
      <p:sp>
        <p:nvSpPr>
          <p:cNvPr id="37" name="AutoShape 3">
            <a:extLst>
              <a:ext uri="{FF2B5EF4-FFF2-40B4-BE49-F238E27FC236}">
                <a16:creationId xmlns="" xmlns:a16="http://schemas.microsoft.com/office/drawing/2014/main" id="{A5531835-C6DF-4085-9BDC-A727B5CE3B64}"/>
              </a:ext>
            </a:extLst>
          </p:cNvPr>
          <p:cNvSpPr>
            <a:spLocks noChangeArrowheads="1"/>
          </p:cNvSpPr>
          <p:nvPr/>
        </p:nvSpPr>
        <p:spPr bwMode="gray">
          <a:xfrm flipH="1">
            <a:off x="2564242" y="54759"/>
            <a:ext cx="1600202" cy="649224"/>
          </a:xfrm>
          <a:prstGeom prst="chevron">
            <a:avLst>
              <a:gd name="adj" fmla="val 17009"/>
            </a:avLst>
          </a:prstGeom>
          <a:solidFill>
            <a:srgbClr val="2842AE"/>
          </a:solidFill>
          <a:ln w="38100">
            <a:solidFill>
              <a:srgbClr val="EAEAEA"/>
            </a:solidFill>
            <a:miter lim="800000"/>
            <a:headEnd/>
            <a:tailEnd/>
          </a:ln>
          <a:effectLst>
            <a:outerShdw dist="109250" dir="3267739" algn="ctr" rotWithShape="0">
              <a:srgbClr val="333333">
                <a:alpha val="50000"/>
              </a:srgbClr>
            </a:outerShdw>
          </a:effectLst>
        </p:spPr>
        <p:txBody>
          <a:bodyPr wrap="square" anchor="ctr">
            <a:spAutoFit/>
          </a:bodyPr>
          <a:lstStyle/>
          <a:p>
            <a:pPr algn="ctr" fontAlgn="base">
              <a:spcBef>
                <a:spcPct val="0"/>
              </a:spcBef>
              <a:spcAft>
                <a:spcPct val="0"/>
              </a:spcAft>
            </a:pPr>
            <a:endParaRPr lang="en-US" kern="0">
              <a:solidFill>
                <a:srgbClr val="3D81BF"/>
              </a:solidFill>
            </a:endParaRPr>
          </a:p>
        </p:txBody>
      </p:sp>
      <p:sp>
        <p:nvSpPr>
          <p:cNvPr id="38" name="Rectangle 37">
            <a:extLst>
              <a:ext uri="{FF2B5EF4-FFF2-40B4-BE49-F238E27FC236}">
                <a16:creationId xmlns="" xmlns:a16="http://schemas.microsoft.com/office/drawing/2014/main" id="{B51F10B5-E430-4BC2-858C-405C3B009988}"/>
              </a:ext>
            </a:extLst>
          </p:cNvPr>
          <p:cNvSpPr/>
          <p:nvPr/>
        </p:nvSpPr>
        <p:spPr>
          <a:xfrm>
            <a:off x="403231" y="91457"/>
            <a:ext cx="2056085" cy="584775"/>
          </a:xfrm>
          <a:prstGeom prst="rect">
            <a:avLst/>
          </a:prstGeom>
        </p:spPr>
        <p:txBody>
          <a:bodyPr wrap="square">
            <a:spAutoFit/>
          </a:bodyPr>
          <a:lstStyle/>
          <a:p>
            <a:pPr lvl="0" algn="ctr" rtl="1" fontAlgn="base">
              <a:spcBef>
                <a:spcPct val="0"/>
              </a:spcBef>
              <a:spcAft>
                <a:spcPct val="0"/>
              </a:spcAft>
            </a:pPr>
            <a:r>
              <a:rPr lang="fa-IR" sz="1600" b="1" dirty="0" smtClean="0">
                <a:solidFill>
                  <a:srgbClr val="FFFFFF"/>
                </a:solidFill>
                <a:latin typeface="Times New Roman" panose="02020603050405020304" pitchFamily="18" charset="0"/>
                <a:cs typeface="B Nazanin" panose="00000400000000000000" pitchFamily="2" charset="-78"/>
              </a:rPr>
              <a:t> پیاده سازی و ارزیابی همسان ساز پیشنهادی</a:t>
            </a:r>
            <a:endParaRPr lang="fa-IR" sz="1600" b="1" dirty="0">
              <a:solidFill>
                <a:srgbClr val="FFFFFF"/>
              </a:solidFill>
              <a:latin typeface="Times New Roman" panose="02020603050405020304" pitchFamily="18" charset="0"/>
              <a:cs typeface="B Nazanin" panose="00000400000000000000" pitchFamily="2" charset="-78"/>
            </a:endParaRPr>
          </a:p>
        </p:txBody>
      </p:sp>
      <p:sp>
        <p:nvSpPr>
          <p:cNvPr id="39" name="Rectangle 38">
            <a:extLst>
              <a:ext uri="{FF2B5EF4-FFF2-40B4-BE49-F238E27FC236}">
                <a16:creationId xmlns="" xmlns:a16="http://schemas.microsoft.com/office/drawing/2014/main" id="{BA7FD763-7392-4FB3-B13F-EF9D935A7C24}"/>
              </a:ext>
            </a:extLst>
          </p:cNvPr>
          <p:cNvSpPr/>
          <p:nvPr/>
        </p:nvSpPr>
        <p:spPr>
          <a:xfrm>
            <a:off x="2636749" y="78259"/>
            <a:ext cx="1600200" cy="584775"/>
          </a:xfrm>
          <a:prstGeom prst="rect">
            <a:avLst/>
          </a:prstGeom>
        </p:spPr>
        <p:txBody>
          <a:bodyPr wrap="square">
            <a:spAutoFit/>
          </a:bodyPr>
          <a:lstStyle/>
          <a:p>
            <a:pPr lvl="0" algn="ctr" rtl="1" fontAlgn="base">
              <a:spcBef>
                <a:spcPct val="0"/>
              </a:spcBef>
              <a:spcAft>
                <a:spcPct val="0"/>
              </a:spcAft>
            </a:pPr>
            <a:r>
              <a:rPr lang="fa-IR" sz="1600" b="1" dirty="0">
                <a:solidFill>
                  <a:srgbClr val="FFFFFF"/>
                </a:solidFill>
                <a:latin typeface="Times New Roman" panose="02020603050405020304" pitchFamily="18" charset="0"/>
                <a:cs typeface="B Nazanin" panose="00000400000000000000" pitchFamily="2" charset="-78"/>
              </a:rPr>
              <a:t>همسان سازی پیشنهادی</a:t>
            </a:r>
          </a:p>
        </p:txBody>
      </p:sp>
      <p:sp>
        <p:nvSpPr>
          <p:cNvPr id="40" name="Rectangle 39">
            <a:extLst>
              <a:ext uri="{FF2B5EF4-FFF2-40B4-BE49-F238E27FC236}">
                <a16:creationId xmlns="" xmlns:a16="http://schemas.microsoft.com/office/drawing/2014/main" id="{4E566E01-C2D9-408C-9484-C0EBBF4D2C33}"/>
              </a:ext>
            </a:extLst>
          </p:cNvPr>
          <p:cNvSpPr/>
          <p:nvPr/>
        </p:nvSpPr>
        <p:spPr>
          <a:xfrm>
            <a:off x="4495138" y="91457"/>
            <a:ext cx="1443038" cy="584775"/>
          </a:xfrm>
          <a:prstGeom prst="rect">
            <a:avLst/>
          </a:prstGeom>
        </p:spPr>
        <p:txBody>
          <a:bodyPr wrap="square">
            <a:spAutoFit/>
          </a:bodyPr>
          <a:lstStyle/>
          <a:p>
            <a:pPr lvl="0" algn="ctr" rtl="1" fontAlgn="base">
              <a:spcBef>
                <a:spcPct val="0"/>
              </a:spcBef>
              <a:spcAft>
                <a:spcPct val="0"/>
              </a:spcAft>
            </a:pPr>
            <a:r>
              <a:rPr lang="fa-IR" sz="1600" b="1" dirty="0">
                <a:solidFill>
                  <a:srgbClr val="FFFFFF"/>
                </a:solidFill>
                <a:latin typeface="Times New Roman" panose="02020603050405020304" pitchFamily="18" charset="0"/>
                <a:cs typeface="B Nazanin" panose="00000400000000000000" pitchFamily="2" charset="-78"/>
              </a:rPr>
              <a:t>همسان سازی باتری</a:t>
            </a:r>
          </a:p>
        </p:txBody>
      </p:sp>
      <p:sp>
        <p:nvSpPr>
          <p:cNvPr id="41" name="Rectangle 40">
            <a:extLst>
              <a:ext uri="{FF2B5EF4-FFF2-40B4-BE49-F238E27FC236}">
                <a16:creationId xmlns="" xmlns:a16="http://schemas.microsoft.com/office/drawing/2014/main" id="{4574B186-F112-4A6C-ADFE-E46D302B236B}"/>
              </a:ext>
            </a:extLst>
          </p:cNvPr>
          <p:cNvSpPr/>
          <p:nvPr/>
        </p:nvSpPr>
        <p:spPr>
          <a:xfrm>
            <a:off x="6499957" y="197162"/>
            <a:ext cx="1626786" cy="323165"/>
          </a:xfrm>
          <a:prstGeom prst="rect">
            <a:avLst/>
          </a:prstGeom>
        </p:spPr>
        <p:txBody>
          <a:bodyPr wrap="square">
            <a:spAutoFit/>
          </a:bodyPr>
          <a:lstStyle/>
          <a:p>
            <a:pPr lvl="0" algn="ctr" fontAlgn="base">
              <a:spcBef>
                <a:spcPct val="0"/>
              </a:spcBef>
              <a:spcAft>
                <a:spcPct val="0"/>
              </a:spcAft>
              <a:defRPr/>
            </a:pPr>
            <a:r>
              <a:rPr lang="fa-IR" sz="1500" b="1" kern="0" dirty="0">
                <a:solidFill>
                  <a:srgbClr val="FFFFFF"/>
                </a:solidFill>
                <a:latin typeface="Times New Roman" panose="02020603050405020304" pitchFamily="18" charset="0"/>
                <a:cs typeface="B Nazanin" pitchFamily="2" charset="-78"/>
              </a:rPr>
              <a:t>باتری ها</a:t>
            </a:r>
            <a:endParaRPr lang="en-US" sz="1500" b="1" kern="0" dirty="0">
              <a:solidFill>
                <a:srgbClr val="FFFFFF"/>
              </a:solidFill>
              <a:latin typeface="Times New Roman" panose="02020603050405020304" pitchFamily="18" charset="0"/>
              <a:cs typeface="B Nazanin" pitchFamily="2" charset="-78"/>
            </a:endParaRPr>
          </a:p>
        </p:txBody>
      </p:sp>
      <p:sp>
        <p:nvSpPr>
          <p:cNvPr id="42" name="Rounded Rectangle 175">
            <a:extLst>
              <a:ext uri="{FF2B5EF4-FFF2-40B4-BE49-F238E27FC236}">
                <a16:creationId xmlns="" xmlns:a16="http://schemas.microsoft.com/office/drawing/2014/main" id="{72F1F36F-BC0F-4EAB-B733-3BEB63BA174F}"/>
              </a:ext>
            </a:extLst>
          </p:cNvPr>
          <p:cNvSpPr/>
          <p:nvPr/>
        </p:nvSpPr>
        <p:spPr bwMode="auto">
          <a:xfrm>
            <a:off x="6324600" y="1066930"/>
            <a:ext cx="2922494" cy="418072"/>
          </a:xfrm>
          <a:prstGeom prst="roundRect">
            <a:avLst/>
          </a:prstGeom>
          <a:solidFill>
            <a:srgbClr val="3D81BF">
              <a:lumMod val="75000"/>
            </a:srgbClr>
          </a:solidFill>
          <a:ln w="9525" cap="flat" cmpd="sng" algn="ctr">
            <a:solidFill>
              <a:srgbClr val="000000"/>
            </a:solidFill>
            <a:prstDash val="solid"/>
            <a:round/>
            <a:headEnd type="none" w="med" len="med"/>
            <a:tailEnd type="none" w="med" len="med"/>
          </a:ln>
          <a:effectLst>
            <a:reflection blurRad="6350" stA="50000" endA="300" endPos="55000" dir="5400000" sy="-100000" algn="bl" rotWithShape="0"/>
          </a:effectLst>
          <a:scene3d>
            <a:camera prst="isometricOffAxis2Left"/>
            <a:lightRig rig="threePt" dir="t"/>
          </a:scene3d>
        </p:spPr>
        <p:txBody>
          <a:bodyPr vert="horz" wrap="square" lIns="91440" tIns="45720" rIns="91440" bIns="45720" numCol="1" rtlCol="0" anchor="t" anchorCtr="0" compatLnSpc="1">
            <a:prstTxWarp prst="textNoShape">
              <a:avLst/>
            </a:prstTxWarp>
          </a:bodyPr>
          <a:lstStyle/>
          <a:p>
            <a:pPr lvl="0" algn="ctr" rtl="1" fontAlgn="base">
              <a:spcBef>
                <a:spcPct val="0"/>
              </a:spcBef>
              <a:spcAft>
                <a:spcPct val="0"/>
              </a:spcAft>
            </a:pPr>
            <a:r>
              <a:rPr lang="fa-IR" sz="2000" b="1" dirty="0">
                <a:solidFill>
                  <a:srgbClr val="FFFFFF"/>
                </a:solidFill>
                <a:latin typeface="Times New Roman" panose="02020603050405020304" pitchFamily="18" charset="0"/>
                <a:cs typeface="B Nazanin" panose="00000400000000000000" pitchFamily="2" charset="-78"/>
              </a:rPr>
              <a:t>همسان سازی پیشنهادی</a:t>
            </a:r>
          </a:p>
        </p:txBody>
      </p:sp>
      <p:pic>
        <p:nvPicPr>
          <p:cNvPr id="2" name="Picture 1"/>
          <p:cNvPicPr>
            <a:picLocks noChangeAspect="1"/>
          </p:cNvPicPr>
          <p:nvPr/>
        </p:nvPicPr>
        <p:blipFill>
          <a:blip r:embed="rId4"/>
          <a:stretch>
            <a:fillRect/>
          </a:stretch>
        </p:blipFill>
        <p:spPr>
          <a:xfrm>
            <a:off x="24102" y="1535132"/>
            <a:ext cx="9095795" cy="4103667"/>
          </a:xfrm>
          <a:prstGeom prst="rect">
            <a:avLst/>
          </a:prstGeom>
        </p:spPr>
      </p:pic>
    </p:spTree>
    <p:extLst>
      <p:ext uri="{BB962C8B-B14F-4D97-AF65-F5344CB8AC3E}">
        <p14:creationId xmlns:p14="http://schemas.microsoft.com/office/powerpoint/2010/main" val="1769623416"/>
      </p:ext>
    </p:extLst>
  </p:cSld>
  <p:clrMapOvr>
    <a:masterClrMapping/>
  </p:clrMapOvr>
  <p:timing>
    <p:tnLst>
      <p:par>
        <p:cTn id="1" dur="indefinite" restart="never" nodeType="tmRoot"/>
      </p:par>
    </p:tn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3" name="AutoShape 3">
            <a:extLst>
              <a:ext uri="{FF2B5EF4-FFF2-40B4-BE49-F238E27FC236}">
                <a16:creationId xmlns="" xmlns:a16="http://schemas.microsoft.com/office/drawing/2014/main" id="{2E7CFF1D-4628-454A-8E3A-7632D84A13A7}"/>
              </a:ext>
            </a:extLst>
          </p:cNvPr>
          <p:cNvSpPr>
            <a:spLocks noChangeArrowheads="1"/>
          </p:cNvSpPr>
          <p:nvPr/>
        </p:nvSpPr>
        <p:spPr bwMode="gray">
          <a:xfrm flipH="1">
            <a:off x="173132" y="59232"/>
            <a:ext cx="2426749" cy="649224"/>
          </a:xfrm>
          <a:prstGeom prst="chevron">
            <a:avLst>
              <a:gd name="adj" fmla="val 17009"/>
            </a:avLst>
          </a:prstGeom>
          <a:solidFill>
            <a:srgbClr val="2842AE"/>
          </a:solidFill>
          <a:ln w="38100">
            <a:solidFill>
              <a:srgbClr val="EAEAEA"/>
            </a:solidFill>
            <a:miter lim="800000"/>
            <a:headEnd/>
            <a:tailEnd/>
          </a:ln>
          <a:effectLst>
            <a:outerShdw dist="109250" dir="3267739" algn="ctr" rotWithShape="0">
              <a:srgbClr val="333333">
                <a:alpha val="50000"/>
              </a:srgbClr>
            </a:outerShdw>
          </a:effectLst>
        </p:spPr>
        <p:txBody>
          <a:bodyPr wrap="square" anchor="ctr">
            <a:spAutoFit/>
          </a:bodyPr>
          <a:lstStyle/>
          <a:p>
            <a:pPr algn="ctr" fontAlgn="base">
              <a:spcBef>
                <a:spcPct val="0"/>
              </a:spcBef>
              <a:spcAft>
                <a:spcPct val="0"/>
              </a:spcAft>
            </a:pPr>
            <a:endParaRPr lang="en-US" kern="0">
              <a:solidFill>
                <a:srgbClr val="3D81BF"/>
              </a:solidFill>
            </a:endParaRPr>
          </a:p>
        </p:txBody>
      </p:sp>
      <p:sp>
        <p:nvSpPr>
          <p:cNvPr id="26" name="Slide Number Placeholder 3">
            <a:extLst>
              <a:ext uri="{FF2B5EF4-FFF2-40B4-BE49-F238E27FC236}">
                <a16:creationId xmlns="" xmlns:a16="http://schemas.microsoft.com/office/drawing/2014/main" id="{FEFB061F-8AAB-4535-B272-1BA4D5A77191}"/>
              </a:ext>
            </a:extLst>
          </p:cNvPr>
          <p:cNvSpPr txBox="1">
            <a:spLocks/>
          </p:cNvSpPr>
          <p:nvPr/>
        </p:nvSpPr>
        <p:spPr>
          <a:xfrm>
            <a:off x="8965" y="6090313"/>
            <a:ext cx="676835" cy="767687"/>
          </a:xfrm>
          <a:prstGeom prst="rect">
            <a:avLst/>
          </a:prstGeom>
        </p:spPr>
        <p:txBody>
          <a:bodyPr vert="horz" lIns="91440" tIns="45720" rIns="91440" bIns="45720" rtlCol="0" anchor="ctr"/>
          <a:lstStyle>
            <a:defPPr>
              <a:defRPr lang="en-US"/>
            </a:defPPr>
            <a:lvl1pPr marL="0" algn="l" defTabSz="914400" rtl="0" eaLnBrk="1" latinLnBrk="0" hangingPunct="1">
              <a:defRPr sz="1400" b="1" kern="1200">
                <a:solidFill>
                  <a:srgbClr val="FFFFFF"/>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rtl="1"/>
            <a:fld id="{E8ADF199-8047-440E-B02B-E80683B392F2}" type="slidenum">
              <a:rPr lang="fa-IR" sz="1800" smtClean="0">
                <a:solidFill>
                  <a:schemeClr val="tx1"/>
                </a:solidFill>
                <a:cs typeface="B Lotus" panose="00000400000000000000" pitchFamily="2" charset="-78"/>
              </a:rPr>
              <a:pPr rtl="1"/>
              <a:t>14</a:t>
            </a:fld>
            <a:endParaRPr lang="fa-IR" sz="1800" dirty="0">
              <a:solidFill>
                <a:schemeClr val="tx1"/>
              </a:solidFill>
              <a:cs typeface="B Lotus" panose="00000400000000000000" pitchFamily="2" charset="-78"/>
            </a:endParaRPr>
          </a:p>
        </p:txBody>
      </p:sp>
      <p:pic>
        <p:nvPicPr>
          <p:cNvPr id="30" name="Picture 29" descr="پرونده:Azad University logo.png - ویکی‌پدیا، دانشنامهٔ آزاد">
            <a:extLst>
              <a:ext uri="{FF2B5EF4-FFF2-40B4-BE49-F238E27FC236}">
                <a16:creationId xmlns="" xmlns:a16="http://schemas.microsoft.com/office/drawing/2014/main" id="{2F67C891-7A76-4BAB-A300-B54DFBDD9870}"/>
              </a:ext>
            </a:extLst>
          </p:cNvPr>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8610600" y="0"/>
            <a:ext cx="533400" cy="822959"/>
          </a:xfrm>
          <a:prstGeom prst="rect">
            <a:avLst/>
          </a:prstGeom>
          <a:noFill/>
          <a:ln>
            <a:noFill/>
          </a:ln>
        </p:spPr>
      </p:pic>
      <p:sp>
        <p:nvSpPr>
          <p:cNvPr id="35" name="AutoShape 10">
            <a:extLst>
              <a:ext uri="{FF2B5EF4-FFF2-40B4-BE49-F238E27FC236}">
                <a16:creationId xmlns="" xmlns:a16="http://schemas.microsoft.com/office/drawing/2014/main" id="{2A2EA850-A064-4A9D-9C26-C017D368DF1D}"/>
              </a:ext>
            </a:extLst>
          </p:cNvPr>
          <p:cNvSpPr>
            <a:spLocks noChangeArrowheads="1"/>
          </p:cNvSpPr>
          <p:nvPr/>
        </p:nvSpPr>
        <p:spPr bwMode="gray">
          <a:xfrm flipH="1">
            <a:off x="6246677" y="59426"/>
            <a:ext cx="2057400" cy="649224"/>
          </a:xfrm>
          <a:prstGeom prst="chevron">
            <a:avLst>
              <a:gd name="adj" fmla="val 17842"/>
            </a:avLst>
          </a:prstGeom>
          <a:gradFill rotWithShape="1">
            <a:gsLst>
              <a:gs pos="0">
                <a:srgbClr val="84B09A">
                  <a:gamma/>
                  <a:shade val="46275"/>
                  <a:invGamma/>
                </a:srgbClr>
              </a:gs>
              <a:gs pos="50000">
                <a:srgbClr val="84B09A"/>
              </a:gs>
              <a:gs pos="100000">
                <a:srgbClr val="84B09A">
                  <a:gamma/>
                  <a:shade val="46275"/>
                  <a:invGamma/>
                </a:srgbClr>
              </a:gs>
            </a:gsLst>
            <a:lin ang="2700000" scaled="1"/>
          </a:gradFill>
          <a:ln w="38100">
            <a:solidFill>
              <a:srgbClr val="EAEAEA"/>
            </a:solidFill>
            <a:miter lim="800000"/>
            <a:headEnd/>
            <a:tailEnd/>
          </a:ln>
          <a:effectLst>
            <a:outerShdw dist="109250" dir="3267739" algn="ctr" rotWithShape="0">
              <a:srgbClr val="333333">
                <a:alpha val="50000"/>
              </a:srgbClr>
            </a:outerShdw>
          </a:effectLst>
        </p:spPr>
        <p:txBody>
          <a:bodyPr wrap="square" anchor="ctr">
            <a:spAutoFit/>
          </a:bodyPr>
          <a:lstStyle/>
          <a:p>
            <a:pPr algn="ctr" fontAlgn="base">
              <a:spcBef>
                <a:spcPct val="0"/>
              </a:spcBef>
              <a:spcAft>
                <a:spcPct val="0"/>
              </a:spcAft>
            </a:pPr>
            <a:endParaRPr lang="en-US" kern="0" dirty="0">
              <a:solidFill>
                <a:srgbClr val="3D81BF"/>
              </a:solidFill>
            </a:endParaRPr>
          </a:p>
        </p:txBody>
      </p:sp>
      <p:sp>
        <p:nvSpPr>
          <p:cNvPr id="36" name="AutoShape 3">
            <a:extLst>
              <a:ext uri="{FF2B5EF4-FFF2-40B4-BE49-F238E27FC236}">
                <a16:creationId xmlns="" xmlns:a16="http://schemas.microsoft.com/office/drawing/2014/main" id="{B742D6B4-C2BA-456D-8EF1-01FC0D22E95C}"/>
              </a:ext>
            </a:extLst>
          </p:cNvPr>
          <p:cNvSpPr>
            <a:spLocks noChangeArrowheads="1"/>
          </p:cNvSpPr>
          <p:nvPr/>
        </p:nvSpPr>
        <p:spPr bwMode="gray">
          <a:xfrm flipH="1">
            <a:off x="4200083" y="65559"/>
            <a:ext cx="2056086" cy="649224"/>
          </a:xfrm>
          <a:prstGeom prst="chevron">
            <a:avLst>
              <a:gd name="adj" fmla="val 17009"/>
            </a:avLst>
          </a:prstGeom>
          <a:gradFill rotWithShape="1">
            <a:gsLst>
              <a:gs pos="0">
                <a:srgbClr val="84B09A">
                  <a:gamma/>
                  <a:shade val="46275"/>
                  <a:invGamma/>
                </a:srgbClr>
              </a:gs>
              <a:gs pos="50000">
                <a:srgbClr val="84B09A"/>
              </a:gs>
              <a:gs pos="100000">
                <a:srgbClr val="84B09A">
                  <a:gamma/>
                  <a:shade val="46275"/>
                  <a:invGamma/>
                </a:srgbClr>
              </a:gs>
            </a:gsLst>
            <a:lin ang="2700000" scaled="1"/>
          </a:gradFill>
          <a:ln w="38100">
            <a:solidFill>
              <a:srgbClr val="EAEAEA"/>
            </a:solidFill>
            <a:miter lim="800000"/>
            <a:headEnd/>
            <a:tailEnd/>
          </a:ln>
          <a:effectLst>
            <a:outerShdw dist="109250" dir="3267739" algn="ctr" rotWithShape="0">
              <a:srgbClr val="333333">
                <a:alpha val="50000"/>
              </a:srgbClr>
            </a:outerShdw>
          </a:effectLst>
        </p:spPr>
        <p:txBody>
          <a:bodyPr wrap="square" anchor="ctr">
            <a:spAutoFit/>
          </a:bodyPr>
          <a:lstStyle/>
          <a:p>
            <a:pPr algn="ctr" fontAlgn="base">
              <a:spcBef>
                <a:spcPct val="0"/>
              </a:spcBef>
              <a:spcAft>
                <a:spcPct val="0"/>
              </a:spcAft>
            </a:pPr>
            <a:endParaRPr lang="en-US" kern="0" dirty="0">
              <a:solidFill>
                <a:srgbClr val="3D81BF"/>
              </a:solidFill>
            </a:endParaRPr>
          </a:p>
        </p:txBody>
      </p:sp>
      <p:sp>
        <p:nvSpPr>
          <p:cNvPr id="37" name="AutoShape 3">
            <a:extLst>
              <a:ext uri="{FF2B5EF4-FFF2-40B4-BE49-F238E27FC236}">
                <a16:creationId xmlns="" xmlns:a16="http://schemas.microsoft.com/office/drawing/2014/main" id="{A5531835-C6DF-4085-9BDC-A727B5CE3B64}"/>
              </a:ext>
            </a:extLst>
          </p:cNvPr>
          <p:cNvSpPr>
            <a:spLocks noChangeArrowheads="1"/>
          </p:cNvSpPr>
          <p:nvPr/>
        </p:nvSpPr>
        <p:spPr bwMode="gray">
          <a:xfrm flipH="1">
            <a:off x="2599881" y="59232"/>
            <a:ext cx="1600202" cy="649224"/>
          </a:xfrm>
          <a:prstGeom prst="chevron">
            <a:avLst>
              <a:gd name="adj" fmla="val 17009"/>
            </a:avLst>
          </a:prstGeom>
          <a:gradFill rotWithShape="1">
            <a:gsLst>
              <a:gs pos="0">
                <a:srgbClr val="84B09A">
                  <a:gamma/>
                  <a:shade val="46275"/>
                  <a:invGamma/>
                </a:srgbClr>
              </a:gs>
              <a:gs pos="50000">
                <a:srgbClr val="84B09A"/>
              </a:gs>
              <a:gs pos="100000">
                <a:srgbClr val="84B09A">
                  <a:gamma/>
                  <a:shade val="46275"/>
                  <a:invGamma/>
                </a:srgbClr>
              </a:gs>
            </a:gsLst>
            <a:lin ang="2700000" scaled="1"/>
          </a:gradFill>
          <a:ln w="38100">
            <a:solidFill>
              <a:srgbClr val="EAEAEA"/>
            </a:solidFill>
            <a:miter lim="800000"/>
            <a:headEnd/>
            <a:tailEnd/>
          </a:ln>
          <a:effectLst>
            <a:outerShdw dist="109250" dir="3267739" algn="ctr" rotWithShape="0">
              <a:srgbClr val="333333">
                <a:alpha val="50000"/>
              </a:srgbClr>
            </a:outerShdw>
          </a:effectLst>
        </p:spPr>
        <p:txBody>
          <a:bodyPr wrap="square" anchor="ctr">
            <a:spAutoFit/>
          </a:bodyPr>
          <a:lstStyle/>
          <a:p>
            <a:pPr algn="ctr" fontAlgn="base">
              <a:spcBef>
                <a:spcPct val="0"/>
              </a:spcBef>
              <a:spcAft>
                <a:spcPct val="0"/>
              </a:spcAft>
            </a:pPr>
            <a:endParaRPr lang="en-US" kern="0">
              <a:solidFill>
                <a:srgbClr val="3D81BF"/>
              </a:solidFill>
            </a:endParaRPr>
          </a:p>
        </p:txBody>
      </p:sp>
      <p:sp>
        <p:nvSpPr>
          <p:cNvPr id="38" name="Rectangle 37">
            <a:extLst>
              <a:ext uri="{FF2B5EF4-FFF2-40B4-BE49-F238E27FC236}">
                <a16:creationId xmlns="" xmlns:a16="http://schemas.microsoft.com/office/drawing/2014/main" id="{B51F10B5-E430-4BC2-858C-405C3B009988}"/>
              </a:ext>
            </a:extLst>
          </p:cNvPr>
          <p:cNvSpPr/>
          <p:nvPr/>
        </p:nvSpPr>
        <p:spPr>
          <a:xfrm>
            <a:off x="403231" y="91457"/>
            <a:ext cx="2056085" cy="584775"/>
          </a:xfrm>
          <a:prstGeom prst="rect">
            <a:avLst/>
          </a:prstGeom>
        </p:spPr>
        <p:txBody>
          <a:bodyPr wrap="square">
            <a:spAutoFit/>
          </a:bodyPr>
          <a:lstStyle/>
          <a:p>
            <a:pPr lvl="0" algn="ctr" rtl="1" fontAlgn="base">
              <a:spcBef>
                <a:spcPct val="0"/>
              </a:spcBef>
              <a:spcAft>
                <a:spcPct val="0"/>
              </a:spcAft>
            </a:pPr>
            <a:r>
              <a:rPr lang="fa-IR" sz="1600" b="1" dirty="0" smtClean="0">
                <a:solidFill>
                  <a:srgbClr val="FFFFFF"/>
                </a:solidFill>
                <a:latin typeface="Times New Roman" panose="02020603050405020304" pitchFamily="18" charset="0"/>
                <a:cs typeface="B Nazanin" panose="00000400000000000000" pitchFamily="2" charset="-78"/>
              </a:rPr>
              <a:t> پیاده سازی و ارزیابی همسان ساز پیشنهادی</a:t>
            </a:r>
            <a:endParaRPr lang="fa-IR" sz="1600" b="1" dirty="0">
              <a:solidFill>
                <a:srgbClr val="FFFFFF"/>
              </a:solidFill>
              <a:latin typeface="Times New Roman" panose="02020603050405020304" pitchFamily="18" charset="0"/>
              <a:cs typeface="B Nazanin" panose="00000400000000000000" pitchFamily="2" charset="-78"/>
            </a:endParaRPr>
          </a:p>
        </p:txBody>
      </p:sp>
      <p:sp>
        <p:nvSpPr>
          <p:cNvPr id="39" name="Rectangle 38">
            <a:extLst>
              <a:ext uri="{FF2B5EF4-FFF2-40B4-BE49-F238E27FC236}">
                <a16:creationId xmlns="" xmlns:a16="http://schemas.microsoft.com/office/drawing/2014/main" id="{BA7FD763-7392-4FB3-B13F-EF9D935A7C24}"/>
              </a:ext>
            </a:extLst>
          </p:cNvPr>
          <p:cNvSpPr/>
          <p:nvPr/>
        </p:nvSpPr>
        <p:spPr>
          <a:xfrm>
            <a:off x="2636749" y="78259"/>
            <a:ext cx="1600200" cy="584775"/>
          </a:xfrm>
          <a:prstGeom prst="rect">
            <a:avLst/>
          </a:prstGeom>
        </p:spPr>
        <p:txBody>
          <a:bodyPr wrap="square">
            <a:spAutoFit/>
          </a:bodyPr>
          <a:lstStyle/>
          <a:p>
            <a:pPr lvl="0" algn="ctr" rtl="1" fontAlgn="base">
              <a:spcBef>
                <a:spcPct val="0"/>
              </a:spcBef>
              <a:spcAft>
                <a:spcPct val="0"/>
              </a:spcAft>
            </a:pPr>
            <a:r>
              <a:rPr lang="fa-IR" sz="1600" b="1" dirty="0">
                <a:solidFill>
                  <a:srgbClr val="FFFFFF"/>
                </a:solidFill>
                <a:latin typeface="Times New Roman" panose="02020603050405020304" pitchFamily="18" charset="0"/>
                <a:cs typeface="B Nazanin" panose="00000400000000000000" pitchFamily="2" charset="-78"/>
              </a:rPr>
              <a:t>همسان سازی پیشنهادی</a:t>
            </a:r>
          </a:p>
        </p:txBody>
      </p:sp>
      <p:sp>
        <p:nvSpPr>
          <p:cNvPr id="40" name="Rectangle 39">
            <a:extLst>
              <a:ext uri="{FF2B5EF4-FFF2-40B4-BE49-F238E27FC236}">
                <a16:creationId xmlns="" xmlns:a16="http://schemas.microsoft.com/office/drawing/2014/main" id="{4E566E01-C2D9-408C-9484-C0EBBF4D2C33}"/>
              </a:ext>
            </a:extLst>
          </p:cNvPr>
          <p:cNvSpPr/>
          <p:nvPr/>
        </p:nvSpPr>
        <p:spPr>
          <a:xfrm>
            <a:off x="4495138" y="91457"/>
            <a:ext cx="1443038" cy="584775"/>
          </a:xfrm>
          <a:prstGeom prst="rect">
            <a:avLst/>
          </a:prstGeom>
        </p:spPr>
        <p:txBody>
          <a:bodyPr wrap="square">
            <a:spAutoFit/>
          </a:bodyPr>
          <a:lstStyle/>
          <a:p>
            <a:pPr lvl="0" algn="ctr" rtl="1" fontAlgn="base">
              <a:spcBef>
                <a:spcPct val="0"/>
              </a:spcBef>
              <a:spcAft>
                <a:spcPct val="0"/>
              </a:spcAft>
            </a:pPr>
            <a:r>
              <a:rPr lang="fa-IR" sz="1600" b="1" dirty="0">
                <a:solidFill>
                  <a:srgbClr val="FFFFFF"/>
                </a:solidFill>
                <a:latin typeface="Times New Roman" panose="02020603050405020304" pitchFamily="18" charset="0"/>
                <a:cs typeface="B Nazanin" panose="00000400000000000000" pitchFamily="2" charset="-78"/>
              </a:rPr>
              <a:t>همسان سازی باتری</a:t>
            </a:r>
          </a:p>
        </p:txBody>
      </p:sp>
      <p:sp>
        <p:nvSpPr>
          <p:cNvPr id="41" name="Rectangle 40">
            <a:extLst>
              <a:ext uri="{FF2B5EF4-FFF2-40B4-BE49-F238E27FC236}">
                <a16:creationId xmlns="" xmlns:a16="http://schemas.microsoft.com/office/drawing/2014/main" id="{4574B186-F112-4A6C-ADFE-E46D302B236B}"/>
              </a:ext>
            </a:extLst>
          </p:cNvPr>
          <p:cNvSpPr/>
          <p:nvPr/>
        </p:nvSpPr>
        <p:spPr>
          <a:xfrm>
            <a:off x="6499957" y="197162"/>
            <a:ext cx="1626786" cy="323165"/>
          </a:xfrm>
          <a:prstGeom prst="rect">
            <a:avLst/>
          </a:prstGeom>
        </p:spPr>
        <p:txBody>
          <a:bodyPr wrap="square">
            <a:spAutoFit/>
          </a:bodyPr>
          <a:lstStyle/>
          <a:p>
            <a:pPr lvl="0" algn="ctr" fontAlgn="base">
              <a:spcBef>
                <a:spcPct val="0"/>
              </a:spcBef>
              <a:spcAft>
                <a:spcPct val="0"/>
              </a:spcAft>
              <a:defRPr/>
            </a:pPr>
            <a:r>
              <a:rPr lang="fa-IR" sz="1500" b="1" kern="0" dirty="0">
                <a:solidFill>
                  <a:srgbClr val="FFFFFF"/>
                </a:solidFill>
                <a:latin typeface="Times New Roman" panose="02020603050405020304" pitchFamily="18" charset="0"/>
                <a:cs typeface="B Nazanin" pitchFamily="2" charset="-78"/>
              </a:rPr>
              <a:t>باتری ها</a:t>
            </a:r>
            <a:endParaRPr lang="en-US" sz="1500" b="1" kern="0" dirty="0">
              <a:solidFill>
                <a:srgbClr val="FFFFFF"/>
              </a:solidFill>
              <a:latin typeface="Times New Roman" panose="02020603050405020304" pitchFamily="18" charset="0"/>
              <a:cs typeface="B Nazanin" pitchFamily="2" charset="-78"/>
            </a:endParaRPr>
          </a:p>
        </p:txBody>
      </p:sp>
      <p:sp>
        <p:nvSpPr>
          <p:cNvPr id="42" name="Rounded Rectangle 175">
            <a:extLst>
              <a:ext uri="{FF2B5EF4-FFF2-40B4-BE49-F238E27FC236}">
                <a16:creationId xmlns="" xmlns:a16="http://schemas.microsoft.com/office/drawing/2014/main" id="{72F1F36F-BC0F-4EAB-B733-3BEB63BA174F}"/>
              </a:ext>
            </a:extLst>
          </p:cNvPr>
          <p:cNvSpPr/>
          <p:nvPr/>
        </p:nvSpPr>
        <p:spPr bwMode="auto">
          <a:xfrm>
            <a:off x="5181600" y="1066930"/>
            <a:ext cx="4065494" cy="418072"/>
          </a:xfrm>
          <a:prstGeom prst="roundRect">
            <a:avLst/>
          </a:prstGeom>
          <a:solidFill>
            <a:srgbClr val="3D81BF">
              <a:lumMod val="75000"/>
            </a:srgbClr>
          </a:solidFill>
          <a:ln w="9525" cap="flat" cmpd="sng" algn="ctr">
            <a:solidFill>
              <a:srgbClr val="000000"/>
            </a:solidFill>
            <a:prstDash val="solid"/>
            <a:round/>
            <a:headEnd type="none" w="med" len="med"/>
            <a:tailEnd type="none" w="med" len="med"/>
          </a:ln>
          <a:effectLst>
            <a:reflection blurRad="6350" stA="50000" endA="300" endPos="55000" dir="5400000" sy="-100000" algn="bl" rotWithShape="0"/>
          </a:effectLst>
          <a:scene3d>
            <a:camera prst="isometricOffAxis2Left"/>
            <a:lightRig rig="threePt" dir="t"/>
          </a:scene3d>
        </p:spPr>
        <p:txBody>
          <a:bodyPr vert="horz" wrap="square" lIns="91440" tIns="45720" rIns="91440" bIns="45720" numCol="1" rtlCol="0" anchor="t" anchorCtr="0" compatLnSpc="1">
            <a:prstTxWarp prst="textNoShape">
              <a:avLst/>
            </a:prstTxWarp>
          </a:bodyPr>
          <a:lstStyle/>
          <a:p>
            <a:pPr lvl="0" algn="ctr" rtl="1" fontAlgn="base">
              <a:spcBef>
                <a:spcPct val="0"/>
              </a:spcBef>
              <a:spcAft>
                <a:spcPct val="0"/>
              </a:spcAft>
            </a:pPr>
            <a:r>
              <a:rPr lang="fa-IR" sz="2000" b="1" dirty="0" smtClean="0">
                <a:solidFill>
                  <a:srgbClr val="FFFFFF"/>
                </a:solidFill>
                <a:latin typeface="Times New Roman" panose="02020603050405020304" pitchFamily="18" charset="0"/>
                <a:cs typeface="B Nazanin" panose="00000400000000000000" pitchFamily="2" charset="-78"/>
              </a:rPr>
              <a:t> پیاده سازی و ارزیابی همسان ساز پیشنهادی</a:t>
            </a:r>
            <a:endParaRPr lang="fa-IR" sz="2000" b="1" dirty="0">
              <a:solidFill>
                <a:srgbClr val="FFFFFF"/>
              </a:solidFill>
              <a:latin typeface="Times New Roman" panose="02020603050405020304" pitchFamily="18" charset="0"/>
              <a:cs typeface="B Nazanin" panose="00000400000000000000" pitchFamily="2" charset="-78"/>
            </a:endParaRPr>
          </a:p>
        </p:txBody>
      </p:sp>
      <p:sp>
        <p:nvSpPr>
          <p:cNvPr id="17" name="Rectangle 16"/>
          <p:cNvSpPr/>
          <p:nvPr/>
        </p:nvSpPr>
        <p:spPr>
          <a:xfrm>
            <a:off x="148663" y="916237"/>
            <a:ext cx="4051420" cy="523220"/>
          </a:xfrm>
          <a:prstGeom prst="rect">
            <a:avLst/>
          </a:prstGeom>
        </p:spPr>
        <p:txBody>
          <a:bodyPr wrap="square">
            <a:spAutoFit/>
          </a:bodyPr>
          <a:lstStyle/>
          <a:p>
            <a:pPr rtl="1" fontAlgn="base">
              <a:spcBef>
                <a:spcPct val="0"/>
              </a:spcBef>
              <a:spcAft>
                <a:spcPct val="0"/>
              </a:spcAft>
            </a:pPr>
            <a:r>
              <a:rPr lang="fa-IR" sz="2800" dirty="0" smtClean="0">
                <a:cs typeface="B Lotus" panose="00000400000000000000" pitchFamily="2" charset="-78"/>
              </a:rPr>
              <a:t>تابع هزینه</a:t>
            </a:r>
            <a:endParaRPr lang="en-US" sz="2800" dirty="0">
              <a:latin typeface="Times New Roman" panose="02020603050405020304" pitchFamily="18" charset="0"/>
              <a:cs typeface="Times New Roman" panose="02020603050405020304" pitchFamily="18" charset="0"/>
            </a:endParaRPr>
          </a:p>
        </p:txBody>
      </p:sp>
      <mc:AlternateContent xmlns:mc="http://schemas.openxmlformats.org/markup-compatibility/2006" xmlns:a14="http://schemas.microsoft.com/office/drawing/2010/main">
        <mc:Choice Requires="a14">
          <p:sp>
            <p:nvSpPr>
              <p:cNvPr id="8" name="Rectangle 7"/>
              <p:cNvSpPr/>
              <p:nvPr/>
            </p:nvSpPr>
            <p:spPr>
              <a:xfrm>
                <a:off x="-152400" y="2184883"/>
                <a:ext cx="7780500" cy="5014578"/>
              </a:xfrm>
              <a:prstGeom prst="rect">
                <a:avLst/>
              </a:prstGeom>
            </p:spPr>
            <p:txBody>
              <a:bodyPr wrap="square">
                <a:spAutoFit/>
              </a:bodyPr>
              <a:lstStyle/>
              <a:p>
                <a:pPr marL="180340">
                  <a:lnSpc>
                    <a:spcPct val="115000"/>
                  </a:lnSpc>
                  <a:tabLst>
                    <a:tab pos="1924050" algn="l"/>
                  </a:tabLst>
                </a:pPr>
                <a:r>
                  <a:rPr lang="en-US" sz="2400" dirty="0" smtClean="0">
                    <a:latin typeface="Times New Roman" panose="02020603050405020304" pitchFamily="18" charset="0"/>
                    <a:ea typeface="Times New Roman" panose="02020603050405020304" pitchFamily="18" charset="0"/>
                  </a:rPr>
                  <a:t>α </a:t>
                </a:r>
                <a:r>
                  <a:rPr lang="en-US" sz="2400" dirty="0">
                    <a:latin typeface="Times New Roman" panose="02020603050405020304" pitchFamily="18" charset="0"/>
                    <a:ea typeface="Times New Roman" panose="02020603050405020304" pitchFamily="18" charset="0"/>
                    <a:cs typeface="B Nazanin" panose="00000400000000000000" pitchFamily="2" charset="-78"/>
                  </a:rPr>
                  <a:t>= total balancing </a:t>
                </a:r>
                <a:r>
                  <a:rPr lang="en-US" sz="2400" dirty="0" smtClean="0">
                    <a:latin typeface="Times New Roman" panose="02020603050405020304" pitchFamily="18" charset="0"/>
                    <a:ea typeface="Times New Roman" panose="02020603050405020304" pitchFamily="18" charset="0"/>
                    <a:cs typeface="B Nazanin" panose="00000400000000000000" pitchFamily="2" charset="-78"/>
                  </a:rPr>
                  <a:t>time</a:t>
                </a:r>
              </a:p>
              <a:p>
                <a:pPr marL="180340">
                  <a:lnSpc>
                    <a:spcPct val="115000"/>
                  </a:lnSpc>
                  <a:tabLst>
                    <a:tab pos="1924050" algn="l"/>
                  </a:tabLst>
                </a:pPr>
                <a:endParaRPr lang="en-US" sz="2400" dirty="0" smtClean="0">
                  <a:latin typeface="Cambria Math" panose="02040503050406030204" pitchFamily="18" charset="0"/>
                  <a:ea typeface="Calibri" panose="020F0502020204030204" pitchFamily="34" charset="0"/>
                  <a:cs typeface="B Lotus" panose="00000400000000000000" pitchFamily="2" charset="-78"/>
                </a:endParaRPr>
              </a:p>
              <a:p>
                <a:pPr marL="180340">
                  <a:lnSpc>
                    <a:spcPct val="115000"/>
                  </a:lnSpc>
                  <a:tabLst>
                    <a:tab pos="1924050" algn="l"/>
                  </a:tabLst>
                </a:pPr>
                <a:r>
                  <a:rPr lang="en-US" sz="2400" dirty="0" smtClean="0">
                    <a:latin typeface="Cambria Math" panose="02040503050406030204" pitchFamily="18" charset="0"/>
                    <a:ea typeface="Calibri" panose="020F0502020204030204" pitchFamily="34" charset="0"/>
                    <a:cs typeface="B Lotus" panose="00000400000000000000" pitchFamily="2" charset="-78"/>
                  </a:rPr>
                  <a:t>β </a:t>
                </a:r>
                <a:r>
                  <a:rPr lang="en-US" sz="2400" dirty="0">
                    <a:latin typeface="Cambria Math" panose="02040503050406030204" pitchFamily="18" charset="0"/>
                    <a:ea typeface="Calibri" panose="020F0502020204030204" pitchFamily="34" charset="0"/>
                    <a:cs typeface="B Lotus" panose="00000400000000000000" pitchFamily="2" charset="-78"/>
                  </a:rPr>
                  <a:t>= maximum </a:t>
                </a:r>
                <a:r>
                  <a:rPr lang="en-US" sz="2400" dirty="0" smtClean="0">
                    <a:latin typeface="Cambria Math" panose="02040503050406030204" pitchFamily="18" charset="0"/>
                    <a:ea typeface="Calibri" panose="020F0502020204030204" pitchFamily="34" charset="0"/>
                    <a:cs typeface="B Lotus" panose="00000400000000000000" pitchFamily="2" charset="-78"/>
                  </a:rPr>
                  <a:t>inconsistency</a:t>
                </a:r>
              </a:p>
              <a:p>
                <a:pPr marL="180340">
                  <a:lnSpc>
                    <a:spcPct val="115000"/>
                  </a:lnSpc>
                  <a:tabLst>
                    <a:tab pos="1924050" algn="l"/>
                  </a:tabLst>
                </a:pPr>
                <a:endParaRPr lang="en-US" sz="2400" dirty="0">
                  <a:latin typeface="Cambria Math" panose="02040503050406030204" pitchFamily="18" charset="0"/>
                  <a:ea typeface="Calibri" panose="020F0502020204030204" pitchFamily="34" charset="0"/>
                  <a:cs typeface="B Lotus" panose="00000400000000000000" pitchFamily="2" charset="-78"/>
                </a:endParaRPr>
              </a:p>
              <a:p>
                <a:pPr marL="180340" indent="180340">
                  <a:lnSpc>
                    <a:spcPct val="115000"/>
                  </a:lnSpc>
                  <a:tabLst>
                    <a:tab pos="1924050" algn="l"/>
                  </a:tabLst>
                </a:pPr>
                <a14:m>
                  <m:oMathPara xmlns:m="http://schemas.openxmlformats.org/officeDocument/2006/math">
                    <m:oMathParaPr>
                      <m:jc m:val="left"/>
                    </m:oMathParaPr>
                    <m:oMath xmlns:m="http://schemas.openxmlformats.org/officeDocument/2006/math">
                      <m:r>
                        <a:rPr lang="en-US" sz="2400">
                          <a:latin typeface="Cambria Math" panose="02040503050406030204" pitchFamily="18" charset="0"/>
                          <a:ea typeface="Calibri" panose="020F0502020204030204" pitchFamily="34" charset="0"/>
                          <a:cs typeface="B Lotus" panose="00000400000000000000" pitchFamily="2" charset="-78"/>
                        </a:rPr>
                        <m:t>𝛾</m:t>
                      </m:r>
                      <m:r>
                        <a:rPr lang="en-US" sz="2400">
                          <a:latin typeface="Cambria Math" panose="02040503050406030204" pitchFamily="18" charset="0"/>
                          <a:ea typeface="Calibri" panose="020F0502020204030204" pitchFamily="34" charset="0"/>
                          <a:cs typeface="B Lotus" panose="00000400000000000000" pitchFamily="2" charset="-78"/>
                        </a:rPr>
                        <m:t>=</m:t>
                      </m:r>
                      <m:r>
                        <a:rPr lang="en-US" sz="2400">
                          <a:latin typeface="Cambria Math" panose="02040503050406030204" pitchFamily="18" charset="0"/>
                          <a:ea typeface="Calibri" panose="020F0502020204030204" pitchFamily="34" charset="0"/>
                          <a:cs typeface="B Lotus" panose="00000400000000000000" pitchFamily="2" charset="-78"/>
                        </a:rPr>
                        <m:t>𝑠𝑢𝑚</m:t>
                      </m:r>
                      <m:r>
                        <a:rPr lang="en-US" sz="2400">
                          <a:latin typeface="Cambria Math" panose="02040503050406030204" pitchFamily="18" charset="0"/>
                          <a:ea typeface="Calibri" panose="020F0502020204030204" pitchFamily="34" charset="0"/>
                          <a:cs typeface="B Lotus" panose="00000400000000000000" pitchFamily="2" charset="-78"/>
                        </a:rPr>
                        <m:t> </m:t>
                      </m:r>
                      <m:r>
                        <a:rPr lang="en-US" sz="2400">
                          <a:latin typeface="Cambria Math" panose="02040503050406030204" pitchFamily="18" charset="0"/>
                          <a:ea typeface="Calibri" panose="020F0502020204030204" pitchFamily="34" charset="0"/>
                          <a:cs typeface="B Lotus" panose="00000400000000000000" pitchFamily="2" charset="-78"/>
                        </a:rPr>
                        <m:t>𝑜𝑓</m:t>
                      </m:r>
                      <m:r>
                        <a:rPr lang="en-US" sz="2400">
                          <a:latin typeface="Cambria Math" panose="02040503050406030204" pitchFamily="18" charset="0"/>
                          <a:ea typeface="Calibri" panose="020F0502020204030204" pitchFamily="34" charset="0"/>
                          <a:cs typeface="B Lotus" panose="00000400000000000000" pitchFamily="2" charset="-78"/>
                        </a:rPr>
                        <m:t> </m:t>
                      </m:r>
                      <m:r>
                        <a:rPr lang="en-US" sz="2400">
                          <a:latin typeface="Cambria Math" panose="02040503050406030204" pitchFamily="18" charset="0"/>
                          <a:ea typeface="Calibri" panose="020F0502020204030204" pitchFamily="34" charset="0"/>
                          <a:cs typeface="B Lotus" panose="00000400000000000000" pitchFamily="2" charset="-78"/>
                        </a:rPr>
                        <m:t>𝑜𝑣𝑒𝑟𝑙𝑎𝑝</m:t>
                      </m:r>
                      <m:r>
                        <a:rPr lang="en-US" sz="2400">
                          <a:latin typeface="Cambria Math" panose="02040503050406030204" pitchFamily="18" charset="0"/>
                          <a:ea typeface="Calibri" panose="020F0502020204030204" pitchFamily="34" charset="0"/>
                          <a:cs typeface="B Lotus" panose="00000400000000000000" pitchFamily="2" charset="-78"/>
                        </a:rPr>
                        <m:t> </m:t>
                      </m:r>
                      <m:r>
                        <a:rPr lang="en-US" sz="2400">
                          <a:latin typeface="Cambria Math" panose="02040503050406030204" pitchFamily="18" charset="0"/>
                          <a:ea typeface="Calibri" panose="020F0502020204030204" pitchFamily="34" charset="0"/>
                          <a:cs typeface="B Lotus" panose="00000400000000000000" pitchFamily="2" charset="-78"/>
                        </a:rPr>
                        <m:t>𝑣𝑎𝑙𝑢𝑒𝑠</m:t>
                      </m:r>
                    </m:oMath>
                  </m:oMathPara>
                </a14:m>
                <a:endParaRPr lang="en-US" sz="2400" dirty="0" smtClean="0">
                  <a:latin typeface="Times New Roman" panose="02020603050405020304" pitchFamily="18" charset="0"/>
                  <a:ea typeface="Calibri" panose="020F0502020204030204" pitchFamily="34" charset="0"/>
                  <a:cs typeface="B Lotus" panose="00000400000000000000" pitchFamily="2" charset="-78"/>
                </a:endParaRPr>
              </a:p>
              <a:p>
                <a:pPr marL="180340" indent="180340">
                  <a:lnSpc>
                    <a:spcPct val="115000"/>
                  </a:lnSpc>
                  <a:tabLst>
                    <a:tab pos="1924050" algn="l"/>
                  </a:tabLst>
                </a:pPr>
                <a:endParaRPr lang="en-US" sz="2400" dirty="0" smtClean="0">
                  <a:latin typeface="Times New Roman" panose="02020603050405020304" pitchFamily="18" charset="0"/>
                  <a:ea typeface="Calibri" panose="020F0502020204030204" pitchFamily="34" charset="0"/>
                  <a:cs typeface="B Lotus" panose="00000400000000000000" pitchFamily="2" charset="-78"/>
                </a:endParaRPr>
              </a:p>
              <a:p>
                <a:pPr marL="180340" indent="180340">
                  <a:lnSpc>
                    <a:spcPct val="115000"/>
                  </a:lnSpc>
                  <a:tabLst>
                    <a:tab pos="1924050" algn="l"/>
                  </a:tabLst>
                </a:pPr>
                <a:endParaRPr lang="en-US" sz="2400" dirty="0" smtClean="0">
                  <a:latin typeface="Times New Roman" panose="02020603050405020304" pitchFamily="18" charset="0"/>
                  <a:ea typeface="Calibri" panose="020F0502020204030204" pitchFamily="34" charset="0"/>
                  <a:cs typeface="B Lotus" panose="00000400000000000000" pitchFamily="2" charset="-78"/>
                </a:endParaRPr>
              </a:p>
              <a:p>
                <a:pPr marL="180340" indent="180340">
                  <a:lnSpc>
                    <a:spcPct val="115000"/>
                  </a:lnSpc>
                  <a:tabLst>
                    <a:tab pos="1924050" algn="l"/>
                  </a:tabLst>
                </a:pPr>
                <a14:m>
                  <m:oMathPara xmlns:m="http://schemas.openxmlformats.org/officeDocument/2006/math">
                    <m:oMathParaPr>
                      <m:jc m:val="left"/>
                    </m:oMathParaPr>
                    <m:oMath xmlns:m="http://schemas.openxmlformats.org/officeDocument/2006/math">
                      <m:r>
                        <a:rPr lang="en-US" sz="2400">
                          <a:latin typeface="Cambria Math" panose="02040503050406030204" pitchFamily="18" charset="0"/>
                          <a:ea typeface="Calibri" panose="020F0502020204030204" pitchFamily="34" charset="0"/>
                          <a:cs typeface="B Lotus" panose="00000400000000000000" pitchFamily="2" charset="-78"/>
                        </a:rPr>
                        <m:t>𝑐𝑜𝑠𝑡</m:t>
                      </m:r>
                      <m:r>
                        <a:rPr lang="en-US" sz="2400">
                          <a:latin typeface="Cambria Math" panose="02040503050406030204" pitchFamily="18" charset="0"/>
                          <a:ea typeface="Calibri" panose="020F0502020204030204" pitchFamily="34" charset="0"/>
                          <a:cs typeface="B Lotus" panose="00000400000000000000" pitchFamily="2" charset="-78"/>
                        </a:rPr>
                        <m:t>(</m:t>
                      </m:r>
                      <m:r>
                        <a:rPr lang="en-US" sz="2400">
                          <a:latin typeface="Cambria Math" panose="02040503050406030204" pitchFamily="18" charset="0"/>
                          <a:ea typeface="Calibri" panose="020F0502020204030204" pitchFamily="34" charset="0"/>
                          <a:cs typeface="B Lotus" panose="00000400000000000000" pitchFamily="2" charset="-78"/>
                        </a:rPr>
                        <m:t>𝜀</m:t>
                      </m:r>
                      <m:r>
                        <a:rPr lang="en-US" sz="2400">
                          <a:latin typeface="Cambria Math" panose="02040503050406030204" pitchFamily="18" charset="0"/>
                          <a:ea typeface="Calibri" panose="020F0502020204030204" pitchFamily="34" charset="0"/>
                          <a:cs typeface="B Lotus" panose="00000400000000000000" pitchFamily="2" charset="-78"/>
                        </a:rPr>
                        <m:t>)=</m:t>
                      </m:r>
                      <m:sSub>
                        <m:sSubPr>
                          <m:ctrlPr>
                            <a:rPr lang="en-US" sz="2400" i="1">
                              <a:latin typeface="Cambria Math" panose="02040503050406030204" pitchFamily="18" charset="0"/>
                              <a:ea typeface="Calibri" panose="020F0502020204030204" pitchFamily="34" charset="0"/>
                              <a:cs typeface="B Lotus" panose="00000400000000000000" pitchFamily="2" charset="-78"/>
                            </a:rPr>
                          </m:ctrlPr>
                        </m:sSubPr>
                        <m:e>
                          <m:r>
                            <a:rPr lang="en-US" sz="2400">
                              <a:latin typeface="Cambria Math" panose="02040503050406030204" pitchFamily="18" charset="0"/>
                              <a:ea typeface="Calibri" panose="020F0502020204030204" pitchFamily="34" charset="0"/>
                              <a:cs typeface="B Lotus" panose="00000400000000000000" pitchFamily="2" charset="-78"/>
                            </a:rPr>
                            <m:t>𝑤</m:t>
                          </m:r>
                        </m:e>
                        <m:sub>
                          <m:r>
                            <a:rPr lang="en-US" sz="2400">
                              <a:latin typeface="Cambria Math" panose="02040503050406030204" pitchFamily="18" charset="0"/>
                              <a:ea typeface="Calibri" panose="020F0502020204030204" pitchFamily="34" charset="0"/>
                              <a:cs typeface="B Lotus" panose="00000400000000000000" pitchFamily="2" charset="-78"/>
                            </a:rPr>
                            <m:t>𝛼</m:t>
                          </m:r>
                        </m:sub>
                      </m:sSub>
                      <m:r>
                        <a:rPr lang="en-US" sz="2400">
                          <a:latin typeface="Cambria Math" panose="02040503050406030204" pitchFamily="18" charset="0"/>
                          <a:ea typeface="Calibri" panose="020F0502020204030204" pitchFamily="34" charset="0"/>
                          <a:cs typeface="B Lotus" panose="00000400000000000000" pitchFamily="2" charset="-78"/>
                        </a:rPr>
                        <m:t>⋅</m:t>
                      </m:r>
                      <m:sSub>
                        <m:sSubPr>
                          <m:ctrlPr>
                            <a:rPr lang="en-US" sz="2400" i="1">
                              <a:latin typeface="Cambria Math" panose="02040503050406030204" pitchFamily="18" charset="0"/>
                              <a:ea typeface="Calibri" panose="020F0502020204030204" pitchFamily="34" charset="0"/>
                              <a:cs typeface="B Lotus" panose="00000400000000000000" pitchFamily="2" charset="-78"/>
                            </a:rPr>
                          </m:ctrlPr>
                        </m:sSubPr>
                        <m:e>
                          <m:r>
                            <a:rPr lang="en-US" sz="2400">
                              <a:latin typeface="Cambria Math" panose="02040503050406030204" pitchFamily="18" charset="0"/>
                              <a:ea typeface="Calibri" panose="020F0502020204030204" pitchFamily="34" charset="0"/>
                              <a:cs typeface="B Lotus" panose="00000400000000000000" pitchFamily="2" charset="-78"/>
                            </a:rPr>
                            <m:t>𝛼</m:t>
                          </m:r>
                        </m:e>
                        <m:sub>
                          <m:r>
                            <a:rPr lang="en-US" sz="2400">
                              <a:latin typeface="Cambria Math" panose="02040503050406030204" pitchFamily="18" charset="0"/>
                              <a:ea typeface="Calibri" panose="020F0502020204030204" pitchFamily="34" charset="0"/>
                              <a:cs typeface="B Lotus" panose="00000400000000000000" pitchFamily="2" charset="-78"/>
                            </a:rPr>
                            <m:t>𝑛𝑜𝑟𝑚</m:t>
                          </m:r>
                        </m:sub>
                      </m:sSub>
                      <m:r>
                        <a:rPr lang="en-US" sz="2400">
                          <a:latin typeface="Cambria Math" panose="02040503050406030204" pitchFamily="18" charset="0"/>
                          <a:ea typeface="Calibri" panose="020F0502020204030204" pitchFamily="34" charset="0"/>
                          <a:cs typeface="B Lotus" panose="00000400000000000000" pitchFamily="2" charset="-78"/>
                        </a:rPr>
                        <m:t>+</m:t>
                      </m:r>
                      <m:sSub>
                        <m:sSubPr>
                          <m:ctrlPr>
                            <a:rPr lang="en-US" sz="2400" i="1">
                              <a:latin typeface="Cambria Math" panose="02040503050406030204" pitchFamily="18" charset="0"/>
                              <a:ea typeface="Calibri" panose="020F0502020204030204" pitchFamily="34" charset="0"/>
                              <a:cs typeface="B Lotus" panose="00000400000000000000" pitchFamily="2" charset="-78"/>
                            </a:rPr>
                          </m:ctrlPr>
                        </m:sSubPr>
                        <m:e>
                          <m:r>
                            <a:rPr lang="en-US" sz="2400">
                              <a:latin typeface="Cambria Math" panose="02040503050406030204" pitchFamily="18" charset="0"/>
                              <a:ea typeface="Calibri" panose="020F0502020204030204" pitchFamily="34" charset="0"/>
                              <a:cs typeface="B Lotus" panose="00000400000000000000" pitchFamily="2" charset="-78"/>
                            </a:rPr>
                            <m:t>𝑤</m:t>
                          </m:r>
                        </m:e>
                        <m:sub>
                          <m:r>
                            <a:rPr lang="en-US" sz="2400">
                              <a:latin typeface="Cambria Math" panose="02040503050406030204" pitchFamily="18" charset="0"/>
                              <a:ea typeface="Calibri" panose="020F0502020204030204" pitchFamily="34" charset="0"/>
                              <a:cs typeface="B Lotus" panose="00000400000000000000" pitchFamily="2" charset="-78"/>
                            </a:rPr>
                            <m:t>𝛽</m:t>
                          </m:r>
                        </m:sub>
                      </m:sSub>
                      <m:r>
                        <a:rPr lang="en-US" sz="2400">
                          <a:latin typeface="Cambria Math" panose="02040503050406030204" pitchFamily="18" charset="0"/>
                          <a:ea typeface="Calibri" panose="020F0502020204030204" pitchFamily="34" charset="0"/>
                          <a:cs typeface="B Lotus" panose="00000400000000000000" pitchFamily="2" charset="-78"/>
                        </a:rPr>
                        <m:t>⋅</m:t>
                      </m:r>
                      <m:sSub>
                        <m:sSubPr>
                          <m:ctrlPr>
                            <a:rPr lang="en-US" sz="2400" i="1">
                              <a:latin typeface="Cambria Math" panose="02040503050406030204" pitchFamily="18" charset="0"/>
                              <a:ea typeface="Calibri" panose="020F0502020204030204" pitchFamily="34" charset="0"/>
                              <a:cs typeface="B Lotus" panose="00000400000000000000" pitchFamily="2" charset="-78"/>
                            </a:rPr>
                          </m:ctrlPr>
                        </m:sSubPr>
                        <m:e>
                          <m:r>
                            <a:rPr lang="en-US" sz="2400">
                              <a:latin typeface="Cambria Math" panose="02040503050406030204" pitchFamily="18" charset="0"/>
                              <a:ea typeface="Calibri" panose="020F0502020204030204" pitchFamily="34" charset="0"/>
                              <a:cs typeface="B Lotus" panose="00000400000000000000" pitchFamily="2" charset="-78"/>
                            </a:rPr>
                            <m:t>𝛽</m:t>
                          </m:r>
                        </m:e>
                        <m:sub>
                          <m:r>
                            <a:rPr lang="en-US" sz="2400">
                              <a:latin typeface="Cambria Math" panose="02040503050406030204" pitchFamily="18" charset="0"/>
                              <a:ea typeface="Calibri" panose="020F0502020204030204" pitchFamily="34" charset="0"/>
                              <a:cs typeface="B Lotus" panose="00000400000000000000" pitchFamily="2" charset="-78"/>
                            </a:rPr>
                            <m:t>𝑛𝑜𝑟𝑚</m:t>
                          </m:r>
                        </m:sub>
                      </m:sSub>
                      <m:r>
                        <a:rPr lang="en-US" sz="2400">
                          <a:latin typeface="Cambria Math" panose="02040503050406030204" pitchFamily="18" charset="0"/>
                          <a:ea typeface="Calibri" panose="020F0502020204030204" pitchFamily="34" charset="0"/>
                          <a:cs typeface="B Lotus" panose="00000400000000000000" pitchFamily="2" charset="-78"/>
                        </a:rPr>
                        <m:t>+</m:t>
                      </m:r>
                      <m:sSub>
                        <m:sSubPr>
                          <m:ctrlPr>
                            <a:rPr lang="en-US" sz="2400" i="1">
                              <a:latin typeface="Cambria Math" panose="02040503050406030204" pitchFamily="18" charset="0"/>
                              <a:ea typeface="Calibri" panose="020F0502020204030204" pitchFamily="34" charset="0"/>
                              <a:cs typeface="B Lotus" panose="00000400000000000000" pitchFamily="2" charset="-78"/>
                            </a:rPr>
                          </m:ctrlPr>
                        </m:sSubPr>
                        <m:e>
                          <m:r>
                            <a:rPr lang="en-US" sz="2400">
                              <a:latin typeface="Cambria Math" panose="02040503050406030204" pitchFamily="18" charset="0"/>
                              <a:ea typeface="Calibri" panose="020F0502020204030204" pitchFamily="34" charset="0"/>
                              <a:cs typeface="B Lotus" panose="00000400000000000000" pitchFamily="2" charset="-78"/>
                            </a:rPr>
                            <m:t>𝑤</m:t>
                          </m:r>
                        </m:e>
                        <m:sub>
                          <m:r>
                            <a:rPr lang="en-US" sz="2400">
                              <a:latin typeface="Cambria Math" panose="02040503050406030204" pitchFamily="18" charset="0"/>
                              <a:ea typeface="Calibri" panose="020F0502020204030204" pitchFamily="34" charset="0"/>
                              <a:cs typeface="B Lotus" panose="00000400000000000000" pitchFamily="2" charset="-78"/>
                            </a:rPr>
                            <m:t>𝛾</m:t>
                          </m:r>
                        </m:sub>
                      </m:sSub>
                      <m:r>
                        <a:rPr lang="en-US" sz="2400">
                          <a:latin typeface="Cambria Math" panose="02040503050406030204" pitchFamily="18" charset="0"/>
                          <a:ea typeface="Calibri" panose="020F0502020204030204" pitchFamily="34" charset="0"/>
                          <a:cs typeface="B Lotus" panose="00000400000000000000" pitchFamily="2" charset="-78"/>
                        </a:rPr>
                        <m:t>⋅</m:t>
                      </m:r>
                      <m:sSub>
                        <m:sSubPr>
                          <m:ctrlPr>
                            <a:rPr lang="en-US" sz="2400" i="1">
                              <a:latin typeface="Cambria Math" panose="02040503050406030204" pitchFamily="18" charset="0"/>
                              <a:ea typeface="Calibri" panose="020F0502020204030204" pitchFamily="34" charset="0"/>
                              <a:cs typeface="B Lotus" panose="00000400000000000000" pitchFamily="2" charset="-78"/>
                            </a:rPr>
                          </m:ctrlPr>
                        </m:sSubPr>
                        <m:e>
                          <m:r>
                            <a:rPr lang="en-US" sz="2400">
                              <a:latin typeface="Cambria Math" panose="02040503050406030204" pitchFamily="18" charset="0"/>
                              <a:ea typeface="Calibri" panose="020F0502020204030204" pitchFamily="34" charset="0"/>
                              <a:cs typeface="B Lotus" panose="00000400000000000000" pitchFamily="2" charset="-78"/>
                            </a:rPr>
                            <m:t>𝛾</m:t>
                          </m:r>
                        </m:e>
                        <m:sub>
                          <m:r>
                            <a:rPr lang="en-US" sz="2400">
                              <a:latin typeface="Cambria Math" panose="02040503050406030204" pitchFamily="18" charset="0"/>
                              <a:ea typeface="Calibri" panose="020F0502020204030204" pitchFamily="34" charset="0"/>
                              <a:cs typeface="B Lotus" panose="00000400000000000000" pitchFamily="2" charset="-78"/>
                            </a:rPr>
                            <m:t>𝑛𝑜𝑟𝑚</m:t>
                          </m:r>
                        </m:sub>
                      </m:sSub>
                    </m:oMath>
                  </m:oMathPara>
                </a14:m>
                <a:endParaRPr lang="en-US" sz="2400" dirty="0">
                  <a:latin typeface="Times New Roman" panose="02020603050405020304" pitchFamily="18" charset="0"/>
                  <a:ea typeface="Calibri" panose="020F0502020204030204" pitchFamily="34" charset="0"/>
                  <a:cs typeface="B Lotus" panose="00000400000000000000" pitchFamily="2" charset="-78"/>
                </a:endParaRPr>
              </a:p>
              <a:p>
                <a:pPr marL="180340" indent="180340">
                  <a:lnSpc>
                    <a:spcPct val="115000"/>
                  </a:lnSpc>
                  <a:tabLst>
                    <a:tab pos="1924050" algn="l"/>
                  </a:tabLst>
                </a:pPr>
                <a:endParaRPr lang="en-US" sz="2400" dirty="0">
                  <a:latin typeface="Times New Roman" panose="02020603050405020304" pitchFamily="18" charset="0"/>
                  <a:ea typeface="Calibri" panose="020F0502020204030204" pitchFamily="34" charset="0"/>
                  <a:cs typeface="B Lotus" panose="00000400000000000000" pitchFamily="2" charset="-78"/>
                </a:endParaRPr>
              </a:p>
              <a:p>
                <a:pPr marL="180340" indent="180340">
                  <a:lnSpc>
                    <a:spcPct val="115000"/>
                  </a:lnSpc>
                  <a:tabLst>
                    <a:tab pos="1924050" algn="l"/>
                  </a:tabLst>
                </a:pPr>
                <a:endParaRPr lang="en-US" sz="2400" dirty="0" smtClean="0">
                  <a:latin typeface="Times New Roman" panose="02020603050405020304" pitchFamily="18" charset="0"/>
                  <a:ea typeface="Calibri" panose="020F0502020204030204" pitchFamily="34" charset="0"/>
                  <a:cs typeface="B Lotus" panose="00000400000000000000" pitchFamily="2" charset="-78"/>
                </a:endParaRPr>
              </a:p>
              <a:p>
                <a:pPr marL="180340" indent="180340">
                  <a:lnSpc>
                    <a:spcPct val="115000"/>
                  </a:lnSpc>
                  <a:tabLst>
                    <a:tab pos="1924050" algn="l"/>
                  </a:tabLst>
                </a:pPr>
                <a:endParaRPr lang="en-US" dirty="0" smtClean="0">
                  <a:latin typeface="Cambria Math" panose="02040503050406030204" pitchFamily="18" charset="0"/>
                  <a:ea typeface="Calibri" panose="020F0502020204030204" pitchFamily="34" charset="0"/>
                  <a:cs typeface="B Lotus" panose="00000400000000000000" pitchFamily="2" charset="-78"/>
                </a:endParaRPr>
              </a:p>
              <a:p>
                <a:pPr marL="180340" indent="180340">
                  <a:lnSpc>
                    <a:spcPct val="115000"/>
                  </a:lnSpc>
                  <a:tabLst>
                    <a:tab pos="1924050" algn="l"/>
                  </a:tabLst>
                </a:pPr>
                <a:endParaRPr lang="en-US" dirty="0" smtClean="0">
                  <a:latin typeface="Cambria Math" panose="02040503050406030204" pitchFamily="18" charset="0"/>
                  <a:ea typeface="Calibri" panose="020F0502020204030204" pitchFamily="34" charset="0"/>
                  <a:cs typeface="B Lotus" panose="00000400000000000000" pitchFamily="2" charset="-78"/>
                </a:endParaRPr>
              </a:p>
            </p:txBody>
          </p:sp>
        </mc:Choice>
        <mc:Fallback xmlns="">
          <p:sp>
            <p:nvSpPr>
              <p:cNvPr id="8" name="Rectangle 7"/>
              <p:cNvSpPr>
                <a:spLocks noRot="1" noChangeAspect="1" noMove="1" noResize="1" noEditPoints="1" noAdjustHandles="1" noChangeArrowheads="1" noChangeShapeType="1" noTextEdit="1"/>
              </p:cNvSpPr>
              <p:nvPr/>
            </p:nvSpPr>
            <p:spPr>
              <a:xfrm>
                <a:off x="-152400" y="2184883"/>
                <a:ext cx="7780500" cy="5014578"/>
              </a:xfrm>
              <a:prstGeom prst="rect">
                <a:avLst/>
              </a:prstGeom>
              <a:blipFill rotWithShape="0">
                <a:blip r:embed="rId4"/>
                <a:stretch>
                  <a:fillRect t="-486"/>
                </a:stretch>
              </a:blipFill>
            </p:spPr>
            <p:txBody>
              <a:bodyPr/>
              <a:lstStyle/>
              <a:p>
                <a:r>
                  <a:rPr lang="en-US">
                    <a:noFill/>
                  </a:rPr>
                  <a:t> </a:t>
                </a:r>
              </a:p>
            </p:txBody>
          </p:sp>
        </mc:Fallback>
      </mc:AlternateContent>
      <p:pic>
        <p:nvPicPr>
          <p:cNvPr id="12" name="Picture 11"/>
          <p:cNvPicPr>
            <a:picLocks noChangeAspect="1"/>
          </p:cNvPicPr>
          <p:nvPr/>
        </p:nvPicPr>
        <p:blipFill>
          <a:blip r:embed="rId5"/>
          <a:stretch>
            <a:fillRect/>
          </a:stretch>
        </p:blipFill>
        <p:spPr>
          <a:xfrm>
            <a:off x="7500380" y="1843282"/>
            <a:ext cx="813222" cy="812275"/>
          </a:xfrm>
          <a:prstGeom prst="rect">
            <a:avLst/>
          </a:prstGeom>
        </p:spPr>
      </p:pic>
      <p:pic>
        <p:nvPicPr>
          <p:cNvPr id="13" name="Picture 12"/>
          <p:cNvPicPr>
            <a:picLocks noChangeAspect="1"/>
          </p:cNvPicPr>
          <p:nvPr/>
        </p:nvPicPr>
        <p:blipFill>
          <a:blip r:embed="rId6"/>
          <a:stretch>
            <a:fillRect/>
          </a:stretch>
        </p:blipFill>
        <p:spPr>
          <a:xfrm>
            <a:off x="7332399" y="2783227"/>
            <a:ext cx="1233748" cy="802435"/>
          </a:xfrm>
          <a:prstGeom prst="rect">
            <a:avLst/>
          </a:prstGeom>
        </p:spPr>
      </p:pic>
      <p:pic>
        <p:nvPicPr>
          <p:cNvPr id="14" name="Picture 13"/>
          <p:cNvPicPr>
            <a:picLocks noChangeAspect="1"/>
          </p:cNvPicPr>
          <p:nvPr/>
        </p:nvPicPr>
        <p:blipFill>
          <a:blip r:embed="rId7"/>
          <a:stretch>
            <a:fillRect/>
          </a:stretch>
        </p:blipFill>
        <p:spPr>
          <a:xfrm>
            <a:off x="7357813" y="3768518"/>
            <a:ext cx="1182920" cy="830975"/>
          </a:xfrm>
          <a:prstGeom prst="rect">
            <a:avLst/>
          </a:prstGeom>
        </p:spPr>
      </p:pic>
    </p:spTree>
    <p:extLst>
      <p:ext uri="{BB962C8B-B14F-4D97-AF65-F5344CB8AC3E}">
        <p14:creationId xmlns:p14="http://schemas.microsoft.com/office/powerpoint/2010/main" val="2036519289"/>
      </p:ext>
    </p:extLst>
  </p:cSld>
  <p:clrMapOvr>
    <a:masterClrMapping/>
  </p:clrMapOvr>
  <p:timing>
    <p:tnLst>
      <p:par>
        <p:cTn id="1" dur="indefinite" restart="never" nodeType="tmRoot"/>
      </p:par>
    </p:tn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p:cNvPicPr>
            <a:picLocks noChangeAspect="1"/>
          </p:cNvPicPr>
          <p:nvPr/>
        </p:nvPicPr>
        <p:blipFill rotWithShape="1">
          <a:blip r:embed="rId3"/>
          <a:srcRect t="959"/>
          <a:stretch/>
        </p:blipFill>
        <p:spPr>
          <a:xfrm>
            <a:off x="173132" y="1143000"/>
            <a:ext cx="8639175" cy="4028183"/>
          </a:xfrm>
          <a:prstGeom prst="rect">
            <a:avLst/>
          </a:prstGeom>
        </p:spPr>
      </p:pic>
      <p:sp>
        <p:nvSpPr>
          <p:cNvPr id="43" name="AutoShape 3">
            <a:extLst>
              <a:ext uri="{FF2B5EF4-FFF2-40B4-BE49-F238E27FC236}">
                <a16:creationId xmlns="" xmlns:a16="http://schemas.microsoft.com/office/drawing/2014/main" id="{2E7CFF1D-4628-454A-8E3A-7632D84A13A7}"/>
              </a:ext>
            </a:extLst>
          </p:cNvPr>
          <p:cNvSpPr>
            <a:spLocks noChangeArrowheads="1"/>
          </p:cNvSpPr>
          <p:nvPr/>
        </p:nvSpPr>
        <p:spPr bwMode="gray">
          <a:xfrm flipH="1">
            <a:off x="173132" y="59232"/>
            <a:ext cx="2426749" cy="649224"/>
          </a:xfrm>
          <a:prstGeom prst="chevron">
            <a:avLst>
              <a:gd name="adj" fmla="val 17009"/>
            </a:avLst>
          </a:prstGeom>
          <a:solidFill>
            <a:srgbClr val="2842AE"/>
          </a:solidFill>
          <a:ln w="38100">
            <a:solidFill>
              <a:srgbClr val="EAEAEA"/>
            </a:solidFill>
            <a:miter lim="800000"/>
            <a:headEnd/>
            <a:tailEnd/>
          </a:ln>
          <a:effectLst>
            <a:outerShdw dist="109250" dir="3267739" algn="ctr" rotWithShape="0">
              <a:srgbClr val="333333">
                <a:alpha val="50000"/>
              </a:srgbClr>
            </a:outerShdw>
          </a:effectLst>
        </p:spPr>
        <p:txBody>
          <a:bodyPr wrap="square" anchor="ctr">
            <a:spAutoFit/>
          </a:bodyPr>
          <a:lstStyle/>
          <a:p>
            <a:pPr algn="ctr" fontAlgn="base">
              <a:spcBef>
                <a:spcPct val="0"/>
              </a:spcBef>
              <a:spcAft>
                <a:spcPct val="0"/>
              </a:spcAft>
            </a:pPr>
            <a:endParaRPr lang="en-US" kern="0">
              <a:solidFill>
                <a:srgbClr val="3D81BF"/>
              </a:solidFill>
            </a:endParaRPr>
          </a:p>
        </p:txBody>
      </p:sp>
      <p:sp>
        <p:nvSpPr>
          <p:cNvPr id="26" name="Slide Number Placeholder 3">
            <a:extLst>
              <a:ext uri="{FF2B5EF4-FFF2-40B4-BE49-F238E27FC236}">
                <a16:creationId xmlns="" xmlns:a16="http://schemas.microsoft.com/office/drawing/2014/main" id="{FEFB061F-8AAB-4535-B272-1BA4D5A77191}"/>
              </a:ext>
            </a:extLst>
          </p:cNvPr>
          <p:cNvSpPr txBox="1">
            <a:spLocks/>
          </p:cNvSpPr>
          <p:nvPr/>
        </p:nvSpPr>
        <p:spPr>
          <a:xfrm>
            <a:off x="8965" y="6090313"/>
            <a:ext cx="676835" cy="767687"/>
          </a:xfrm>
          <a:prstGeom prst="rect">
            <a:avLst/>
          </a:prstGeom>
        </p:spPr>
        <p:txBody>
          <a:bodyPr vert="horz" lIns="91440" tIns="45720" rIns="91440" bIns="45720" rtlCol="0" anchor="ctr"/>
          <a:lstStyle>
            <a:defPPr>
              <a:defRPr lang="en-US"/>
            </a:defPPr>
            <a:lvl1pPr marL="0" algn="l" defTabSz="914400" rtl="0" eaLnBrk="1" latinLnBrk="0" hangingPunct="1">
              <a:defRPr sz="1400" b="1" kern="1200">
                <a:solidFill>
                  <a:srgbClr val="FFFFFF"/>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rtl="1"/>
            <a:fld id="{E8ADF199-8047-440E-B02B-E80683B392F2}" type="slidenum">
              <a:rPr lang="fa-IR" sz="1800" smtClean="0">
                <a:solidFill>
                  <a:schemeClr val="tx1"/>
                </a:solidFill>
                <a:cs typeface="B Lotus" panose="00000400000000000000" pitchFamily="2" charset="-78"/>
              </a:rPr>
              <a:pPr rtl="1"/>
              <a:t>15</a:t>
            </a:fld>
            <a:endParaRPr lang="fa-IR" sz="1800" dirty="0">
              <a:solidFill>
                <a:schemeClr val="tx1"/>
              </a:solidFill>
              <a:cs typeface="B Lotus" panose="00000400000000000000" pitchFamily="2" charset="-78"/>
            </a:endParaRPr>
          </a:p>
        </p:txBody>
      </p:sp>
      <p:pic>
        <p:nvPicPr>
          <p:cNvPr id="30" name="Picture 29" descr="پرونده:Azad University logo.png - ویکی‌پدیا، دانشنامهٔ آزاد">
            <a:extLst>
              <a:ext uri="{FF2B5EF4-FFF2-40B4-BE49-F238E27FC236}">
                <a16:creationId xmlns="" xmlns:a16="http://schemas.microsoft.com/office/drawing/2014/main" id="{2F67C891-7A76-4BAB-A300-B54DFBDD9870}"/>
              </a:ext>
            </a:extLst>
          </p:cNvPr>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8610600" y="0"/>
            <a:ext cx="533400" cy="822959"/>
          </a:xfrm>
          <a:prstGeom prst="rect">
            <a:avLst/>
          </a:prstGeom>
          <a:noFill/>
          <a:ln>
            <a:noFill/>
          </a:ln>
        </p:spPr>
      </p:pic>
      <p:sp>
        <p:nvSpPr>
          <p:cNvPr id="35" name="AutoShape 10">
            <a:extLst>
              <a:ext uri="{FF2B5EF4-FFF2-40B4-BE49-F238E27FC236}">
                <a16:creationId xmlns="" xmlns:a16="http://schemas.microsoft.com/office/drawing/2014/main" id="{2A2EA850-A064-4A9D-9C26-C017D368DF1D}"/>
              </a:ext>
            </a:extLst>
          </p:cNvPr>
          <p:cNvSpPr>
            <a:spLocks noChangeArrowheads="1"/>
          </p:cNvSpPr>
          <p:nvPr/>
        </p:nvSpPr>
        <p:spPr bwMode="gray">
          <a:xfrm flipH="1">
            <a:off x="6246677" y="59426"/>
            <a:ext cx="2057400" cy="649224"/>
          </a:xfrm>
          <a:prstGeom prst="chevron">
            <a:avLst>
              <a:gd name="adj" fmla="val 17842"/>
            </a:avLst>
          </a:prstGeom>
          <a:gradFill rotWithShape="1">
            <a:gsLst>
              <a:gs pos="0">
                <a:srgbClr val="84B09A">
                  <a:gamma/>
                  <a:shade val="46275"/>
                  <a:invGamma/>
                </a:srgbClr>
              </a:gs>
              <a:gs pos="50000">
                <a:srgbClr val="84B09A"/>
              </a:gs>
              <a:gs pos="100000">
                <a:srgbClr val="84B09A">
                  <a:gamma/>
                  <a:shade val="46275"/>
                  <a:invGamma/>
                </a:srgbClr>
              </a:gs>
            </a:gsLst>
            <a:lin ang="2700000" scaled="1"/>
          </a:gradFill>
          <a:ln w="38100">
            <a:solidFill>
              <a:srgbClr val="EAEAEA"/>
            </a:solidFill>
            <a:miter lim="800000"/>
            <a:headEnd/>
            <a:tailEnd/>
          </a:ln>
          <a:effectLst>
            <a:outerShdw dist="109250" dir="3267739" algn="ctr" rotWithShape="0">
              <a:srgbClr val="333333">
                <a:alpha val="50000"/>
              </a:srgbClr>
            </a:outerShdw>
          </a:effectLst>
        </p:spPr>
        <p:txBody>
          <a:bodyPr wrap="square" anchor="ctr">
            <a:spAutoFit/>
          </a:bodyPr>
          <a:lstStyle/>
          <a:p>
            <a:pPr algn="ctr" fontAlgn="base">
              <a:spcBef>
                <a:spcPct val="0"/>
              </a:spcBef>
              <a:spcAft>
                <a:spcPct val="0"/>
              </a:spcAft>
            </a:pPr>
            <a:endParaRPr lang="en-US" kern="0" dirty="0">
              <a:solidFill>
                <a:srgbClr val="3D81BF"/>
              </a:solidFill>
            </a:endParaRPr>
          </a:p>
        </p:txBody>
      </p:sp>
      <p:sp>
        <p:nvSpPr>
          <p:cNvPr id="36" name="AutoShape 3">
            <a:extLst>
              <a:ext uri="{FF2B5EF4-FFF2-40B4-BE49-F238E27FC236}">
                <a16:creationId xmlns="" xmlns:a16="http://schemas.microsoft.com/office/drawing/2014/main" id="{B742D6B4-C2BA-456D-8EF1-01FC0D22E95C}"/>
              </a:ext>
            </a:extLst>
          </p:cNvPr>
          <p:cNvSpPr>
            <a:spLocks noChangeArrowheads="1"/>
          </p:cNvSpPr>
          <p:nvPr/>
        </p:nvSpPr>
        <p:spPr bwMode="gray">
          <a:xfrm flipH="1">
            <a:off x="4200083" y="65559"/>
            <a:ext cx="2056086" cy="649224"/>
          </a:xfrm>
          <a:prstGeom prst="chevron">
            <a:avLst>
              <a:gd name="adj" fmla="val 17009"/>
            </a:avLst>
          </a:prstGeom>
          <a:gradFill rotWithShape="1">
            <a:gsLst>
              <a:gs pos="0">
                <a:srgbClr val="84B09A">
                  <a:gamma/>
                  <a:shade val="46275"/>
                  <a:invGamma/>
                </a:srgbClr>
              </a:gs>
              <a:gs pos="50000">
                <a:srgbClr val="84B09A"/>
              </a:gs>
              <a:gs pos="100000">
                <a:srgbClr val="84B09A">
                  <a:gamma/>
                  <a:shade val="46275"/>
                  <a:invGamma/>
                </a:srgbClr>
              </a:gs>
            </a:gsLst>
            <a:lin ang="2700000" scaled="1"/>
          </a:gradFill>
          <a:ln w="38100">
            <a:solidFill>
              <a:srgbClr val="EAEAEA"/>
            </a:solidFill>
            <a:miter lim="800000"/>
            <a:headEnd/>
            <a:tailEnd/>
          </a:ln>
          <a:effectLst>
            <a:outerShdw dist="109250" dir="3267739" algn="ctr" rotWithShape="0">
              <a:srgbClr val="333333">
                <a:alpha val="50000"/>
              </a:srgbClr>
            </a:outerShdw>
          </a:effectLst>
        </p:spPr>
        <p:txBody>
          <a:bodyPr wrap="square" anchor="ctr">
            <a:spAutoFit/>
          </a:bodyPr>
          <a:lstStyle/>
          <a:p>
            <a:pPr algn="ctr" fontAlgn="base">
              <a:spcBef>
                <a:spcPct val="0"/>
              </a:spcBef>
              <a:spcAft>
                <a:spcPct val="0"/>
              </a:spcAft>
            </a:pPr>
            <a:endParaRPr lang="en-US" kern="0" dirty="0">
              <a:solidFill>
                <a:srgbClr val="3D81BF"/>
              </a:solidFill>
            </a:endParaRPr>
          </a:p>
        </p:txBody>
      </p:sp>
      <p:sp>
        <p:nvSpPr>
          <p:cNvPr id="37" name="AutoShape 3">
            <a:extLst>
              <a:ext uri="{FF2B5EF4-FFF2-40B4-BE49-F238E27FC236}">
                <a16:creationId xmlns="" xmlns:a16="http://schemas.microsoft.com/office/drawing/2014/main" id="{A5531835-C6DF-4085-9BDC-A727B5CE3B64}"/>
              </a:ext>
            </a:extLst>
          </p:cNvPr>
          <p:cNvSpPr>
            <a:spLocks noChangeArrowheads="1"/>
          </p:cNvSpPr>
          <p:nvPr/>
        </p:nvSpPr>
        <p:spPr bwMode="gray">
          <a:xfrm flipH="1">
            <a:off x="2599881" y="59232"/>
            <a:ext cx="1600202" cy="649224"/>
          </a:xfrm>
          <a:prstGeom prst="chevron">
            <a:avLst>
              <a:gd name="adj" fmla="val 17009"/>
            </a:avLst>
          </a:prstGeom>
          <a:gradFill rotWithShape="1">
            <a:gsLst>
              <a:gs pos="0">
                <a:srgbClr val="84B09A">
                  <a:gamma/>
                  <a:shade val="46275"/>
                  <a:invGamma/>
                </a:srgbClr>
              </a:gs>
              <a:gs pos="50000">
                <a:srgbClr val="84B09A"/>
              </a:gs>
              <a:gs pos="100000">
                <a:srgbClr val="84B09A">
                  <a:gamma/>
                  <a:shade val="46275"/>
                  <a:invGamma/>
                </a:srgbClr>
              </a:gs>
            </a:gsLst>
            <a:lin ang="2700000" scaled="1"/>
          </a:gradFill>
          <a:ln w="38100">
            <a:solidFill>
              <a:srgbClr val="EAEAEA"/>
            </a:solidFill>
            <a:miter lim="800000"/>
            <a:headEnd/>
            <a:tailEnd/>
          </a:ln>
          <a:effectLst>
            <a:outerShdw dist="109250" dir="3267739" algn="ctr" rotWithShape="0">
              <a:srgbClr val="333333">
                <a:alpha val="50000"/>
              </a:srgbClr>
            </a:outerShdw>
          </a:effectLst>
        </p:spPr>
        <p:txBody>
          <a:bodyPr wrap="square" anchor="ctr">
            <a:spAutoFit/>
          </a:bodyPr>
          <a:lstStyle/>
          <a:p>
            <a:pPr algn="ctr" fontAlgn="base">
              <a:spcBef>
                <a:spcPct val="0"/>
              </a:spcBef>
              <a:spcAft>
                <a:spcPct val="0"/>
              </a:spcAft>
            </a:pPr>
            <a:endParaRPr lang="en-US" kern="0">
              <a:solidFill>
                <a:srgbClr val="3D81BF"/>
              </a:solidFill>
            </a:endParaRPr>
          </a:p>
        </p:txBody>
      </p:sp>
      <p:sp>
        <p:nvSpPr>
          <p:cNvPr id="38" name="Rectangle 37">
            <a:extLst>
              <a:ext uri="{FF2B5EF4-FFF2-40B4-BE49-F238E27FC236}">
                <a16:creationId xmlns="" xmlns:a16="http://schemas.microsoft.com/office/drawing/2014/main" id="{B51F10B5-E430-4BC2-858C-405C3B009988}"/>
              </a:ext>
            </a:extLst>
          </p:cNvPr>
          <p:cNvSpPr/>
          <p:nvPr/>
        </p:nvSpPr>
        <p:spPr>
          <a:xfrm>
            <a:off x="403231" y="91457"/>
            <a:ext cx="2056085" cy="584775"/>
          </a:xfrm>
          <a:prstGeom prst="rect">
            <a:avLst/>
          </a:prstGeom>
        </p:spPr>
        <p:txBody>
          <a:bodyPr wrap="square">
            <a:spAutoFit/>
          </a:bodyPr>
          <a:lstStyle/>
          <a:p>
            <a:pPr lvl="0" algn="ctr" rtl="1" fontAlgn="base">
              <a:spcBef>
                <a:spcPct val="0"/>
              </a:spcBef>
              <a:spcAft>
                <a:spcPct val="0"/>
              </a:spcAft>
            </a:pPr>
            <a:r>
              <a:rPr lang="fa-IR" sz="1600" b="1" dirty="0" smtClean="0">
                <a:solidFill>
                  <a:srgbClr val="FFFFFF"/>
                </a:solidFill>
                <a:latin typeface="Times New Roman" panose="02020603050405020304" pitchFamily="18" charset="0"/>
                <a:cs typeface="B Nazanin" panose="00000400000000000000" pitchFamily="2" charset="-78"/>
              </a:rPr>
              <a:t> پیاده سازی و ارزیابی همسان ساز پیشنهادی</a:t>
            </a:r>
            <a:endParaRPr lang="fa-IR" sz="1600" b="1" dirty="0">
              <a:solidFill>
                <a:srgbClr val="FFFFFF"/>
              </a:solidFill>
              <a:latin typeface="Times New Roman" panose="02020603050405020304" pitchFamily="18" charset="0"/>
              <a:cs typeface="B Nazanin" panose="00000400000000000000" pitchFamily="2" charset="-78"/>
            </a:endParaRPr>
          </a:p>
        </p:txBody>
      </p:sp>
      <p:sp>
        <p:nvSpPr>
          <p:cNvPr id="39" name="Rectangle 38">
            <a:extLst>
              <a:ext uri="{FF2B5EF4-FFF2-40B4-BE49-F238E27FC236}">
                <a16:creationId xmlns="" xmlns:a16="http://schemas.microsoft.com/office/drawing/2014/main" id="{BA7FD763-7392-4FB3-B13F-EF9D935A7C24}"/>
              </a:ext>
            </a:extLst>
          </p:cNvPr>
          <p:cNvSpPr/>
          <p:nvPr/>
        </p:nvSpPr>
        <p:spPr>
          <a:xfrm>
            <a:off x="2636749" y="78259"/>
            <a:ext cx="1600200" cy="584775"/>
          </a:xfrm>
          <a:prstGeom prst="rect">
            <a:avLst/>
          </a:prstGeom>
        </p:spPr>
        <p:txBody>
          <a:bodyPr wrap="square">
            <a:spAutoFit/>
          </a:bodyPr>
          <a:lstStyle/>
          <a:p>
            <a:pPr lvl="0" algn="ctr" rtl="1" fontAlgn="base">
              <a:spcBef>
                <a:spcPct val="0"/>
              </a:spcBef>
              <a:spcAft>
                <a:spcPct val="0"/>
              </a:spcAft>
            </a:pPr>
            <a:r>
              <a:rPr lang="fa-IR" sz="1600" b="1" dirty="0">
                <a:solidFill>
                  <a:srgbClr val="FFFFFF"/>
                </a:solidFill>
                <a:latin typeface="Times New Roman" panose="02020603050405020304" pitchFamily="18" charset="0"/>
                <a:cs typeface="B Nazanin" panose="00000400000000000000" pitchFamily="2" charset="-78"/>
              </a:rPr>
              <a:t>همسان سازی پیشنهادی</a:t>
            </a:r>
          </a:p>
        </p:txBody>
      </p:sp>
      <p:sp>
        <p:nvSpPr>
          <p:cNvPr id="40" name="Rectangle 39">
            <a:extLst>
              <a:ext uri="{FF2B5EF4-FFF2-40B4-BE49-F238E27FC236}">
                <a16:creationId xmlns="" xmlns:a16="http://schemas.microsoft.com/office/drawing/2014/main" id="{4E566E01-C2D9-408C-9484-C0EBBF4D2C33}"/>
              </a:ext>
            </a:extLst>
          </p:cNvPr>
          <p:cNvSpPr/>
          <p:nvPr/>
        </p:nvSpPr>
        <p:spPr>
          <a:xfrm>
            <a:off x="4495138" y="91457"/>
            <a:ext cx="1443038" cy="584775"/>
          </a:xfrm>
          <a:prstGeom prst="rect">
            <a:avLst/>
          </a:prstGeom>
        </p:spPr>
        <p:txBody>
          <a:bodyPr wrap="square">
            <a:spAutoFit/>
          </a:bodyPr>
          <a:lstStyle/>
          <a:p>
            <a:pPr lvl="0" algn="ctr" rtl="1" fontAlgn="base">
              <a:spcBef>
                <a:spcPct val="0"/>
              </a:spcBef>
              <a:spcAft>
                <a:spcPct val="0"/>
              </a:spcAft>
            </a:pPr>
            <a:r>
              <a:rPr lang="fa-IR" sz="1600" b="1" dirty="0">
                <a:solidFill>
                  <a:srgbClr val="FFFFFF"/>
                </a:solidFill>
                <a:latin typeface="Times New Roman" panose="02020603050405020304" pitchFamily="18" charset="0"/>
                <a:cs typeface="B Nazanin" panose="00000400000000000000" pitchFamily="2" charset="-78"/>
              </a:rPr>
              <a:t>همسان سازی باتری</a:t>
            </a:r>
          </a:p>
        </p:txBody>
      </p:sp>
      <p:sp>
        <p:nvSpPr>
          <p:cNvPr id="41" name="Rectangle 40">
            <a:extLst>
              <a:ext uri="{FF2B5EF4-FFF2-40B4-BE49-F238E27FC236}">
                <a16:creationId xmlns="" xmlns:a16="http://schemas.microsoft.com/office/drawing/2014/main" id="{4574B186-F112-4A6C-ADFE-E46D302B236B}"/>
              </a:ext>
            </a:extLst>
          </p:cNvPr>
          <p:cNvSpPr/>
          <p:nvPr/>
        </p:nvSpPr>
        <p:spPr>
          <a:xfrm>
            <a:off x="6499957" y="197162"/>
            <a:ext cx="1626786" cy="323165"/>
          </a:xfrm>
          <a:prstGeom prst="rect">
            <a:avLst/>
          </a:prstGeom>
        </p:spPr>
        <p:txBody>
          <a:bodyPr wrap="square">
            <a:spAutoFit/>
          </a:bodyPr>
          <a:lstStyle/>
          <a:p>
            <a:pPr lvl="0" algn="ctr" fontAlgn="base">
              <a:spcBef>
                <a:spcPct val="0"/>
              </a:spcBef>
              <a:spcAft>
                <a:spcPct val="0"/>
              </a:spcAft>
              <a:defRPr/>
            </a:pPr>
            <a:r>
              <a:rPr lang="fa-IR" sz="1500" b="1" kern="0" dirty="0">
                <a:solidFill>
                  <a:srgbClr val="FFFFFF"/>
                </a:solidFill>
                <a:latin typeface="Times New Roman" panose="02020603050405020304" pitchFamily="18" charset="0"/>
                <a:cs typeface="B Nazanin" pitchFamily="2" charset="-78"/>
              </a:rPr>
              <a:t>باتری ها</a:t>
            </a:r>
            <a:endParaRPr lang="en-US" sz="1500" b="1" kern="0" dirty="0">
              <a:solidFill>
                <a:srgbClr val="FFFFFF"/>
              </a:solidFill>
              <a:latin typeface="Times New Roman" panose="02020603050405020304" pitchFamily="18" charset="0"/>
              <a:cs typeface="B Nazanin" pitchFamily="2" charset="-78"/>
            </a:endParaRPr>
          </a:p>
        </p:txBody>
      </p:sp>
      <p:sp>
        <p:nvSpPr>
          <p:cNvPr id="17" name="Rectangle 16"/>
          <p:cNvSpPr/>
          <p:nvPr/>
        </p:nvSpPr>
        <p:spPr>
          <a:xfrm>
            <a:off x="173132" y="917419"/>
            <a:ext cx="4453146" cy="369332"/>
          </a:xfrm>
          <a:prstGeom prst="rect">
            <a:avLst/>
          </a:prstGeom>
        </p:spPr>
        <p:txBody>
          <a:bodyPr wrap="square">
            <a:spAutoFit/>
          </a:bodyPr>
          <a:lstStyle/>
          <a:p>
            <a:pPr rtl="1" fontAlgn="base">
              <a:spcBef>
                <a:spcPct val="0"/>
              </a:spcBef>
              <a:spcAft>
                <a:spcPct val="0"/>
              </a:spcAft>
            </a:pPr>
            <a:r>
              <a:rPr lang="fa-IR" dirty="0" smtClean="0">
                <a:cs typeface="B Lotus" panose="00000400000000000000" pitchFamily="2" charset="-78"/>
              </a:rPr>
              <a:t>بهنیه سازی ب</a:t>
            </a:r>
            <a:r>
              <a:rPr lang="en-US" dirty="0" smtClean="0">
                <a:cs typeface="B Lotus" panose="00000400000000000000" pitchFamily="2" charset="-78"/>
              </a:rPr>
              <a:t> </a:t>
            </a:r>
            <a:r>
              <a:rPr lang="fa-IR" dirty="0" smtClean="0">
                <a:cs typeface="B Lotus" panose="00000400000000000000" pitchFamily="2" charset="-78"/>
              </a:rPr>
              <a:t>اساس ازدحام ذرات (</a:t>
            </a:r>
            <a:r>
              <a:rPr lang="en-US" dirty="0" smtClean="0">
                <a:latin typeface="Times New Roman" panose="02020603050405020304" pitchFamily="18" charset="0"/>
                <a:cs typeface="Times New Roman" panose="02020603050405020304" pitchFamily="18" charset="0"/>
              </a:rPr>
              <a:t>PSO</a:t>
            </a:r>
            <a:r>
              <a:rPr lang="fa-IR" dirty="0" smtClean="0">
                <a:cs typeface="B Lotus" panose="00000400000000000000" pitchFamily="2" charset="-78"/>
              </a:rPr>
              <a:t>)</a:t>
            </a:r>
            <a:endParaRPr lang="en-US" dirty="0">
              <a:latin typeface="Times New Roman" panose="02020603050405020304" pitchFamily="18" charset="0"/>
              <a:cs typeface="Times New Roman" panose="02020603050405020304" pitchFamily="18" charset="0"/>
            </a:endParaRPr>
          </a:p>
        </p:txBody>
      </p:sp>
      <mc:AlternateContent xmlns:mc="http://schemas.openxmlformats.org/markup-compatibility/2006">
        <mc:Choice xmlns:a14="http://schemas.microsoft.com/office/drawing/2010/main" Requires="a14">
          <p:sp>
            <p:nvSpPr>
              <p:cNvPr id="2" name="Rectangle 1"/>
              <p:cNvSpPr/>
              <p:nvPr/>
            </p:nvSpPr>
            <p:spPr>
              <a:xfrm>
                <a:off x="685800" y="5743151"/>
                <a:ext cx="4962525" cy="461665"/>
              </a:xfrm>
              <a:prstGeom prst="rect">
                <a:avLst/>
              </a:prstGeom>
            </p:spPr>
            <p:txBody>
              <a:bodyPr wrap="square">
                <a:spAutoFit/>
              </a:bodyPr>
              <a:lstStyle/>
              <a:p>
                <a:pPr/>
                <a14:m>
                  <m:oMathPara xmlns:m="http://schemas.openxmlformats.org/officeDocument/2006/math">
                    <m:oMathParaPr>
                      <m:jc m:val="left"/>
                    </m:oMathParaPr>
                    <m:oMath xmlns:m="http://schemas.openxmlformats.org/officeDocument/2006/math">
                      <m:d>
                        <m:dPr>
                          <m:begChr m:val=""/>
                          <m:ctrlPr>
                            <a:rPr lang="en-US" sz="2400" i="1">
                              <a:latin typeface="Cambria Math" panose="02040503050406030204" pitchFamily="18" charset="0"/>
                            </a:rPr>
                          </m:ctrlPr>
                        </m:dPr>
                        <m:e>
                          <m:sSub>
                            <m:sSubPr>
                              <m:ctrlPr>
                                <a:rPr lang="en-US" sz="2400" i="1">
                                  <a:latin typeface="Cambria Math" panose="02040503050406030204" pitchFamily="18" charset="0"/>
                                </a:rPr>
                              </m:ctrlPr>
                            </m:sSubPr>
                            <m:e>
                              <m:acc>
                                <m:accPr>
                                  <m:chr m:val="⃗"/>
                                  <m:ctrlPr>
                                    <a:rPr lang="en-US" sz="2400" i="1">
                                      <a:latin typeface="Cambria Math" panose="02040503050406030204" pitchFamily="18" charset="0"/>
                                    </a:rPr>
                                  </m:ctrlPr>
                                </m:accPr>
                                <m:e>
                                  <m:r>
                                    <a:rPr lang="en-US" sz="2400" i="1">
                                      <a:latin typeface="Cambria Math" panose="02040503050406030204" pitchFamily="18" charset="0"/>
                                    </a:rPr>
                                    <m:t>𝜀</m:t>
                                  </m:r>
                                </m:e>
                              </m:acc>
                            </m:e>
                            <m:sub>
                              <m:r>
                                <a:rPr lang="en-US" sz="2400" i="1">
                                  <a:latin typeface="Cambria Math" panose="02040503050406030204" pitchFamily="18" charset="0"/>
                                </a:rPr>
                                <m:t>𝑖</m:t>
                              </m:r>
                            </m:sub>
                          </m:sSub>
                          <m:r>
                            <a:rPr lang="en-US" sz="2400" i="0">
                              <a:latin typeface="Cambria Math" panose="02040503050406030204" pitchFamily="18" charset="0"/>
                            </a:rPr>
                            <m:t>(</m:t>
                          </m:r>
                          <m:r>
                            <a:rPr lang="en-US" sz="2400" i="1">
                              <a:latin typeface="Cambria Math" panose="02040503050406030204" pitchFamily="18" charset="0"/>
                            </a:rPr>
                            <m:t>𝑡</m:t>
                          </m:r>
                          <m:r>
                            <a:rPr lang="en-US" sz="2400" i="0">
                              <a:latin typeface="Cambria Math" panose="02040503050406030204" pitchFamily="18" charset="0"/>
                            </a:rPr>
                            <m:t>+</m:t>
                          </m:r>
                          <m:r>
                            <a:rPr lang="en-US" sz="2400" i="0">
                              <a:latin typeface="Cambria Math" panose="02040503050406030204" pitchFamily="18" charset="0"/>
                            </a:rPr>
                            <m:t>1</m:t>
                          </m:r>
                          <m:r>
                            <a:rPr lang="en-US" sz="2400" i="0">
                              <a:latin typeface="Cambria Math" panose="02040503050406030204" pitchFamily="18" charset="0"/>
                            </a:rPr>
                            <m:t>)=</m:t>
                          </m:r>
                          <m:sSub>
                            <m:sSubPr>
                              <m:ctrlPr>
                                <a:rPr lang="en-US" sz="2400" i="1">
                                  <a:latin typeface="Cambria Math" panose="02040503050406030204" pitchFamily="18" charset="0"/>
                                </a:rPr>
                              </m:ctrlPr>
                            </m:sSubPr>
                            <m:e>
                              <m:acc>
                                <m:accPr>
                                  <m:chr m:val="⃗"/>
                                  <m:ctrlPr>
                                    <a:rPr lang="en-US" sz="2400" i="1">
                                      <a:latin typeface="Cambria Math" panose="02040503050406030204" pitchFamily="18" charset="0"/>
                                    </a:rPr>
                                  </m:ctrlPr>
                                </m:accPr>
                                <m:e>
                                  <m:r>
                                    <a:rPr lang="en-US" sz="2400" i="1">
                                      <a:latin typeface="Cambria Math" panose="02040503050406030204" pitchFamily="18" charset="0"/>
                                    </a:rPr>
                                    <m:t>𝜀</m:t>
                                  </m:r>
                                </m:e>
                              </m:acc>
                            </m:e>
                            <m:sub>
                              <m:r>
                                <a:rPr lang="en-US" sz="2400" i="1">
                                  <a:latin typeface="Cambria Math" panose="02040503050406030204" pitchFamily="18" charset="0"/>
                                </a:rPr>
                                <m:t>𝑖</m:t>
                              </m:r>
                            </m:sub>
                          </m:sSub>
                          <m:r>
                            <a:rPr lang="en-US" sz="2400" i="0">
                              <a:latin typeface="Cambria Math" panose="02040503050406030204" pitchFamily="18" charset="0"/>
                            </a:rPr>
                            <m:t>(</m:t>
                          </m:r>
                          <m:r>
                            <a:rPr lang="en-US" sz="2400" i="1">
                              <a:latin typeface="Cambria Math" panose="02040503050406030204" pitchFamily="18" charset="0"/>
                            </a:rPr>
                            <m:t>𝑡</m:t>
                          </m:r>
                          <m:r>
                            <a:rPr lang="en-US" sz="2400" i="0">
                              <a:latin typeface="Cambria Math" panose="02040503050406030204" pitchFamily="18" charset="0"/>
                            </a:rPr>
                            <m:t>)+</m:t>
                          </m:r>
                          <m:sSub>
                            <m:sSubPr>
                              <m:ctrlPr>
                                <a:rPr lang="en-US" sz="2400" i="1">
                                  <a:latin typeface="Cambria Math" panose="02040503050406030204" pitchFamily="18" charset="0"/>
                                </a:rPr>
                              </m:ctrlPr>
                            </m:sSubPr>
                            <m:e>
                              <m:acc>
                                <m:accPr>
                                  <m:chr m:val="⃗"/>
                                  <m:ctrlPr>
                                    <a:rPr lang="en-US" sz="2400" i="1">
                                      <a:latin typeface="Cambria Math" panose="02040503050406030204" pitchFamily="18" charset="0"/>
                                    </a:rPr>
                                  </m:ctrlPr>
                                </m:accPr>
                                <m:e>
                                  <m:r>
                                    <a:rPr lang="en-US" sz="2400" i="1">
                                      <a:latin typeface="Cambria Math" panose="02040503050406030204" pitchFamily="18" charset="0"/>
                                    </a:rPr>
                                    <m:t>𝑣</m:t>
                                  </m:r>
                                </m:e>
                              </m:acc>
                            </m:e>
                            <m:sub>
                              <m:r>
                                <a:rPr lang="en-US" sz="2400" i="1">
                                  <a:latin typeface="Cambria Math" panose="02040503050406030204" pitchFamily="18" charset="0"/>
                                </a:rPr>
                                <m:t>𝑖</m:t>
                              </m:r>
                            </m:sub>
                          </m:sSub>
                          <m:r>
                            <a:rPr lang="en-US" sz="2400" i="0">
                              <a:latin typeface="Cambria Math" panose="02040503050406030204" pitchFamily="18" charset="0"/>
                            </a:rPr>
                            <m:t>(</m:t>
                          </m:r>
                          <m:r>
                            <a:rPr lang="en-US" sz="2400" i="1">
                              <a:latin typeface="Cambria Math" panose="02040503050406030204" pitchFamily="18" charset="0"/>
                            </a:rPr>
                            <m:t>𝑡</m:t>
                          </m:r>
                          <m:r>
                            <a:rPr lang="en-US" sz="2400" i="0">
                              <a:latin typeface="Cambria Math" panose="02040503050406030204" pitchFamily="18" charset="0"/>
                            </a:rPr>
                            <m:t>+</m:t>
                          </m:r>
                          <m:r>
                            <a:rPr lang="en-US" sz="2400" i="0">
                              <a:latin typeface="Cambria Math" panose="02040503050406030204" pitchFamily="18" charset="0"/>
                            </a:rPr>
                            <m:t>1</m:t>
                          </m:r>
                        </m:e>
                      </m:d>
                    </m:oMath>
                  </m:oMathPara>
                </a14:m>
                <a:endParaRPr lang="en-US" sz="2400" dirty="0"/>
              </a:p>
            </p:txBody>
          </p:sp>
        </mc:Choice>
        <mc:Fallback>
          <p:sp>
            <p:nvSpPr>
              <p:cNvPr id="2" name="Rectangle 1"/>
              <p:cNvSpPr>
                <a:spLocks noRot="1" noChangeAspect="1" noMove="1" noResize="1" noEditPoints="1" noAdjustHandles="1" noChangeArrowheads="1" noChangeShapeType="1" noTextEdit="1"/>
              </p:cNvSpPr>
              <p:nvPr/>
            </p:nvSpPr>
            <p:spPr>
              <a:xfrm>
                <a:off x="685800" y="5743151"/>
                <a:ext cx="4962525" cy="461665"/>
              </a:xfrm>
              <a:prstGeom prst="rect">
                <a:avLst/>
              </a:prstGeom>
              <a:blipFill rotWithShape="0">
                <a:blip r:embed="rId5"/>
                <a:stretch>
                  <a:fillRect l="-123" t="-127632" b="-197368"/>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3" name="Rectangle 2"/>
              <p:cNvSpPr/>
              <p:nvPr/>
            </p:nvSpPr>
            <p:spPr>
              <a:xfrm>
                <a:off x="679383" y="6291141"/>
                <a:ext cx="9159942" cy="509178"/>
              </a:xfrm>
              <a:prstGeom prst="rect">
                <a:avLst/>
              </a:prstGeom>
            </p:spPr>
            <p:txBody>
              <a:bodyPr wrap="square">
                <a:spAutoFit/>
              </a:bodyPr>
              <a:lstStyle/>
              <a:p>
                <a:pPr/>
                <a14:m>
                  <m:oMathPara xmlns:m="http://schemas.openxmlformats.org/officeDocument/2006/math">
                    <m:oMathParaPr>
                      <m:jc m:val="left"/>
                    </m:oMathParaPr>
                    <m:oMath xmlns:m="http://schemas.openxmlformats.org/officeDocument/2006/math">
                      <m:sSub>
                        <m:sSubPr>
                          <m:ctrlPr>
                            <a:rPr lang="en-US" sz="2400" i="1">
                              <a:latin typeface="Cambria Math" panose="02040503050406030204" pitchFamily="18" charset="0"/>
                            </a:rPr>
                          </m:ctrlPr>
                        </m:sSubPr>
                        <m:e>
                          <m:acc>
                            <m:accPr>
                              <m:chr m:val="⃗"/>
                              <m:ctrlPr>
                                <a:rPr lang="en-US" sz="2400" i="1">
                                  <a:latin typeface="Cambria Math" panose="02040503050406030204" pitchFamily="18" charset="0"/>
                                </a:rPr>
                              </m:ctrlPr>
                            </m:accPr>
                            <m:e>
                              <m:r>
                                <a:rPr lang="en-US" sz="2400" i="1">
                                  <a:latin typeface="Cambria Math" panose="02040503050406030204" pitchFamily="18" charset="0"/>
                                </a:rPr>
                                <m:t>𝑣</m:t>
                              </m:r>
                            </m:e>
                          </m:acc>
                        </m:e>
                        <m:sub>
                          <m:r>
                            <a:rPr lang="en-US" sz="2400" i="1">
                              <a:latin typeface="Cambria Math" panose="02040503050406030204" pitchFamily="18" charset="0"/>
                            </a:rPr>
                            <m:t>𝑖</m:t>
                          </m:r>
                        </m:sub>
                      </m:sSub>
                      <m:r>
                        <a:rPr lang="en-US" sz="2400" i="0">
                          <a:latin typeface="Cambria Math" panose="02040503050406030204" pitchFamily="18" charset="0"/>
                        </a:rPr>
                        <m:t>(</m:t>
                      </m:r>
                      <m:r>
                        <a:rPr lang="en-US" sz="2400" i="1">
                          <a:latin typeface="Cambria Math" panose="02040503050406030204" pitchFamily="18" charset="0"/>
                        </a:rPr>
                        <m:t>𝑡</m:t>
                      </m:r>
                      <m:r>
                        <a:rPr lang="en-US" sz="2400" i="0">
                          <a:latin typeface="Cambria Math" panose="02040503050406030204" pitchFamily="18" charset="0"/>
                        </a:rPr>
                        <m:t>+</m:t>
                      </m:r>
                      <m:r>
                        <a:rPr lang="en-US" sz="2400" i="0">
                          <a:latin typeface="Cambria Math" panose="02040503050406030204" pitchFamily="18" charset="0"/>
                        </a:rPr>
                        <m:t>1</m:t>
                      </m:r>
                      <m:r>
                        <a:rPr lang="en-US" sz="2400" i="0">
                          <a:latin typeface="Cambria Math" panose="02040503050406030204" pitchFamily="18" charset="0"/>
                        </a:rPr>
                        <m:t>)=</m:t>
                      </m:r>
                      <m:r>
                        <a:rPr lang="en-US" sz="2400" i="1">
                          <a:latin typeface="Cambria Math" panose="02040503050406030204" pitchFamily="18" charset="0"/>
                        </a:rPr>
                        <m:t>𝑤</m:t>
                      </m:r>
                      <m:r>
                        <a:rPr lang="en-US" sz="2400" i="0">
                          <a:latin typeface="Cambria Math" panose="02040503050406030204" pitchFamily="18" charset="0"/>
                        </a:rPr>
                        <m:t>⋅</m:t>
                      </m:r>
                      <m:sSub>
                        <m:sSubPr>
                          <m:ctrlPr>
                            <a:rPr lang="en-US" sz="2400" i="1">
                              <a:latin typeface="Cambria Math" panose="02040503050406030204" pitchFamily="18" charset="0"/>
                            </a:rPr>
                          </m:ctrlPr>
                        </m:sSubPr>
                        <m:e>
                          <m:acc>
                            <m:accPr>
                              <m:chr m:val="⃗"/>
                              <m:ctrlPr>
                                <a:rPr lang="en-US" sz="2400" i="1">
                                  <a:latin typeface="Cambria Math" panose="02040503050406030204" pitchFamily="18" charset="0"/>
                                </a:rPr>
                              </m:ctrlPr>
                            </m:accPr>
                            <m:e>
                              <m:r>
                                <a:rPr lang="en-US" sz="2400" i="1">
                                  <a:latin typeface="Cambria Math" panose="02040503050406030204" pitchFamily="18" charset="0"/>
                                </a:rPr>
                                <m:t>𝑣</m:t>
                              </m:r>
                            </m:e>
                          </m:acc>
                        </m:e>
                        <m:sub>
                          <m:r>
                            <a:rPr lang="en-US" sz="2400" i="1">
                              <a:latin typeface="Cambria Math" panose="02040503050406030204" pitchFamily="18" charset="0"/>
                            </a:rPr>
                            <m:t>𝑖</m:t>
                          </m:r>
                        </m:sub>
                      </m:sSub>
                      <m:r>
                        <a:rPr lang="en-US" sz="2400" i="0">
                          <a:latin typeface="Cambria Math" panose="02040503050406030204" pitchFamily="18" charset="0"/>
                        </a:rPr>
                        <m:t>(</m:t>
                      </m:r>
                      <m:r>
                        <a:rPr lang="en-US" sz="2400" i="1">
                          <a:latin typeface="Cambria Math" panose="02040503050406030204" pitchFamily="18" charset="0"/>
                        </a:rPr>
                        <m:t>𝑡</m:t>
                      </m:r>
                      <m:r>
                        <a:rPr lang="en-US" sz="2400" i="0">
                          <a:latin typeface="Cambria Math" panose="02040503050406030204" pitchFamily="18" charset="0"/>
                        </a:rPr>
                        <m:t>)+</m:t>
                      </m:r>
                      <m:sSub>
                        <m:sSubPr>
                          <m:ctrlPr>
                            <a:rPr lang="en-US" sz="2400" i="1">
                              <a:latin typeface="Cambria Math" panose="02040503050406030204" pitchFamily="18" charset="0"/>
                            </a:rPr>
                          </m:ctrlPr>
                        </m:sSubPr>
                        <m:e>
                          <m:r>
                            <a:rPr lang="en-US" sz="2400" i="1">
                              <a:latin typeface="Cambria Math" panose="02040503050406030204" pitchFamily="18" charset="0"/>
                            </a:rPr>
                            <m:t>𝑐</m:t>
                          </m:r>
                        </m:e>
                        <m:sub>
                          <m:r>
                            <a:rPr lang="en-US" sz="2400" i="0">
                              <a:latin typeface="Cambria Math" panose="02040503050406030204" pitchFamily="18" charset="0"/>
                            </a:rPr>
                            <m:t>1</m:t>
                          </m:r>
                        </m:sub>
                      </m:sSub>
                      <m:r>
                        <a:rPr lang="en-US" sz="2400" i="0">
                          <a:latin typeface="Cambria Math" panose="02040503050406030204" pitchFamily="18" charset="0"/>
                        </a:rPr>
                        <m:t>⋅</m:t>
                      </m:r>
                      <m:sSub>
                        <m:sSubPr>
                          <m:ctrlPr>
                            <a:rPr lang="en-US" sz="2400" i="1">
                              <a:latin typeface="Cambria Math" panose="02040503050406030204" pitchFamily="18" charset="0"/>
                            </a:rPr>
                          </m:ctrlPr>
                        </m:sSubPr>
                        <m:e>
                          <m:r>
                            <a:rPr lang="en-US" sz="2400" i="1">
                              <a:latin typeface="Cambria Math" panose="02040503050406030204" pitchFamily="18" charset="0"/>
                            </a:rPr>
                            <m:t>𝑟</m:t>
                          </m:r>
                        </m:e>
                        <m:sub>
                          <m:r>
                            <a:rPr lang="en-US" sz="2400" i="0">
                              <a:latin typeface="Cambria Math" panose="02040503050406030204" pitchFamily="18" charset="0"/>
                            </a:rPr>
                            <m:t>1</m:t>
                          </m:r>
                        </m:sub>
                      </m:sSub>
                      <m:r>
                        <a:rPr lang="en-US" sz="2400" i="0">
                          <a:latin typeface="Cambria Math" panose="02040503050406030204" pitchFamily="18" charset="0"/>
                        </a:rPr>
                        <m:t>⋅</m:t>
                      </m:r>
                      <m:d>
                        <m:dPr>
                          <m:ctrlPr>
                            <a:rPr lang="en-US" sz="2400" i="1">
                              <a:latin typeface="Cambria Math" panose="02040503050406030204" pitchFamily="18" charset="0"/>
                            </a:rPr>
                          </m:ctrlPr>
                        </m:dPr>
                        <m:e>
                          <m:d>
                            <m:dPr>
                              <m:begChr m:val=""/>
                              <m:ctrlPr>
                                <a:rPr lang="en-US" sz="2400" i="1">
                                  <a:latin typeface="Cambria Math" panose="02040503050406030204" pitchFamily="18" charset="0"/>
                                </a:rPr>
                              </m:ctrlPr>
                            </m:dPr>
                            <m:e>
                              <m:sSub>
                                <m:sSubPr>
                                  <m:ctrlPr>
                                    <a:rPr lang="en-US" sz="2400" i="1">
                                      <a:latin typeface="Cambria Math" panose="02040503050406030204" pitchFamily="18" charset="0"/>
                                    </a:rPr>
                                  </m:ctrlPr>
                                </m:sSubPr>
                                <m:e>
                                  <m:acc>
                                    <m:accPr>
                                      <m:chr m:val="⃗"/>
                                      <m:ctrlPr>
                                        <a:rPr lang="en-US" sz="2400" i="1">
                                          <a:latin typeface="Cambria Math" panose="02040503050406030204" pitchFamily="18" charset="0"/>
                                        </a:rPr>
                                      </m:ctrlPr>
                                    </m:accPr>
                                    <m:e>
                                      <m:r>
                                        <a:rPr lang="en-US" sz="2400" i="1">
                                          <a:latin typeface="Cambria Math" panose="02040503050406030204" pitchFamily="18" charset="0"/>
                                        </a:rPr>
                                        <m:t>𝑝</m:t>
                                      </m:r>
                                    </m:e>
                                  </m:acc>
                                </m:e>
                                <m:sub>
                                  <m:r>
                                    <a:rPr lang="en-US" sz="2400" i="1">
                                      <a:latin typeface="Cambria Math" panose="02040503050406030204" pitchFamily="18" charset="0"/>
                                    </a:rPr>
                                    <m:t>𝑖</m:t>
                                  </m:r>
                                </m:sub>
                              </m:sSub>
                              <m:r>
                                <a:rPr lang="en-US" sz="2400" i="0">
                                  <a:latin typeface="Cambria Math" panose="02040503050406030204" pitchFamily="18" charset="0"/>
                                </a:rPr>
                                <m:t>−</m:t>
                              </m:r>
                              <m:sSub>
                                <m:sSubPr>
                                  <m:ctrlPr>
                                    <a:rPr lang="en-US" sz="2400" i="1">
                                      <a:latin typeface="Cambria Math" panose="02040503050406030204" pitchFamily="18" charset="0"/>
                                    </a:rPr>
                                  </m:ctrlPr>
                                </m:sSubPr>
                                <m:e>
                                  <m:acc>
                                    <m:accPr>
                                      <m:chr m:val="⃗"/>
                                      <m:ctrlPr>
                                        <a:rPr lang="en-US" sz="2400" i="1">
                                          <a:latin typeface="Cambria Math" panose="02040503050406030204" pitchFamily="18" charset="0"/>
                                        </a:rPr>
                                      </m:ctrlPr>
                                    </m:accPr>
                                    <m:e>
                                      <m:r>
                                        <a:rPr lang="en-US" sz="2400" i="1">
                                          <a:latin typeface="Cambria Math" panose="02040503050406030204" pitchFamily="18" charset="0"/>
                                        </a:rPr>
                                        <m:t>𝜀</m:t>
                                      </m:r>
                                    </m:e>
                                  </m:acc>
                                </m:e>
                                <m:sub>
                                  <m:r>
                                    <a:rPr lang="en-US" sz="2400" i="1">
                                      <a:latin typeface="Cambria Math" panose="02040503050406030204" pitchFamily="18" charset="0"/>
                                    </a:rPr>
                                    <m:t>𝑖</m:t>
                                  </m:r>
                                </m:sub>
                              </m:sSub>
                              <m:r>
                                <a:rPr lang="en-US" sz="2400" i="0">
                                  <a:latin typeface="Cambria Math" panose="02040503050406030204" pitchFamily="18" charset="0"/>
                                </a:rPr>
                                <m:t>(</m:t>
                              </m:r>
                              <m:r>
                                <a:rPr lang="en-US" sz="2400" i="1">
                                  <a:latin typeface="Cambria Math" panose="02040503050406030204" pitchFamily="18" charset="0"/>
                                </a:rPr>
                                <m:t>𝑡</m:t>
                              </m:r>
                            </m:e>
                          </m:d>
                        </m:e>
                      </m:d>
                      <m:r>
                        <a:rPr lang="en-US" sz="2400" i="0">
                          <a:latin typeface="Cambria Math" panose="02040503050406030204" pitchFamily="18" charset="0"/>
                        </a:rPr>
                        <m:t>+</m:t>
                      </m:r>
                      <m:sSub>
                        <m:sSubPr>
                          <m:ctrlPr>
                            <a:rPr lang="en-US" sz="2400" i="1">
                              <a:latin typeface="Cambria Math" panose="02040503050406030204" pitchFamily="18" charset="0"/>
                            </a:rPr>
                          </m:ctrlPr>
                        </m:sSubPr>
                        <m:e>
                          <m:r>
                            <a:rPr lang="en-US" sz="2400" i="1">
                              <a:latin typeface="Cambria Math" panose="02040503050406030204" pitchFamily="18" charset="0"/>
                            </a:rPr>
                            <m:t>𝑐</m:t>
                          </m:r>
                        </m:e>
                        <m:sub>
                          <m:r>
                            <a:rPr lang="en-US" sz="2400" i="0">
                              <a:latin typeface="Cambria Math" panose="02040503050406030204" pitchFamily="18" charset="0"/>
                            </a:rPr>
                            <m:t>2</m:t>
                          </m:r>
                        </m:sub>
                      </m:sSub>
                      <m:r>
                        <a:rPr lang="en-US" sz="2400" i="0">
                          <a:latin typeface="Cambria Math" panose="02040503050406030204" pitchFamily="18" charset="0"/>
                        </a:rPr>
                        <m:t>⋅</m:t>
                      </m:r>
                      <m:sSub>
                        <m:sSubPr>
                          <m:ctrlPr>
                            <a:rPr lang="en-US" sz="2400" i="1">
                              <a:latin typeface="Cambria Math" panose="02040503050406030204" pitchFamily="18" charset="0"/>
                            </a:rPr>
                          </m:ctrlPr>
                        </m:sSubPr>
                        <m:e>
                          <m:r>
                            <a:rPr lang="en-US" sz="2400" i="1">
                              <a:latin typeface="Cambria Math" panose="02040503050406030204" pitchFamily="18" charset="0"/>
                            </a:rPr>
                            <m:t>𝑟</m:t>
                          </m:r>
                        </m:e>
                        <m:sub>
                          <m:r>
                            <a:rPr lang="en-US" sz="2400" i="0">
                              <a:latin typeface="Cambria Math" panose="02040503050406030204" pitchFamily="18" charset="0"/>
                            </a:rPr>
                            <m:t>2</m:t>
                          </m:r>
                        </m:sub>
                      </m:sSub>
                      <m:r>
                        <a:rPr lang="en-US" sz="2400" i="0">
                          <a:latin typeface="Cambria Math" panose="02040503050406030204" pitchFamily="18" charset="0"/>
                        </a:rPr>
                        <m:t>⋅</m:t>
                      </m:r>
                      <m:d>
                        <m:dPr>
                          <m:ctrlPr>
                            <a:rPr lang="en-US" sz="2400" i="1">
                              <a:latin typeface="Cambria Math" panose="02040503050406030204" pitchFamily="18" charset="0"/>
                            </a:rPr>
                          </m:ctrlPr>
                        </m:dPr>
                        <m:e>
                          <m:d>
                            <m:dPr>
                              <m:begChr m:val=""/>
                              <m:ctrlPr>
                                <a:rPr lang="en-US" sz="2400" i="1">
                                  <a:latin typeface="Cambria Math" panose="02040503050406030204" pitchFamily="18" charset="0"/>
                                </a:rPr>
                              </m:ctrlPr>
                            </m:dPr>
                            <m:e>
                              <m:acc>
                                <m:accPr>
                                  <m:chr m:val="⃗"/>
                                  <m:ctrlPr>
                                    <a:rPr lang="en-US" sz="2400" i="1">
                                      <a:latin typeface="Cambria Math" panose="02040503050406030204" pitchFamily="18" charset="0"/>
                                    </a:rPr>
                                  </m:ctrlPr>
                                </m:accPr>
                                <m:e>
                                  <m:r>
                                    <a:rPr lang="en-US" sz="2400" i="1">
                                      <a:latin typeface="Cambria Math" panose="02040503050406030204" pitchFamily="18" charset="0"/>
                                    </a:rPr>
                                    <m:t>𝑔</m:t>
                                  </m:r>
                                </m:e>
                              </m:acc>
                              <m:r>
                                <a:rPr lang="en-US" sz="2400" i="0">
                                  <a:latin typeface="Cambria Math" panose="02040503050406030204" pitchFamily="18" charset="0"/>
                                </a:rPr>
                                <m:t>−</m:t>
                              </m:r>
                              <m:sSub>
                                <m:sSubPr>
                                  <m:ctrlPr>
                                    <a:rPr lang="en-US" sz="2400" i="1">
                                      <a:latin typeface="Cambria Math" panose="02040503050406030204" pitchFamily="18" charset="0"/>
                                    </a:rPr>
                                  </m:ctrlPr>
                                </m:sSubPr>
                                <m:e>
                                  <m:acc>
                                    <m:accPr>
                                      <m:chr m:val="⃗"/>
                                      <m:ctrlPr>
                                        <a:rPr lang="en-US" sz="2400" i="1">
                                          <a:latin typeface="Cambria Math" panose="02040503050406030204" pitchFamily="18" charset="0"/>
                                        </a:rPr>
                                      </m:ctrlPr>
                                    </m:accPr>
                                    <m:e>
                                      <m:r>
                                        <a:rPr lang="en-US" sz="2400" i="1">
                                          <a:latin typeface="Cambria Math" panose="02040503050406030204" pitchFamily="18" charset="0"/>
                                        </a:rPr>
                                        <m:t>𝜀</m:t>
                                      </m:r>
                                    </m:e>
                                  </m:acc>
                                </m:e>
                                <m:sub>
                                  <m:r>
                                    <a:rPr lang="en-US" sz="2400" i="1">
                                      <a:latin typeface="Cambria Math" panose="02040503050406030204" pitchFamily="18" charset="0"/>
                                    </a:rPr>
                                    <m:t>𝑖</m:t>
                                  </m:r>
                                </m:sub>
                              </m:sSub>
                              <m:r>
                                <a:rPr lang="en-US" sz="2400" i="0">
                                  <a:latin typeface="Cambria Math" panose="02040503050406030204" pitchFamily="18" charset="0"/>
                                </a:rPr>
                                <m:t>(</m:t>
                              </m:r>
                              <m:r>
                                <a:rPr lang="en-US" sz="2400" i="1">
                                  <a:latin typeface="Cambria Math" panose="02040503050406030204" pitchFamily="18" charset="0"/>
                                </a:rPr>
                                <m:t>𝑡</m:t>
                              </m:r>
                            </m:e>
                          </m:d>
                        </m:e>
                      </m:d>
                    </m:oMath>
                  </m:oMathPara>
                </a14:m>
                <a:endParaRPr lang="en-US" sz="2400" dirty="0"/>
              </a:p>
            </p:txBody>
          </p:sp>
        </mc:Choice>
        <mc:Fallback>
          <p:sp>
            <p:nvSpPr>
              <p:cNvPr id="3" name="Rectangle 2"/>
              <p:cNvSpPr>
                <a:spLocks noRot="1" noChangeAspect="1" noMove="1" noResize="1" noEditPoints="1" noAdjustHandles="1" noChangeArrowheads="1" noChangeShapeType="1" noTextEdit="1"/>
              </p:cNvSpPr>
              <p:nvPr/>
            </p:nvSpPr>
            <p:spPr>
              <a:xfrm>
                <a:off x="679383" y="6291141"/>
                <a:ext cx="9159942" cy="509178"/>
              </a:xfrm>
              <a:prstGeom prst="rect">
                <a:avLst/>
              </a:prstGeom>
              <a:blipFill rotWithShape="0">
                <a:blip r:embed="rId6"/>
                <a:stretch>
                  <a:fillRect/>
                </a:stretch>
              </a:blipFill>
            </p:spPr>
            <p:txBody>
              <a:bodyPr/>
              <a:lstStyle/>
              <a:p>
                <a:r>
                  <a:rPr lang="en-US">
                    <a:noFill/>
                  </a:rPr>
                  <a:t> </a:t>
                </a:r>
              </a:p>
            </p:txBody>
          </p:sp>
        </mc:Fallback>
      </mc:AlternateContent>
      <p:sp>
        <p:nvSpPr>
          <p:cNvPr id="21" name="Rounded Rectangle 175">
            <a:extLst>
              <a:ext uri="{FF2B5EF4-FFF2-40B4-BE49-F238E27FC236}">
                <a16:creationId xmlns="" xmlns:a16="http://schemas.microsoft.com/office/drawing/2014/main" id="{72F1F36F-BC0F-4EAB-B733-3BEB63BA174F}"/>
              </a:ext>
            </a:extLst>
          </p:cNvPr>
          <p:cNvSpPr/>
          <p:nvPr/>
        </p:nvSpPr>
        <p:spPr bwMode="auto">
          <a:xfrm>
            <a:off x="5181600" y="1066930"/>
            <a:ext cx="4065494" cy="418072"/>
          </a:xfrm>
          <a:prstGeom prst="roundRect">
            <a:avLst/>
          </a:prstGeom>
          <a:solidFill>
            <a:srgbClr val="3D81BF">
              <a:lumMod val="75000"/>
            </a:srgbClr>
          </a:solidFill>
          <a:ln w="9525" cap="flat" cmpd="sng" algn="ctr">
            <a:solidFill>
              <a:srgbClr val="000000"/>
            </a:solidFill>
            <a:prstDash val="solid"/>
            <a:round/>
            <a:headEnd type="none" w="med" len="med"/>
            <a:tailEnd type="none" w="med" len="med"/>
          </a:ln>
          <a:effectLst>
            <a:reflection blurRad="6350" stA="50000" endA="300" endPos="55000" dir="5400000" sy="-100000" algn="bl" rotWithShape="0"/>
          </a:effectLst>
          <a:scene3d>
            <a:camera prst="isometricOffAxis2Left"/>
            <a:lightRig rig="threePt" dir="t"/>
          </a:scene3d>
        </p:spPr>
        <p:txBody>
          <a:bodyPr vert="horz" wrap="square" lIns="91440" tIns="45720" rIns="91440" bIns="45720" numCol="1" rtlCol="0" anchor="t" anchorCtr="0" compatLnSpc="1">
            <a:prstTxWarp prst="textNoShape">
              <a:avLst/>
            </a:prstTxWarp>
          </a:bodyPr>
          <a:lstStyle/>
          <a:p>
            <a:pPr lvl="0" algn="ctr" rtl="1" fontAlgn="base">
              <a:spcBef>
                <a:spcPct val="0"/>
              </a:spcBef>
              <a:spcAft>
                <a:spcPct val="0"/>
              </a:spcAft>
            </a:pPr>
            <a:r>
              <a:rPr lang="fa-IR" sz="2000" b="1" dirty="0" smtClean="0">
                <a:solidFill>
                  <a:srgbClr val="FFFFFF"/>
                </a:solidFill>
                <a:latin typeface="Times New Roman" panose="02020603050405020304" pitchFamily="18" charset="0"/>
                <a:cs typeface="B Nazanin" panose="00000400000000000000" pitchFamily="2" charset="-78"/>
              </a:rPr>
              <a:t> پیاده سازی و ارزیابی همسان ساز پیشنهادی</a:t>
            </a:r>
            <a:endParaRPr lang="fa-IR" sz="2000" b="1" dirty="0">
              <a:solidFill>
                <a:srgbClr val="FFFFFF"/>
              </a:solidFill>
              <a:latin typeface="Times New Roman" panose="02020603050405020304" pitchFamily="18" charset="0"/>
              <a:cs typeface="B Nazanin" panose="00000400000000000000" pitchFamily="2" charset="-78"/>
            </a:endParaRPr>
          </a:p>
        </p:txBody>
      </p:sp>
      <p:sp>
        <p:nvSpPr>
          <p:cNvPr id="18" name="Rectangle 17">
            <a:extLst>
              <a:ext uri="{FF2B5EF4-FFF2-40B4-BE49-F238E27FC236}">
                <a16:creationId xmlns="" xmlns:a16="http://schemas.microsoft.com/office/drawing/2014/main" id="{DBC95E25-1BC4-4BA6-800E-CB747C68872A}"/>
              </a:ext>
            </a:extLst>
          </p:cNvPr>
          <p:cNvSpPr/>
          <p:nvPr/>
        </p:nvSpPr>
        <p:spPr>
          <a:xfrm>
            <a:off x="1987875" y="5107745"/>
            <a:ext cx="5009706" cy="369332"/>
          </a:xfrm>
          <a:prstGeom prst="rect">
            <a:avLst/>
          </a:prstGeom>
        </p:spPr>
        <p:txBody>
          <a:bodyPr wrap="none">
            <a:spAutoFit/>
          </a:bodyPr>
          <a:lstStyle/>
          <a:p>
            <a:pPr algn="ctr" rtl="1"/>
            <a:r>
              <a:rPr lang="fa-IR" dirty="0">
                <a:latin typeface="Times New Roman" panose="02020603050405020304" pitchFamily="18" charset="0"/>
                <a:ea typeface="Calibri" panose="020F0502020204030204" pitchFamily="34" charset="0"/>
                <a:cs typeface="B Lotus" panose="00000400000000000000" pitchFamily="2" charset="-78"/>
              </a:rPr>
              <a:t>شکل </a:t>
            </a:r>
            <a:r>
              <a:rPr lang="fa-IR" dirty="0" smtClean="0">
                <a:latin typeface="Times New Roman" panose="02020603050405020304" pitchFamily="18" charset="0"/>
                <a:ea typeface="Calibri" panose="020F0502020204030204" pitchFamily="34" charset="0"/>
                <a:cs typeface="B Lotus" panose="00000400000000000000" pitchFamily="2" charset="-78"/>
              </a:rPr>
              <a:t>11 </a:t>
            </a:r>
            <a:r>
              <a:rPr lang="fa-IR" dirty="0" smtClean="0">
                <a:latin typeface="Times New Roman" panose="02020603050405020304" pitchFamily="18" charset="0"/>
                <a:ea typeface="Calibri" panose="020F0502020204030204" pitchFamily="34" charset="0"/>
                <a:cs typeface="B Lotus" panose="00000400000000000000" pitchFamily="2" charset="-78"/>
              </a:rPr>
              <a:t>نحوه حرکت ذره ها (اپسیلون ها) برای یافتن کمترین هزینه.</a:t>
            </a:r>
            <a:endParaRPr lang="en-US" dirty="0"/>
          </a:p>
        </p:txBody>
      </p:sp>
    </p:spTree>
    <p:extLst>
      <p:ext uri="{BB962C8B-B14F-4D97-AF65-F5344CB8AC3E}">
        <p14:creationId xmlns:p14="http://schemas.microsoft.com/office/powerpoint/2010/main" val="2491901218"/>
      </p:ext>
    </p:extLst>
  </p:cSld>
  <p:clrMapOvr>
    <a:masterClrMapping/>
  </p:clrMapOvr>
  <p:timing>
    <p:tnLst>
      <p:par>
        <p:cTn id="1" dur="indefinite" restart="never" nodeType="tmRoot"/>
      </p:par>
    </p:tn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 name="AutoShape 2">
            <a:extLst>
              <a:ext uri="{FF2B5EF4-FFF2-40B4-BE49-F238E27FC236}">
                <a16:creationId xmlns="" xmlns:a16="http://schemas.microsoft.com/office/drawing/2014/main" id="{497A908A-E454-4B9F-A07D-96505D4C7818}"/>
              </a:ext>
            </a:extLst>
          </p:cNvPr>
          <p:cNvSpPr>
            <a:spLocks noChangeAspect="1" noChangeArrowheads="1"/>
          </p:cNvSpPr>
          <p:nvPr/>
        </p:nvSpPr>
        <p:spPr bwMode="ltGray">
          <a:xfrm rot="16200000" flipH="1">
            <a:off x="6766533" y="1703388"/>
            <a:ext cx="4824413" cy="4770438"/>
          </a:xfrm>
          <a:custGeom>
            <a:avLst/>
            <a:gdLst>
              <a:gd name="G0" fmla="+- 10478 0 0"/>
              <a:gd name="G1" fmla="+- -11739500 0 0"/>
              <a:gd name="G2" fmla="+- 0 0 -11739500"/>
              <a:gd name="T0" fmla="*/ 0 256 1"/>
              <a:gd name="T1" fmla="*/ 180 256 1"/>
              <a:gd name="G3" fmla="+- -11739500 T0 T1"/>
              <a:gd name="T2" fmla="*/ 0 256 1"/>
              <a:gd name="T3" fmla="*/ 90 256 1"/>
              <a:gd name="G4" fmla="+- -11739500 T2 T3"/>
              <a:gd name="G5" fmla="*/ G4 2 1"/>
              <a:gd name="T4" fmla="*/ 90 256 1"/>
              <a:gd name="T5" fmla="*/ 0 256 1"/>
              <a:gd name="G6" fmla="+- -11739500 T4 T5"/>
              <a:gd name="G7" fmla="*/ G6 2 1"/>
              <a:gd name="G8" fmla="abs -11739500"/>
              <a:gd name="T6" fmla="*/ 0 256 1"/>
              <a:gd name="T7" fmla="*/ 90 256 1"/>
              <a:gd name="G9" fmla="+- G8 T6 T7"/>
              <a:gd name="G10" fmla="?: G9 G7 G5"/>
              <a:gd name="T8" fmla="*/ 0 256 1"/>
              <a:gd name="T9" fmla="*/ 360 256 1"/>
              <a:gd name="G11" fmla="+- G10 T8 T9"/>
              <a:gd name="G12" fmla="?: G10 G11 G10"/>
              <a:gd name="T10" fmla="*/ 0 256 1"/>
              <a:gd name="T11" fmla="*/ 360 256 1"/>
              <a:gd name="G13" fmla="+- G12 T10 T11"/>
              <a:gd name="G14" fmla="?: G12 G13 G12"/>
              <a:gd name="G15" fmla="+- 0 0 G14"/>
              <a:gd name="G16" fmla="+- 10800 0 0"/>
              <a:gd name="G17" fmla="+- 10800 0 10478"/>
              <a:gd name="G18" fmla="*/ 10478 1 2"/>
              <a:gd name="G19" fmla="+- G18 5400 0"/>
              <a:gd name="G20" fmla="cos G19 -11739500"/>
              <a:gd name="G21" fmla="sin G19 -11739500"/>
              <a:gd name="G22" fmla="+- G20 10800 0"/>
              <a:gd name="G23" fmla="+- G21 10800 0"/>
              <a:gd name="G24" fmla="+- 10800 0 G20"/>
              <a:gd name="G25" fmla="+- 10478 10800 0"/>
              <a:gd name="G26" fmla="?: G9 G17 G25"/>
              <a:gd name="G27" fmla="?: G9 0 21600"/>
              <a:gd name="G28" fmla="cos 10800 -11739500"/>
              <a:gd name="G29" fmla="sin 10800 -11739500"/>
              <a:gd name="G30" fmla="sin 10478 -11739500"/>
              <a:gd name="G31" fmla="+- G28 10800 0"/>
              <a:gd name="G32" fmla="+- G29 10800 0"/>
              <a:gd name="G33" fmla="+- G30 10800 0"/>
              <a:gd name="G34" fmla="?: G4 0 G31"/>
              <a:gd name="G35" fmla="?: -11739500 G34 0"/>
              <a:gd name="G36" fmla="?: G6 G35 G31"/>
              <a:gd name="G37" fmla="+- 21600 0 G36"/>
              <a:gd name="G38" fmla="?: G4 0 G33"/>
              <a:gd name="G39" fmla="?: -11739500 G38 G32"/>
              <a:gd name="G40" fmla="?: G6 G39 0"/>
              <a:gd name="G41" fmla="?: G4 G32 21600"/>
              <a:gd name="G42" fmla="?: G6 G41 G33"/>
              <a:gd name="T12" fmla="*/ 10800 w 21600"/>
              <a:gd name="T13" fmla="*/ 0 h 21600"/>
              <a:gd name="T14" fmla="*/ 162 w 21600"/>
              <a:gd name="T15" fmla="*/ 10638 h 21600"/>
              <a:gd name="T16" fmla="*/ 10800 w 21600"/>
              <a:gd name="T17" fmla="*/ 322 h 21600"/>
              <a:gd name="T18" fmla="*/ 21438 w 21600"/>
              <a:gd name="T19" fmla="*/ 10638 h 21600"/>
              <a:gd name="T20" fmla="*/ G36 w 21600"/>
              <a:gd name="T21" fmla="*/ G40 h 21600"/>
              <a:gd name="T22" fmla="*/ G37 w 21600"/>
              <a:gd name="T23" fmla="*/ G42 h 21600"/>
            </a:gdLst>
            <a:ahLst/>
            <a:cxnLst>
              <a:cxn ang="0">
                <a:pos x="T12" y="T13"/>
              </a:cxn>
              <a:cxn ang="0">
                <a:pos x="T14" y="T15"/>
              </a:cxn>
              <a:cxn ang="0">
                <a:pos x="T16" y="T17"/>
              </a:cxn>
              <a:cxn ang="0">
                <a:pos x="T18" y="T19"/>
              </a:cxn>
            </a:cxnLst>
            <a:rect l="T20" t="T21" r="T22" b="T23"/>
            <a:pathLst>
              <a:path w="21600" h="21600">
                <a:moveTo>
                  <a:pt x="323" y="10641"/>
                </a:moveTo>
                <a:cubicBezTo>
                  <a:pt x="410" y="4916"/>
                  <a:pt x="5075" y="321"/>
                  <a:pt x="10800" y="322"/>
                </a:cubicBezTo>
                <a:cubicBezTo>
                  <a:pt x="16524" y="322"/>
                  <a:pt x="21189" y="4916"/>
                  <a:pt x="21276" y="10641"/>
                </a:cubicBezTo>
                <a:lnTo>
                  <a:pt x="21598" y="10636"/>
                </a:lnTo>
                <a:cubicBezTo>
                  <a:pt x="21509" y="4736"/>
                  <a:pt x="16700" y="-1"/>
                  <a:pt x="10799" y="0"/>
                </a:cubicBezTo>
                <a:cubicBezTo>
                  <a:pt x="4899" y="0"/>
                  <a:pt x="90" y="4736"/>
                  <a:pt x="1" y="10636"/>
                </a:cubicBezTo>
                <a:close/>
              </a:path>
            </a:pathLst>
          </a:custGeom>
          <a:gradFill rotWithShape="0">
            <a:gsLst>
              <a:gs pos="0">
                <a:srgbClr val="B0BAD8">
                  <a:gamma/>
                  <a:tint val="45490"/>
                  <a:invGamma/>
                </a:srgbClr>
              </a:gs>
              <a:gs pos="100000">
                <a:srgbClr val="B0BAD8"/>
              </a:gs>
            </a:gsLst>
            <a:lin ang="0" scaled="1"/>
          </a:gradFill>
          <a:ln w="9525" algn="ctr">
            <a:noFill/>
            <a:miter lim="800000"/>
            <a:headEnd/>
            <a:tailEnd/>
          </a:ln>
          <a:effectLst/>
        </p:spPr>
        <p:txBody>
          <a:bodyPr wrap="none" anchor="ct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endParaRPr>
          </a:p>
        </p:txBody>
      </p:sp>
      <p:sp>
        <p:nvSpPr>
          <p:cNvPr id="14" name="AutoShape 3">
            <a:extLst>
              <a:ext uri="{FF2B5EF4-FFF2-40B4-BE49-F238E27FC236}">
                <a16:creationId xmlns="" xmlns:a16="http://schemas.microsoft.com/office/drawing/2014/main" id="{481E592A-A902-40E8-8D57-EEB2C886C06E}"/>
              </a:ext>
            </a:extLst>
          </p:cNvPr>
          <p:cNvSpPr>
            <a:spLocks noChangeAspect="1" noChangeArrowheads="1"/>
          </p:cNvSpPr>
          <p:nvPr/>
        </p:nvSpPr>
        <p:spPr bwMode="ltGray">
          <a:xfrm rot="16200000">
            <a:off x="7128181" y="2139156"/>
            <a:ext cx="4032250" cy="3929063"/>
          </a:xfrm>
          <a:custGeom>
            <a:avLst/>
            <a:gdLst>
              <a:gd name="G0" fmla="+- 56 0 0"/>
              <a:gd name="G1" fmla="+- 11796480 0 0"/>
              <a:gd name="G2" fmla="+- 0 0 11796480"/>
              <a:gd name="T0" fmla="*/ 0 256 1"/>
              <a:gd name="T1" fmla="*/ 180 256 1"/>
              <a:gd name="G3" fmla="+- 11796480 T0 T1"/>
              <a:gd name="T2" fmla="*/ 0 256 1"/>
              <a:gd name="T3" fmla="*/ 90 256 1"/>
              <a:gd name="G4" fmla="+- 11796480 T2 T3"/>
              <a:gd name="G5" fmla="*/ G4 2 1"/>
              <a:gd name="T4" fmla="*/ 90 256 1"/>
              <a:gd name="T5" fmla="*/ 0 256 1"/>
              <a:gd name="G6" fmla="+- 11796480 T4 T5"/>
              <a:gd name="G7" fmla="*/ G6 2 1"/>
              <a:gd name="G8" fmla="abs 11796480"/>
              <a:gd name="T6" fmla="*/ 0 256 1"/>
              <a:gd name="T7" fmla="*/ 90 256 1"/>
              <a:gd name="G9" fmla="+- G8 T6 T7"/>
              <a:gd name="G10" fmla="?: G9 G7 G5"/>
              <a:gd name="T8" fmla="*/ 0 256 1"/>
              <a:gd name="T9" fmla="*/ 360 256 1"/>
              <a:gd name="G11" fmla="+- G10 T8 T9"/>
              <a:gd name="G12" fmla="?: G10 G11 G10"/>
              <a:gd name="T10" fmla="*/ 0 256 1"/>
              <a:gd name="T11" fmla="*/ 360 256 1"/>
              <a:gd name="G13" fmla="+- G12 T10 T11"/>
              <a:gd name="G14" fmla="?: G12 G13 G12"/>
              <a:gd name="G15" fmla="+- 0 0 G14"/>
              <a:gd name="G16" fmla="+- 10800 0 0"/>
              <a:gd name="G17" fmla="+- 10800 0 56"/>
              <a:gd name="G18" fmla="*/ 56 1 2"/>
              <a:gd name="G19" fmla="+- G18 5400 0"/>
              <a:gd name="G20" fmla="cos G19 11796480"/>
              <a:gd name="G21" fmla="sin G19 11796480"/>
              <a:gd name="G22" fmla="+- G20 10800 0"/>
              <a:gd name="G23" fmla="+- G21 10800 0"/>
              <a:gd name="G24" fmla="+- 10800 0 G20"/>
              <a:gd name="G25" fmla="+- 56 10800 0"/>
              <a:gd name="G26" fmla="?: G9 G17 G25"/>
              <a:gd name="G27" fmla="?: G9 0 21600"/>
              <a:gd name="G28" fmla="cos 10800 11796480"/>
              <a:gd name="G29" fmla="sin 10800 11796480"/>
              <a:gd name="G30" fmla="sin 56 11796480"/>
              <a:gd name="G31" fmla="+- G28 10800 0"/>
              <a:gd name="G32" fmla="+- G29 10800 0"/>
              <a:gd name="G33" fmla="+- G30 10800 0"/>
              <a:gd name="G34" fmla="?: G4 0 G31"/>
              <a:gd name="G35" fmla="?: 11796480 G34 0"/>
              <a:gd name="G36" fmla="?: G6 G35 G31"/>
              <a:gd name="G37" fmla="+- 21600 0 G36"/>
              <a:gd name="G38" fmla="?: G4 0 G33"/>
              <a:gd name="G39" fmla="?: 11796480 G38 G32"/>
              <a:gd name="G40" fmla="?: G6 G39 0"/>
              <a:gd name="G41" fmla="?: G4 G32 21600"/>
              <a:gd name="G42" fmla="?: G6 G41 G33"/>
              <a:gd name="T12" fmla="*/ 10800 w 21600"/>
              <a:gd name="T13" fmla="*/ 0 h 21600"/>
              <a:gd name="T14" fmla="*/ 5372 w 21600"/>
              <a:gd name="T15" fmla="*/ 10800 h 21600"/>
              <a:gd name="T16" fmla="*/ 10800 w 21600"/>
              <a:gd name="T17" fmla="*/ 10744 h 21600"/>
              <a:gd name="T18" fmla="*/ 16228 w 21600"/>
              <a:gd name="T19" fmla="*/ 10800 h 21600"/>
              <a:gd name="T20" fmla="*/ G36 w 21600"/>
              <a:gd name="T21" fmla="*/ G40 h 21600"/>
              <a:gd name="T22" fmla="*/ G37 w 21600"/>
              <a:gd name="T23" fmla="*/ G42 h 21600"/>
            </a:gdLst>
            <a:ahLst/>
            <a:cxnLst>
              <a:cxn ang="0">
                <a:pos x="T12" y="T13"/>
              </a:cxn>
              <a:cxn ang="0">
                <a:pos x="T14" y="T15"/>
              </a:cxn>
              <a:cxn ang="0">
                <a:pos x="T16" y="T17"/>
              </a:cxn>
              <a:cxn ang="0">
                <a:pos x="T18" y="T19"/>
              </a:cxn>
            </a:cxnLst>
            <a:rect l="T20" t="T21" r="T22" b="T23"/>
            <a:pathLst>
              <a:path w="21600" h="21600">
                <a:moveTo>
                  <a:pt x="10744" y="10800"/>
                </a:moveTo>
                <a:cubicBezTo>
                  <a:pt x="10744" y="10769"/>
                  <a:pt x="10769" y="10744"/>
                  <a:pt x="10800" y="10744"/>
                </a:cubicBezTo>
                <a:cubicBezTo>
                  <a:pt x="10830" y="10743"/>
                  <a:pt x="10855" y="10769"/>
                  <a:pt x="10856" y="10799"/>
                </a:cubicBezTo>
                <a:lnTo>
                  <a:pt x="21600" y="10800"/>
                </a:lnTo>
                <a:cubicBezTo>
                  <a:pt x="21600" y="4835"/>
                  <a:pt x="16764" y="0"/>
                  <a:pt x="10800" y="0"/>
                </a:cubicBezTo>
                <a:cubicBezTo>
                  <a:pt x="4835" y="0"/>
                  <a:pt x="0" y="4835"/>
                  <a:pt x="0" y="10800"/>
                </a:cubicBezTo>
                <a:close/>
              </a:path>
            </a:pathLst>
          </a:custGeom>
          <a:gradFill rotWithShape="0">
            <a:gsLst>
              <a:gs pos="0">
                <a:srgbClr val="B8CCFE">
                  <a:gamma/>
                  <a:tint val="39216"/>
                  <a:invGamma/>
                </a:srgbClr>
              </a:gs>
              <a:gs pos="100000">
                <a:srgbClr val="B8CCFE"/>
              </a:gs>
            </a:gsLst>
            <a:lin ang="0" scaled="1"/>
          </a:gradFill>
          <a:ln w="0" algn="ctr">
            <a:noFill/>
            <a:miter lim="800000"/>
            <a:headEnd/>
            <a:tailEnd/>
          </a:ln>
          <a:effectLst/>
        </p:spPr>
        <p:txBody>
          <a:bodyPr wrap="none" anchor="ct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endParaRPr>
          </a:p>
        </p:txBody>
      </p:sp>
      <p:sp>
        <p:nvSpPr>
          <p:cNvPr id="16" name="AutoShape 5">
            <a:extLst>
              <a:ext uri="{FF2B5EF4-FFF2-40B4-BE49-F238E27FC236}">
                <a16:creationId xmlns="" xmlns:a16="http://schemas.microsoft.com/office/drawing/2014/main" id="{A1924C9B-0919-470E-9298-E5DFCF302DF3}"/>
              </a:ext>
            </a:extLst>
          </p:cNvPr>
          <p:cNvSpPr>
            <a:spLocks noChangeAspect="1" noChangeArrowheads="1"/>
          </p:cNvSpPr>
          <p:nvPr/>
        </p:nvSpPr>
        <p:spPr bwMode="gray">
          <a:xfrm>
            <a:off x="3397853" y="5484630"/>
            <a:ext cx="3920947" cy="508000"/>
          </a:xfrm>
          <a:prstGeom prst="roundRect">
            <a:avLst>
              <a:gd name="adj" fmla="val 50000"/>
            </a:avLst>
          </a:prstGeom>
          <a:gradFill flip="none" rotWithShape="1">
            <a:gsLst>
              <a:gs pos="0">
                <a:srgbClr val="C4E59F">
                  <a:tint val="66000"/>
                  <a:satMod val="160000"/>
                </a:srgbClr>
              </a:gs>
              <a:gs pos="50000">
                <a:srgbClr val="C4E59F">
                  <a:tint val="44500"/>
                  <a:satMod val="160000"/>
                </a:srgbClr>
              </a:gs>
              <a:gs pos="100000">
                <a:srgbClr val="C4E59F">
                  <a:tint val="23500"/>
                  <a:satMod val="160000"/>
                </a:srgbClr>
              </a:gs>
            </a:gsLst>
            <a:lin ang="0" scaled="1"/>
            <a:tileRect/>
          </a:gradFill>
          <a:ln w="28575" algn="ctr">
            <a:solidFill>
              <a:srgbClr val="C4E59F"/>
            </a:solidFill>
            <a:round/>
            <a:headEnd/>
            <a:tailEnd/>
          </a:ln>
          <a:effectLst/>
        </p:spPr>
        <p:txBody>
          <a:bodyPr wrap="none" anchor="ctr"/>
          <a:lstStyle/>
          <a:p>
            <a:pPr algn="r" fontAlgn="base">
              <a:spcBef>
                <a:spcPct val="0"/>
              </a:spcBef>
              <a:spcAft>
                <a:spcPct val="0"/>
              </a:spcAft>
            </a:pPr>
            <a:r>
              <a:rPr lang="fa-IR" b="1" dirty="0" smtClean="0">
                <a:latin typeface="Times New Roman" panose="02020603050405020304" pitchFamily="18" charset="0"/>
                <a:cs typeface="B Nazanin" pitchFamily="2" charset="-78"/>
              </a:rPr>
              <a:t> اثر هر سه وزن به صورت برابر</a:t>
            </a:r>
            <a:endParaRPr lang="en-US" b="1" dirty="0">
              <a:latin typeface="Times New Roman" panose="02020603050405020304" pitchFamily="18" charset="0"/>
              <a:cs typeface="Times New Roman" panose="02020603050405020304" pitchFamily="18" charset="0"/>
            </a:endParaRPr>
          </a:p>
        </p:txBody>
      </p:sp>
      <p:sp>
        <p:nvSpPr>
          <p:cNvPr id="17" name="AutoShape 6">
            <a:extLst>
              <a:ext uri="{FF2B5EF4-FFF2-40B4-BE49-F238E27FC236}">
                <a16:creationId xmlns="" xmlns:a16="http://schemas.microsoft.com/office/drawing/2014/main" id="{1F8AE669-1568-4178-BF56-57E58EA0C127}"/>
              </a:ext>
            </a:extLst>
          </p:cNvPr>
          <p:cNvSpPr>
            <a:spLocks noChangeAspect="1" noChangeArrowheads="1"/>
          </p:cNvSpPr>
          <p:nvPr/>
        </p:nvSpPr>
        <p:spPr bwMode="gray">
          <a:xfrm>
            <a:off x="2373921" y="4483708"/>
            <a:ext cx="4461912" cy="508000"/>
          </a:xfrm>
          <a:prstGeom prst="roundRect">
            <a:avLst>
              <a:gd name="adj" fmla="val 50000"/>
            </a:avLst>
          </a:prstGeom>
          <a:gradFill flip="none" rotWithShape="1">
            <a:gsLst>
              <a:gs pos="0">
                <a:srgbClr val="B7E7FF">
                  <a:gamma/>
                  <a:tint val="0"/>
                  <a:invGamma/>
                </a:srgbClr>
              </a:gs>
              <a:gs pos="100000">
                <a:srgbClr val="B7E7FF"/>
              </a:gs>
            </a:gsLst>
            <a:lin ang="10800000" scaled="1"/>
            <a:tileRect/>
          </a:gradFill>
          <a:ln w="28575" algn="ctr">
            <a:solidFill>
              <a:srgbClr val="C4E59F"/>
            </a:solidFill>
            <a:round/>
            <a:headEnd/>
            <a:tailEnd/>
          </a:ln>
          <a:effectLst/>
        </p:spPr>
        <p:txBody>
          <a:bodyPr wrap="none" anchor="ctr"/>
          <a:lstStyle/>
          <a:p>
            <a:pPr algn="r" rtl="1" fontAlgn="base">
              <a:spcBef>
                <a:spcPct val="0"/>
              </a:spcBef>
              <a:spcAft>
                <a:spcPct val="0"/>
              </a:spcAft>
            </a:pPr>
            <a:r>
              <a:rPr lang="fa-IR" b="1" dirty="0" smtClean="0">
                <a:solidFill>
                  <a:srgbClr val="000000"/>
                </a:solidFill>
                <a:latin typeface="Times New Roman" panose="02020603050405020304" pitchFamily="18" charset="0"/>
                <a:cs typeface="B Nazanin" pitchFamily="2" charset="-78"/>
              </a:rPr>
              <a:t>اثر </a:t>
            </a:r>
            <a:r>
              <a:rPr lang="fa-IR" b="1" dirty="0">
                <a:solidFill>
                  <a:srgbClr val="000000"/>
                </a:solidFill>
                <a:latin typeface="Times New Roman" panose="02020603050405020304" pitchFamily="18" charset="0"/>
                <a:cs typeface="B Nazanin" pitchFamily="2" charset="-78"/>
              </a:rPr>
              <a:t>وزن یکپارچگی و میزان روی‌هم‌رفت</a:t>
            </a:r>
            <a:endParaRPr lang="en-US" b="1" dirty="0">
              <a:solidFill>
                <a:srgbClr val="000000"/>
              </a:solidFill>
              <a:latin typeface="Times New Roman" panose="02020603050405020304" pitchFamily="18" charset="0"/>
              <a:cs typeface="B Nazanin" pitchFamily="2" charset="-78"/>
            </a:endParaRPr>
          </a:p>
        </p:txBody>
      </p:sp>
      <p:sp>
        <p:nvSpPr>
          <p:cNvPr id="18" name="AutoShape 7">
            <a:extLst>
              <a:ext uri="{FF2B5EF4-FFF2-40B4-BE49-F238E27FC236}">
                <a16:creationId xmlns="" xmlns:a16="http://schemas.microsoft.com/office/drawing/2014/main" id="{3C597848-6C50-46C7-91D1-A520128CFE55}"/>
              </a:ext>
            </a:extLst>
          </p:cNvPr>
          <p:cNvSpPr>
            <a:spLocks noChangeAspect="1" noChangeArrowheads="1"/>
          </p:cNvSpPr>
          <p:nvPr/>
        </p:nvSpPr>
        <p:spPr bwMode="gray">
          <a:xfrm>
            <a:off x="2373920" y="3405732"/>
            <a:ext cx="4419600" cy="508000"/>
          </a:xfrm>
          <a:prstGeom prst="roundRect">
            <a:avLst>
              <a:gd name="adj" fmla="val 50000"/>
            </a:avLst>
          </a:prstGeom>
          <a:gradFill flip="none" rotWithShape="1">
            <a:gsLst>
              <a:gs pos="0">
                <a:srgbClr val="C4E59F">
                  <a:tint val="66000"/>
                  <a:satMod val="160000"/>
                </a:srgbClr>
              </a:gs>
              <a:gs pos="50000">
                <a:srgbClr val="C4E59F">
                  <a:tint val="44500"/>
                  <a:satMod val="160000"/>
                </a:srgbClr>
              </a:gs>
              <a:gs pos="100000">
                <a:srgbClr val="C4E59F">
                  <a:tint val="23500"/>
                  <a:satMod val="160000"/>
                </a:srgbClr>
              </a:gs>
            </a:gsLst>
            <a:lin ang="0" scaled="1"/>
            <a:tileRect/>
          </a:gradFill>
          <a:ln w="28575" algn="ctr">
            <a:solidFill>
              <a:srgbClr val="C4E59F"/>
            </a:solidFill>
            <a:round/>
            <a:headEnd/>
            <a:tailEnd/>
          </a:ln>
          <a:effectLst/>
        </p:spPr>
        <p:txBody>
          <a:bodyPr wrap="none" anchor="ctr"/>
          <a:lstStyle/>
          <a:p>
            <a:pPr algn="r" rtl="1" fontAlgn="base">
              <a:spcBef>
                <a:spcPct val="0"/>
              </a:spcBef>
              <a:spcAft>
                <a:spcPct val="0"/>
              </a:spcAft>
            </a:pPr>
            <a:r>
              <a:rPr lang="fa-IR" b="1" dirty="0" smtClean="0">
                <a:solidFill>
                  <a:srgbClr val="000000"/>
                </a:solidFill>
                <a:latin typeface="Times New Roman" panose="02020603050405020304" pitchFamily="18" charset="0"/>
                <a:cs typeface="B Nazanin" pitchFamily="2" charset="-78"/>
              </a:rPr>
              <a:t>اثر </a:t>
            </a:r>
            <a:r>
              <a:rPr lang="fa-IR" b="1" dirty="0">
                <a:solidFill>
                  <a:srgbClr val="000000"/>
                </a:solidFill>
                <a:latin typeface="Times New Roman" panose="02020603050405020304" pitchFamily="18" charset="0"/>
                <a:cs typeface="B Nazanin" pitchFamily="2" charset="-78"/>
              </a:rPr>
              <a:t>وزن زمان همسان‌سازی و یکپارچگی</a:t>
            </a:r>
            <a:endParaRPr lang="en-US" b="1" dirty="0">
              <a:solidFill>
                <a:srgbClr val="000000"/>
              </a:solidFill>
              <a:latin typeface="Times New Roman" panose="02020603050405020304" pitchFamily="18" charset="0"/>
              <a:cs typeface="B Nazanin" pitchFamily="2" charset="-78"/>
            </a:endParaRPr>
          </a:p>
        </p:txBody>
      </p:sp>
      <p:sp>
        <p:nvSpPr>
          <p:cNvPr id="19" name="AutoShape 8">
            <a:extLst>
              <a:ext uri="{FF2B5EF4-FFF2-40B4-BE49-F238E27FC236}">
                <a16:creationId xmlns="" xmlns:a16="http://schemas.microsoft.com/office/drawing/2014/main" id="{CF9E5B87-43A1-4646-AE69-F01C6BAFAD06}"/>
              </a:ext>
            </a:extLst>
          </p:cNvPr>
          <p:cNvSpPr>
            <a:spLocks noChangeAspect="1" noChangeArrowheads="1"/>
          </p:cNvSpPr>
          <p:nvPr/>
        </p:nvSpPr>
        <p:spPr bwMode="gray">
          <a:xfrm>
            <a:off x="3397854" y="2317319"/>
            <a:ext cx="3929065" cy="508000"/>
          </a:xfrm>
          <a:prstGeom prst="roundRect">
            <a:avLst>
              <a:gd name="adj" fmla="val 50000"/>
            </a:avLst>
          </a:prstGeom>
          <a:gradFill flip="none" rotWithShape="1">
            <a:gsLst>
              <a:gs pos="0">
                <a:srgbClr val="B7E7FF">
                  <a:gamma/>
                  <a:tint val="0"/>
                  <a:invGamma/>
                </a:srgbClr>
              </a:gs>
              <a:gs pos="100000">
                <a:srgbClr val="B7E7FF"/>
              </a:gs>
            </a:gsLst>
            <a:lin ang="10800000" scaled="1"/>
            <a:tileRect/>
          </a:gradFill>
          <a:ln w="28575" algn="ctr">
            <a:solidFill>
              <a:srgbClr val="C4E59F"/>
            </a:solidFill>
            <a:round/>
            <a:headEnd/>
            <a:tailEnd/>
          </a:ln>
          <a:effectLst/>
        </p:spPr>
        <p:txBody>
          <a:bodyPr wrap="none" anchor="ctr"/>
          <a:lstStyle/>
          <a:p>
            <a:pPr algn="r" rtl="1" fontAlgn="base">
              <a:spcBef>
                <a:spcPct val="0"/>
              </a:spcBef>
              <a:spcAft>
                <a:spcPct val="0"/>
              </a:spcAft>
            </a:pPr>
            <a:r>
              <a:rPr lang="fa-IR" b="1" dirty="0" smtClean="0">
                <a:latin typeface="Times New Roman" panose="02020603050405020304" pitchFamily="18" charset="0"/>
                <a:cs typeface="B Nazanin" pitchFamily="2" charset="-78"/>
              </a:rPr>
              <a:t>اثر </a:t>
            </a:r>
            <a:r>
              <a:rPr lang="fa-IR" b="1" dirty="0">
                <a:latin typeface="Times New Roman" panose="02020603050405020304" pitchFamily="18" charset="0"/>
                <a:cs typeface="B Nazanin" pitchFamily="2" charset="-78"/>
              </a:rPr>
              <a:t>وزن یکپارچگی</a:t>
            </a:r>
            <a:endParaRPr lang="en-US" b="1" dirty="0">
              <a:latin typeface="Times New Roman" panose="02020603050405020304" pitchFamily="18" charset="0"/>
              <a:cs typeface="B Nazanin" pitchFamily="2" charset="-78"/>
            </a:endParaRPr>
          </a:p>
        </p:txBody>
      </p:sp>
      <p:grpSp>
        <p:nvGrpSpPr>
          <p:cNvPr id="20" name="Group 9">
            <a:extLst>
              <a:ext uri="{FF2B5EF4-FFF2-40B4-BE49-F238E27FC236}">
                <a16:creationId xmlns="" xmlns:a16="http://schemas.microsoft.com/office/drawing/2014/main" id="{51B5EA01-02D3-45B4-9350-81B3B8CE0AC3}"/>
              </a:ext>
            </a:extLst>
          </p:cNvPr>
          <p:cNvGrpSpPr>
            <a:grpSpLocks noChangeAspect="1"/>
          </p:cNvGrpSpPr>
          <p:nvPr/>
        </p:nvGrpSpPr>
        <p:grpSpPr bwMode="auto">
          <a:xfrm>
            <a:off x="7206270" y="2381173"/>
            <a:ext cx="381000" cy="381000"/>
            <a:chOff x="2078" y="1680"/>
            <a:chExt cx="1615" cy="1615"/>
          </a:xfrm>
        </p:grpSpPr>
        <p:sp>
          <p:nvSpPr>
            <p:cNvPr id="21" name="Oval 10">
              <a:extLst>
                <a:ext uri="{FF2B5EF4-FFF2-40B4-BE49-F238E27FC236}">
                  <a16:creationId xmlns="" xmlns:a16="http://schemas.microsoft.com/office/drawing/2014/main" id="{951593A2-3CCA-4150-9C26-8F0E2FB50DBC}"/>
                </a:ext>
              </a:extLst>
            </p:cNvPr>
            <p:cNvSpPr>
              <a:spLocks noChangeArrowheads="1"/>
            </p:cNvSpPr>
            <p:nvPr/>
          </p:nvSpPr>
          <p:spPr bwMode="gray">
            <a:xfrm>
              <a:off x="2078" y="1680"/>
              <a:ext cx="1615" cy="1615"/>
            </a:xfrm>
            <a:prstGeom prst="ellipse">
              <a:avLst/>
            </a:prstGeom>
            <a:gradFill rotWithShape="1">
              <a:gsLst>
                <a:gs pos="0">
                  <a:srgbClr val="FFFFFF">
                    <a:gamma/>
                    <a:shade val="46275"/>
                    <a:invGamma/>
                  </a:srgbClr>
                </a:gs>
                <a:gs pos="50000">
                  <a:srgbClr val="FFFFFF"/>
                </a:gs>
                <a:gs pos="100000">
                  <a:srgbClr val="FFFFFF">
                    <a:gamma/>
                    <a:shade val="46275"/>
                    <a:invGamma/>
                  </a:srgbClr>
                </a:gs>
              </a:gsLst>
              <a:lin ang="5400000" scaled="1"/>
            </a:gradFill>
            <a:ln w="57150" algn="ctr">
              <a:noFill/>
              <a:round/>
              <a:headEnd/>
              <a:tailEnd/>
            </a:ln>
            <a:effectLst/>
          </p:spPr>
          <p:txBody>
            <a:bodyPr wrap="none" anchor="ct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latin typeface="Arial" pitchFamily="34" charset="0"/>
              </a:endParaRPr>
            </a:p>
          </p:txBody>
        </p:sp>
        <p:sp>
          <p:nvSpPr>
            <p:cNvPr id="22" name="Oval 11">
              <a:extLst>
                <a:ext uri="{FF2B5EF4-FFF2-40B4-BE49-F238E27FC236}">
                  <a16:creationId xmlns="" xmlns:a16="http://schemas.microsoft.com/office/drawing/2014/main" id="{974192FD-32BD-4151-BC3E-0B42B578C87B}"/>
                </a:ext>
              </a:extLst>
            </p:cNvPr>
            <p:cNvSpPr>
              <a:spLocks noChangeArrowheads="1"/>
            </p:cNvSpPr>
            <p:nvPr/>
          </p:nvSpPr>
          <p:spPr bwMode="gray">
            <a:xfrm>
              <a:off x="2170" y="1771"/>
              <a:ext cx="1430" cy="1430"/>
            </a:xfrm>
            <a:prstGeom prst="ellipse">
              <a:avLst/>
            </a:prstGeom>
            <a:gradFill rotWithShape="1">
              <a:gsLst>
                <a:gs pos="0">
                  <a:srgbClr val="FFFFFF">
                    <a:gamma/>
                    <a:shade val="63529"/>
                    <a:invGamma/>
                  </a:srgbClr>
                </a:gs>
                <a:gs pos="50000">
                  <a:srgbClr val="FFFFFF"/>
                </a:gs>
                <a:gs pos="100000">
                  <a:srgbClr val="FFFFFF">
                    <a:gamma/>
                    <a:shade val="63529"/>
                    <a:invGamma/>
                  </a:srgbClr>
                </a:gs>
              </a:gsLst>
              <a:lin ang="0" scaled="1"/>
            </a:gradFill>
            <a:ln w="9525" algn="ctr">
              <a:noFill/>
              <a:round/>
              <a:headEnd/>
              <a:tailEnd/>
            </a:ln>
            <a:effectLst/>
          </p:spPr>
          <p:txBody>
            <a:bodyPr wrap="none" anchor="ct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latin typeface="Arial" pitchFamily="34" charset="0"/>
              </a:endParaRPr>
            </a:p>
          </p:txBody>
        </p:sp>
        <p:sp>
          <p:nvSpPr>
            <p:cNvPr id="23" name="Oval 12">
              <a:extLst>
                <a:ext uri="{FF2B5EF4-FFF2-40B4-BE49-F238E27FC236}">
                  <a16:creationId xmlns="" xmlns:a16="http://schemas.microsoft.com/office/drawing/2014/main" id="{BDD4DA04-B88B-4B07-BF6E-B1C272F0F4CC}"/>
                </a:ext>
              </a:extLst>
            </p:cNvPr>
            <p:cNvSpPr>
              <a:spLocks noChangeArrowheads="1"/>
            </p:cNvSpPr>
            <p:nvPr/>
          </p:nvSpPr>
          <p:spPr bwMode="gray">
            <a:xfrm>
              <a:off x="2254" y="1856"/>
              <a:ext cx="1262" cy="1264"/>
            </a:xfrm>
            <a:prstGeom prst="ellipse">
              <a:avLst/>
            </a:prstGeom>
            <a:gradFill rotWithShape="1">
              <a:gsLst>
                <a:gs pos="0">
                  <a:srgbClr val="8AD4CD">
                    <a:gamma/>
                    <a:tint val="0"/>
                    <a:invGamma/>
                  </a:srgbClr>
                </a:gs>
                <a:gs pos="50000">
                  <a:srgbClr val="8AD4CD"/>
                </a:gs>
                <a:gs pos="100000">
                  <a:srgbClr val="8AD4CD">
                    <a:gamma/>
                    <a:tint val="0"/>
                    <a:invGamma/>
                  </a:srgbClr>
                </a:gs>
              </a:gsLst>
              <a:lin ang="2700000" scaled="1"/>
            </a:gradFill>
            <a:ln w="38100" algn="ctr">
              <a:noFill/>
              <a:round/>
              <a:headEnd/>
              <a:tailEnd/>
            </a:ln>
            <a:effectLst/>
          </p:spPr>
          <p:txBody>
            <a:bodyPr wrap="none" anchor="ctr">
              <a:spAutoFit/>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latin typeface="Arial" pitchFamily="34" charset="0"/>
              </a:endParaRPr>
            </a:p>
          </p:txBody>
        </p:sp>
        <p:sp>
          <p:nvSpPr>
            <p:cNvPr id="24" name="Oval 13">
              <a:extLst>
                <a:ext uri="{FF2B5EF4-FFF2-40B4-BE49-F238E27FC236}">
                  <a16:creationId xmlns="" xmlns:a16="http://schemas.microsoft.com/office/drawing/2014/main" id="{7DDEB6C7-DF12-4B56-A15E-5719879C0767}"/>
                </a:ext>
              </a:extLst>
            </p:cNvPr>
            <p:cNvSpPr>
              <a:spLocks noChangeArrowheads="1"/>
            </p:cNvSpPr>
            <p:nvPr/>
          </p:nvSpPr>
          <p:spPr bwMode="gray">
            <a:xfrm>
              <a:off x="2254" y="1856"/>
              <a:ext cx="1262" cy="1264"/>
            </a:xfrm>
            <a:prstGeom prst="ellipse">
              <a:avLst/>
            </a:prstGeom>
            <a:gradFill rotWithShape="1">
              <a:gsLst>
                <a:gs pos="0">
                  <a:srgbClr val="FFCC00">
                    <a:gamma/>
                    <a:shade val="0"/>
                    <a:invGamma/>
                  </a:srgbClr>
                </a:gs>
                <a:gs pos="100000">
                  <a:srgbClr val="FFCC00"/>
                </a:gs>
              </a:gsLst>
              <a:lin ang="2700000" scaled="1"/>
            </a:gradFill>
            <a:ln w="38100" algn="ctr">
              <a:noFill/>
              <a:round/>
              <a:headEnd/>
              <a:tailEnd/>
            </a:ln>
            <a:effectLst/>
          </p:spPr>
          <p:txBody>
            <a:bodyPr wrap="none" anchor="ctr">
              <a:spAutoFit/>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latin typeface="Arial" pitchFamily="34" charset="0"/>
              </a:endParaRPr>
            </a:p>
          </p:txBody>
        </p:sp>
        <p:sp>
          <p:nvSpPr>
            <p:cNvPr id="25" name="Oval 14">
              <a:extLst>
                <a:ext uri="{FF2B5EF4-FFF2-40B4-BE49-F238E27FC236}">
                  <a16:creationId xmlns="" xmlns:a16="http://schemas.microsoft.com/office/drawing/2014/main" id="{05CB5150-2AB3-496D-9A01-7BD9677B178F}"/>
                </a:ext>
              </a:extLst>
            </p:cNvPr>
            <p:cNvSpPr>
              <a:spLocks noChangeArrowheads="1"/>
            </p:cNvSpPr>
            <p:nvPr/>
          </p:nvSpPr>
          <p:spPr bwMode="gray">
            <a:xfrm>
              <a:off x="2337" y="1939"/>
              <a:ext cx="1096" cy="1098"/>
            </a:xfrm>
            <a:prstGeom prst="ellipse">
              <a:avLst/>
            </a:prstGeom>
            <a:gradFill rotWithShape="1">
              <a:gsLst>
                <a:gs pos="0">
                  <a:srgbClr val="8AD4CD">
                    <a:gamma/>
                    <a:shade val="54118"/>
                    <a:invGamma/>
                  </a:srgbClr>
                </a:gs>
                <a:gs pos="50000">
                  <a:srgbClr val="8AD4CD"/>
                </a:gs>
                <a:gs pos="100000">
                  <a:srgbClr val="8AD4CD">
                    <a:gamma/>
                    <a:shade val="54118"/>
                    <a:invGamma/>
                  </a:srgbClr>
                </a:gs>
              </a:gsLst>
              <a:lin ang="18900000" scaled="1"/>
            </a:gradFill>
            <a:ln w="38100" algn="ctr">
              <a:noFill/>
              <a:round/>
              <a:headEnd/>
              <a:tailEnd/>
            </a:ln>
            <a:effectLst/>
          </p:spPr>
          <p:txBody>
            <a:bodyPr anchor="ctr">
              <a:spAutoFit/>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latin typeface="Arial" pitchFamily="34" charset="0"/>
              </a:endParaRPr>
            </a:p>
          </p:txBody>
        </p:sp>
        <p:sp>
          <p:nvSpPr>
            <p:cNvPr id="26" name="Oval 15">
              <a:extLst>
                <a:ext uri="{FF2B5EF4-FFF2-40B4-BE49-F238E27FC236}">
                  <a16:creationId xmlns="" xmlns:a16="http://schemas.microsoft.com/office/drawing/2014/main" id="{CF5DA36E-72FD-4186-95B0-3E592580924C}"/>
                </a:ext>
              </a:extLst>
            </p:cNvPr>
            <p:cNvSpPr>
              <a:spLocks noChangeArrowheads="1"/>
            </p:cNvSpPr>
            <p:nvPr/>
          </p:nvSpPr>
          <p:spPr bwMode="gray">
            <a:xfrm>
              <a:off x="2337" y="1939"/>
              <a:ext cx="1096" cy="1098"/>
            </a:xfrm>
            <a:prstGeom prst="ellipse">
              <a:avLst/>
            </a:prstGeom>
            <a:gradFill rotWithShape="1">
              <a:gsLst>
                <a:gs pos="0">
                  <a:srgbClr val="FFCC00"/>
                </a:gs>
                <a:gs pos="100000">
                  <a:srgbClr val="FFCC00">
                    <a:gamma/>
                    <a:shade val="48627"/>
                    <a:invGamma/>
                  </a:srgbClr>
                </a:gs>
              </a:gsLst>
              <a:lin ang="2700000" scaled="1"/>
            </a:gradFill>
            <a:ln w="38100" algn="ctr">
              <a:noFill/>
              <a:round/>
              <a:headEnd/>
              <a:tailEnd/>
            </a:ln>
            <a:effectLst/>
          </p:spPr>
          <p:txBody>
            <a:bodyPr anchor="ctr">
              <a:spAutoFit/>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latin typeface="Arial" pitchFamily="34" charset="0"/>
              </a:endParaRPr>
            </a:p>
          </p:txBody>
        </p:sp>
      </p:grpSp>
      <p:grpSp>
        <p:nvGrpSpPr>
          <p:cNvPr id="27" name="Group 16">
            <a:extLst>
              <a:ext uri="{FF2B5EF4-FFF2-40B4-BE49-F238E27FC236}">
                <a16:creationId xmlns="" xmlns:a16="http://schemas.microsoft.com/office/drawing/2014/main" id="{804576A5-4B7C-42A1-81B7-81F80837382F}"/>
              </a:ext>
            </a:extLst>
          </p:cNvPr>
          <p:cNvGrpSpPr>
            <a:grpSpLocks noChangeAspect="1"/>
          </p:cNvGrpSpPr>
          <p:nvPr/>
        </p:nvGrpSpPr>
        <p:grpSpPr bwMode="auto">
          <a:xfrm>
            <a:off x="6682346" y="3445241"/>
            <a:ext cx="381000" cy="381000"/>
            <a:chOff x="2078" y="1680"/>
            <a:chExt cx="1615" cy="1615"/>
          </a:xfrm>
        </p:grpSpPr>
        <p:sp>
          <p:nvSpPr>
            <p:cNvPr id="29" name="Oval 17">
              <a:extLst>
                <a:ext uri="{FF2B5EF4-FFF2-40B4-BE49-F238E27FC236}">
                  <a16:creationId xmlns="" xmlns:a16="http://schemas.microsoft.com/office/drawing/2014/main" id="{6398C46E-DA7F-490D-9472-87BE268989FB}"/>
                </a:ext>
              </a:extLst>
            </p:cNvPr>
            <p:cNvSpPr>
              <a:spLocks noChangeArrowheads="1"/>
            </p:cNvSpPr>
            <p:nvPr/>
          </p:nvSpPr>
          <p:spPr bwMode="gray">
            <a:xfrm>
              <a:off x="2078" y="1680"/>
              <a:ext cx="1615" cy="1615"/>
            </a:xfrm>
            <a:prstGeom prst="ellipse">
              <a:avLst/>
            </a:prstGeom>
            <a:gradFill rotWithShape="1">
              <a:gsLst>
                <a:gs pos="0">
                  <a:srgbClr val="FFFFFF">
                    <a:gamma/>
                    <a:shade val="46275"/>
                    <a:invGamma/>
                  </a:srgbClr>
                </a:gs>
                <a:gs pos="50000">
                  <a:srgbClr val="FFFFFF"/>
                </a:gs>
                <a:gs pos="100000">
                  <a:srgbClr val="FFFFFF">
                    <a:gamma/>
                    <a:shade val="46275"/>
                    <a:invGamma/>
                  </a:srgbClr>
                </a:gs>
              </a:gsLst>
              <a:lin ang="5400000" scaled="1"/>
            </a:gradFill>
            <a:ln w="57150" algn="ctr">
              <a:noFill/>
              <a:round/>
              <a:headEnd/>
              <a:tailEnd/>
            </a:ln>
            <a:effectLst/>
          </p:spPr>
          <p:txBody>
            <a:bodyPr wrap="none" anchor="ct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latin typeface="Arial" pitchFamily="34" charset="0"/>
              </a:endParaRPr>
            </a:p>
          </p:txBody>
        </p:sp>
        <p:sp>
          <p:nvSpPr>
            <p:cNvPr id="32" name="Oval 18">
              <a:extLst>
                <a:ext uri="{FF2B5EF4-FFF2-40B4-BE49-F238E27FC236}">
                  <a16:creationId xmlns="" xmlns:a16="http://schemas.microsoft.com/office/drawing/2014/main" id="{E110742C-193F-493E-9A71-A02F844D2828}"/>
                </a:ext>
              </a:extLst>
            </p:cNvPr>
            <p:cNvSpPr>
              <a:spLocks noChangeArrowheads="1"/>
            </p:cNvSpPr>
            <p:nvPr/>
          </p:nvSpPr>
          <p:spPr bwMode="gray">
            <a:xfrm>
              <a:off x="2170" y="1771"/>
              <a:ext cx="1430" cy="1430"/>
            </a:xfrm>
            <a:prstGeom prst="ellipse">
              <a:avLst/>
            </a:prstGeom>
            <a:gradFill rotWithShape="1">
              <a:gsLst>
                <a:gs pos="0">
                  <a:srgbClr val="FFFFFF">
                    <a:gamma/>
                    <a:shade val="63529"/>
                    <a:invGamma/>
                  </a:srgbClr>
                </a:gs>
                <a:gs pos="50000">
                  <a:srgbClr val="FFFFFF"/>
                </a:gs>
                <a:gs pos="100000">
                  <a:srgbClr val="FFFFFF">
                    <a:gamma/>
                    <a:shade val="63529"/>
                    <a:invGamma/>
                  </a:srgbClr>
                </a:gs>
              </a:gsLst>
              <a:lin ang="0" scaled="1"/>
            </a:gradFill>
            <a:ln w="9525" algn="ctr">
              <a:noFill/>
              <a:round/>
              <a:headEnd/>
              <a:tailEnd/>
            </a:ln>
            <a:effectLst/>
          </p:spPr>
          <p:txBody>
            <a:bodyPr wrap="none" anchor="ct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latin typeface="Arial" pitchFamily="34" charset="0"/>
              </a:endParaRPr>
            </a:p>
          </p:txBody>
        </p:sp>
        <p:sp>
          <p:nvSpPr>
            <p:cNvPr id="33" name="Oval 19">
              <a:extLst>
                <a:ext uri="{FF2B5EF4-FFF2-40B4-BE49-F238E27FC236}">
                  <a16:creationId xmlns="" xmlns:a16="http://schemas.microsoft.com/office/drawing/2014/main" id="{36CD726D-CF07-41C5-B7A4-710136BAB1FC}"/>
                </a:ext>
              </a:extLst>
            </p:cNvPr>
            <p:cNvSpPr>
              <a:spLocks noChangeArrowheads="1"/>
            </p:cNvSpPr>
            <p:nvPr/>
          </p:nvSpPr>
          <p:spPr bwMode="gray">
            <a:xfrm>
              <a:off x="2254" y="1856"/>
              <a:ext cx="1262" cy="1264"/>
            </a:xfrm>
            <a:prstGeom prst="ellipse">
              <a:avLst/>
            </a:prstGeom>
            <a:gradFill rotWithShape="1">
              <a:gsLst>
                <a:gs pos="0">
                  <a:srgbClr val="8AD4CD">
                    <a:gamma/>
                    <a:tint val="0"/>
                    <a:invGamma/>
                  </a:srgbClr>
                </a:gs>
                <a:gs pos="50000">
                  <a:srgbClr val="8AD4CD"/>
                </a:gs>
                <a:gs pos="100000">
                  <a:srgbClr val="8AD4CD">
                    <a:gamma/>
                    <a:tint val="0"/>
                    <a:invGamma/>
                  </a:srgbClr>
                </a:gs>
              </a:gsLst>
              <a:lin ang="2700000" scaled="1"/>
            </a:gradFill>
            <a:ln w="38100" algn="ctr">
              <a:noFill/>
              <a:round/>
              <a:headEnd/>
              <a:tailEnd/>
            </a:ln>
            <a:effectLst/>
          </p:spPr>
          <p:txBody>
            <a:bodyPr wrap="none" anchor="ctr">
              <a:spAutoFit/>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latin typeface="Arial" pitchFamily="34" charset="0"/>
              </a:endParaRPr>
            </a:p>
          </p:txBody>
        </p:sp>
        <p:sp>
          <p:nvSpPr>
            <p:cNvPr id="34" name="Oval 20">
              <a:extLst>
                <a:ext uri="{FF2B5EF4-FFF2-40B4-BE49-F238E27FC236}">
                  <a16:creationId xmlns="" xmlns:a16="http://schemas.microsoft.com/office/drawing/2014/main" id="{9D8BE50C-A6BB-4D5D-B7FF-3AEBD6CD7D2E}"/>
                </a:ext>
              </a:extLst>
            </p:cNvPr>
            <p:cNvSpPr>
              <a:spLocks noChangeArrowheads="1"/>
            </p:cNvSpPr>
            <p:nvPr/>
          </p:nvSpPr>
          <p:spPr bwMode="gray">
            <a:xfrm>
              <a:off x="2254" y="1856"/>
              <a:ext cx="1262" cy="1264"/>
            </a:xfrm>
            <a:prstGeom prst="ellipse">
              <a:avLst/>
            </a:prstGeom>
            <a:gradFill rotWithShape="1">
              <a:gsLst>
                <a:gs pos="0">
                  <a:srgbClr val="48BE67">
                    <a:gamma/>
                    <a:shade val="0"/>
                    <a:invGamma/>
                  </a:srgbClr>
                </a:gs>
                <a:gs pos="100000">
                  <a:srgbClr val="48BE67"/>
                </a:gs>
              </a:gsLst>
              <a:lin ang="2700000" scaled="1"/>
            </a:gradFill>
            <a:ln w="38100" algn="ctr">
              <a:noFill/>
              <a:round/>
              <a:headEnd/>
              <a:tailEnd/>
            </a:ln>
            <a:effectLst/>
          </p:spPr>
          <p:txBody>
            <a:bodyPr wrap="none" anchor="ctr">
              <a:spAutoFit/>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latin typeface="Arial" pitchFamily="34" charset="0"/>
              </a:endParaRPr>
            </a:p>
          </p:txBody>
        </p:sp>
        <p:sp>
          <p:nvSpPr>
            <p:cNvPr id="35" name="Oval 21">
              <a:extLst>
                <a:ext uri="{FF2B5EF4-FFF2-40B4-BE49-F238E27FC236}">
                  <a16:creationId xmlns="" xmlns:a16="http://schemas.microsoft.com/office/drawing/2014/main" id="{96AB8031-737F-41E7-9E4B-34DC61B7FA4B}"/>
                </a:ext>
              </a:extLst>
            </p:cNvPr>
            <p:cNvSpPr>
              <a:spLocks noChangeArrowheads="1"/>
            </p:cNvSpPr>
            <p:nvPr/>
          </p:nvSpPr>
          <p:spPr bwMode="gray">
            <a:xfrm>
              <a:off x="2337" y="1939"/>
              <a:ext cx="1096" cy="1098"/>
            </a:xfrm>
            <a:prstGeom prst="ellipse">
              <a:avLst/>
            </a:prstGeom>
            <a:gradFill rotWithShape="1">
              <a:gsLst>
                <a:gs pos="0">
                  <a:srgbClr val="8AD4CD">
                    <a:gamma/>
                    <a:shade val="54118"/>
                    <a:invGamma/>
                  </a:srgbClr>
                </a:gs>
                <a:gs pos="50000">
                  <a:srgbClr val="8AD4CD"/>
                </a:gs>
                <a:gs pos="100000">
                  <a:srgbClr val="8AD4CD">
                    <a:gamma/>
                    <a:shade val="54118"/>
                    <a:invGamma/>
                  </a:srgbClr>
                </a:gs>
              </a:gsLst>
              <a:lin ang="18900000" scaled="1"/>
            </a:gradFill>
            <a:ln w="38100" algn="ctr">
              <a:noFill/>
              <a:round/>
              <a:headEnd/>
              <a:tailEnd/>
            </a:ln>
            <a:effectLst/>
          </p:spPr>
          <p:txBody>
            <a:bodyPr anchor="ctr">
              <a:spAutoFit/>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latin typeface="Arial" pitchFamily="34" charset="0"/>
              </a:endParaRPr>
            </a:p>
          </p:txBody>
        </p:sp>
        <p:sp>
          <p:nvSpPr>
            <p:cNvPr id="36" name="Oval 22">
              <a:extLst>
                <a:ext uri="{FF2B5EF4-FFF2-40B4-BE49-F238E27FC236}">
                  <a16:creationId xmlns="" xmlns:a16="http://schemas.microsoft.com/office/drawing/2014/main" id="{8500B833-9307-4836-B55A-C402EA8CFDAC}"/>
                </a:ext>
              </a:extLst>
            </p:cNvPr>
            <p:cNvSpPr>
              <a:spLocks noChangeArrowheads="1"/>
            </p:cNvSpPr>
            <p:nvPr/>
          </p:nvSpPr>
          <p:spPr bwMode="gray">
            <a:xfrm>
              <a:off x="2337" y="1939"/>
              <a:ext cx="1096" cy="1098"/>
            </a:xfrm>
            <a:prstGeom prst="ellipse">
              <a:avLst/>
            </a:prstGeom>
            <a:gradFill rotWithShape="1">
              <a:gsLst>
                <a:gs pos="0">
                  <a:srgbClr val="48BE67"/>
                </a:gs>
                <a:gs pos="100000">
                  <a:srgbClr val="48BE67">
                    <a:gamma/>
                    <a:shade val="48627"/>
                    <a:invGamma/>
                  </a:srgbClr>
                </a:gs>
              </a:gsLst>
              <a:lin ang="2700000" scaled="1"/>
            </a:gradFill>
            <a:ln w="38100" algn="ctr">
              <a:noFill/>
              <a:round/>
              <a:headEnd/>
              <a:tailEnd/>
            </a:ln>
            <a:effectLst/>
          </p:spPr>
          <p:txBody>
            <a:bodyPr anchor="ctr">
              <a:spAutoFit/>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latin typeface="Arial" pitchFamily="34" charset="0"/>
              </a:endParaRPr>
            </a:p>
          </p:txBody>
        </p:sp>
      </p:grpSp>
      <p:grpSp>
        <p:nvGrpSpPr>
          <p:cNvPr id="37" name="Group 23">
            <a:extLst>
              <a:ext uri="{FF2B5EF4-FFF2-40B4-BE49-F238E27FC236}">
                <a16:creationId xmlns="" xmlns:a16="http://schemas.microsoft.com/office/drawing/2014/main" id="{A77ECBC8-8907-49C6-B868-8715395CD4AB}"/>
              </a:ext>
            </a:extLst>
          </p:cNvPr>
          <p:cNvGrpSpPr>
            <a:grpSpLocks noChangeAspect="1"/>
          </p:cNvGrpSpPr>
          <p:nvPr/>
        </p:nvGrpSpPr>
        <p:grpSpPr bwMode="auto">
          <a:xfrm>
            <a:off x="6689262" y="4509223"/>
            <a:ext cx="381000" cy="381000"/>
            <a:chOff x="2078" y="1680"/>
            <a:chExt cx="1615" cy="1615"/>
          </a:xfrm>
        </p:grpSpPr>
        <p:sp>
          <p:nvSpPr>
            <p:cNvPr id="38" name="Oval 24">
              <a:extLst>
                <a:ext uri="{FF2B5EF4-FFF2-40B4-BE49-F238E27FC236}">
                  <a16:creationId xmlns="" xmlns:a16="http://schemas.microsoft.com/office/drawing/2014/main" id="{1501B9F0-1BD0-4587-A5DA-8504002448CD}"/>
                </a:ext>
              </a:extLst>
            </p:cNvPr>
            <p:cNvSpPr>
              <a:spLocks noChangeArrowheads="1"/>
            </p:cNvSpPr>
            <p:nvPr/>
          </p:nvSpPr>
          <p:spPr bwMode="gray">
            <a:xfrm>
              <a:off x="2078" y="1680"/>
              <a:ext cx="1615" cy="1615"/>
            </a:xfrm>
            <a:prstGeom prst="ellipse">
              <a:avLst/>
            </a:prstGeom>
            <a:gradFill rotWithShape="1">
              <a:gsLst>
                <a:gs pos="0">
                  <a:srgbClr val="FFFFFF">
                    <a:gamma/>
                    <a:shade val="46275"/>
                    <a:invGamma/>
                  </a:srgbClr>
                </a:gs>
                <a:gs pos="50000">
                  <a:srgbClr val="FFFFFF"/>
                </a:gs>
                <a:gs pos="100000">
                  <a:srgbClr val="FFFFFF">
                    <a:gamma/>
                    <a:shade val="46275"/>
                    <a:invGamma/>
                  </a:srgbClr>
                </a:gs>
              </a:gsLst>
              <a:lin ang="5400000" scaled="1"/>
            </a:gradFill>
            <a:ln w="57150" algn="ctr">
              <a:noFill/>
              <a:round/>
              <a:headEnd/>
              <a:tailEnd/>
            </a:ln>
            <a:effectLst/>
          </p:spPr>
          <p:txBody>
            <a:bodyPr wrap="none" anchor="ct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latin typeface="Arial" pitchFamily="34" charset="0"/>
              </a:endParaRPr>
            </a:p>
          </p:txBody>
        </p:sp>
        <p:sp>
          <p:nvSpPr>
            <p:cNvPr id="39" name="Oval 25">
              <a:extLst>
                <a:ext uri="{FF2B5EF4-FFF2-40B4-BE49-F238E27FC236}">
                  <a16:creationId xmlns="" xmlns:a16="http://schemas.microsoft.com/office/drawing/2014/main" id="{909C959D-95E6-47AB-BA03-A36E5558C646}"/>
                </a:ext>
              </a:extLst>
            </p:cNvPr>
            <p:cNvSpPr>
              <a:spLocks noChangeArrowheads="1"/>
            </p:cNvSpPr>
            <p:nvPr/>
          </p:nvSpPr>
          <p:spPr bwMode="gray">
            <a:xfrm>
              <a:off x="2170" y="1771"/>
              <a:ext cx="1430" cy="1430"/>
            </a:xfrm>
            <a:prstGeom prst="ellipse">
              <a:avLst/>
            </a:prstGeom>
            <a:gradFill rotWithShape="1">
              <a:gsLst>
                <a:gs pos="0">
                  <a:srgbClr val="FFFFFF">
                    <a:gamma/>
                    <a:shade val="63529"/>
                    <a:invGamma/>
                  </a:srgbClr>
                </a:gs>
                <a:gs pos="50000">
                  <a:srgbClr val="FFFFFF"/>
                </a:gs>
                <a:gs pos="100000">
                  <a:srgbClr val="FFFFFF">
                    <a:gamma/>
                    <a:shade val="63529"/>
                    <a:invGamma/>
                  </a:srgbClr>
                </a:gs>
              </a:gsLst>
              <a:lin ang="0" scaled="1"/>
            </a:gradFill>
            <a:ln w="9525" algn="ctr">
              <a:noFill/>
              <a:round/>
              <a:headEnd/>
              <a:tailEnd/>
            </a:ln>
            <a:effectLst/>
          </p:spPr>
          <p:txBody>
            <a:bodyPr wrap="none" anchor="ct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latin typeface="Arial" pitchFamily="34" charset="0"/>
              </a:endParaRPr>
            </a:p>
          </p:txBody>
        </p:sp>
        <p:sp>
          <p:nvSpPr>
            <p:cNvPr id="40" name="Oval 26">
              <a:extLst>
                <a:ext uri="{FF2B5EF4-FFF2-40B4-BE49-F238E27FC236}">
                  <a16:creationId xmlns="" xmlns:a16="http://schemas.microsoft.com/office/drawing/2014/main" id="{DBE4DAAC-D3AA-4C03-8635-E677788322CA}"/>
                </a:ext>
              </a:extLst>
            </p:cNvPr>
            <p:cNvSpPr>
              <a:spLocks noChangeArrowheads="1"/>
            </p:cNvSpPr>
            <p:nvPr/>
          </p:nvSpPr>
          <p:spPr bwMode="gray">
            <a:xfrm>
              <a:off x="2254" y="1856"/>
              <a:ext cx="1262" cy="1264"/>
            </a:xfrm>
            <a:prstGeom prst="ellipse">
              <a:avLst/>
            </a:prstGeom>
            <a:gradFill rotWithShape="1">
              <a:gsLst>
                <a:gs pos="0">
                  <a:srgbClr val="8AD4CD">
                    <a:gamma/>
                    <a:tint val="0"/>
                    <a:invGamma/>
                  </a:srgbClr>
                </a:gs>
                <a:gs pos="50000">
                  <a:srgbClr val="8AD4CD"/>
                </a:gs>
                <a:gs pos="100000">
                  <a:srgbClr val="8AD4CD">
                    <a:gamma/>
                    <a:tint val="0"/>
                    <a:invGamma/>
                  </a:srgbClr>
                </a:gs>
              </a:gsLst>
              <a:lin ang="2700000" scaled="1"/>
            </a:gradFill>
            <a:ln w="38100" algn="ctr">
              <a:noFill/>
              <a:round/>
              <a:headEnd/>
              <a:tailEnd/>
            </a:ln>
            <a:effectLst/>
          </p:spPr>
          <p:txBody>
            <a:bodyPr wrap="none" anchor="ctr">
              <a:spAutoFit/>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latin typeface="Arial" pitchFamily="34" charset="0"/>
              </a:endParaRPr>
            </a:p>
          </p:txBody>
        </p:sp>
        <p:sp>
          <p:nvSpPr>
            <p:cNvPr id="41" name="Oval 27">
              <a:extLst>
                <a:ext uri="{FF2B5EF4-FFF2-40B4-BE49-F238E27FC236}">
                  <a16:creationId xmlns="" xmlns:a16="http://schemas.microsoft.com/office/drawing/2014/main" id="{503A22F7-588D-4C3B-990F-521D103C8785}"/>
                </a:ext>
              </a:extLst>
            </p:cNvPr>
            <p:cNvSpPr>
              <a:spLocks noChangeArrowheads="1"/>
            </p:cNvSpPr>
            <p:nvPr/>
          </p:nvSpPr>
          <p:spPr bwMode="gray">
            <a:xfrm>
              <a:off x="2254" y="1856"/>
              <a:ext cx="1262" cy="1264"/>
            </a:xfrm>
            <a:prstGeom prst="ellipse">
              <a:avLst/>
            </a:prstGeom>
            <a:gradFill rotWithShape="1">
              <a:gsLst>
                <a:gs pos="0">
                  <a:srgbClr val="21B3E1"/>
                </a:gs>
                <a:gs pos="100000">
                  <a:srgbClr val="21B3E1">
                    <a:gamma/>
                    <a:shade val="46275"/>
                    <a:invGamma/>
                  </a:srgbClr>
                </a:gs>
              </a:gsLst>
              <a:lin ang="5400000" scaled="1"/>
            </a:gradFill>
            <a:ln w="38100" algn="ctr">
              <a:noFill/>
              <a:round/>
              <a:headEnd/>
              <a:tailEnd/>
            </a:ln>
            <a:effectLst/>
          </p:spPr>
          <p:txBody>
            <a:bodyPr wrap="none" anchor="ctr">
              <a:spAutoFit/>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latin typeface="Arial" pitchFamily="34" charset="0"/>
              </a:endParaRPr>
            </a:p>
          </p:txBody>
        </p:sp>
        <p:sp>
          <p:nvSpPr>
            <p:cNvPr id="42" name="Oval 28">
              <a:extLst>
                <a:ext uri="{FF2B5EF4-FFF2-40B4-BE49-F238E27FC236}">
                  <a16:creationId xmlns="" xmlns:a16="http://schemas.microsoft.com/office/drawing/2014/main" id="{DB14B947-3B24-4D3C-8BA6-1CDE3B23E877}"/>
                </a:ext>
              </a:extLst>
            </p:cNvPr>
            <p:cNvSpPr>
              <a:spLocks noChangeArrowheads="1"/>
            </p:cNvSpPr>
            <p:nvPr/>
          </p:nvSpPr>
          <p:spPr bwMode="gray">
            <a:xfrm>
              <a:off x="2337" y="1939"/>
              <a:ext cx="1096" cy="1098"/>
            </a:xfrm>
            <a:prstGeom prst="ellipse">
              <a:avLst/>
            </a:prstGeom>
            <a:gradFill rotWithShape="1">
              <a:gsLst>
                <a:gs pos="0">
                  <a:srgbClr val="8AD4CD">
                    <a:gamma/>
                    <a:shade val="54118"/>
                    <a:invGamma/>
                  </a:srgbClr>
                </a:gs>
                <a:gs pos="50000">
                  <a:srgbClr val="8AD4CD"/>
                </a:gs>
                <a:gs pos="100000">
                  <a:srgbClr val="8AD4CD">
                    <a:gamma/>
                    <a:shade val="54118"/>
                    <a:invGamma/>
                  </a:srgbClr>
                </a:gs>
              </a:gsLst>
              <a:lin ang="18900000" scaled="1"/>
            </a:gradFill>
            <a:ln w="38100" algn="ctr">
              <a:noFill/>
              <a:round/>
              <a:headEnd/>
              <a:tailEnd/>
            </a:ln>
            <a:effectLst/>
          </p:spPr>
          <p:txBody>
            <a:bodyPr anchor="ctr">
              <a:spAutoFit/>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latin typeface="Arial" pitchFamily="34" charset="0"/>
              </a:endParaRPr>
            </a:p>
          </p:txBody>
        </p:sp>
        <p:sp>
          <p:nvSpPr>
            <p:cNvPr id="43" name="Oval 29">
              <a:extLst>
                <a:ext uri="{FF2B5EF4-FFF2-40B4-BE49-F238E27FC236}">
                  <a16:creationId xmlns="" xmlns:a16="http://schemas.microsoft.com/office/drawing/2014/main" id="{EC52A3D0-6BC6-4E5D-88F2-AA4F423555B2}"/>
                </a:ext>
              </a:extLst>
            </p:cNvPr>
            <p:cNvSpPr>
              <a:spLocks noChangeArrowheads="1"/>
            </p:cNvSpPr>
            <p:nvPr/>
          </p:nvSpPr>
          <p:spPr bwMode="gray">
            <a:xfrm>
              <a:off x="2337" y="1939"/>
              <a:ext cx="1096" cy="1098"/>
            </a:xfrm>
            <a:prstGeom prst="ellipse">
              <a:avLst/>
            </a:prstGeom>
            <a:gradFill rotWithShape="1">
              <a:gsLst>
                <a:gs pos="0">
                  <a:srgbClr val="21B3E1"/>
                </a:gs>
                <a:gs pos="100000">
                  <a:srgbClr val="21B3E1">
                    <a:gamma/>
                    <a:shade val="48627"/>
                    <a:invGamma/>
                  </a:srgbClr>
                </a:gs>
              </a:gsLst>
              <a:lin ang="2700000" scaled="1"/>
            </a:gradFill>
            <a:ln w="38100" algn="ctr">
              <a:noFill/>
              <a:round/>
              <a:headEnd/>
              <a:tailEnd/>
            </a:ln>
            <a:effectLst/>
          </p:spPr>
          <p:txBody>
            <a:bodyPr anchor="ctr">
              <a:spAutoFit/>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latin typeface="Arial" pitchFamily="34" charset="0"/>
              </a:endParaRPr>
            </a:p>
          </p:txBody>
        </p:sp>
      </p:grpSp>
      <p:grpSp>
        <p:nvGrpSpPr>
          <p:cNvPr id="44" name="Group 30">
            <a:extLst>
              <a:ext uri="{FF2B5EF4-FFF2-40B4-BE49-F238E27FC236}">
                <a16:creationId xmlns="" xmlns:a16="http://schemas.microsoft.com/office/drawing/2014/main" id="{D8A0650F-6DD3-4C51-ACCA-8D5BB33B1046}"/>
              </a:ext>
            </a:extLst>
          </p:cNvPr>
          <p:cNvGrpSpPr>
            <a:grpSpLocks noChangeAspect="1"/>
          </p:cNvGrpSpPr>
          <p:nvPr/>
        </p:nvGrpSpPr>
        <p:grpSpPr bwMode="auto">
          <a:xfrm>
            <a:off x="7206152" y="5557868"/>
            <a:ext cx="381000" cy="381000"/>
            <a:chOff x="2078" y="1680"/>
            <a:chExt cx="1615" cy="1615"/>
          </a:xfrm>
        </p:grpSpPr>
        <p:sp>
          <p:nvSpPr>
            <p:cNvPr id="45" name="Oval 31">
              <a:extLst>
                <a:ext uri="{FF2B5EF4-FFF2-40B4-BE49-F238E27FC236}">
                  <a16:creationId xmlns="" xmlns:a16="http://schemas.microsoft.com/office/drawing/2014/main" id="{25288F4D-41F2-42AF-B1C2-9A7B3EF5B7D3}"/>
                </a:ext>
              </a:extLst>
            </p:cNvPr>
            <p:cNvSpPr>
              <a:spLocks noChangeArrowheads="1"/>
            </p:cNvSpPr>
            <p:nvPr/>
          </p:nvSpPr>
          <p:spPr bwMode="gray">
            <a:xfrm>
              <a:off x="2078" y="1680"/>
              <a:ext cx="1615" cy="1615"/>
            </a:xfrm>
            <a:prstGeom prst="ellipse">
              <a:avLst/>
            </a:prstGeom>
            <a:gradFill rotWithShape="1">
              <a:gsLst>
                <a:gs pos="0">
                  <a:srgbClr val="FFFFFF">
                    <a:gamma/>
                    <a:shade val="46275"/>
                    <a:invGamma/>
                  </a:srgbClr>
                </a:gs>
                <a:gs pos="50000">
                  <a:srgbClr val="FFFFFF"/>
                </a:gs>
                <a:gs pos="100000">
                  <a:srgbClr val="FFFFFF">
                    <a:gamma/>
                    <a:shade val="46275"/>
                    <a:invGamma/>
                  </a:srgbClr>
                </a:gs>
              </a:gsLst>
              <a:lin ang="5400000" scaled="1"/>
            </a:gradFill>
            <a:ln w="57150" algn="ctr">
              <a:noFill/>
              <a:round/>
              <a:headEnd/>
              <a:tailEnd/>
            </a:ln>
            <a:effectLst/>
          </p:spPr>
          <p:txBody>
            <a:bodyPr wrap="none" anchor="ct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latin typeface="Arial" pitchFamily="34" charset="0"/>
              </a:endParaRPr>
            </a:p>
          </p:txBody>
        </p:sp>
        <p:sp>
          <p:nvSpPr>
            <p:cNvPr id="46" name="Oval 32">
              <a:extLst>
                <a:ext uri="{FF2B5EF4-FFF2-40B4-BE49-F238E27FC236}">
                  <a16:creationId xmlns="" xmlns:a16="http://schemas.microsoft.com/office/drawing/2014/main" id="{CF97BF37-BB79-4B18-9D98-AF071CF14C1A}"/>
                </a:ext>
              </a:extLst>
            </p:cNvPr>
            <p:cNvSpPr>
              <a:spLocks noChangeArrowheads="1"/>
            </p:cNvSpPr>
            <p:nvPr/>
          </p:nvSpPr>
          <p:spPr bwMode="gray">
            <a:xfrm>
              <a:off x="2170" y="1771"/>
              <a:ext cx="1430" cy="1430"/>
            </a:xfrm>
            <a:prstGeom prst="ellipse">
              <a:avLst/>
            </a:prstGeom>
            <a:gradFill rotWithShape="1">
              <a:gsLst>
                <a:gs pos="0">
                  <a:srgbClr val="FFFFFF">
                    <a:gamma/>
                    <a:shade val="63529"/>
                    <a:invGamma/>
                  </a:srgbClr>
                </a:gs>
                <a:gs pos="50000">
                  <a:srgbClr val="FFFFFF"/>
                </a:gs>
                <a:gs pos="100000">
                  <a:srgbClr val="FFFFFF">
                    <a:gamma/>
                    <a:shade val="63529"/>
                    <a:invGamma/>
                  </a:srgbClr>
                </a:gs>
              </a:gsLst>
              <a:lin ang="0" scaled="1"/>
            </a:gradFill>
            <a:ln w="9525" algn="ctr">
              <a:noFill/>
              <a:round/>
              <a:headEnd/>
              <a:tailEnd/>
            </a:ln>
            <a:effectLst/>
          </p:spPr>
          <p:txBody>
            <a:bodyPr wrap="none" anchor="ct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latin typeface="Arial" pitchFamily="34" charset="0"/>
              </a:endParaRPr>
            </a:p>
          </p:txBody>
        </p:sp>
        <p:sp>
          <p:nvSpPr>
            <p:cNvPr id="47" name="Oval 33">
              <a:extLst>
                <a:ext uri="{FF2B5EF4-FFF2-40B4-BE49-F238E27FC236}">
                  <a16:creationId xmlns="" xmlns:a16="http://schemas.microsoft.com/office/drawing/2014/main" id="{7279C661-406B-43C8-92AE-751AD25DED0A}"/>
                </a:ext>
              </a:extLst>
            </p:cNvPr>
            <p:cNvSpPr>
              <a:spLocks noChangeArrowheads="1"/>
            </p:cNvSpPr>
            <p:nvPr/>
          </p:nvSpPr>
          <p:spPr bwMode="gray">
            <a:xfrm>
              <a:off x="2254" y="1856"/>
              <a:ext cx="1262" cy="1264"/>
            </a:xfrm>
            <a:prstGeom prst="ellipse">
              <a:avLst/>
            </a:prstGeom>
            <a:gradFill rotWithShape="1">
              <a:gsLst>
                <a:gs pos="0">
                  <a:srgbClr val="8AD4CD">
                    <a:gamma/>
                    <a:tint val="0"/>
                    <a:invGamma/>
                  </a:srgbClr>
                </a:gs>
                <a:gs pos="50000">
                  <a:srgbClr val="8AD4CD"/>
                </a:gs>
                <a:gs pos="100000">
                  <a:srgbClr val="8AD4CD">
                    <a:gamma/>
                    <a:tint val="0"/>
                    <a:invGamma/>
                  </a:srgbClr>
                </a:gs>
              </a:gsLst>
              <a:lin ang="2700000" scaled="1"/>
            </a:gradFill>
            <a:ln w="38100" algn="ctr">
              <a:noFill/>
              <a:round/>
              <a:headEnd/>
              <a:tailEnd/>
            </a:ln>
            <a:effectLst/>
          </p:spPr>
          <p:txBody>
            <a:bodyPr wrap="none" anchor="ctr">
              <a:spAutoFit/>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latin typeface="Arial" pitchFamily="34" charset="0"/>
              </a:endParaRPr>
            </a:p>
          </p:txBody>
        </p:sp>
        <p:sp>
          <p:nvSpPr>
            <p:cNvPr id="48" name="Oval 34">
              <a:extLst>
                <a:ext uri="{FF2B5EF4-FFF2-40B4-BE49-F238E27FC236}">
                  <a16:creationId xmlns="" xmlns:a16="http://schemas.microsoft.com/office/drawing/2014/main" id="{E99053BE-A9C7-411F-ADC0-7B78C2D5F070}"/>
                </a:ext>
              </a:extLst>
            </p:cNvPr>
            <p:cNvSpPr>
              <a:spLocks noChangeArrowheads="1"/>
            </p:cNvSpPr>
            <p:nvPr/>
          </p:nvSpPr>
          <p:spPr bwMode="gray">
            <a:xfrm>
              <a:off x="2254" y="1856"/>
              <a:ext cx="1262" cy="1264"/>
            </a:xfrm>
            <a:prstGeom prst="ellipse">
              <a:avLst/>
            </a:prstGeom>
            <a:gradFill rotWithShape="1">
              <a:gsLst>
                <a:gs pos="0">
                  <a:srgbClr val="8D67E1">
                    <a:gamma/>
                    <a:shade val="0"/>
                    <a:invGamma/>
                  </a:srgbClr>
                </a:gs>
                <a:gs pos="100000">
                  <a:srgbClr val="8D67E1"/>
                </a:gs>
              </a:gsLst>
              <a:lin ang="2700000" scaled="1"/>
            </a:gradFill>
            <a:ln w="38100" algn="ctr">
              <a:noFill/>
              <a:round/>
              <a:headEnd/>
              <a:tailEnd/>
            </a:ln>
            <a:effectLst/>
          </p:spPr>
          <p:txBody>
            <a:bodyPr wrap="none" anchor="ctr">
              <a:spAutoFit/>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latin typeface="Arial" pitchFamily="34" charset="0"/>
              </a:endParaRPr>
            </a:p>
          </p:txBody>
        </p:sp>
        <p:sp>
          <p:nvSpPr>
            <p:cNvPr id="49" name="Oval 35">
              <a:extLst>
                <a:ext uri="{FF2B5EF4-FFF2-40B4-BE49-F238E27FC236}">
                  <a16:creationId xmlns="" xmlns:a16="http://schemas.microsoft.com/office/drawing/2014/main" id="{A01C5860-00E7-4C78-9CF1-950C8C0864A1}"/>
                </a:ext>
              </a:extLst>
            </p:cNvPr>
            <p:cNvSpPr>
              <a:spLocks noChangeArrowheads="1"/>
            </p:cNvSpPr>
            <p:nvPr/>
          </p:nvSpPr>
          <p:spPr bwMode="gray">
            <a:xfrm>
              <a:off x="2337" y="1939"/>
              <a:ext cx="1096" cy="1098"/>
            </a:xfrm>
            <a:prstGeom prst="ellipse">
              <a:avLst/>
            </a:prstGeom>
            <a:gradFill rotWithShape="1">
              <a:gsLst>
                <a:gs pos="0">
                  <a:srgbClr val="8AD4CD">
                    <a:gamma/>
                    <a:shade val="54118"/>
                    <a:invGamma/>
                  </a:srgbClr>
                </a:gs>
                <a:gs pos="50000">
                  <a:srgbClr val="8AD4CD"/>
                </a:gs>
                <a:gs pos="100000">
                  <a:srgbClr val="8AD4CD">
                    <a:gamma/>
                    <a:shade val="54118"/>
                    <a:invGamma/>
                  </a:srgbClr>
                </a:gs>
              </a:gsLst>
              <a:lin ang="18900000" scaled="1"/>
            </a:gradFill>
            <a:ln w="38100" algn="ctr">
              <a:noFill/>
              <a:round/>
              <a:headEnd/>
              <a:tailEnd/>
            </a:ln>
            <a:effectLst/>
          </p:spPr>
          <p:txBody>
            <a:bodyPr anchor="ctr">
              <a:spAutoFit/>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latin typeface="Arial" pitchFamily="34" charset="0"/>
              </a:endParaRPr>
            </a:p>
          </p:txBody>
        </p:sp>
        <p:sp>
          <p:nvSpPr>
            <p:cNvPr id="50" name="Oval 36">
              <a:extLst>
                <a:ext uri="{FF2B5EF4-FFF2-40B4-BE49-F238E27FC236}">
                  <a16:creationId xmlns="" xmlns:a16="http://schemas.microsoft.com/office/drawing/2014/main" id="{474AA11F-5B14-4FC0-974D-5499A704DD68}"/>
                </a:ext>
              </a:extLst>
            </p:cNvPr>
            <p:cNvSpPr>
              <a:spLocks noChangeArrowheads="1"/>
            </p:cNvSpPr>
            <p:nvPr/>
          </p:nvSpPr>
          <p:spPr bwMode="gray">
            <a:xfrm>
              <a:off x="2337" y="1939"/>
              <a:ext cx="1096" cy="1098"/>
            </a:xfrm>
            <a:prstGeom prst="ellipse">
              <a:avLst/>
            </a:prstGeom>
            <a:gradFill rotWithShape="1">
              <a:gsLst>
                <a:gs pos="0">
                  <a:srgbClr val="8D67E1"/>
                </a:gs>
                <a:gs pos="100000">
                  <a:srgbClr val="8D67E1">
                    <a:gamma/>
                    <a:shade val="48627"/>
                    <a:invGamma/>
                  </a:srgbClr>
                </a:gs>
              </a:gsLst>
              <a:lin ang="2700000" scaled="1"/>
            </a:gradFill>
            <a:ln w="38100" algn="ctr">
              <a:noFill/>
              <a:round/>
              <a:headEnd/>
              <a:tailEnd/>
            </a:ln>
            <a:effectLst/>
          </p:spPr>
          <p:txBody>
            <a:bodyPr anchor="ctr">
              <a:spAutoFit/>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latin typeface="Arial" pitchFamily="34" charset="0"/>
              </a:endParaRPr>
            </a:p>
          </p:txBody>
        </p:sp>
      </p:grpSp>
      <p:sp>
        <p:nvSpPr>
          <p:cNvPr id="51" name="TextBox 50">
            <a:extLst>
              <a:ext uri="{FF2B5EF4-FFF2-40B4-BE49-F238E27FC236}">
                <a16:creationId xmlns="" xmlns:a16="http://schemas.microsoft.com/office/drawing/2014/main" id="{0D7C9433-5674-4BC9-A282-6D982E5B3065}"/>
              </a:ext>
            </a:extLst>
          </p:cNvPr>
          <p:cNvSpPr txBox="1"/>
          <p:nvPr/>
        </p:nvSpPr>
        <p:spPr>
          <a:xfrm>
            <a:off x="4119282" y="2971800"/>
            <a:ext cx="65" cy="276999"/>
          </a:xfrm>
          <a:prstGeom prst="rect">
            <a:avLst/>
          </a:prstGeom>
          <a:noFill/>
        </p:spPr>
        <p:txBody>
          <a:bodyPr wrap="none" lIns="0" tIns="0" rIns="0" bIns="0" rtlCol="0">
            <a:spAutoFit/>
          </a:bodyPr>
          <a:lstStyle/>
          <a:p>
            <a:endParaRPr lang="en-US" dirty="0"/>
          </a:p>
        </p:txBody>
      </p:sp>
      <p:sp>
        <p:nvSpPr>
          <p:cNvPr id="56" name="Slide Number Placeholder 3">
            <a:extLst>
              <a:ext uri="{FF2B5EF4-FFF2-40B4-BE49-F238E27FC236}">
                <a16:creationId xmlns="" xmlns:a16="http://schemas.microsoft.com/office/drawing/2014/main" id="{FEFB061F-8AAB-4535-B272-1BA4D5A77191}"/>
              </a:ext>
            </a:extLst>
          </p:cNvPr>
          <p:cNvSpPr>
            <a:spLocks noGrp="1"/>
          </p:cNvSpPr>
          <p:nvPr>
            <p:ph type="sldNum" sz="quarter" idx="12"/>
          </p:nvPr>
        </p:nvSpPr>
        <p:spPr>
          <a:xfrm>
            <a:off x="8965" y="6090313"/>
            <a:ext cx="676835" cy="767687"/>
          </a:xfrm>
        </p:spPr>
        <p:txBody>
          <a:bodyPr/>
          <a:lstStyle/>
          <a:p>
            <a:pPr rtl="1"/>
            <a:fld id="{E8ADF199-8047-440E-B02B-E80683B392F2}" type="slidenum">
              <a:rPr lang="fa-IR" sz="1800" smtClean="0">
                <a:solidFill>
                  <a:schemeClr val="tx1"/>
                </a:solidFill>
                <a:cs typeface="B Lotus" panose="00000400000000000000" pitchFamily="2" charset="-78"/>
              </a:rPr>
              <a:t>16</a:t>
            </a:fld>
            <a:endParaRPr lang="fa-IR" sz="1800" dirty="0">
              <a:solidFill>
                <a:schemeClr val="tx1"/>
              </a:solidFill>
              <a:cs typeface="B Lotus" panose="00000400000000000000" pitchFamily="2" charset="-78"/>
            </a:endParaRPr>
          </a:p>
        </p:txBody>
      </p:sp>
      <p:sp>
        <p:nvSpPr>
          <p:cNvPr id="65" name="AutoShape 3">
            <a:extLst>
              <a:ext uri="{FF2B5EF4-FFF2-40B4-BE49-F238E27FC236}">
                <a16:creationId xmlns="" xmlns:a16="http://schemas.microsoft.com/office/drawing/2014/main" id="{2E7CFF1D-4628-454A-8E3A-7632D84A13A7}"/>
              </a:ext>
            </a:extLst>
          </p:cNvPr>
          <p:cNvSpPr>
            <a:spLocks noChangeArrowheads="1"/>
          </p:cNvSpPr>
          <p:nvPr/>
        </p:nvSpPr>
        <p:spPr bwMode="gray">
          <a:xfrm flipH="1">
            <a:off x="173132" y="59232"/>
            <a:ext cx="2426749" cy="649224"/>
          </a:xfrm>
          <a:prstGeom prst="chevron">
            <a:avLst>
              <a:gd name="adj" fmla="val 17009"/>
            </a:avLst>
          </a:prstGeom>
          <a:solidFill>
            <a:srgbClr val="2842AE"/>
          </a:solidFill>
          <a:ln w="38100">
            <a:solidFill>
              <a:srgbClr val="EAEAEA"/>
            </a:solidFill>
            <a:miter lim="800000"/>
            <a:headEnd/>
            <a:tailEnd/>
          </a:ln>
          <a:effectLst>
            <a:outerShdw dist="109250" dir="3267739" algn="ctr" rotWithShape="0">
              <a:srgbClr val="333333">
                <a:alpha val="50000"/>
              </a:srgbClr>
            </a:outerShdw>
          </a:effectLst>
        </p:spPr>
        <p:txBody>
          <a:bodyPr wrap="square" anchor="ctr">
            <a:spAutoFit/>
          </a:bodyPr>
          <a:lstStyle/>
          <a:p>
            <a:pPr algn="ctr" fontAlgn="base">
              <a:spcBef>
                <a:spcPct val="0"/>
              </a:spcBef>
              <a:spcAft>
                <a:spcPct val="0"/>
              </a:spcAft>
            </a:pPr>
            <a:endParaRPr lang="en-US" kern="0">
              <a:solidFill>
                <a:srgbClr val="3D81BF"/>
              </a:solidFill>
            </a:endParaRPr>
          </a:p>
        </p:txBody>
      </p:sp>
      <p:pic>
        <p:nvPicPr>
          <p:cNvPr id="66" name="Picture 65" descr="پرونده:Azad University logo.png - ویکی‌پدیا، دانشنامهٔ آزاد">
            <a:extLst>
              <a:ext uri="{FF2B5EF4-FFF2-40B4-BE49-F238E27FC236}">
                <a16:creationId xmlns="" xmlns:a16="http://schemas.microsoft.com/office/drawing/2014/main" id="{2F67C891-7A76-4BAB-A300-B54DFBDD9870}"/>
              </a:ext>
            </a:extLst>
          </p:cNvPr>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8610600" y="0"/>
            <a:ext cx="533400" cy="822959"/>
          </a:xfrm>
          <a:prstGeom prst="rect">
            <a:avLst/>
          </a:prstGeom>
          <a:noFill/>
          <a:ln>
            <a:noFill/>
          </a:ln>
        </p:spPr>
      </p:pic>
      <p:sp>
        <p:nvSpPr>
          <p:cNvPr id="67" name="AutoShape 10">
            <a:extLst>
              <a:ext uri="{FF2B5EF4-FFF2-40B4-BE49-F238E27FC236}">
                <a16:creationId xmlns="" xmlns:a16="http://schemas.microsoft.com/office/drawing/2014/main" id="{2A2EA850-A064-4A9D-9C26-C017D368DF1D}"/>
              </a:ext>
            </a:extLst>
          </p:cNvPr>
          <p:cNvSpPr>
            <a:spLocks noChangeArrowheads="1"/>
          </p:cNvSpPr>
          <p:nvPr/>
        </p:nvSpPr>
        <p:spPr bwMode="gray">
          <a:xfrm flipH="1">
            <a:off x="6246677" y="59426"/>
            <a:ext cx="2057400" cy="649224"/>
          </a:xfrm>
          <a:prstGeom prst="chevron">
            <a:avLst>
              <a:gd name="adj" fmla="val 17842"/>
            </a:avLst>
          </a:prstGeom>
          <a:gradFill rotWithShape="1">
            <a:gsLst>
              <a:gs pos="0">
                <a:srgbClr val="84B09A">
                  <a:gamma/>
                  <a:shade val="46275"/>
                  <a:invGamma/>
                </a:srgbClr>
              </a:gs>
              <a:gs pos="50000">
                <a:srgbClr val="84B09A"/>
              </a:gs>
              <a:gs pos="100000">
                <a:srgbClr val="84B09A">
                  <a:gamma/>
                  <a:shade val="46275"/>
                  <a:invGamma/>
                </a:srgbClr>
              </a:gs>
            </a:gsLst>
            <a:lin ang="2700000" scaled="1"/>
          </a:gradFill>
          <a:ln w="38100">
            <a:solidFill>
              <a:srgbClr val="EAEAEA"/>
            </a:solidFill>
            <a:miter lim="800000"/>
            <a:headEnd/>
            <a:tailEnd/>
          </a:ln>
          <a:effectLst>
            <a:outerShdw dist="109250" dir="3267739" algn="ctr" rotWithShape="0">
              <a:srgbClr val="333333">
                <a:alpha val="50000"/>
              </a:srgbClr>
            </a:outerShdw>
          </a:effectLst>
        </p:spPr>
        <p:txBody>
          <a:bodyPr wrap="square" anchor="ctr">
            <a:spAutoFit/>
          </a:bodyPr>
          <a:lstStyle/>
          <a:p>
            <a:pPr algn="ctr" fontAlgn="base">
              <a:spcBef>
                <a:spcPct val="0"/>
              </a:spcBef>
              <a:spcAft>
                <a:spcPct val="0"/>
              </a:spcAft>
            </a:pPr>
            <a:endParaRPr lang="en-US" kern="0" dirty="0">
              <a:solidFill>
                <a:srgbClr val="3D81BF"/>
              </a:solidFill>
            </a:endParaRPr>
          </a:p>
        </p:txBody>
      </p:sp>
      <p:sp>
        <p:nvSpPr>
          <p:cNvPr id="68" name="AutoShape 3">
            <a:extLst>
              <a:ext uri="{FF2B5EF4-FFF2-40B4-BE49-F238E27FC236}">
                <a16:creationId xmlns="" xmlns:a16="http://schemas.microsoft.com/office/drawing/2014/main" id="{B742D6B4-C2BA-456D-8EF1-01FC0D22E95C}"/>
              </a:ext>
            </a:extLst>
          </p:cNvPr>
          <p:cNvSpPr>
            <a:spLocks noChangeArrowheads="1"/>
          </p:cNvSpPr>
          <p:nvPr/>
        </p:nvSpPr>
        <p:spPr bwMode="gray">
          <a:xfrm flipH="1">
            <a:off x="4200083" y="65559"/>
            <a:ext cx="2056086" cy="649224"/>
          </a:xfrm>
          <a:prstGeom prst="chevron">
            <a:avLst>
              <a:gd name="adj" fmla="val 17009"/>
            </a:avLst>
          </a:prstGeom>
          <a:gradFill rotWithShape="1">
            <a:gsLst>
              <a:gs pos="0">
                <a:srgbClr val="84B09A">
                  <a:gamma/>
                  <a:shade val="46275"/>
                  <a:invGamma/>
                </a:srgbClr>
              </a:gs>
              <a:gs pos="50000">
                <a:srgbClr val="84B09A"/>
              </a:gs>
              <a:gs pos="100000">
                <a:srgbClr val="84B09A">
                  <a:gamma/>
                  <a:shade val="46275"/>
                  <a:invGamma/>
                </a:srgbClr>
              </a:gs>
            </a:gsLst>
            <a:lin ang="2700000" scaled="1"/>
          </a:gradFill>
          <a:ln w="38100">
            <a:solidFill>
              <a:srgbClr val="EAEAEA"/>
            </a:solidFill>
            <a:miter lim="800000"/>
            <a:headEnd/>
            <a:tailEnd/>
          </a:ln>
          <a:effectLst>
            <a:outerShdw dist="109250" dir="3267739" algn="ctr" rotWithShape="0">
              <a:srgbClr val="333333">
                <a:alpha val="50000"/>
              </a:srgbClr>
            </a:outerShdw>
          </a:effectLst>
        </p:spPr>
        <p:txBody>
          <a:bodyPr wrap="square" anchor="ctr">
            <a:spAutoFit/>
          </a:bodyPr>
          <a:lstStyle/>
          <a:p>
            <a:pPr algn="ctr" fontAlgn="base">
              <a:spcBef>
                <a:spcPct val="0"/>
              </a:spcBef>
              <a:spcAft>
                <a:spcPct val="0"/>
              </a:spcAft>
            </a:pPr>
            <a:endParaRPr lang="en-US" kern="0" dirty="0">
              <a:solidFill>
                <a:srgbClr val="3D81BF"/>
              </a:solidFill>
            </a:endParaRPr>
          </a:p>
        </p:txBody>
      </p:sp>
      <p:sp>
        <p:nvSpPr>
          <p:cNvPr id="69" name="AutoShape 3">
            <a:extLst>
              <a:ext uri="{FF2B5EF4-FFF2-40B4-BE49-F238E27FC236}">
                <a16:creationId xmlns="" xmlns:a16="http://schemas.microsoft.com/office/drawing/2014/main" id="{A5531835-C6DF-4085-9BDC-A727B5CE3B64}"/>
              </a:ext>
            </a:extLst>
          </p:cNvPr>
          <p:cNvSpPr>
            <a:spLocks noChangeArrowheads="1"/>
          </p:cNvSpPr>
          <p:nvPr/>
        </p:nvSpPr>
        <p:spPr bwMode="gray">
          <a:xfrm flipH="1">
            <a:off x="2599881" y="59232"/>
            <a:ext cx="1600202" cy="649224"/>
          </a:xfrm>
          <a:prstGeom prst="chevron">
            <a:avLst>
              <a:gd name="adj" fmla="val 17009"/>
            </a:avLst>
          </a:prstGeom>
          <a:gradFill rotWithShape="1">
            <a:gsLst>
              <a:gs pos="0">
                <a:srgbClr val="84B09A">
                  <a:gamma/>
                  <a:shade val="46275"/>
                  <a:invGamma/>
                </a:srgbClr>
              </a:gs>
              <a:gs pos="50000">
                <a:srgbClr val="84B09A"/>
              </a:gs>
              <a:gs pos="100000">
                <a:srgbClr val="84B09A">
                  <a:gamma/>
                  <a:shade val="46275"/>
                  <a:invGamma/>
                </a:srgbClr>
              </a:gs>
            </a:gsLst>
            <a:lin ang="2700000" scaled="1"/>
          </a:gradFill>
          <a:ln w="38100">
            <a:solidFill>
              <a:srgbClr val="EAEAEA"/>
            </a:solidFill>
            <a:miter lim="800000"/>
            <a:headEnd/>
            <a:tailEnd/>
          </a:ln>
          <a:effectLst>
            <a:outerShdw dist="109250" dir="3267739" algn="ctr" rotWithShape="0">
              <a:srgbClr val="333333">
                <a:alpha val="50000"/>
              </a:srgbClr>
            </a:outerShdw>
          </a:effectLst>
        </p:spPr>
        <p:txBody>
          <a:bodyPr wrap="square" anchor="ctr">
            <a:spAutoFit/>
          </a:bodyPr>
          <a:lstStyle/>
          <a:p>
            <a:pPr algn="ctr" fontAlgn="base">
              <a:spcBef>
                <a:spcPct val="0"/>
              </a:spcBef>
              <a:spcAft>
                <a:spcPct val="0"/>
              </a:spcAft>
            </a:pPr>
            <a:endParaRPr lang="en-US" kern="0">
              <a:solidFill>
                <a:srgbClr val="3D81BF"/>
              </a:solidFill>
            </a:endParaRPr>
          </a:p>
        </p:txBody>
      </p:sp>
      <p:sp>
        <p:nvSpPr>
          <p:cNvPr id="70" name="Rectangle 69">
            <a:extLst>
              <a:ext uri="{FF2B5EF4-FFF2-40B4-BE49-F238E27FC236}">
                <a16:creationId xmlns="" xmlns:a16="http://schemas.microsoft.com/office/drawing/2014/main" id="{B51F10B5-E430-4BC2-858C-405C3B009988}"/>
              </a:ext>
            </a:extLst>
          </p:cNvPr>
          <p:cNvSpPr/>
          <p:nvPr/>
        </p:nvSpPr>
        <p:spPr>
          <a:xfrm>
            <a:off x="403231" y="91457"/>
            <a:ext cx="2056085" cy="584775"/>
          </a:xfrm>
          <a:prstGeom prst="rect">
            <a:avLst/>
          </a:prstGeom>
        </p:spPr>
        <p:txBody>
          <a:bodyPr wrap="square">
            <a:spAutoFit/>
          </a:bodyPr>
          <a:lstStyle/>
          <a:p>
            <a:pPr lvl="0" algn="ctr" rtl="1" fontAlgn="base">
              <a:spcBef>
                <a:spcPct val="0"/>
              </a:spcBef>
              <a:spcAft>
                <a:spcPct val="0"/>
              </a:spcAft>
            </a:pPr>
            <a:r>
              <a:rPr lang="fa-IR" sz="1600" b="1" dirty="0" smtClean="0">
                <a:solidFill>
                  <a:srgbClr val="FFFFFF"/>
                </a:solidFill>
                <a:latin typeface="Times New Roman" panose="02020603050405020304" pitchFamily="18" charset="0"/>
                <a:cs typeface="B Nazanin" panose="00000400000000000000" pitchFamily="2" charset="-78"/>
              </a:rPr>
              <a:t> پیاده سازی و ارزیابی همسان ساز پیشنهادی</a:t>
            </a:r>
            <a:endParaRPr lang="fa-IR" sz="1600" b="1" dirty="0">
              <a:solidFill>
                <a:srgbClr val="FFFFFF"/>
              </a:solidFill>
              <a:latin typeface="Times New Roman" panose="02020603050405020304" pitchFamily="18" charset="0"/>
              <a:cs typeface="B Nazanin" panose="00000400000000000000" pitchFamily="2" charset="-78"/>
            </a:endParaRPr>
          </a:p>
        </p:txBody>
      </p:sp>
      <p:sp>
        <p:nvSpPr>
          <p:cNvPr id="71" name="Rectangle 70">
            <a:extLst>
              <a:ext uri="{FF2B5EF4-FFF2-40B4-BE49-F238E27FC236}">
                <a16:creationId xmlns="" xmlns:a16="http://schemas.microsoft.com/office/drawing/2014/main" id="{BA7FD763-7392-4FB3-B13F-EF9D935A7C24}"/>
              </a:ext>
            </a:extLst>
          </p:cNvPr>
          <p:cNvSpPr/>
          <p:nvPr/>
        </p:nvSpPr>
        <p:spPr>
          <a:xfrm>
            <a:off x="2636749" y="78259"/>
            <a:ext cx="1600200" cy="584775"/>
          </a:xfrm>
          <a:prstGeom prst="rect">
            <a:avLst/>
          </a:prstGeom>
        </p:spPr>
        <p:txBody>
          <a:bodyPr wrap="square">
            <a:spAutoFit/>
          </a:bodyPr>
          <a:lstStyle/>
          <a:p>
            <a:pPr lvl="0" algn="ctr" rtl="1" fontAlgn="base">
              <a:spcBef>
                <a:spcPct val="0"/>
              </a:spcBef>
              <a:spcAft>
                <a:spcPct val="0"/>
              </a:spcAft>
            </a:pPr>
            <a:r>
              <a:rPr lang="fa-IR" sz="1600" b="1" dirty="0">
                <a:solidFill>
                  <a:srgbClr val="FFFFFF"/>
                </a:solidFill>
                <a:latin typeface="Times New Roman" panose="02020603050405020304" pitchFamily="18" charset="0"/>
                <a:cs typeface="B Nazanin" panose="00000400000000000000" pitchFamily="2" charset="-78"/>
              </a:rPr>
              <a:t>همسان سازی پیشنهادی</a:t>
            </a:r>
          </a:p>
        </p:txBody>
      </p:sp>
      <p:sp>
        <p:nvSpPr>
          <p:cNvPr id="72" name="Rectangle 71">
            <a:extLst>
              <a:ext uri="{FF2B5EF4-FFF2-40B4-BE49-F238E27FC236}">
                <a16:creationId xmlns="" xmlns:a16="http://schemas.microsoft.com/office/drawing/2014/main" id="{4E566E01-C2D9-408C-9484-C0EBBF4D2C33}"/>
              </a:ext>
            </a:extLst>
          </p:cNvPr>
          <p:cNvSpPr/>
          <p:nvPr/>
        </p:nvSpPr>
        <p:spPr>
          <a:xfrm>
            <a:off x="4495138" y="91457"/>
            <a:ext cx="1443038" cy="584775"/>
          </a:xfrm>
          <a:prstGeom prst="rect">
            <a:avLst/>
          </a:prstGeom>
        </p:spPr>
        <p:txBody>
          <a:bodyPr wrap="square">
            <a:spAutoFit/>
          </a:bodyPr>
          <a:lstStyle/>
          <a:p>
            <a:pPr lvl="0" algn="ctr" rtl="1" fontAlgn="base">
              <a:spcBef>
                <a:spcPct val="0"/>
              </a:spcBef>
              <a:spcAft>
                <a:spcPct val="0"/>
              </a:spcAft>
            </a:pPr>
            <a:r>
              <a:rPr lang="fa-IR" sz="1600" b="1" dirty="0">
                <a:solidFill>
                  <a:srgbClr val="FFFFFF"/>
                </a:solidFill>
                <a:latin typeface="Times New Roman" panose="02020603050405020304" pitchFamily="18" charset="0"/>
                <a:cs typeface="B Nazanin" panose="00000400000000000000" pitchFamily="2" charset="-78"/>
              </a:rPr>
              <a:t>همسان سازی باتری</a:t>
            </a:r>
          </a:p>
        </p:txBody>
      </p:sp>
      <p:sp>
        <p:nvSpPr>
          <p:cNvPr id="73" name="Rectangle 72">
            <a:extLst>
              <a:ext uri="{FF2B5EF4-FFF2-40B4-BE49-F238E27FC236}">
                <a16:creationId xmlns="" xmlns:a16="http://schemas.microsoft.com/office/drawing/2014/main" id="{4574B186-F112-4A6C-ADFE-E46D302B236B}"/>
              </a:ext>
            </a:extLst>
          </p:cNvPr>
          <p:cNvSpPr/>
          <p:nvPr/>
        </p:nvSpPr>
        <p:spPr>
          <a:xfrm>
            <a:off x="6499957" y="197162"/>
            <a:ext cx="1626786" cy="323165"/>
          </a:xfrm>
          <a:prstGeom prst="rect">
            <a:avLst/>
          </a:prstGeom>
        </p:spPr>
        <p:txBody>
          <a:bodyPr wrap="square">
            <a:spAutoFit/>
          </a:bodyPr>
          <a:lstStyle/>
          <a:p>
            <a:pPr lvl="0" algn="ctr" fontAlgn="base">
              <a:spcBef>
                <a:spcPct val="0"/>
              </a:spcBef>
              <a:spcAft>
                <a:spcPct val="0"/>
              </a:spcAft>
              <a:defRPr/>
            </a:pPr>
            <a:r>
              <a:rPr lang="fa-IR" sz="1500" b="1" kern="0" dirty="0">
                <a:solidFill>
                  <a:srgbClr val="FFFFFF"/>
                </a:solidFill>
                <a:latin typeface="Times New Roman" panose="02020603050405020304" pitchFamily="18" charset="0"/>
                <a:cs typeface="B Nazanin" pitchFamily="2" charset="-78"/>
              </a:rPr>
              <a:t>باتری ها</a:t>
            </a:r>
            <a:endParaRPr lang="en-US" sz="1500" b="1" kern="0" dirty="0">
              <a:solidFill>
                <a:srgbClr val="FFFFFF"/>
              </a:solidFill>
              <a:latin typeface="Times New Roman" panose="02020603050405020304" pitchFamily="18" charset="0"/>
              <a:cs typeface="B Nazanin" pitchFamily="2" charset="-78"/>
            </a:endParaRPr>
          </a:p>
        </p:txBody>
      </p:sp>
      <p:sp>
        <p:nvSpPr>
          <p:cNvPr id="52" name="Rounded Rectangle 175">
            <a:extLst>
              <a:ext uri="{FF2B5EF4-FFF2-40B4-BE49-F238E27FC236}">
                <a16:creationId xmlns="" xmlns:a16="http://schemas.microsoft.com/office/drawing/2014/main" id="{72F1F36F-BC0F-4EAB-B733-3BEB63BA174F}"/>
              </a:ext>
            </a:extLst>
          </p:cNvPr>
          <p:cNvSpPr/>
          <p:nvPr/>
        </p:nvSpPr>
        <p:spPr bwMode="auto">
          <a:xfrm>
            <a:off x="4953000" y="1066930"/>
            <a:ext cx="4294094" cy="418072"/>
          </a:xfrm>
          <a:prstGeom prst="roundRect">
            <a:avLst/>
          </a:prstGeom>
          <a:solidFill>
            <a:srgbClr val="3D81BF">
              <a:lumMod val="75000"/>
            </a:srgbClr>
          </a:solidFill>
          <a:ln w="9525" cap="flat" cmpd="sng" algn="ctr">
            <a:solidFill>
              <a:srgbClr val="000000"/>
            </a:solidFill>
            <a:prstDash val="solid"/>
            <a:round/>
            <a:headEnd type="none" w="med" len="med"/>
            <a:tailEnd type="none" w="med" len="med"/>
          </a:ln>
          <a:effectLst>
            <a:reflection blurRad="6350" stA="50000" endA="300" endPos="55000" dir="5400000" sy="-100000" algn="bl" rotWithShape="0"/>
          </a:effectLst>
          <a:scene3d>
            <a:camera prst="isometricOffAxis2Left"/>
            <a:lightRig rig="threePt" dir="t"/>
          </a:scene3d>
        </p:spPr>
        <p:txBody>
          <a:bodyPr vert="horz" wrap="square" lIns="91440" tIns="45720" rIns="91440" bIns="45720" numCol="1" rtlCol="0" anchor="t" anchorCtr="0" compatLnSpc="1">
            <a:prstTxWarp prst="textNoShape">
              <a:avLst/>
            </a:prstTxWarp>
          </a:bodyPr>
          <a:lstStyle/>
          <a:p>
            <a:pPr lvl="0" algn="ctr" rtl="1" fontAlgn="base">
              <a:spcBef>
                <a:spcPct val="0"/>
              </a:spcBef>
              <a:spcAft>
                <a:spcPct val="0"/>
              </a:spcAft>
            </a:pPr>
            <a:r>
              <a:rPr lang="fa-IR" sz="2000" b="1" dirty="0" smtClean="0">
                <a:solidFill>
                  <a:srgbClr val="FFFFFF"/>
                </a:solidFill>
                <a:latin typeface="Times New Roman" panose="02020603050405020304" pitchFamily="18" charset="0"/>
                <a:cs typeface="B Nazanin" panose="00000400000000000000" pitchFamily="2" charset="-78"/>
              </a:rPr>
              <a:t> پیاده سازی و ارزیابی همسان ساز پیشنهادی</a:t>
            </a:r>
            <a:endParaRPr lang="fa-IR" sz="2000" b="1" dirty="0">
              <a:solidFill>
                <a:srgbClr val="FFFFFF"/>
              </a:solidFill>
              <a:latin typeface="Times New Roman" panose="02020603050405020304" pitchFamily="18" charset="0"/>
              <a:cs typeface="B Nazanin" panose="00000400000000000000" pitchFamily="2" charset="-78"/>
            </a:endParaRPr>
          </a:p>
        </p:txBody>
      </p:sp>
      <p:sp>
        <p:nvSpPr>
          <p:cNvPr id="53" name="Rectangle 52"/>
          <p:cNvSpPr/>
          <p:nvPr/>
        </p:nvSpPr>
        <p:spPr>
          <a:xfrm>
            <a:off x="148663" y="916237"/>
            <a:ext cx="4051420" cy="523220"/>
          </a:xfrm>
          <a:prstGeom prst="rect">
            <a:avLst/>
          </a:prstGeom>
        </p:spPr>
        <p:txBody>
          <a:bodyPr wrap="square">
            <a:spAutoFit/>
          </a:bodyPr>
          <a:lstStyle/>
          <a:p>
            <a:pPr rtl="1" fontAlgn="base">
              <a:spcBef>
                <a:spcPct val="0"/>
              </a:spcBef>
              <a:spcAft>
                <a:spcPct val="0"/>
              </a:spcAft>
            </a:pPr>
            <a:r>
              <a:rPr lang="fa-IR" sz="2800" dirty="0" smtClean="0">
                <a:cs typeface="B Lotus" panose="00000400000000000000" pitchFamily="2" charset="-78"/>
              </a:rPr>
              <a:t>ارزیابی الگوریتم پیشنهادی</a:t>
            </a:r>
            <a:endParaRPr lang="en-US" sz="2800"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4110265161"/>
      </p:ext>
    </p:extLst>
  </p:cSld>
  <p:clrMapOvr>
    <a:masterClrMapping/>
  </p:clrMapOvr>
  <p:timing>
    <p:tnLst>
      <p:par>
        <p:cTn id="1" dur="indefinite" restart="never" nodeType="tmRoot"/>
      </p:par>
    </p:tn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3" name="Picture 32"/>
          <p:cNvPicPr/>
          <p:nvPr/>
        </p:nvPicPr>
        <p:blipFill rotWithShape="1">
          <a:blip r:embed="rId3" cstate="print">
            <a:extLst>
              <a:ext uri="{28A0092B-C50C-407E-A947-70E740481C1C}">
                <a14:useLocalDpi xmlns:a14="http://schemas.microsoft.com/office/drawing/2010/main" val="0"/>
              </a:ext>
            </a:extLst>
          </a:blip>
          <a:srcRect l="6449"/>
          <a:stretch/>
        </p:blipFill>
        <p:spPr bwMode="auto">
          <a:xfrm>
            <a:off x="76200" y="3909179"/>
            <a:ext cx="4497327" cy="2227157"/>
          </a:xfrm>
          <a:prstGeom prst="rect">
            <a:avLst/>
          </a:prstGeom>
          <a:noFill/>
          <a:ln>
            <a:noFill/>
          </a:ln>
        </p:spPr>
      </p:pic>
      <p:sp>
        <p:nvSpPr>
          <p:cNvPr id="43" name="AutoShape 3">
            <a:extLst>
              <a:ext uri="{FF2B5EF4-FFF2-40B4-BE49-F238E27FC236}">
                <a16:creationId xmlns="" xmlns:a16="http://schemas.microsoft.com/office/drawing/2014/main" id="{2E7CFF1D-4628-454A-8E3A-7632D84A13A7}"/>
              </a:ext>
            </a:extLst>
          </p:cNvPr>
          <p:cNvSpPr>
            <a:spLocks noChangeArrowheads="1"/>
          </p:cNvSpPr>
          <p:nvPr/>
        </p:nvSpPr>
        <p:spPr bwMode="gray">
          <a:xfrm flipH="1">
            <a:off x="173132" y="59232"/>
            <a:ext cx="2426749" cy="649224"/>
          </a:xfrm>
          <a:prstGeom prst="chevron">
            <a:avLst>
              <a:gd name="adj" fmla="val 17009"/>
            </a:avLst>
          </a:prstGeom>
          <a:solidFill>
            <a:srgbClr val="2842AE"/>
          </a:solidFill>
          <a:ln w="38100">
            <a:solidFill>
              <a:srgbClr val="EAEAEA"/>
            </a:solidFill>
            <a:miter lim="800000"/>
            <a:headEnd/>
            <a:tailEnd/>
          </a:ln>
          <a:effectLst>
            <a:outerShdw dist="109250" dir="3267739" algn="ctr" rotWithShape="0">
              <a:srgbClr val="333333">
                <a:alpha val="50000"/>
              </a:srgbClr>
            </a:outerShdw>
          </a:effectLst>
        </p:spPr>
        <p:txBody>
          <a:bodyPr wrap="square" anchor="ctr">
            <a:spAutoFit/>
          </a:bodyPr>
          <a:lstStyle/>
          <a:p>
            <a:pPr algn="ctr" fontAlgn="base">
              <a:spcBef>
                <a:spcPct val="0"/>
              </a:spcBef>
              <a:spcAft>
                <a:spcPct val="0"/>
              </a:spcAft>
            </a:pPr>
            <a:endParaRPr lang="en-US" kern="0">
              <a:solidFill>
                <a:srgbClr val="3D81BF"/>
              </a:solidFill>
            </a:endParaRPr>
          </a:p>
        </p:txBody>
      </p:sp>
      <p:sp>
        <p:nvSpPr>
          <p:cNvPr id="26" name="Slide Number Placeholder 3">
            <a:extLst>
              <a:ext uri="{FF2B5EF4-FFF2-40B4-BE49-F238E27FC236}">
                <a16:creationId xmlns="" xmlns:a16="http://schemas.microsoft.com/office/drawing/2014/main" id="{FEFB061F-8AAB-4535-B272-1BA4D5A77191}"/>
              </a:ext>
            </a:extLst>
          </p:cNvPr>
          <p:cNvSpPr txBox="1">
            <a:spLocks/>
          </p:cNvSpPr>
          <p:nvPr/>
        </p:nvSpPr>
        <p:spPr>
          <a:xfrm>
            <a:off x="8965" y="6090313"/>
            <a:ext cx="676835" cy="767687"/>
          </a:xfrm>
          <a:prstGeom prst="rect">
            <a:avLst/>
          </a:prstGeom>
        </p:spPr>
        <p:txBody>
          <a:bodyPr vert="horz" lIns="91440" tIns="45720" rIns="91440" bIns="45720" rtlCol="0" anchor="ctr"/>
          <a:lstStyle>
            <a:defPPr>
              <a:defRPr lang="en-US"/>
            </a:defPPr>
            <a:lvl1pPr marL="0" algn="l" defTabSz="914400" rtl="0" eaLnBrk="1" latinLnBrk="0" hangingPunct="1">
              <a:defRPr sz="1400" b="1" kern="1200">
                <a:solidFill>
                  <a:srgbClr val="FFFFFF"/>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rtl="1"/>
            <a:fld id="{E8ADF199-8047-440E-B02B-E80683B392F2}" type="slidenum">
              <a:rPr lang="fa-IR" sz="1800" smtClean="0">
                <a:solidFill>
                  <a:schemeClr val="tx1"/>
                </a:solidFill>
                <a:cs typeface="B Lotus" panose="00000400000000000000" pitchFamily="2" charset="-78"/>
              </a:rPr>
              <a:pPr rtl="1"/>
              <a:t>17</a:t>
            </a:fld>
            <a:endParaRPr lang="fa-IR" sz="1800" dirty="0">
              <a:solidFill>
                <a:schemeClr val="tx1"/>
              </a:solidFill>
              <a:cs typeface="B Lotus" panose="00000400000000000000" pitchFamily="2" charset="-78"/>
            </a:endParaRPr>
          </a:p>
        </p:txBody>
      </p:sp>
      <p:pic>
        <p:nvPicPr>
          <p:cNvPr id="30" name="Picture 29" descr="پرونده:Azad University logo.png - ویکی‌پدیا، دانشنامهٔ آزاد">
            <a:extLst>
              <a:ext uri="{FF2B5EF4-FFF2-40B4-BE49-F238E27FC236}">
                <a16:creationId xmlns="" xmlns:a16="http://schemas.microsoft.com/office/drawing/2014/main" id="{2F67C891-7A76-4BAB-A300-B54DFBDD9870}"/>
              </a:ext>
            </a:extLst>
          </p:cNvPr>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8610600" y="0"/>
            <a:ext cx="533400" cy="822959"/>
          </a:xfrm>
          <a:prstGeom prst="rect">
            <a:avLst/>
          </a:prstGeom>
          <a:noFill/>
          <a:ln>
            <a:noFill/>
          </a:ln>
        </p:spPr>
      </p:pic>
      <p:sp>
        <p:nvSpPr>
          <p:cNvPr id="35" name="AutoShape 10">
            <a:extLst>
              <a:ext uri="{FF2B5EF4-FFF2-40B4-BE49-F238E27FC236}">
                <a16:creationId xmlns="" xmlns:a16="http://schemas.microsoft.com/office/drawing/2014/main" id="{2A2EA850-A064-4A9D-9C26-C017D368DF1D}"/>
              </a:ext>
            </a:extLst>
          </p:cNvPr>
          <p:cNvSpPr>
            <a:spLocks noChangeArrowheads="1"/>
          </p:cNvSpPr>
          <p:nvPr/>
        </p:nvSpPr>
        <p:spPr bwMode="gray">
          <a:xfrm flipH="1">
            <a:off x="6246677" y="59426"/>
            <a:ext cx="2057400" cy="649224"/>
          </a:xfrm>
          <a:prstGeom prst="chevron">
            <a:avLst>
              <a:gd name="adj" fmla="val 17842"/>
            </a:avLst>
          </a:prstGeom>
          <a:gradFill rotWithShape="1">
            <a:gsLst>
              <a:gs pos="0">
                <a:srgbClr val="84B09A">
                  <a:gamma/>
                  <a:shade val="46275"/>
                  <a:invGamma/>
                </a:srgbClr>
              </a:gs>
              <a:gs pos="50000">
                <a:srgbClr val="84B09A"/>
              </a:gs>
              <a:gs pos="100000">
                <a:srgbClr val="84B09A">
                  <a:gamma/>
                  <a:shade val="46275"/>
                  <a:invGamma/>
                </a:srgbClr>
              </a:gs>
            </a:gsLst>
            <a:lin ang="2700000" scaled="1"/>
          </a:gradFill>
          <a:ln w="38100">
            <a:solidFill>
              <a:srgbClr val="EAEAEA"/>
            </a:solidFill>
            <a:miter lim="800000"/>
            <a:headEnd/>
            <a:tailEnd/>
          </a:ln>
          <a:effectLst>
            <a:outerShdw dist="109250" dir="3267739" algn="ctr" rotWithShape="0">
              <a:srgbClr val="333333">
                <a:alpha val="50000"/>
              </a:srgbClr>
            </a:outerShdw>
          </a:effectLst>
        </p:spPr>
        <p:txBody>
          <a:bodyPr wrap="square" anchor="ctr">
            <a:spAutoFit/>
          </a:bodyPr>
          <a:lstStyle/>
          <a:p>
            <a:pPr algn="ctr" fontAlgn="base">
              <a:spcBef>
                <a:spcPct val="0"/>
              </a:spcBef>
              <a:spcAft>
                <a:spcPct val="0"/>
              </a:spcAft>
            </a:pPr>
            <a:endParaRPr lang="en-US" kern="0" dirty="0">
              <a:solidFill>
                <a:srgbClr val="3D81BF"/>
              </a:solidFill>
            </a:endParaRPr>
          </a:p>
        </p:txBody>
      </p:sp>
      <p:sp>
        <p:nvSpPr>
          <p:cNvPr id="36" name="AutoShape 3">
            <a:extLst>
              <a:ext uri="{FF2B5EF4-FFF2-40B4-BE49-F238E27FC236}">
                <a16:creationId xmlns="" xmlns:a16="http://schemas.microsoft.com/office/drawing/2014/main" id="{B742D6B4-C2BA-456D-8EF1-01FC0D22E95C}"/>
              </a:ext>
            </a:extLst>
          </p:cNvPr>
          <p:cNvSpPr>
            <a:spLocks noChangeArrowheads="1"/>
          </p:cNvSpPr>
          <p:nvPr/>
        </p:nvSpPr>
        <p:spPr bwMode="gray">
          <a:xfrm flipH="1">
            <a:off x="4200083" y="65559"/>
            <a:ext cx="2056086" cy="649224"/>
          </a:xfrm>
          <a:prstGeom prst="chevron">
            <a:avLst>
              <a:gd name="adj" fmla="val 17009"/>
            </a:avLst>
          </a:prstGeom>
          <a:gradFill rotWithShape="1">
            <a:gsLst>
              <a:gs pos="0">
                <a:srgbClr val="84B09A">
                  <a:gamma/>
                  <a:shade val="46275"/>
                  <a:invGamma/>
                </a:srgbClr>
              </a:gs>
              <a:gs pos="50000">
                <a:srgbClr val="84B09A"/>
              </a:gs>
              <a:gs pos="100000">
                <a:srgbClr val="84B09A">
                  <a:gamma/>
                  <a:shade val="46275"/>
                  <a:invGamma/>
                </a:srgbClr>
              </a:gs>
            </a:gsLst>
            <a:lin ang="2700000" scaled="1"/>
          </a:gradFill>
          <a:ln w="38100">
            <a:solidFill>
              <a:srgbClr val="EAEAEA"/>
            </a:solidFill>
            <a:miter lim="800000"/>
            <a:headEnd/>
            <a:tailEnd/>
          </a:ln>
          <a:effectLst>
            <a:outerShdw dist="109250" dir="3267739" algn="ctr" rotWithShape="0">
              <a:srgbClr val="333333">
                <a:alpha val="50000"/>
              </a:srgbClr>
            </a:outerShdw>
          </a:effectLst>
        </p:spPr>
        <p:txBody>
          <a:bodyPr wrap="square" anchor="ctr">
            <a:spAutoFit/>
          </a:bodyPr>
          <a:lstStyle/>
          <a:p>
            <a:pPr algn="ctr" fontAlgn="base">
              <a:spcBef>
                <a:spcPct val="0"/>
              </a:spcBef>
              <a:spcAft>
                <a:spcPct val="0"/>
              </a:spcAft>
            </a:pPr>
            <a:endParaRPr lang="en-US" kern="0" dirty="0">
              <a:solidFill>
                <a:srgbClr val="3D81BF"/>
              </a:solidFill>
            </a:endParaRPr>
          </a:p>
        </p:txBody>
      </p:sp>
      <p:sp>
        <p:nvSpPr>
          <p:cNvPr id="37" name="AutoShape 3">
            <a:extLst>
              <a:ext uri="{FF2B5EF4-FFF2-40B4-BE49-F238E27FC236}">
                <a16:creationId xmlns="" xmlns:a16="http://schemas.microsoft.com/office/drawing/2014/main" id="{A5531835-C6DF-4085-9BDC-A727B5CE3B64}"/>
              </a:ext>
            </a:extLst>
          </p:cNvPr>
          <p:cNvSpPr>
            <a:spLocks noChangeArrowheads="1"/>
          </p:cNvSpPr>
          <p:nvPr/>
        </p:nvSpPr>
        <p:spPr bwMode="gray">
          <a:xfrm flipH="1">
            <a:off x="2599881" y="59232"/>
            <a:ext cx="1600202" cy="649224"/>
          </a:xfrm>
          <a:prstGeom prst="chevron">
            <a:avLst>
              <a:gd name="adj" fmla="val 17009"/>
            </a:avLst>
          </a:prstGeom>
          <a:gradFill rotWithShape="1">
            <a:gsLst>
              <a:gs pos="0">
                <a:srgbClr val="84B09A">
                  <a:gamma/>
                  <a:shade val="46275"/>
                  <a:invGamma/>
                </a:srgbClr>
              </a:gs>
              <a:gs pos="50000">
                <a:srgbClr val="84B09A"/>
              </a:gs>
              <a:gs pos="100000">
                <a:srgbClr val="84B09A">
                  <a:gamma/>
                  <a:shade val="46275"/>
                  <a:invGamma/>
                </a:srgbClr>
              </a:gs>
            </a:gsLst>
            <a:lin ang="2700000" scaled="1"/>
          </a:gradFill>
          <a:ln w="38100">
            <a:solidFill>
              <a:srgbClr val="EAEAEA"/>
            </a:solidFill>
            <a:miter lim="800000"/>
            <a:headEnd/>
            <a:tailEnd/>
          </a:ln>
          <a:effectLst>
            <a:outerShdw dist="109250" dir="3267739" algn="ctr" rotWithShape="0">
              <a:srgbClr val="333333">
                <a:alpha val="50000"/>
              </a:srgbClr>
            </a:outerShdw>
          </a:effectLst>
        </p:spPr>
        <p:txBody>
          <a:bodyPr wrap="square" anchor="ctr">
            <a:spAutoFit/>
          </a:bodyPr>
          <a:lstStyle/>
          <a:p>
            <a:pPr algn="ctr" fontAlgn="base">
              <a:spcBef>
                <a:spcPct val="0"/>
              </a:spcBef>
              <a:spcAft>
                <a:spcPct val="0"/>
              </a:spcAft>
            </a:pPr>
            <a:endParaRPr lang="en-US" kern="0">
              <a:solidFill>
                <a:srgbClr val="3D81BF"/>
              </a:solidFill>
            </a:endParaRPr>
          </a:p>
        </p:txBody>
      </p:sp>
      <p:sp>
        <p:nvSpPr>
          <p:cNvPr id="38" name="Rectangle 37">
            <a:extLst>
              <a:ext uri="{FF2B5EF4-FFF2-40B4-BE49-F238E27FC236}">
                <a16:creationId xmlns="" xmlns:a16="http://schemas.microsoft.com/office/drawing/2014/main" id="{B51F10B5-E430-4BC2-858C-405C3B009988}"/>
              </a:ext>
            </a:extLst>
          </p:cNvPr>
          <p:cNvSpPr/>
          <p:nvPr/>
        </p:nvSpPr>
        <p:spPr>
          <a:xfrm>
            <a:off x="403231" y="91457"/>
            <a:ext cx="2056085" cy="584775"/>
          </a:xfrm>
          <a:prstGeom prst="rect">
            <a:avLst/>
          </a:prstGeom>
        </p:spPr>
        <p:txBody>
          <a:bodyPr wrap="square">
            <a:spAutoFit/>
          </a:bodyPr>
          <a:lstStyle/>
          <a:p>
            <a:pPr lvl="0" algn="ctr" rtl="1" fontAlgn="base">
              <a:spcBef>
                <a:spcPct val="0"/>
              </a:spcBef>
              <a:spcAft>
                <a:spcPct val="0"/>
              </a:spcAft>
            </a:pPr>
            <a:r>
              <a:rPr lang="fa-IR" sz="1600" b="1" dirty="0" smtClean="0">
                <a:solidFill>
                  <a:srgbClr val="FFFFFF"/>
                </a:solidFill>
                <a:latin typeface="Times New Roman" panose="02020603050405020304" pitchFamily="18" charset="0"/>
                <a:cs typeface="B Nazanin" panose="00000400000000000000" pitchFamily="2" charset="-78"/>
              </a:rPr>
              <a:t> پیاده سازی و ارزیابی همسان ساز پیشنهادی</a:t>
            </a:r>
            <a:endParaRPr lang="fa-IR" sz="1600" b="1" dirty="0">
              <a:solidFill>
                <a:srgbClr val="FFFFFF"/>
              </a:solidFill>
              <a:latin typeface="Times New Roman" panose="02020603050405020304" pitchFamily="18" charset="0"/>
              <a:cs typeface="B Nazanin" panose="00000400000000000000" pitchFamily="2" charset="-78"/>
            </a:endParaRPr>
          </a:p>
        </p:txBody>
      </p:sp>
      <p:sp>
        <p:nvSpPr>
          <p:cNvPr id="39" name="Rectangle 38">
            <a:extLst>
              <a:ext uri="{FF2B5EF4-FFF2-40B4-BE49-F238E27FC236}">
                <a16:creationId xmlns="" xmlns:a16="http://schemas.microsoft.com/office/drawing/2014/main" id="{BA7FD763-7392-4FB3-B13F-EF9D935A7C24}"/>
              </a:ext>
            </a:extLst>
          </p:cNvPr>
          <p:cNvSpPr/>
          <p:nvPr/>
        </p:nvSpPr>
        <p:spPr>
          <a:xfrm>
            <a:off x="2636749" y="78259"/>
            <a:ext cx="1600200" cy="584775"/>
          </a:xfrm>
          <a:prstGeom prst="rect">
            <a:avLst/>
          </a:prstGeom>
        </p:spPr>
        <p:txBody>
          <a:bodyPr wrap="square">
            <a:spAutoFit/>
          </a:bodyPr>
          <a:lstStyle/>
          <a:p>
            <a:pPr lvl="0" algn="ctr" rtl="1" fontAlgn="base">
              <a:spcBef>
                <a:spcPct val="0"/>
              </a:spcBef>
              <a:spcAft>
                <a:spcPct val="0"/>
              </a:spcAft>
            </a:pPr>
            <a:r>
              <a:rPr lang="fa-IR" sz="1600" b="1" dirty="0">
                <a:solidFill>
                  <a:srgbClr val="FFFFFF"/>
                </a:solidFill>
                <a:latin typeface="Times New Roman" panose="02020603050405020304" pitchFamily="18" charset="0"/>
                <a:cs typeface="B Nazanin" panose="00000400000000000000" pitchFamily="2" charset="-78"/>
              </a:rPr>
              <a:t>همسان سازی پیشنهادی</a:t>
            </a:r>
          </a:p>
        </p:txBody>
      </p:sp>
      <p:sp>
        <p:nvSpPr>
          <p:cNvPr id="40" name="Rectangle 39">
            <a:extLst>
              <a:ext uri="{FF2B5EF4-FFF2-40B4-BE49-F238E27FC236}">
                <a16:creationId xmlns="" xmlns:a16="http://schemas.microsoft.com/office/drawing/2014/main" id="{4E566E01-C2D9-408C-9484-C0EBBF4D2C33}"/>
              </a:ext>
            </a:extLst>
          </p:cNvPr>
          <p:cNvSpPr/>
          <p:nvPr/>
        </p:nvSpPr>
        <p:spPr>
          <a:xfrm>
            <a:off x="4495138" y="91457"/>
            <a:ext cx="1443038" cy="584775"/>
          </a:xfrm>
          <a:prstGeom prst="rect">
            <a:avLst/>
          </a:prstGeom>
        </p:spPr>
        <p:txBody>
          <a:bodyPr wrap="square">
            <a:spAutoFit/>
          </a:bodyPr>
          <a:lstStyle/>
          <a:p>
            <a:pPr lvl="0" algn="ctr" rtl="1" fontAlgn="base">
              <a:spcBef>
                <a:spcPct val="0"/>
              </a:spcBef>
              <a:spcAft>
                <a:spcPct val="0"/>
              </a:spcAft>
            </a:pPr>
            <a:r>
              <a:rPr lang="fa-IR" sz="1600" b="1" dirty="0">
                <a:solidFill>
                  <a:srgbClr val="FFFFFF"/>
                </a:solidFill>
                <a:latin typeface="Times New Roman" panose="02020603050405020304" pitchFamily="18" charset="0"/>
                <a:cs typeface="B Nazanin" panose="00000400000000000000" pitchFamily="2" charset="-78"/>
              </a:rPr>
              <a:t>همسان سازی باتری</a:t>
            </a:r>
          </a:p>
        </p:txBody>
      </p:sp>
      <p:sp>
        <p:nvSpPr>
          <p:cNvPr id="41" name="Rectangle 40">
            <a:extLst>
              <a:ext uri="{FF2B5EF4-FFF2-40B4-BE49-F238E27FC236}">
                <a16:creationId xmlns="" xmlns:a16="http://schemas.microsoft.com/office/drawing/2014/main" id="{4574B186-F112-4A6C-ADFE-E46D302B236B}"/>
              </a:ext>
            </a:extLst>
          </p:cNvPr>
          <p:cNvSpPr/>
          <p:nvPr/>
        </p:nvSpPr>
        <p:spPr>
          <a:xfrm>
            <a:off x="6499957" y="197162"/>
            <a:ext cx="1626786" cy="323165"/>
          </a:xfrm>
          <a:prstGeom prst="rect">
            <a:avLst/>
          </a:prstGeom>
        </p:spPr>
        <p:txBody>
          <a:bodyPr wrap="square">
            <a:spAutoFit/>
          </a:bodyPr>
          <a:lstStyle/>
          <a:p>
            <a:pPr lvl="0" algn="ctr" fontAlgn="base">
              <a:spcBef>
                <a:spcPct val="0"/>
              </a:spcBef>
              <a:spcAft>
                <a:spcPct val="0"/>
              </a:spcAft>
              <a:defRPr/>
            </a:pPr>
            <a:r>
              <a:rPr lang="fa-IR" sz="1500" b="1" kern="0" dirty="0">
                <a:solidFill>
                  <a:srgbClr val="FFFFFF"/>
                </a:solidFill>
                <a:latin typeface="Times New Roman" panose="02020603050405020304" pitchFamily="18" charset="0"/>
                <a:cs typeface="B Nazanin" pitchFamily="2" charset="-78"/>
              </a:rPr>
              <a:t>باتری ها</a:t>
            </a:r>
            <a:endParaRPr lang="en-US" sz="1500" b="1" kern="0" dirty="0">
              <a:solidFill>
                <a:srgbClr val="FFFFFF"/>
              </a:solidFill>
              <a:latin typeface="Times New Roman" panose="02020603050405020304" pitchFamily="18" charset="0"/>
              <a:cs typeface="B Nazanin" pitchFamily="2" charset="-78"/>
            </a:endParaRPr>
          </a:p>
        </p:txBody>
      </p:sp>
      <p:pic>
        <p:nvPicPr>
          <p:cNvPr id="23" name="Picture 22"/>
          <p:cNvPicPr/>
          <p:nvPr/>
        </p:nvPicPr>
        <p:blipFill rotWithShape="1">
          <a:blip r:embed="rId5" cstate="print">
            <a:extLst>
              <a:ext uri="{28A0092B-C50C-407E-A947-70E740481C1C}">
                <a14:useLocalDpi xmlns:a14="http://schemas.microsoft.com/office/drawing/2010/main" val="0"/>
              </a:ext>
            </a:extLst>
          </a:blip>
          <a:srcRect l="5769" t="2861" b="849"/>
          <a:stretch/>
        </p:blipFill>
        <p:spPr bwMode="auto">
          <a:xfrm>
            <a:off x="40715" y="974457"/>
            <a:ext cx="4114800" cy="2512858"/>
          </a:xfrm>
          <a:prstGeom prst="rect">
            <a:avLst/>
          </a:prstGeom>
          <a:noFill/>
          <a:ln>
            <a:noFill/>
          </a:ln>
        </p:spPr>
      </p:pic>
      <mc:AlternateContent xmlns:mc="http://schemas.openxmlformats.org/markup-compatibility/2006">
        <mc:Choice xmlns:a14="http://schemas.microsoft.com/office/drawing/2010/main" Requires="a14">
          <p:sp>
            <p:nvSpPr>
              <p:cNvPr id="6" name="Rectangle 5"/>
              <p:cNvSpPr/>
              <p:nvPr/>
            </p:nvSpPr>
            <p:spPr>
              <a:xfrm>
                <a:off x="678180" y="6304879"/>
                <a:ext cx="7543800" cy="338554"/>
              </a:xfrm>
              <a:prstGeom prst="rect">
                <a:avLst/>
              </a:prstGeom>
            </p:spPr>
            <p:txBody>
              <a:bodyPr wrap="square">
                <a:spAutoFit/>
              </a:bodyPr>
              <a:lstStyle/>
              <a:p>
                <a:pPr lvl="0" algn="ctr" rtl="1">
                  <a:spcAft>
                    <a:spcPts val="300"/>
                  </a:spcAft>
                  <a:defRPr/>
                </a:pPr>
                <a:r>
                  <a:rPr lang="fa-IR" sz="1600" dirty="0">
                    <a:latin typeface="Times New Roman" panose="02020603050405020304" pitchFamily="18" charset="0"/>
                    <a:ea typeface="Calibri" panose="020F0502020204030204" pitchFamily="34" charset="0"/>
                    <a:cs typeface="B Lotus" panose="00000400000000000000" pitchFamily="2" charset="-78"/>
                  </a:rPr>
                  <a:t>شکل </a:t>
                </a:r>
                <a:r>
                  <a:rPr lang="fa-IR" sz="1600" dirty="0" smtClean="0">
                    <a:latin typeface="Times New Roman" panose="02020603050405020304" pitchFamily="18" charset="0"/>
                    <a:ea typeface="Calibri" panose="020F0502020204030204" pitchFamily="34" charset="0"/>
                    <a:cs typeface="B Lotus" panose="00000400000000000000" pitchFamily="2" charset="-78"/>
                  </a:rPr>
                  <a:t>12 </a:t>
                </a:r>
                <a:r>
                  <a:rPr lang="fa-IR" sz="1600" dirty="0" smtClean="0">
                    <a:latin typeface="Times New Roman" panose="02020603050405020304" pitchFamily="18" charset="0"/>
                    <a:ea typeface="Times New Roman" panose="02020603050405020304" pitchFamily="18" charset="0"/>
                    <a:cs typeface="B Nazanin" panose="00000400000000000000" pitchFamily="2" charset="-78"/>
                  </a:rPr>
                  <a:t>خروجی </a:t>
                </a:r>
                <a:r>
                  <a:rPr lang="fa-IR" sz="1600" dirty="0" smtClean="0">
                    <a:latin typeface="Times New Roman" panose="02020603050405020304" pitchFamily="18" charset="0"/>
                    <a:ea typeface="Times New Roman" panose="02020603050405020304" pitchFamily="18" charset="0"/>
                    <a:cs typeface="B Nazanin" panose="00000400000000000000" pitchFamily="2" charset="-78"/>
                  </a:rPr>
                  <a:t>الگوریتم </a:t>
                </a:r>
                <a:r>
                  <a:rPr lang="ar-SA" sz="1600" dirty="0" smtClean="0">
                    <a:latin typeface="Times New Roman" panose="02020603050405020304" pitchFamily="18" charset="0"/>
                    <a:ea typeface="Times New Roman" panose="02020603050405020304" pitchFamily="18" charset="0"/>
                    <a:cs typeface="B Nazanin" panose="00000400000000000000" pitchFamily="2" charset="-78"/>
                  </a:rPr>
                  <a:t>همسان‌سازی </a:t>
                </a:r>
                <a:r>
                  <a:rPr lang="fa-IR" sz="1600" dirty="0" smtClean="0">
                    <a:latin typeface="Times New Roman" panose="02020603050405020304" pitchFamily="18" charset="0"/>
                    <a:ea typeface="Times New Roman" panose="02020603050405020304" pitchFamily="18" charset="0"/>
                    <a:cs typeface="B Nazanin" panose="00000400000000000000" pitchFamily="2" charset="-78"/>
                  </a:rPr>
                  <a:t>پیشنهادی </a:t>
                </a:r>
                <a:r>
                  <a:rPr lang="ar-SA" sz="1600" dirty="0" smtClean="0">
                    <a:latin typeface="Times New Roman" panose="02020603050405020304" pitchFamily="18" charset="0"/>
                    <a:ea typeface="Times New Roman" panose="02020603050405020304" pitchFamily="18" charset="0"/>
                    <a:cs typeface="B Nazanin" panose="00000400000000000000" pitchFamily="2" charset="-78"/>
                  </a:rPr>
                  <a:t>ازای ضرایب </a:t>
                </a:r>
                <a:r>
                  <a:rPr lang="fa-IR" sz="1600" dirty="0">
                    <a:latin typeface="Times New Roman" panose="02020603050405020304" pitchFamily="18" charset="0"/>
                    <a:ea typeface="Times New Roman" panose="02020603050405020304" pitchFamily="18" charset="0"/>
                    <a:cs typeface="B Nazanin" panose="00000400000000000000" pitchFamily="2" charset="-78"/>
                  </a:rPr>
                  <a:t>0/1=</a:t>
                </a:r>
                <a14:m>
                  <m:oMath xmlns:m="http://schemas.openxmlformats.org/officeDocument/2006/math">
                    <m:r>
                      <a:rPr lang="en-US" sz="1600" i="1">
                        <a:latin typeface="Cambria Math" panose="02040503050406030204" pitchFamily="18" charset="0"/>
                        <a:ea typeface="Times New Roman" panose="02020603050405020304" pitchFamily="18" charset="0"/>
                        <a:cs typeface="B Nazanin" panose="00000400000000000000" pitchFamily="2" charset="-78"/>
                      </a:rPr>
                      <m:t>𝛾</m:t>
                    </m:r>
                  </m:oMath>
                </a14:m>
                <a:r>
                  <a:rPr lang="fa-IR" sz="1600" dirty="0">
                    <a:latin typeface="Times New Roman" panose="02020603050405020304" pitchFamily="18" charset="0"/>
                    <a:ea typeface="Times New Roman" panose="02020603050405020304" pitchFamily="18" charset="0"/>
                    <a:cs typeface="B Nazanin" panose="00000400000000000000" pitchFamily="2" charset="-78"/>
                  </a:rPr>
                  <a:t>، 0/8=</a:t>
                </a:r>
                <a14:m>
                  <m:oMath xmlns:m="http://schemas.openxmlformats.org/officeDocument/2006/math">
                    <m:r>
                      <a:rPr lang="en-US" sz="1600" i="1">
                        <a:latin typeface="Cambria Math" panose="02040503050406030204" pitchFamily="18" charset="0"/>
                        <a:ea typeface="Times New Roman" panose="02020603050405020304" pitchFamily="18" charset="0"/>
                        <a:cs typeface="B Nazanin" panose="00000400000000000000" pitchFamily="2" charset="-78"/>
                      </a:rPr>
                      <m:t>𝛽</m:t>
                    </m:r>
                  </m:oMath>
                </a14:m>
                <a:r>
                  <a:rPr lang="fa-IR" sz="1600" dirty="0">
                    <a:latin typeface="Times New Roman" panose="02020603050405020304" pitchFamily="18" charset="0"/>
                    <a:ea typeface="Times New Roman" panose="02020603050405020304" pitchFamily="18" charset="0"/>
                    <a:cs typeface="B Nazanin" panose="00000400000000000000" pitchFamily="2" charset="-78"/>
                  </a:rPr>
                  <a:t> و 0/1=</a:t>
                </a:r>
                <a14:m>
                  <m:oMath xmlns:m="http://schemas.openxmlformats.org/officeDocument/2006/math">
                    <m:r>
                      <a:rPr lang="en-US" sz="1600" i="1">
                        <a:latin typeface="Cambria Math" panose="02040503050406030204" pitchFamily="18" charset="0"/>
                        <a:ea typeface="Times New Roman" panose="02020603050405020304" pitchFamily="18" charset="0"/>
                        <a:cs typeface="B Nazanin" panose="00000400000000000000" pitchFamily="2" charset="-78"/>
                      </a:rPr>
                      <m:t>𝛼</m:t>
                    </m:r>
                  </m:oMath>
                </a14:m>
                <a:r>
                  <a:rPr lang="fa-IR" sz="1600" dirty="0" smtClean="0">
                    <a:latin typeface="Times New Roman" panose="02020603050405020304" pitchFamily="18" charset="0"/>
                    <a:ea typeface="Times New Roman" panose="02020603050405020304" pitchFamily="18" charset="0"/>
                    <a:cs typeface="B Nazanin" panose="00000400000000000000" pitchFamily="2" charset="-78"/>
                  </a:rPr>
                  <a:t>.</a:t>
                </a:r>
                <a:endParaRPr lang="en-US" sz="1600" dirty="0">
                  <a:latin typeface="Times New Roman" panose="02020603050405020304" pitchFamily="18" charset="0"/>
                  <a:ea typeface="Times New Roman" panose="02020603050405020304" pitchFamily="18" charset="0"/>
                  <a:cs typeface="B Nazanin" panose="00000400000000000000" pitchFamily="2" charset="-78"/>
                </a:endParaRPr>
              </a:p>
            </p:txBody>
          </p:sp>
        </mc:Choice>
        <mc:Fallback>
          <p:sp>
            <p:nvSpPr>
              <p:cNvPr id="6" name="Rectangle 5"/>
              <p:cNvSpPr>
                <a:spLocks noRot="1" noChangeAspect="1" noMove="1" noResize="1" noEditPoints="1" noAdjustHandles="1" noChangeArrowheads="1" noChangeShapeType="1" noTextEdit="1"/>
              </p:cNvSpPr>
              <p:nvPr/>
            </p:nvSpPr>
            <p:spPr>
              <a:xfrm>
                <a:off x="678180" y="6304879"/>
                <a:ext cx="7543800" cy="338554"/>
              </a:xfrm>
              <a:prstGeom prst="rect">
                <a:avLst/>
              </a:prstGeom>
              <a:blipFill rotWithShape="0">
                <a:blip r:embed="rId6"/>
                <a:stretch>
                  <a:fillRect t="-3571" b="-26786"/>
                </a:stretch>
              </a:blipFill>
            </p:spPr>
            <p:txBody>
              <a:bodyPr/>
              <a:lstStyle/>
              <a:p>
                <a:r>
                  <a:rPr lang="en-US">
                    <a:noFill/>
                  </a:rPr>
                  <a:t> </a:t>
                </a:r>
              </a:p>
            </p:txBody>
          </p:sp>
        </mc:Fallback>
      </mc:AlternateContent>
      <p:pic>
        <p:nvPicPr>
          <p:cNvPr id="32" name="Picture 31"/>
          <p:cNvPicPr/>
          <p:nvPr/>
        </p:nvPicPr>
        <p:blipFill>
          <a:blip r:embed="rId7" cstate="print">
            <a:extLst>
              <a:ext uri="{28A0092B-C50C-407E-A947-70E740481C1C}">
                <a14:useLocalDpi xmlns:a14="http://schemas.microsoft.com/office/drawing/2010/main" val="0"/>
              </a:ext>
            </a:extLst>
          </a:blip>
          <a:stretch>
            <a:fillRect/>
          </a:stretch>
        </p:blipFill>
        <p:spPr bwMode="auto">
          <a:xfrm>
            <a:off x="3810001" y="1079141"/>
            <a:ext cx="5193590" cy="2408174"/>
          </a:xfrm>
          <a:prstGeom prst="rect">
            <a:avLst/>
          </a:prstGeom>
          <a:noFill/>
          <a:ln>
            <a:noFill/>
          </a:ln>
        </p:spPr>
      </p:pic>
      <p:pic>
        <p:nvPicPr>
          <p:cNvPr id="34" name="Picture 33"/>
          <p:cNvPicPr/>
          <p:nvPr/>
        </p:nvPicPr>
        <p:blipFill rotWithShape="1">
          <a:blip r:embed="rId8" cstate="print">
            <a:extLst>
              <a:ext uri="{28A0092B-C50C-407E-A947-70E740481C1C}">
                <a14:useLocalDpi xmlns:a14="http://schemas.microsoft.com/office/drawing/2010/main" val="0"/>
              </a:ext>
            </a:extLst>
          </a:blip>
          <a:srcRect l="6776"/>
          <a:stretch/>
        </p:blipFill>
        <p:spPr bwMode="auto">
          <a:xfrm>
            <a:off x="4501488" y="3909179"/>
            <a:ext cx="4574015" cy="2193918"/>
          </a:xfrm>
          <a:prstGeom prst="rect">
            <a:avLst/>
          </a:prstGeom>
          <a:noFill/>
          <a:ln>
            <a:noFill/>
          </a:ln>
        </p:spPr>
      </p:pic>
      <p:sp>
        <p:nvSpPr>
          <p:cNvPr id="20" name="Rectangle 19"/>
          <p:cNvSpPr/>
          <p:nvPr/>
        </p:nvSpPr>
        <p:spPr>
          <a:xfrm>
            <a:off x="8475659" y="2949937"/>
            <a:ext cx="599844" cy="369332"/>
          </a:xfrm>
          <a:prstGeom prst="rect">
            <a:avLst/>
          </a:prstGeom>
        </p:spPr>
        <p:txBody>
          <a:bodyPr wrap="none">
            <a:spAutoFit/>
          </a:bodyPr>
          <a:lstStyle/>
          <a:p>
            <a:r>
              <a:rPr lang="fa-IR" dirty="0" smtClean="0">
                <a:latin typeface="Times New Roman" panose="02020603050405020304" pitchFamily="18" charset="0"/>
                <a:ea typeface="Calibri" panose="020F0502020204030204" pitchFamily="34" charset="0"/>
                <a:cs typeface="B Lotus" panose="00000400000000000000" pitchFamily="2" charset="-78"/>
              </a:rPr>
              <a:t>(الف)</a:t>
            </a:r>
            <a:endParaRPr lang="en-US" dirty="0"/>
          </a:p>
        </p:txBody>
      </p:sp>
      <p:sp>
        <p:nvSpPr>
          <p:cNvPr id="21" name="Rectangle 20"/>
          <p:cNvSpPr/>
          <p:nvPr/>
        </p:nvSpPr>
        <p:spPr>
          <a:xfrm>
            <a:off x="3961873" y="2949937"/>
            <a:ext cx="503664" cy="369332"/>
          </a:xfrm>
          <a:prstGeom prst="rect">
            <a:avLst/>
          </a:prstGeom>
        </p:spPr>
        <p:txBody>
          <a:bodyPr wrap="none">
            <a:spAutoFit/>
          </a:bodyPr>
          <a:lstStyle/>
          <a:p>
            <a:r>
              <a:rPr lang="fa-IR" dirty="0">
                <a:latin typeface="Times New Roman" panose="02020603050405020304" pitchFamily="18" charset="0"/>
                <a:ea typeface="Calibri" panose="020F0502020204030204" pitchFamily="34" charset="0"/>
                <a:cs typeface="B Lotus" panose="00000400000000000000" pitchFamily="2" charset="-78"/>
              </a:rPr>
              <a:t>(ب)</a:t>
            </a:r>
            <a:endParaRPr lang="en-US" dirty="0"/>
          </a:p>
        </p:txBody>
      </p:sp>
      <p:sp>
        <p:nvSpPr>
          <p:cNvPr id="28" name="Rectangle 27"/>
          <p:cNvSpPr/>
          <p:nvPr/>
        </p:nvSpPr>
        <p:spPr>
          <a:xfrm>
            <a:off x="8610600" y="5565719"/>
            <a:ext cx="457176" cy="369332"/>
          </a:xfrm>
          <a:prstGeom prst="rect">
            <a:avLst/>
          </a:prstGeom>
        </p:spPr>
        <p:txBody>
          <a:bodyPr wrap="none">
            <a:spAutoFit/>
          </a:bodyPr>
          <a:lstStyle/>
          <a:p>
            <a:r>
              <a:rPr lang="fa-IR" dirty="0" smtClean="0">
                <a:latin typeface="Times New Roman" panose="02020603050405020304" pitchFamily="18" charset="0"/>
                <a:ea typeface="Calibri" panose="020F0502020204030204" pitchFamily="34" charset="0"/>
                <a:cs typeface="B Lotus" panose="00000400000000000000" pitchFamily="2" charset="-78"/>
              </a:rPr>
              <a:t>(ج)</a:t>
            </a:r>
            <a:endParaRPr lang="en-US" dirty="0"/>
          </a:p>
        </p:txBody>
      </p:sp>
      <p:sp>
        <p:nvSpPr>
          <p:cNvPr id="29" name="Rectangle 28"/>
          <p:cNvSpPr/>
          <p:nvPr/>
        </p:nvSpPr>
        <p:spPr>
          <a:xfrm>
            <a:off x="4008361" y="5462795"/>
            <a:ext cx="404278" cy="369332"/>
          </a:xfrm>
          <a:prstGeom prst="rect">
            <a:avLst/>
          </a:prstGeom>
        </p:spPr>
        <p:txBody>
          <a:bodyPr wrap="none">
            <a:spAutoFit/>
          </a:bodyPr>
          <a:lstStyle/>
          <a:p>
            <a:r>
              <a:rPr lang="fa-IR" dirty="0" smtClean="0">
                <a:latin typeface="Times New Roman" panose="02020603050405020304" pitchFamily="18" charset="0"/>
                <a:ea typeface="Calibri" panose="020F0502020204030204" pitchFamily="34" charset="0"/>
                <a:cs typeface="B Lotus" panose="00000400000000000000" pitchFamily="2" charset="-78"/>
              </a:rPr>
              <a:t>(د)</a:t>
            </a:r>
            <a:endParaRPr lang="en-US" dirty="0"/>
          </a:p>
        </p:txBody>
      </p:sp>
    </p:spTree>
    <p:extLst>
      <p:ext uri="{BB962C8B-B14F-4D97-AF65-F5344CB8AC3E}">
        <p14:creationId xmlns:p14="http://schemas.microsoft.com/office/powerpoint/2010/main" val="4214766993"/>
      </p:ext>
    </p:extLst>
  </p:cSld>
  <p:clrMapOvr>
    <a:masterClrMapping/>
  </p:clrMapOvr>
  <p:timing>
    <p:tnLst>
      <p:par>
        <p:cTn id="1" dur="indefinite" restart="never" nodeType="tmRoot"/>
      </p:par>
    </p:tn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3" name="Picture 32"/>
          <p:cNvPicPr/>
          <p:nvPr/>
        </p:nvPicPr>
        <p:blipFill rotWithShape="1">
          <a:blip r:embed="rId3" cstate="print">
            <a:extLst>
              <a:ext uri="{28A0092B-C50C-407E-A947-70E740481C1C}">
                <a14:useLocalDpi xmlns:a14="http://schemas.microsoft.com/office/drawing/2010/main" val="0"/>
              </a:ext>
            </a:extLst>
          </a:blip>
          <a:srcRect l="7215"/>
          <a:stretch/>
        </p:blipFill>
        <p:spPr bwMode="auto">
          <a:xfrm>
            <a:off x="133088" y="3681771"/>
            <a:ext cx="4440439" cy="2681974"/>
          </a:xfrm>
          <a:prstGeom prst="rect">
            <a:avLst/>
          </a:prstGeom>
          <a:noFill/>
          <a:ln>
            <a:noFill/>
          </a:ln>
        </p:spPr>
      </p:pic>
      <p:sp>
        <p:nvSpPr>
          <p:cNvPr id="43" name="AutoShape 3">
            <a:extLst>
              <a:ext uri="{FF2B5EF4-FFF2-40B4-BE49-F238E27FC236}">
                <a16:creationId xmlns="" xmlns:a16="http://schemas.microsoft.com/office/drawing/2014/main" id="{2E7CFF1D-4628-454A-8E3A-7632D84A13A7}"/>
              </a:ext>
            </a:extLst>
          </p:cNvPr>
          <p:cNvSpPr>
            <a:spLocks noChangeArrowheads="1"/>
          </p:cNvSpPr>
          <p:nvPr/>
        </p:nvSpPr>
        <p:spPr bwMode="gray">
          <a:xfrm flipH="1">
            <a:off x="173132" y="59232"/>
            <a:ext cx="2426749" cy="649224"/>
          </a:xfrm>
          <a:prstGeom prst="chevron">
            <a:avLst>
              <a:gd name="adj" fmla="val 17009"/>
            </a:avLst>
          </a:prstGeom>
          <a:solidFill>
            <a:srgbClr val="2842AE"/>
          </a:solidFill>
          <a:ln w="38100">
            <a:solidFill>
              <a:srgbClr val="EAEAEA"/>
            </a:solidFill>
            <a:miter lim="800000"/>
            <a:headEnd/>
            <a:tailEnd/>
          </a:ln>
          <a:effectLst>
            <a:outerShdw dist="109250" dir="3267739" algn="ctr" rotWithShape="0">
              <a:srgbClr val="333333">
                <a:alpha val="50000"/>
              </a:srgbClr>
            </a:outerShdw>
          </a:effectLst>
        </p:spPr>
        <p:txBody>
          <a:bodyPr wrap="square" anchor="ctr">
            <a:spAutoFit/>
          </a:bodyPr>
          <a:lstStyle/>
          <a:p>
            <a:pPr algn="ctr" fontAlgn="base">
              <a:spcBef>
                <a:spcPct val="0"/>
              </a:spcBef>
              <a:spcAft>
                <a:spcPct val="0"/>
              </a:spcAft>
            </a:pPr>
            <a:endParaRPr lang="en-US" kern="0">
              <a:solidFill>
                <a:srgbClr val="3D81BF"/>
              </a:solidFill>
            </a:endParaRPr>
          </a:p>
        </p:txBody>
      </p:sp>
      <p:sp>
        <p:nvSpPr>
          <p:cNvPr id="26" name="Slide Number Placeholder 3">
            <a:extLst>
              <a:ext uri="{FF2B5EF4-FFF2-40B4-BE49-F238E27FC236}">
                <a16:creationId xmlns="" xmlns:a16="http://schemas.microsoft.com/office/drawing/2014/main" id="{FEFB061F-8AAB-4535-B272-1BA4D5A77191}"/>
              </a:ext>
            </a:extLst>
          </p:cNvPr>
          <p:cNvSpPr txBox="1">
            <a:spLocks/>
          </p:cNvSpPr>
          <p:nvPr/>
        </p:nvSpPr>
        <p:spPr>
          <a:xfrm>
            <a:off x="8965" y="6090313"/>
            <a:ext cx="676835" cy="767687"/>
          </a:xfrm>
          <a:prstGeom prst="rect">
            <a:avLst/>
          </a:prstGeom>
        </p:spPr>
        <p:txBody>
          <a:bodyPr vert="horz" lIns="91440" tIns="45720" rIns="91440" bIns="45720" rtlCol="0" anchor="ctr"/>
          <a:lstStyle>
            <a:defPPr>
              <a:defRPr lang="en-US"/>
            </a:defPPr>
            <a:lvl1pPr marL="0" algn="l" defTabSz="914400" rtl="0" eaLnBrk="1" latinLnBrk="0" hangingPunct="1">
              <a:defRPr sz="1400" b="1" kern="1200">
                <a:solidFill>
                  <a:srgbClr val="FFFFFF"/>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rtl="1"/>
            <a:fld id="{E8ADF199-8047-440E-B02B-E80683B392F2}" type="slidenum">
              <a:rPr lang="fa-IR" sz="1800" smtClean="0">
                <a:solidFill>
                  <a:schemeClr val="tx1"/>
                </a:solidFill>
                <a:cs typeface="B Lotus" panose="00000400000000000000" pitchFamily="2" charset="-78"/>
              </a:rPr>
              <a:pPr rtl="1"/>
              <a:t>18</a:t>
            </a:fld>
            <a:endParaRPr lang="fa-IR" sz="1800" dirty="0">
              <a:solidFill>
                <a:schemeClr val="tx1"/>
              </a:solidFill>
              <a:cs typeface="B Lotus" panose="00000400000000000000" pitchFamily="2" charset="-78"/>
            </a:endParaRPr>
          </a:p>
        </p:txBody>
      </p:sp>
      <p:pic>
        <p:nvPicPr>
          <p:cNvPr id="30" name="Picture 29" descr="پرونده:Azad University logo.png - ویکی‌پدیا، دانشنامهٔ آزاد">
            <a:extLst>
              <a:ext uri="{FF2B5EF4-FFF2-40B4-BE49-F238E27FC236}">
                <a16:creationId xmlns="" xmlns:a16="http://schemas.microsoft.com/office/drawing/2014/main" id="{2F67C891-7A76-4BAB-A300-B54DFBDD9870}"/>
              </a:ext>
            </a:extLst>
          </p:cNvPr>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8610600" y="0"/>
            <a:ext cx="533400" cy="822959"/>
          </a:xfrm>
          <a:prstGeom prst="rect">
            <a:avLst/>
          </a:prstGeom>
          <a:noFill/>
          <a:ln>
            <a:noFill/>
          </a:ln>
        </p:spPr>
      </p:pic>
      <p:sp>
        <p:nvSpPr>
          <p:cNvPr id="35" name="AutoShape 10">
            <a:extLst>
              <a:ext uri="{FF2B5EF4-FFF2-40B4-BE49-F238E27FC236}">
                <a16:creationId xmlns="" xmlns:a16="http://schemas.microsoft.com/office/drawing/2014/main" id="{2A2EA850-A064-4A9D-9C26-C017D368DF1D}"/>
              </a:ext>
            </a:extLst>
          </p:cNvPr>
          <p:cNvSpPr>
            <a:spLocks noChangeArrowheads="1"/>
          </p:cNvSpPr>
          <p:nvPr/>
        </p:nvSpPr>
        <p:spPr bwMode="gray">
          <a:xfrm flipH="1">
            <a:off x="6246677" y="59426"/>
            <a:ext cx="2057400" cy="649224"/>
          </a:xfrm>
          <a:prstGeom prst="chevron">
            <a:avLst>
              <a:gd name="adj" fmla="val 17842"/>
            </a:avLst>
          </a:prstGeom>
          <a:gradFill rotWithShape="1">
            <a:gsLst>
              <a:gs pos="0">
                <a:srgbClr val="84B09A">
                  <a:gamma/>
                  <a:shade val="46275"/>
                  <a:invGamma/>
                </a:srgbClr>
              </a:gs>
              <a:gs pos="50000">
                <a:srgbClr val="84B09A"/>
              </a:gs>
              <a:gs pos="100000">
                <a:srgbClr val="84B09A">
                  <a:gamma/>
                  <a:shade val="46275"/>
                  <a:invGamma/>
                </a:srgbClr>
              </a:gs>
            </a:gsLst>
            <a:lin ang="2700000" scaled="1"/>
          </a:gradFill>
          <a:ln w="38100">
            <a:solidFill>
              <a:srgbClr val="EAEAEA"/>
            </a:solidFill>
            <a:miter lim="800000"/>
            <a:headEnd/>
            <a:tailEnd/>
          </a:ln>
          <a:effectLst>
            <a:outerShdw dist="109250" dir="3267739" algn="ctr" rotWithShape="0">
              <a:srgbClr val="333333">
                <a:alpha val="50000"/>
              </a:srgbClr>
            </a:outerShdw>
          </a:effectLst>
        </p:spPr>
        <p:txBody>
          <a:bodyPr wrap="square" anchor="ctr">
            <a:spAutoFit/>
          </a:bodyPr>
          <a:lstStyle/>
          <a:p>
            <a:pPr algn="ctr" fontAlgn="base">
              <a:spcBef>
                <a:spcPct val="0"/>
              </a:spcBef>
              <a:spcAft>
                <a:spcPct val="0"/>
              </a:spcAft>
            </a:pPr>
            <a:endParaRPr lang="en-US" kern="0" dirty="0">
              <a:solidFill>
                <a:srgbClr val="3D81BF"/>
              </a:solidFill>
            </a:endParaRPr>
          </a:p>
        </p:txBody>
      </p:sp>
      <p:sp>
        <p:nvSpPr>
          <p:cNvPr id="36" name="AutoShape 3">
            <a:extLst>
              <a:ext uri="{FF2B5EF4-FFF2-40B4-BE49-F238E27FC236}">
                <a16:creationId xmlns="" xmlns:a16="http://schemas.microsoft.com/office/drawing/2014/main" id="{B742D6B4-C2BA-456D-8EF1-01FC0D22E95C}"/>
              </a:ext>
            </a:extLst>
          </p:cNvPr>
          <p:cNvSpPr>
            <a:spLocks noChangeArrowheads="1"/>
          </p:cNvSpPr>
          <p:nvPr/>
        </p:nvSpPr>
        <p:spPr bwMode="gray">
          <a:xfrm flipH="1">
            <a:off x="4200083" y="65559"/>
            <a:ext cx="2056086" cy="649224"/>
          </a:xfrm>
          <a:prstGeom prst="chevron">
            <a:avLst>
              <a:gd name="adj" fmla="val 17009"/>
            </a:avLst>
          </a:prstGeom>
          <a:gradFill rotWithShape="1">
            <a:gsLst>
              <a:gs pos="0">
                <a:srgbClr val="84B09A">
                  <a:gamma/>
                  <a:shade val="46275"/>
                  <a:invGamma/>
                </a:srgbClr>
              </a:gs>
              <a:gs pos="50000">
                <a:srgbClr val="84B09A"/>
              </a:gs>
              <a:gs pos="100000">
                <a:srgbClr val="84B09A">
                  <a:gamma/>
                  <a:shade val="46275"/>
                  <a:invGamma/>
                </a:srgbClr>
              </a:gs>
            </a:gsLst>
            <a:lin ang="2700000" scaled="1"/>
          </a:gradFill>
          <a:ln w="38100">
            <a:solidFill>
              <a:srgbClr val="EAEAEA"/>
            </a:solidFill>
            <a:miter lim="800000"/>
            <a:headEnd/>
            <a:tailEnd/>
          </a:ln>
          <a:effectLst>
            <a:outerShdw dist="109250" dir="3267739" algn="ctr" rotWithShape="0">
              <a:srgbClr val="333333">
                <a:alpha val="50000"/>
              </a:srgbClr>
            </a:outerShdw>
          </a:effectLst>
        </p:spPr>
        <p:txBody>
          <a:bodyPr wrap="square" anchor="ctr">
            <a:spAutoFit/>
          </a:bodyPr>
          <a:lstStyle/>
          <a:p>
            <a:pPr algn="ctr" fontAlgn="base">
              <a:spcBef>
                <a:spcPct val="0"/>
              </a:spcBef>
              <a:spcAft>
                <a:spcPct val="0"/>
              </a:spcAft>
            </a:pPr>
            <a:endParaRPr lang="en-US" kern="0" dirty="0">
              <a:solidFill>
                <a:srgbClr val="3D81BF"/>
              </a:solidFill>
            </a:endParaRPr>
          </a:p>
        </p:txBody>
      </p:sp>
      <p:sp>
        <p:nvSpPr>
          <p:cNvPr id="37" name="AutoShape 3">
            <a:extLst>
              <a:ext uri="{FF2B5EF4-FFF2-40B4-BE49-F238E27FC236}">
                <a16:creationId xmlns="" xmlns:a16="http://schemas.microsoft.com/office/drawing/2014/main" id="{A5531835-C6DF-4085-9BDC-A727B5CE3B64}"/>
              </a:ext>
            </a:extLst>
          </p:cNvPr>
          <p:cNvSpPr>
            <a:spLocks noChangeArrowheads="1"/>
          </p:cNvSpPr>
          <p:nvPr/>
        </p:nvSpPr>
        <p:spPr bwMode="gray">
          <a:xfrm flipH="1">
            <a:off x="2599881" y="59232"/>
            <a:ext cx="1600202" cy="649224"/>
          </a:xfrm>
          <a:prstGeom prst="chevron">
            <a:avLst>
              <a:gd name="adj" fmla="val 17009"/>
            </a:avLst>
          </a:prstGeom>
          <a:gradFill rotWithShape="1">
            <a:gsLst>
              <a:gs pos="0">
                <a:srgbClr val="84B09A">
                  <a:gamma/>
                  <a:shade val="46275"/>
                  <a:invGamma/>
                </a:srgbClr>
              </a:gs>
              <a:gs pos="50000">
                <a:srgbClr val="84B09A"/>
              </a:gs>
              <a:gs pos="100000">
                <a:srgbClr val="84B09A">
                  <a:gamma/>
                  <a:shade val="46275"/>
                  <a:invGamma/>
                </a:srgbClr>
              </a:gs>
            </a:gsLst>
            <a:lin ang="2700000" scaled="1"/>
          </a:gradFill>
          <a:ln w="38100">
            <a:solidFill>
              <a:srgbClr val="EAEAEA"/>
            </a:solidFill>
            <a:miter lim="800000"/>
            <a:headEnd/>
            <a:tailEnd/>
          </a:ln>
          <a:effectLst>
            <a:outerShdw dist="109250" dir="3267739" algn="ctr" rotWithShape="0">
              <a:srgbClr val="333333">
                <a:alpha val="50000"/>
              </a:srgbClr>
            </a:outerShdw>
          </a:effectLst>
        </p:spPr>
        <p:txBody>
          <a:bodyPr wrap="square" anchor="ctr">
            <a:spAutoFit/>
          </a:bodyPr>
          <a:lstStyle/>
          <a:p>
            <a:pPr algn="ctr" fontAlgn="base">
              <a:spcBef>
                <a:spcPct val="0"/>
              </a:spcBef>
              <a:spcAft>
                <a:spcPct val="0"/>
              </a:spcAft>
            </a:pPr>
            <a:endParaRPr lang="en-US" kern="0">
              <a:solidFill>
                <a:srgbClr val="3D81BF"/>
              </a:solidFill>
            </a:endParaRPr>
          </a:p>
        </p:txBody>
      </p:sp>
      <p:sp>
        <p:nvSpPr>
          <p:cNvPr id="38" name="Rectangle 37">
            <a:extLst>
              <a:ext uri="{FF2B5EF4-FFF2-40B4-BE49-F238E27FC236}">
                <a16:creationId xmlns="" xmlns:a16="http://schemas.microsoft.com/office/drawing/2014/main" id="{B51F10B5-E430-4BC2-858C-405C3B009988}"/>
              </a:ext>
            </a:extLst>
          </p:cNvPr>
          <p:cNvSpPr/>
          <p:nvPr/>
        </p:nvSpPr>
        <p:spPr>
          <a:xfrm>
            <a:off x="403231" y="91457"/>
            <a:ext cx="2056085" cy="584775"/>
          </a:xfrm>
          <a:prstGeom prst="rect">
            <a:avLst/>
          </a:prstGeom>
        </p:spPr>
        <p:txBody>
          <a:bodyPr wrap="square">
            <a:spAutoFit/>
          </a:bodyPr>
          <a:lstStyle/>
          <a:p>
            <a:pPr lvl="0" algn="ctr" rtl="1" fontAlgn="base">
              <a:spcBef>
                <a:spcPct val="0"/>
              </a:spcBef>
              <a:spcAft>
                <a:spcPct val="0"/>
              </a:spcAft>
            </a:pPr>
            <a:r>
              <a:rPr lang="fa-IR" sz="1600" b="1" dirty="0" smtClean="0">
                <a:solidFill>
                  <a:srgbClr val="FFFFFF"/>
                </a:solidFill>
                <a:latin typeface="Times New Roman" panose="02020603050405020304" pitchFamily="18" charset="0"/>
                <a:cs typeface="B Nazanin" panose="00000400000000000000" pitchFamily="2" charset="-78"/>
              </a:rPr>
              <a:t> پیاده سازی و ارزیابی همسان ساز پیشنهادی</a:t>
            </a:r>
            <a:endParaRPr lang="fa-IR" sz="1600" b="1" dirty="0">
              <a:solidFill>
                <a:srgbClr val="FFFFFF"/>
              </a:solidFill>
              <a:latin typeface="Times New Roman" panose="02020603050405020304" pitchFamily="18" charset="0"/>
              <a:cs typeface="B Nazanin" panose="00000400000000000000" pitchFamily="2" charset="-78"/>
            </a:endParaRPr>
          </a:p>
        </p:txBody>
      </p:sp>
      <p:sp>
        <p:nvSpPr>
          <p:cNvPr id="39" name="Rectangle 38">
            <a:extLst>
              <a:ext uri="{FF2B5EF4-FFF2-40B4-BE49-F238E27FC236}">
                <a16:creationId xmlns="" xmlns:a16="http://schemas.microsoft.com/office/drawing/2014/main" id="{BA7FD763-7392-4FB3-B13F-EF9D935A7C24}"/>
              </a:ext>
            </a:extLst>
          </p:cNvPr>
          <p:cNvSpPr/>
          <p:nvPr/>
        </p:nvSpPr>
        <p:spPr>
          <a:xfrm>
            <a:off x="2636749" y="78259"/>
            <a:ext cx="1600200" cy="584775"/>
          </a:xfrm>
          <a:prstGeom prst="rect">
            <a:avLst/>
          </a:prstGeom>
        </p:spPr>
        <p:txBody>
          <a:bodyPr wrap="square">
            <a:spAutoFit/>
          </a:bodyPr>
          <a:lstStyle/>
          <a:p>
            <a:pPr lvl="0" algn="ctr" rtl="1" fontAlgn="base">
              <a:spcBef>
                <a:spcPct val="0"/>
              </a:spcBef>
              <a:spcAft>
                <a:spcPct val="0"/>
              </a:spcAft>
            </a:pPr>
            <a:r>
              <a:rPr lang="fa-IR" sz="1600" b="1" dirty="0">
                <a:solidFill>
                  <a:srgbClr val="FFFFFF"/>
                </a:solidFill>
                <a:latin typeface="Times New Roman" panose="02020603050405020304" pitchFamily="18" charset="0"/>
                <a:cs typeface="B Nazanin" panose="00000400000000000000" pitchFamily="2" charset="-78"/>
              </a:rPr>
              <a:t>همسان سازی پیشنهادی</a:t>
            </a:r>
          </a:p>
        </p:txBody>
      </p:sp>
      <p:sp>
        <p:nvSpPr>
          <p:cNvPr id="40" name="Rectangle 39">
            <a:extLst>
              <a:ext uri="{FF2B5EF4-FFF2-40B4-BE49-F238E27FC236}">
                <a16:creationId xmlns="" xmlns:a16="http://schemas.microsoft.com/office/drawing/2014/main" id="{4E566E01-C2D9-408C-9484-C0EBBF4D2C33}"/>
              </a:ext>
            </a:extLst>
          </p:cNvPr>
          <p:cNvSpPr/>
          <p:nvPr/>
        </p:nvSpPr>
        <p:spPr>
          <a:xfrm>
            <a:off x="4495138" y="91457"/>
            <a:ext cx="1443038" cy="584775"/>
          </a:xfrm>
          <a:prstGeom prst="rect">
            <a:avLst/>
          </a:prstGeom>
        </p:spPr>
        <p:txBody>
          <a:bodyPr wrap="square">
            <a:spAutoFit/>
          </a:bodyPr>
          <a:lstStyle/>
          <a:p>
            <a:pPr lvl="0" algn="ctr" rtl="1" fontAlgn="base">
              <a:spcBef>
                <a:spcPct val="0"/>
              </a:spcBef>
              <a:spcAft>
                <a:spcPct val="0"/>
              </a:spcAft>
            </a:pPr>
            <a:r>
              <a:rPr lang="fa-IR" sz="1600" b="1" dirty="0">
                <a:solidFill>
                  <a:srgbClr val="FFFFFF"/>
                </a:solidFill>
                <a:latin typeface="Times New Roman" panose="02020603050405020304" pitchFamily="18" charset="0"/>
                <a:cs typeface="B Nazanin" panose="00000400000000000000" pitchFamily="2" charset="-78"/>
              </a:rPr>
              <a:t>همسان سازی باتری</a:t>
            </a:r>
          </a:p>
        </p:txBody>
      </p:sp>
      <p:sp>
        <p:nvSpPr>
          <p:cNvPr id="41" name="Rectangle 40">
            <a:extLst>
              <a:ext uri="{FF2B5EF4-FFF2-40B4-BE49-F238E27FC236}">
                <a16:creationId xmlns="" xmlns:a16="http://schemas.microsoft.com/office/drawing/2014/main" id="{4574B186-F112-4A6C-ADFE-E46D302B236B}"/>
              </a:ext>
            </a:extLst>
          </p:cNvPr>
          <p:cNvSpPr/>
          <p:nvPr/>
        </p:nvSpPr>
        <p:spPr>
          <a:xfrm>
            <a:off x="6499957" y="197162"/>
            <a:ext cx="1626786" cy="323165"/>
          </a:xfrm>
          <a:prstGeom prst="rect">
            <a:avLst/>
          </a:prstGeom>
        </p:spPr>
        <p:txBody>
          <a:bodyPr wrap="square">
            <a:spAutoFit/>
          </a:bodyPr>
          <a:lstStyle/>
          <a:p>
            <a:pPr lvl="0" algn="ctr" fontAlgn="base">
              <a:spcBef>
                <a:spcPct val="0"/>
              </a:spcBef>
              <a:spcAft>
                <a:spcPct val="0"/>
              </a:spcAft>
              <a:defRPr/>
            </a:pPr>
            <a:r>
              <a:rPr lang="fa-IR" sz="1500" b="1" kern="0" dirty="0">
                <a:solidFill>
                  <a:srgbClr val="FFFFFF"/>
                </a:solidFill>
                <a:latin typeface="Times New Roman" panose="02020603050405020304" pitchFamily="18" charset="0"/>
                <a:cs typeface="B Nazanin" pitchFamily="2" charset="-78"/>
              </a:rPr>
              <a:t>باتری ها</a:t>
            </a:r>
            <a:endParaRPr lang="en-US" sz="1500" b="1" kern="0" dirty="0">
              <a:solidFill>
                <a:srgbClr val="FFFFFF"/>
              </a:solidFill>
              <a:latin typeface="Times New Roman" panose="02020603050405020304" pitchFamily="18" charset="0"/>
              <a:cs typeface="B Nazanin" pitchFamily="2" charset="-78"/>
            </a:endParaRPr>
          </a:p>
        </p:txBody>
      </p:sp>
      <p:pic>
        <p:nvPicPr>
          <p:cNvPr id="23" name="Picture 22"/>
          <p:cNvPicPr/>
          <p:nvPr/>
        </p:nvPicPr>
        <p:blipFill rotWithShape="1">
          <a:blip r:embed="rId5" cstate="print">
            <a:extLst>
              <a:ext uri="{28A0092B-C50C-407E-A947-70E740481C1C}">
                <a14:useLocalDpi xmlns:a14="http://schemas.microsoft.com/office/drawing/2010/main" val="0"/>
              </a:ext>
            </a:extLst>
          </a:blip>
          <a:srcRect l="5504" t="5870" r="7382"/>
          <a:stretch/>
        </p:blipFill>
        <p:spPr bwMode="auto">
          <a:xfrm>
            <a:off x="152400" y="854290"/>
            <a:ext cx="4342738" cy="2687974"/>
          </a:xfrm>
          <a:prstGeom prst="rect">
            <a:avLst/>
          </a:prstGeom>
          <a:noFill/>
          <a:ln>
            <a:noFill/>
          </a:ln>
        </p:spPr>
      </p:pic>
      <mc:AlternateContent xmlns:mc="http://schemas.openxmlformats.org/markup-compatibility/2006">
        <mc:Choice xmlns:a14="http://schemas.microsoft.com/office/drawing/2010/main" Requires="a14">
          <p:sp>
            <p:nvSpPr>
              <p:cNvPr id="6" name="Rectangle 5"/>
              <p:cNvSpPr/>
              <p:nvPr/>
            </p:nvSpPr>
            <p:spPr>
              <a:xfrm>
                <a:off x="678180" y="6304879"/>
                <a:ext cx="7543800" cy="338554"/>
              </a:xfrm>
              <a:prstGeom prst="rect">
                <a:avLst/>
              </a:prstGeom>
            </p:spPr>
            <p:txBody>
              <a:bodyPr wrap="square">
                <a:spAutoFit/>
              </a:bodyPr>
              <a:lstStyle/>
              <a:p>
                <a:pPr algn="ctr" rtl="1">
                  <a:spcAft>
                    <a:spcPts val="300"/>
                  </a:spcAft>
                  <a:defRPr/>
                </a:pPr>
                <a:r>
                  <a:rPr lang="fa-IR" sz="1600" dirty="0" smtClean="0">
                    <a:latin typeface="Times New Roman" panose="02020603050405020304" pitchFamily="18" charset="0"/>
                    <a:ea typeface="Calibri" panose="020F0502020204030204" pitchFamily="34" charset="0"/>
                    <a:cs typeface="B Lotus" panose="00000400000000000000" pitchFamily="2" charset="-78"/>
                  </a:rPr>
                  <a:t>شکل 13 </a:t>
                </a:r>
                <a:r>
                  <a:rPr lang="fa-IR" sz="1600" dirty="0" smtClean="0">
                    <a:latin typeface="Times New Roman" panose="02020603050405020304" pitchFamily="18" charset="0"/>
                    <a:ea typeface="Times New Roman" panose="02020603050405020304" pitchFamily="18" charset="0"/>
                    <a:cs typeface="B Nazanin" panose="00000400000000000000" pitchFamily="2" charset="-78"/>
                  </a:rPr>
                  <a:t>خروجی </a:t>
                </a:r>
                <a:r>
                  <a:rPr lang="fa-IR" sz="1600" dirty="0">
                    <a:latin typeface="Times New Roman" panose="02020603050405020304" pitchFamily="18" charset="0"/>
                    <a:ea typeface="Times New Roman" panose="02020603050405020304" pitchFamily="18" charset="0"/>
                    <a:cs typeface="B Nazanin" panose="00000400000000000000" pitchFamily="2" charset="-78"/>
                  </a:rPr>
                  <a:t>الگوریتم </a:t>
                </a:r>
                <a:r>
                  <a:rPr lang="ar-SA" sz="1600" dirty="0">
                    <a:latin typeface="Times New Roman" panose="02020603050405020304" pitchFamily="18" charset="0"/>
                    <a:ea typeface="Times New Roman" panose="02020603050405020304" pitchFamily="18" charset="0"/>
                    <a:cs typeface="B Nazanin" panose="00000400000000000000" pitchFamily="2" charset="-78"/>
                  </a:rPr>
                  <a:t>همسان‌سازی </a:t>
                </a:r>
                <a:r>
                  <a:rPr lang="fa-IR" sz="1600" dirty="0">
                    <a:latin typeface="Times New Roman" panose="02020603050405020304" pitchFamily="18" charset="0"/>
                    <a:ea typeface="Times New Roman" panose="02020603050405020304" pitchFamily="18" charset="0"/>
                    <a:cs typeface="B Nazanin" panose="00000400000000000000" pitchFamily="2" charset="-78"/>
                  </a:rPr>
                  <a:t>پیشنهادی </a:t>
                </a:r>
                <a:r>
                  <a:rPr lang="ar-SA" sz="1600" dirty="0">
                    <a:latin typeface="Times New Roman" panose="02020603050405020304" pitchFamily="18" charset="0"/>
                    <a:ea typeface="Times New Roman" panose="02020603050405020304" pitchFamily="18" charset="0"/>
                    <a:cs typeface="B Nazanin" panose="00000400000000000000" pitchFamily="2" charset="-78"/>
                  </a:rPr>
                  <a:t>ازای ضرایب</a:t>
                </a:r>
                <a:r>
                  <a:rPr lang="fa-IR" sz="1600" dirty="0">
                    <a:latin typeface="Times New Roman" panose="02020603050405020304" pitchFamily="18" charset="0"/>
                    <a:ea typeface="Times New Roman" panose="02020603050405020304" pitchFamily="18" charset="0"/>
                    <a:cs typeface="B Nazanin" panose="00000400000000000000" pitchFamily="2" charset="-78"/>
                  </a:rPr>
                  <a:t>0/0=</a:t>
                </a:r>
                <a14:m>
                  <m:oMath xmlns:m="http://schemas.openxmlformats.org/officeDocument/2006/math">
                    <m:r>
                      <a:rPr lang="en-US" sz="1600" i="1">
                        <a:latin typeface="Cambria Math" panose="02040503050406030204" pitchFamily="18" charset="0"/>
                        <a:ea typeface="Times New Roman" panose="02020603050405020304" pitchFamily="18" charset="0"/>
                        <a:cs typeface="B Nazanin" panose="00000400000000000000" pitchFamily="2" charset="-78"/>
                      </a:rPr>
                      <m:t>𝛾</m:t>
                    </m:r>
                  </m:oMath>
                </a14:m>
                <a:r>
                  <a:rPr lang="fa-IR" sz="1600" dirty="0">
                    <a:latin typeface="Times New Roman" panose="02020603050405020304" pitchFamily="18" charset="0"/>
                    <a:ea typeface="Times New Roman" panose="02020603050405020304" pitchFamily="18" charset="0"/>
                    <a:cs typeface="B Nazanin" panose="00000400000000000000" pitchFamily="2" charset="-78"/>
                  </a:rPr>
                  <a:t>، 0/5=</a:t>
                </a:r>
                <a14:m>
                  <m:oMath xmlns:m="http://schemas.openxmlformats.org/officeDocument/2006/math">
                    <m:r>
                      <a:rPr lang="en-US" sz="1600" i="1">
                        <a:latin typeface="Cambria Math" panose="02040503050406030204" pitchFamily="18" charset="0"/>
                        <a:ea typeface="Times New Roman" panose="02020603050405020304" pitchFamily="18" charset="0"/>
                        <a:cs typeface="B Nazanin" panose="00000400000000000000" pitchFamily="2" charset="-78"/>
                      </a:rPr>
                      <m:t>𝛽</m:t>
                    </m:r>
                  </m:oMath>
                </a14:m>
                <a:r>
                  <a:rPr lang="fa-IR" sz="1600" dirty="0">
                    <a:latin typeface="Times New Roman" panose="02020603050405020304" pitchFamily="18" charset="0"/>
                    <a:ea typeface="Times New Roman" panose="02020603050405020304" pitchFamily="18" charset="0"/>
                    <a:cs typeface="B Nazanin" panose="00000400000000000000" pitchFamily="2" charset="-78"/>
                  </a:rPr>
                  <a:t> و 0/5</a:t>
                </a:r>
                <a:r>
                  <a:rPr lang="fa-IR" sz="1600" dirty="0" smtClean="0">
                    <a:latin typeface="Times New Roman" panose="02020603050405020304" pitchFamily="18" charset="0"/>
                    <a:ea typeface="Times New Roman" panose="02020603050405020304" pitchFamily="18" charset="0"/>
                    <a:cs typeface="B Nazanin" panose="00000400000000000000" pitchFamily="2" charset="-78"/>
                  </a:rPr>
                  <a:t>=</a:t>
                </a:r>
                <a14:m>
                  <m:oMath xmlns:m="http://schemas.openxmlformats.org/officeDocument/2006/math">
                    <m:r>
                      <a:rPr lang="en-US" sz="1600" i="1" smtClean="0">
                        <a:latin typeface="Cambria Math" panose="02040503050406030204" pitchFamily="18" charset="0"/>
                        <a:ea typeface="Times New Roman" panose="02020603050405020304" pitchFamily="18" charset="0"/>
                        <a:cs typeface="B Nazanin" panose="00000400000000000000" pitchFamily="2" charset="-78"/>
                      </a:rPr>
                      <m:t>𝛼</m:t>
                    </m:r>
                  </m:oMath>
                </a14:m>
                <a:r>
                  <a:rPr lang="fa-IR" sz="1600" dirty="0" smtClean="0">
                    <a:latin typeface="Times New Roman" panose="02020603050405020304" pitchFamily="18" charset="0"/>
                    <a:ea typeface="Times New Roman" panose="02020603050405020304" pitchFamily="18" charset="0"/>
                    <a:cs typeface="B Nazanin" panose="00000400000000000000" pitchFamily="2" charset="-78"/>
                  </a:rPr>
                  <a:t>.</a:t>
                </a:r>
                <a:endParaRPr lang="en-US" sz="1600" dirty="0">
                  <a:latin typeface="Times New Roman" panose="02020603050405020304" pitchFamily="18" charset="0"/>
                  <a:ea typeface="Times New Roman" panose="02020603050405020304" pitchFamily="18" charset="0"/>
                  <a:cs typeface="B Nazanin" panose="00000400000000000000" pitchFamily="2" charset="-78"/>
                </a:endParaRPr>
              </a:p>
            </p:txBody>
          </p:sp>
        </mc:Choice>
        <mc:Fallback>
          <p:sp>
            <p:nvSpPr>
              <p:cNvPr id="6" name="Rectangle 5"/>
              <p:cNvSpPr>
                <a:spLocks noRot="1" noChangeAspect="1" noMove="1" noResize="1" noEditPoints="1" noAdjustHandles="1" noChangeArrowheads="1" noChangeShapeType="1" noTextEdit="1"/>
              </p:cNvSpPr>
              <p:nvPr/>
            </p:nvSpPr>
            <p:spPr>
              <a:xfrm>
                <a:off x="678180" y="6304879"/>
                <a:ext cx="7543800" cy="338554"/>
              </a:xfrm>
              <a:prstGeom prst="rect">
                <a:avLst/>
              </a:prstGeom>
              <a:blipFill rotWithShape="0">
                <a:blip r:embed="rId6"/>
                <a:stretch>
                  <a:fillRect t="-3571" b="-26786"/>
                </a:stretch>
              </a:blipFill>
            </p:spPr>
            <p:txBody>
              <a:bodyPr/>
              <a:lstStyle/>
              <a:p>
                <a:r>
                  <a:rPr lang="en-US">
                    <a:noFill/>
                  </a:rPr>
                  <a:t> </a:t>
                </a:r>
              </a:p>
            </p:txBody>
          </p:sp>
        </mc:Fallback>
      </mc:AlternateContent>
      <p:pic>
        <p:nvPicPr>
          <p:cNvPr id="32" name="Picture 31"/>
          <p:cNvPicPr/>
          <p:nvPr/>
        </p:nvPicPr>
        <p:blipFill>
          <a:blip r:embed="rId7" cstate="print">
            <a:extLst>
              <a:ext uri="{28A0092B-C50C-407E-A947-70E740481C1C}">
                <a14:useLocalDpi xmlns:a14="http://schemas.microsoft.com/office/drawing/2010/main" val="0"/>
              </a:ext>
            </a:extLst>
          </a:blip>
          <a:stretch>
            <a:fillRect/>
          </a:stretch>
        </p:blipFill>
        <p:spPr bwMode="auto">
          <a:xfrm>
            <a:off x="4590490" y="870685"/>
            <a:ext cx="4478663" cy="2488876"/>
          </a:xfrm>
          <a:prstGeom prst="rect">
            <a:avLst/>
          </a:prstGeom>
          <a:noFill/>
          <a:ln>
            <a:noFill/>
          </a:ln>
        </p:spPr>
      </p:pic>
      <p:pic>
        <p:nvPicPr>
          <p:cNvPr id="34" name="Picture 33"/>
          <p:cNvPicPr/>
          <p:nvPr/>
        </p:nvPicPr>
        <p:blipFill rotWithShape="1">
          <a:blip r:embed="rId8" cstate="print">
            <a:extLst>
              <a:ext uri="{28A0092B-C50C-407E-A947-70E740481C1C}">
                <a14:useLocalDpi xmlns:a14="http://schemas.microsoft.com/office/drawing/2010/main" val="0"/>
              </a:ext>
            </a:extLst>
          </a:blip>
          <a:srcRect l="7115" r="4302" b="3750"/>
          <a:stretch/>
        </p:blipFill>
        <p:spPr bwMode="auto">
          <a:xfrm>
            <a:off x="4735568" y="3733799"/>
            <a:ext cx="4333585" cy="2590801"/>
          </a:xfrm>
          <a:prstGeom prst="rect">
            <a:avLst/>
          </a:prstGeom>
          <a:noFill/>
          <a:ln>
            <a:noFill/>
          </a:ln>
        </p:spPr>
      </p:pic>
      <p:sp>
        <p:nvSpPr>
          <p:cNvPr id="17" name="Rectangle 16"/>
          <p:cNvSpPr/>
          <p:nvPr/>
        </p:nvSpPr>
        <p:spPr>
          <a:xfrm>
            <a:off x="8475659" y="2949937"/>
            <a:ext cx="599844" cy="369332"/>
          </a:xfrm>
          <a:prstGeom prst="rect">
            <a:avLst/>
          </a:prstGeom>
        </p:spPr>
        <p:txBody>
          <a:bodyPr wrap="none">
            <a:spAutoFit/>
          </a:bodyPr>
          <a:lstStyle/>
          <a:p>
            <a:r>
              <a:rPr lang="fa-IR" dirty="0" smtClean="0">
                <a:latin typeface="Times New Roman" panose="02020603050405020304" pitchFamily="18" charset="0"/>
                <a:ea typeface="Calibri" panose="020F0502020204030204" pitchFamily="34" charset="0"/>
                <a:cs typeface="B Lotus" panose="00000400000000000000" pitchFamily="2" charset="-78"/>
              </a:rPr>
              <a:t>(الف)</a:t>
            </a:r>
            <a:endParaRPr lang="en-US" dirty="0"/>
          </a:p>
        </p:txBody>
      </p:sp>
      <p:sp>
        <p:nvSpPr>
          <p:cNvPr id="18" name="Rectangle 17"/>
          <p:cNvSpPr/>
          <p:nvPr/>
        </p:nvSpPr>
        <p:spPr>
          <a:xfrm>
            <a:off x="4391074" y="2949937"/>
            <a:ext cx="503664" cy="369332"/>
          </a:xfrm>
          <a:prstGeom prst="rect">
            <a:avLst/>
          </a:prstGeom>
        </p:spPr>
        <p:txBody>
          <a:bodyPr wrap="none">
            <a:spAutoFit/>
          </a:bodyPr>
          <a:lstStyle/>
          <a:p>
            <a:r>
              <a:rPr lang="fa-IR" dirty="0">
                <a:latin typeface="Times New Roman" panose="02020603050405020304" pitchFamily="18" charset="0"/>
                <a:ea typeface="Calibri" panose="020F0502020204030204" pitchFamily="34" charset="0"/>
                <a:cs typeface="B Lotus" panose="00000400000000000000" pitchFamily="2" charset="-78"/>
              </a:rPr>
              <a:t>(ب)</a:t>
            </a:r>
            <a:endParaRPr lang="en-US" dirty="0"/>
          </a:p>
        </p:txBody>
      </p:sp>
      <p:sp>
        <p:nvSpPr>
          <p:cNvPr id="19" name="Rectangle 18"/>
          <p:cNvSpPr/>
          <p:nvPr/>
        </p:nvSpPr>
        <p:spPr>
          <a:xfrm>
            <a:off x="8743184" y="5796040"/>
            <a:ext cx="457176" cy="369332"/>
          </a:xfrm>
          <a:prstGeom prst="rect">
            <a:avLst/>
          </a:prstGeom>
        </p:spPr>
        <p:txBody>
          <a:bodyPr wrap="none">
            <a:spAutoFit/>
          </a:bodyPr>
          <a:lstStyle/>
          <a:p>
            <a:r>
              <a:rPr lang="fa-IR" dirty="0" smtClean="0">
                <a:latin typeface="Times New Roman" panose="02020603050405020304" pitchFamily="18" charset="0"/>
                <a:ea typeface="Calibri" panose="020F0502020204030204" pitchFamily="34" charset="0"/>
                <a:cs typeface="B Lotus" panose="00000400000000000000" pitchFamily="2" charset="-78"/>
              </a:rPr>
              <a:t>(ج)</a:t>
            </a:r>
            <a:endParaRPr lang="en-US" dirty="0"/>
          </a:p>
        </p:txBody>
      </p:sp>
      <p:sp>
        <p:nvSpPr>
          <p:cNvPr id="20" name="Rectangle 19"/>
          <p:cNvSpPr/>
          <p:nvPr/>
        </p:nvSpPr>
        <p:spPr>
          <a:xfrm>
            <a:off x="4200083" y="5796040"/>
            <a:ext cx="404278" cy="369332"/>
          </a:xfrm>
          <a:prstGeom prst="rect">
            <a:avLst/>
          </a:prstGeom>
        </p:spPr>
        <p:txBody>
          <a:bodyPr wrap="none">
            <a:spAutoFit/>
          </a:bodyPr>
          <a:lstStyle/>
          <a:p>
            <a:r>
              <a:rPr lang="fa-IR" dirty="0" smtClean="0">
                <a:latin typeface="Times New Roman" panose="02020603050405020304" pitchFamily="18" charset="0"/>
                <a:ea typeface="Calibri" panose="020F0502020204030204" pitchFamily="34" charset="0"/>
                <a:cs typeface="B Lotus" panose="00000400000000000000" pitchFamily="2" charset="-78"/>
              </a:rPr>
              <a:t>(د)</a:t>
            </a:r>
            <a:endParaRPr lang="en-US" dirty="0"/>
          </a:p>
        </p:txBody>
      </p:sp>
    </p:spTree>
    <p:extLst>
      <p:ext uri="{BB962C8B-B14F-4D97-AF65-F5344CB8AC3E}">
        <p14:creationId xmlns:p14="http://schemas.microsoft.com/office/powerpoint/2010/main" val="781767365"/>
      </p:ext>
    </p:extLst>
  </p:cSld>
  <p:clrMapOvr>
    <a:masterClrMapping/>
  </p:clrMapOvr>
  <p:timing>
    <p:tnLst>
      <p:par>
        <p:cTn id="1" dur="indefinite" restart="never" nodeType="tmRoot"/>
      </p:par>
    </p:tn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3" name="Picture 32"/>
          <p:cNvPicPr/>
          <p:nvPr/>
        </p:nvPicPr>
        <p:blipFill rotWithShape="1">
          <a:blip r:embed="rId3" cstate="print">
            <a:extLst>
              <a:ext uri="{28A0092B-C50C-407E-A947-70E740481C1C}">
                <a14:useLocalDpi xmlns:a14="http://schemas.microsoft.com/office/drawing/2010/main" val="0"/>
              </a:ext>
            </a:extLst>
          </a:blip>
          <a:srcRect l="9014" t="2390" r="1751"/>
          <a:stretch/>
        </p:blipFill>
        <p:spPr bwMode="auto">
          <a:xfrm>
            <a:off x="76200" y="3745791"/>
            <a:ext cx="4419601" cy="2390545"/>
          </a:xfrm>
          <a:prstGeom prst="rect">
            <a:avLst/>
          </a:prstGeom>
          <a:noFill/>
          <a:ln>
            <a:noFill/>
          </a:ln>
        </p:spPr>
      </p:pic>
      <p:sp>
        <p:nvSpPr>
          <p:cNvPr id="43" name="AutoShape 3">
            <a:extLst>
              <a:ext uri="{FF2B5EF4-FFF2-40B4-BE49-F238E27FC236}">
                <a16:creationId xmlns="" xmlns:a16="http://schemas.microsoft.com/office/drawing/2014/main" id="{2E7CFF1D-4628-454A-8E3A-7632D84A13A7}"/>
              </a:ext>
            </a:extLst>
          </p:cNvPr>
          <p:cNvSpPr>
            <a:spLocks noChangeArrowheads="1"/>
          </p:cNvSpPr>
          <p:nvPr/>
        </p:nvSpPr>
        <p:spPr bwMode="gray">
          <a:xfrm flipH="1">
            <a:off x="173132" y="59232"/>
            <a:ext cx="2426749" cy="649224"/>
          </a:xfrm>
          <a:prstGeom prst="chevron">
            <a:avLst>
              <a:gd name="adj" fmla="val 17009"/>
            </a:avLst>
          </a:prstGeom>
          <a:solidFill>
            <a:srgbClr val="2842AE"/>
          </a:solidFill>
          <a:ln w="38100">
            <a:solidFill>
              <a:srgbClr val="EAEAEA"/>
            </a:solidFill>
            <a:miter lim="800000"/>
            <a:headEnd/>
            <a:tailEnd/>
          </a:ln>
          <a:effectLst>
            <a:outerShdw dist="109250" dir="3267739" algn="ctr" rotWithShape="0">
              <a:srgbClr val="333333">
                <a:alpha val="50000"/>
              </a:srgbClr>
            </a:outerShdw>
          </a:effectLst>
        </p:spPr>
        <p:txBody>
          <a:bodyPr wrap="square" anchor="ctr">
            <a:spAutoFit/>
          </a:bodyPr>
          <a:lstStyle/>
          <a:p>
            <a:pPr algn="ctr" fontAlgn="base">
              <a:spcBef>
                <a:spcPct val="0"/>
              </a:spcBef>
              <a:spcAft>
                <a:spcPct val="0"/>
              </a:spcAft>
            </a:pPr>
            <a:endParaRPr lang="en-US" kern="0">
              <a:solidFill>
                <a:srgbClr val="3D81BF"/>
              </a:solidFill>
            </a:endParaRPr>
          </a:p>
        </p:txBody>
      </p:sp>
      <p:sp>
        <p:nvSpPr>
          <p:cNvPr id="26" name="Slide Number Placeholder 3">
            <a:extLst>
              <a:ext uri="{FF2B5EF4-FFF2-40B4-BE49-F238E27FC236}">
                <a16:creationId xmlns="" xmlns:a16="http://schemas.microsoft.com/office/drawing/2014/main" id="{FEFB061F-8AAB-4535-B272-1BA4D5A77191}"/>
              </a:ext>
            </a:extLst>
          </p:cNvPr>
          <p:cNvSpPr txBox="1">
            <a:spLocks/>
          </p:cNvSpPr>
          <p:nvPr/>
        </p:nvSpPr>
        <p:spPr>
          <a:xfrm>
            <a:off x="8965" y="6090313"/>
            <a:ext cx="676835" cy="767687"/>
          </a:xfrm>
          <a:prstGeom prst="rect">
            <a:avLst/>
          </a:prstGeom>
        </p:spPr>
        <p:txBody>
          <a:bodyPr vert="horz" lIns="91440" tIns="45720" rIns="91440" bIns="45720" rtlCol="0" anchor="ctr"/>
          <a:lstStyle>
            <a:defPPr>
              <a:defRPr lang="en-US"/>
            </a:defPPr>
            <a:lvl1pPr marL="0" algn="l" defTabSz="914400" rtl="0" eaLnBrk="1" latinLnBrk="0" hangingPunct="1">
              <a:defRPr sz="1400" b="1" kern="1200">
                <a:solidFill>
                  <a:srgbClr val="FFFFFF"/>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rtl="1"/>
            <a:fld id="{E8ADF199-8047-440E-B02B-E80683B392F2}" type="slidenum">
              <a:rPr lang="fa-IR" sz="1800" smtClean="0">
                <a:solidFill>
                  <a:schemeClr val="tx1"/>
                </a:solidFill>
                <a:cs typeface="B Lotus" panose="00000400000000000000" pitchFamily="2" charset="-78"/>
              </a:rPr>
              <a:pPr rtl="1"/>
              <a:t>19</a:t>
            </a:fld>
            <a:endParaRPr lang="fa-IR" sz="1800" dirty="0">
              <a:solidFill>
                <a:schemeClr val="tx1"/>
              </a:solidFill>
              <a:cs typeface="B Lotus" panose="00000400000000000000" pitchFamily="2" charset="-78"/>
            </a:endParaRPr>
          </a:p>
        </p:txBody>
      </p:sp>
      <p:pic>
        <p:nvPicPr>
          <p:cNvPr id="30" name="Picture 29" descr="پرونده:Azad University logo.png - ویکی‌پدیا، دانشنامهٔ آزاد">
            <a:extLst>
              <a:ext uri="{FF2B5EF4-FFF2-40B4-BE49-F238E27FC236}">
                <a16:creationId xmlns="" xmlns:a16="http://schemas.microsoft.com/office/drawing/2014/main" id="{2F67C891-7A76-4BAB-A300-B54DFBDD9870}"/>
              </a:ext>
            </a:extLst>
          </p:cNvPr>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8610600" y="0"/>
            <a:ext cx="533400" cy="822959"/>
          </a:xfrm>
          <a:prstGeom prst="rect">
            <a:avLst/>
          </a:prstGeom>
          <a:noFill/>
          <a:ln>
            <a:noFill/>
          </a:ln>
        </p:spPr>
      </p:pic>
      <p:sp>
        <p:nvSpPr>
          <p:cNvPr id="35" name="AutoShape 10">
            <a:extLst>
              <a:ext uri="{FF2B5EF4-FFF2-40B4-BE49-F238E27FC236}">
                <a16:creationId xmlns="" xmlns:a16="http://schemas.microsoft.com/office/drawing/2014/main" id="{2A2EA850-A064-4A9D-9C26-C017D368DF1D}"/>
              </a:ext>
            </a:extLst>
          </p:cNvPr>
          <p:cNvSpPr>
            <a:spLocks noChangeArrowheads="1"/>
          </p:cNvSpPr>
          <p:nvPr/>
        </p:nvSpPr>
        <p:spPr bwMode="gray">
          <a:xfrm flipH="1">
            <a:off x="6246677" y="59426"/>
            <a:ext cx="2057400" cy="649224"/>
          </a:xfrm>
          <a:prstGeom prst="chevron">
            <a:avLst>
              <a:gd name="adj" fmla="val 17842"/>
            </a:avLst>
          </a:prstGeom>
          <a:gradFill rotWithShape="1">
            <a:gsLst>
              <a:gs pos="0">
                <a:srgbClr val="84B09A">
                  <a:gamma/>
                  <a:shade val="46275"/>
                  <a:invGamma/>
                </a:srgbClr>
              </a:gs>
              <a:gs pos="50000">
                <a:srgbClr val="84B09A"/>
              </a:gs>
              <a:gs pos="100000">
                <a:srgbClr val="84B09A">
                  <a:gamma/>
                  <a:shade val="46275"/>
                  <a:invGamma/>
                </a:srgbClr>
              </a:gs>
            </a:gsLst>
            <a:lin ang="2700000" scaled="1"/>
          </a:gradFill>
          <a:ln w="38100">
            <a:solidFill>
              <a:srgbClr val="EAEAEA"/>
            </a:solidFill>
            <a:miter lim="800000"/>
            <a:headEnd/>
            <a:tailEnd/>
          </a:ln>
          <a:effectLst>
            <a:outerShdw dist="109250" dir="3267739" algn="ctr" rotWithShape="0">
              <a:srgbClr val="333333">
                <a:alpha val="50000"/>
              </a:srgbClr>
            </a:outerShdw>
          </a:effectLst>
        </p:spPr>
        <p:txBody>
          <a:bodyPr wrap="square" anchor="ctr">
            <a:spAutoFit/>
          </a:bodyPr>
          <a:lstStyle/>
          <a:p>
            <a:pPr algn="ctr" fontAlgn="base">
              <a:spcBef>
                <a:spcPct val="0"/>
              </a:spcBef>
              <a:spcAft>
                <a:spcPct val="0"/>
              </a:spcAft>
            </a:pPr>
            <a:endParaRPr lang="en-US" kern="0" dirty="0">
              <a:solidFill>
                <a:srgbClr val="3D81BF"/>
              </a:solidFill>
            </a:endParaRPr>
          </a:p>
        </p:txBody>
      </p:sp>
      <p:sp>
        <p:nvSpPr>
          <p:cNvPr id="36" name="AutoShape 3">
            <a:extLst>
              <a:ext uri="{FF2B5EF4-FFF2-40B4-BE49-F238E27FC236}">
                <a16:creationId xmlns="" xmlns:a16="http://schemas.microsoft.com/office/drawing/2014/main" id="{B742D6B4-C2BA-456D-8EF1-01FC0D22E95C}"/>
              </a:ext>
            </a:extLst>
          </p:cNvPr>
          <p:cNvSpPr>
            <a:spLocks noChangeArrowheads="1"/>
          </p:cNvSpPr>
          <p:nvPr/>
        </p:nvSpPr>
        <p:spPr bwMode="gray">
          <a:xfrm flipH="1">
            <a:off x="4200083" y="65559"/>
            <a:ext cx="2056086" cy="649224"/>
          </a:xfrm>
          <a:prstGeom prst="chevron">
            <a:avLst>
              <a:gd name="adj" fmla="val 17009"/>
            </a:avLst>
          </a:prstGeom>
          <a:gradFill rotWithShape="1">
            <a:gsLst>
              <a:gs pos="0">
                <a:srgbClr val="84B09A">
                  <a:gamma/>
                  <a:shade val="46275"/>
                  <a:invGamma/>
                </a:srgbClr>
              </a:gs>
              <a:gs pos="50000">
                <a:srgbClr val="84B09A"/>
              </a:gs>
              <a:gs pos="100000">
                <a:srgbClr val="84B09A">
                  <a:gamma/>
                  <a:shade val="46275"/>
                  <a:invGamma/>
                </a:srgbClr>
              </a:gs>
            </a:gsLst>
            <a:lin ang="2700000" scaled="1"/>
          </a:gradFill>
          <a:ln w="38100">
            <a:solidFill>
              <a:srgbClr val="EAEAEA"/>
            </a:solidFill>
            <a:miter lim="800000"/>
            <a:headEnd/>
            <a:tailEnd/>
          </a:ln>
          <a:effectLst>
            <a:outerShdw dist="109250" dir="3267739" algn="ctr" rotWithShape="0">
              <a:srgbClr val="333333">
                <a:alpha val="50000"/>
              </a:srgbClr>
            </a:outerShdw>
          </a:effectLst>
        </p:spPr>
        <p:txBody>
          <a:bodyPr wrap="square" anchor="ctr">
            <a:spAutoFit/>
          </a:bodyPr>
          <a:lstStyle/>
          <a:p>
            <a:pPr algn="ctr" fontAlgn="base">
              <a:spcBef>
                <a:spcPct val="0"/>
              </a:spcBef>
              <a:spcAft>
                <a:spcPct val="0"/>
              </a:spcAft>
            </a:pPr>
            <a:endParaRPr lang="en-US" kern="0" dirty="0">
              <a:solidFill>
                <a:srgbClr val="3D81BF"/>
              </a:solidFill>
            </a:endParaRPr>
          </a:p>
        </p:txBody>
      </p:sp>
      <p:sp>
        <p:nvSpPr>
          <p:cNvPr id="37" name="AutoShape 3">
            <a:extLst>
              <a:ext uri="{FF2B5EF4-FFF2-40B4-BE49-F238E27FC236}">
                <a16:creationId xmlns="" xmlns:a16="http://schemas.microsoft.com/office/drawing/2014/main" id="{A5531835-C6DF-4085-9BDC-A727B5CE3B64}"/>
              </a:ext>
            </a:extLst>
          </p:cNvPr>
          <p:cNvSpPr>
            <a:spLocks noChangeArrowheads="1"/>
          </p:cNvSpPr>
          <p:nvPr/>
        </p:nvSpPr>
        <p:spPr bwMode="gray">
          <a:xfrm flipH="1">
            <a:off x="2599881" y="59232"/>
            <a:ext cx="1600202" cy="649224"/>
          </a:xfrm>
          <a:prstGeom prst="chevron">
            <a:avLst>
              <a:gd name="adj" fmla="val 17009"/>
            </a:avLst>
          </a:prstGeom>
          <a:gradFill rotWithShape="1">
            <a:gsLst>
              <a:gs pos="0">
                <a:srgbClr val="84B09A">
                  <a:gamma/>
                  <a:shade val="46275"/>
                  <a:invGamma/>
                </a:srgbClr>
              </a:gs>
              <a:gs pos="50000">
                <a:srgbClr val="84B09A"/>
              </a:gs>
              <a:gs pos="100000">
                <a:srgbClr val="84B09A">
                  <a:gamma/>
                  <a:shade val="46275"/>
                  <a:invGamma/>
                </a:srgbClr>
              </a:gs>
            </a:gsLst>
            <a:lin ang="2700000" scaled="1"/>
          </a:gradFill>
          <a:ln w="38100">
            <a:solidFill>
              <a:srgbClr val="EAEAEA"/>
            </a:solidFill>
            <a:miter lim="800000"/>
            <a:headEnd/>
            <a:tailEnd/>
          </a:ln>
          <a:effectLst>
            <a:outerShdw dist="109250" dir="3267739" algn="ctr" rotWithShape="0">
              <a:srgbClr val="333333">
                <a:alpha val="50000"/>
              </a:srgbClr>
            </a:outerShdw>
          </a:effectLst>
        </p:spPr>
        <p:txBody>
          <a:bodyPr wrap="square" anchor="ctr">
            <a:spAutoFit/>
          </a:bodyPr>
          <a:lstStyle/>
          <a:p>
            <a:pPr algn="ctr" fontAlgn="base">
              <a:spcBef>
                <a:spcPct val="0"/>
              </a:spcBef>
              <a:spcAft>
                <a:spcPct val="0"/>
              </a:spcAft>
            </a:pPr>
            <a:endParaRPr lang="en-US" kern="0">
              <a:solidFill>
                <a:srgbClr val="3D81BF"/>
              </a:solidFill>
            </a:endParaRPr>
          </a:p>
        </p:txBody>
      </p:sp>
      <p:sp>
        <p:nvSpPr>
          <p:cNvPr id="38" name="Rectangle 37">
            <a:extLst>
              <a:ext uri="{FF2B5EF4-FFF2-40B4-BE49-F238E27FC236}">
                <a16:creationId xmlns="" xmlns:a16="http://schemas.microsoft.com/office/drawing/2014/main" id="{B51F10B5-E430-4BC2-858C-405C3B009988}"/>
              </a:ext>
            </a:extLst>
          </p:cNvPr>
          <p:cNvSpPr/>
          <p:nvPr/>
        </p:nvSpPr>
        <p:spPr>
          <a:xfrm>
            <a:off x="403231" y="91457"/>
            <a:ext cx="2056085" cy="584775"/>
          </a:xfrm>
          <a:prstGeom prst="rect">
            <a:avLst/>
          </a:prstGeom>
        </p:spPr>
        <p:txBody>
          <a:bodyPr wrap="square">
            <a:spAutoFit/>
          </a:bodyPr>
          <a:lstStyle/>
          <a:p>
            <a:pPr lvl="0" algn="ctr" rtl="1" fontAlgn="base">
              <a:spcBef>
                <a:spcPct val="0"/>
              </a:spcBef>
              <a:spcAft>
                <a:spcPct val="0"/>
              </a:spcAft>
            </a:pPr>
            <a:r>
              <a:rPr lang="fa-IR" sz="1600" b="1" dirty="0" smtClean="0">
                <a:solidFill>
                  <a:srgbClr val="FFFFFF"/>
                </a:solidFill>
                <a:latin typeface="Times New Roman" panose="02020603050405020304" pitchFamily="18" charset="0"/>
                <a:cs typeface="B Nazanin" panose="00000400000000000000" pitchFamily="2" charset="-78"/>
              </a:rPr>
              <a:t> پیاده سازی و ارزیابی همسان ساز پیشنهادی</a:t>
            </a:r>
            <a:endParaRPr lang="fa-IR" sz="1600" b="1" dirty="0">
              <a:solidFill>
                <a:srgbClr val="FFFFFF"/>
              </a:solidFill>
              <a:latin typeface="Times New Roman" panose="02020603050405020304" pitchFamily="18" charset="0"/>
              <a:cs typeface="B Nazanin" panose="00000400000000000000" pitchFamily="2" charset="-78"/>
            </a:endParaRPr>
          </a:p>
        </p:txBody>
      </p:sp>
      <p:sp>
        <p:nvSpPr>
          <p:cNvPr id="39" name="Rectangle 38">
            <a:extLst>
              <a:ext uri="{FF2B5EF4-FFF2-40B4-BE49-F238E27FC236}">
                <a16:creationId xmlns="" xmlns:a16="http://schemas.microsoft.com/office/drawing/2014/main" id="{BA7FD763-7392-4FB3-B13F-EF9D935A7C24}"/>
              </a:ext>
            </a:extLst>
          </p:cNvPr>
          <p:cNvSpPr/>
          <p:nvPr/>
        </p:nvSpPr>
        <p:spPr>
          <a:xfrm>
            <a:off x="2636749" y="78259"/>
            <a:ext cx="1600200" cy="584775"/>
          </a:xfrm>
          <a:prstGeom prst="rect">
            <a:avLst/>
          </a:prstGeom>
        </p:spPr>
        <p:txBody>
          <a:bodyPr wrap="square">
            <a:spAutoFit/>
          </a:bodyPr>
          <a:lstStyle/>
          <a:p>
            <a:pPr lvl="0" algn="ctr" rtl="1" fontAlgn="base">
              <a:spcBef>
                <a:spcPct val="0"/>
              </a:spcBef>
              <a:spcAft>
                <a:spcPct val="0"/>
              </a:spcAft>
            </a:pPr>
            <a:r>
              <a:rPr lang="fa-IR" sz="1600" b="1" dirty="0">
                <a:solidFill>
                  <a:srgbClr val="FFFFFF"/>
                </a:solidFill>
                <a:latin typeface="Times New Roman" panose="02020603050405020304" pitchFamily="18" charset="0"/>
                <a:cs typeface="B Nazanin" panose="00000400000000000000" pitchFamily="2" charset="-78"/>
              </a:rPr>
              <a:t>همسان سازی پیشنهادی</a:t>
            </a:r>
          </a:p>
        </p:txBody>
      </p:sp>
      <p:sp>
        <p:nvSpPr>
          <p:cNvPr id="40" name="Rectangle 39">
            <a:extLst>
              <a:ext uri="{FF2B5EF4-FFF2-40B4-BE49-F238E27FC236}">
                <a16:creationId xmlns="" xmlns:a16="http://schemas.microsoft.com/office/drawing/2014/main" id="{4E566E01-C2D9-408C-9484-C0EBBF4D2C33}"/>
              </a:ext>
            </a:extLst>
          </p:cNvPr>
          <p:cNvSpPr/>
          <p:nvPr/>
        </p:nvSpPr>
        <p:spPr>
          <a:xfrm>
            <a:off x="4495138" y="91457"/>
            <a:ext cx="1443038" cy="584775"/>
          </a:xfrm>
          <a:prstGeom prst="rect">
            <a:avLst/>
          </a:prstGeom>
        </p:spPr>
        <p:txBody>
          <a:bodyPr wrap="square">
            <a:spAutoFit/>
          </a:bodyPr>
          <a:lstStyle/>
          <a:p>
            <a:pPr lvl="0" algn="ctr" rtl="1" fontAlgn="base">
              <a:spcBef>
                <a:spcPct val="0"/>
              </a:spcBef>
              <a:spcAft>
                <a:spcPct val="0"/>
              </a:spcAft>
            </a:pPr>
            <a:r>
              <a:rPr lang="fa-IR" sz="1600" b="1" dirty="0">
                <a:solidFill>
                  <a:srgbClr val="FFFFFF"/>
                </a:solidFill>
                <a:latin typeface="Times New Roman" panose="02020603050405020304" pitchFamily="18" charset="0"/>
                <a:cs typeface="B Nazanin" panose="00000400000000000000" pitchFamily="2" charset="-78"/>
              </a:rPr>
              <a:t>همسان سازی باتری</a:t>
            </a:r>
          </a:p>
        </p:txBody>
      </p:sp>
      <p:sp>
        <p:nvSpPr>
          <p:cNvPr id="41" name="Rectangle 40">
            <a:extLst>
              <a:ext uri="{FF2B5EF4-FFF2-40B4-BE49-F238E27FC236}">
                <a16:creationId xmlns="" xmlns:a16="http://schemas.microsoft.com/office/drawing/2014/main" id="{4574B186-F112-4A6C-ADFE-E46D302B236B}"/>
              </a:ext>
            </a:extLst>
          </p:cNvPr>
          <p:cNvSpPr/>
          <p:nvPr/>
        </p:nvSpPr>
        <p:spPr>
          <a:xfrm>
            <a:off x="6499957" y="197162"/>
            <a:ext cx="1626786" cy="323165"/>
          </a:xfrm>
          <a:prstGeom prst="rect">
            <a:avLst/>
          </a:prstGeom>
        </p:spPr>
        <p:txBody>
          <a:bodyPr wrap="square">
            <a:spAutoFit/>
          </a:bodyPr>
          <a:lstStyle/>
          <a:p>
            <a:pPr lvl="0" algn="ctr" fontAlgn="base">
              <a:spcBef>
                <a:spcPct val="0"/>
              </a:spcBef>
              <a:spcAft>
                <a:spcPct val="0"/>
              </a:spcAft>
              <a:defRPr/>
            </a:pPr>
            <a:r>
              <a:rPr lang="fa-IR" sz="1500" b="1" kern="0" dirty="0">
                <a:solidFill>
                  <a:srgbClr val="FFFFFF"/>
                </a:solidFill>
                <a:latin typeface="Times New Roman" panose="02020603050405020304" pitchFamily="18" charset="0"/>
                <a:cs typeface="B Nazanin" pitchFamily="2" charset="-78"/>
              </a:rPr>
              <a:t>باتری ها</a:t>
            </a:r>
            <a:endParaRPr lang="en-US" sz="1500" b="1" kern="0" dirty="0">
              <a:solidFill>
                <a:srgbClr val="FFFFFF"/>
              </a:solidFill>
              <a:latin typeface="Times New Roman" panose="02020603050405020304" pitchFamily="18" charset="0"/>
              <a:cs typeface="B Nazanin" pitchFamily="2" charset="-78"/>
            </a:endParaRPr>
          </a:p>
        </p:txBody>
      </p:sp>
      <p:pic>
        <p:nvPicPr>
          <p:cNvPr id="23" name="Picture 22"/>
          <p:cNvPicPr/>
          <p:nvPr/>
        </p:nvPicPr>
        <p:blipFill rotWithShape="1">
          <a:blip r:embed="rId5" cstate="print">
            <a:extLst>
              <a:ext uri="{28A0092B-C50C-407E-A947-70E740481C1C}">
                <a14:useLocalDpi xmlns:a14="http://schemas.microsoft.com/office/drawing/2010/main" val="0"/>
              </a:ext>
            </a:extLst>
          </a:blip>
          <a:srcRect l="5151" t="5799" r="7284"/>
          <a:stretch/>
        </p:blipFill>
        <p:spPr bwMode="auto">
          <a:xfrm>
            <a:off x="76201" y="844776"/>
            <a:ext cx="4514290" cy="2434760"/>
          </a:xfrm>
          <a:prstGeom prst="rect">
            <a:avLst/>
          </a:prstGeom>
          <a:noFill/>
          <a:ln>
            <a:noFill/>
          </a:ln>
        </p:spPr>
      </p:pic>
      <p:pic>
        <p:nvPicPr>
          <p:cNvPr id="32" name="Picture 31"/>
          <p:cNvPicPr/>
          <p:nvPr/>
        </p:nvPicPr>
        <p:blipFill>
          <a:blip r:embed="rId6" cstate="print">
            <a:extLst>
              <a:ext uri="{28A0092B-C50C-407E-A947-70E740481C1C}">
                <a14:useLocalDpi xmlns:a14="http://schemas.microsoft.com/office/drawing/2010/main" val="0"/>
              </a:ext>
            </a:extLst>
          </a:blip>
          <a:stretch>
            <a:fillRect/>
          </a:stretch>
        </p:blipFill>
        <p:spPr bwMode="auto">
          <a:xfrm>
            <a:off x="4573528" y="960696"/>
            <a:ext cx="4495626" cy="2274624"/>
          </a:xfrm>
          <a:prstGeom prst="rect">
            <a:avLst/>
          </a:prstGeom>
          <a:noFill/>
          <a:ln>
            <a:noFill/>
          </a:ln>
        </p:spPr>
      </p:pic>
      <p:pic>
        <p:nvPicPr>
          <p:cNvPr id="34" name="Picture 33"/>
          <p:cNvPicPr/>
          <p:nvPr/>
        </p:nvPicPr>
        <p:blipFill rotWithShape="1">
          <a:blip r:embed="rId7" cstate="print">
            <a:extLst>
              <a:ext uri="{28A0092B-C50C-407E-A947-70E740481C1C}">
                <a14:useLocalDpi xmlns:a14="http://schemas.microsoft.com/office/drawing/2010/main" val="0"/>
              </a:ext>
            </a:extLst>
          </a:blip>
          <a:srcRect l="8534" t="4425" r="3547" b="4425"/>
          <a:stretch/>
        </p:blipFill>
        <p:spPr bwMode="auto">
          <a:xfrm>
            <a:off x="4652602" y="3778209"/>
            <a:ext cx="4416552" cy="2312103"/>
          </a:xfrm>
          <a:prstGeom prst="rect">
            <a:avLst/>
          </a:prstGeom>
          <a:noFill/>
          <a:ln>
            <a:noFill/>
          </a:ln>
        </p:spPr>
      </p:pic>
      <mc:AlternateContent xmlns:mc="http://schemas.openxmlformats.org/markup-compatibility/2006" xmlns:a14="http://schemas.microsoft.com/office/drawing/2010/main">
        <mc:Choice Requires="a14">
          <p:sp>
            <p:nvSpPr>
              <p:cNvPr id="17" name="Rectangle 16"/>
              <p:cNvSpPr/>
              <p:nvPr/>
            </p:nvSpPr>
            <p:spPr>
              <a:xfrm>
                <a:off x="678180" y="6304879"/>
                <a:ext cx="7543800" cy="338554"/>
              </a:xfrm>
              <a:prstGeom prst="rect">
                <a:avLst/>
              </a:prstGeom>
            </p:spPr>
            <p:txBody>
              <a:bodyPr wrap="square">
                <a:spAutoFit/>
              </a:bodyPr>
              <a:lstStyle/>
              <a:p>
                <a:pPr algn="ctr" rtl="1">
                  <a:spcAft>
                    <a:spcPts val="300"/>
                  </a:spcAft>
                  <a:defRPr/>
                </a:pPr>
                <a:r>
                  <a:rPr lang="fa-IR" sz="1600" dirty="0">
                    <a:latin typeface="Times New Roman" panose="02020603050405020304" pitchFamily="18" charset="0"/>
                    <a:ea typeface="Times New Roman" panose="02020603050405020304" pitchFamily="18" charset="0"/>
                    <a:cs typeface="B Nazanin" panose="00000400000000000000" pitchFamily="2" charset="-78"/>
                  </a:rPr>
                  <a:t>خروجی الگوریتم </a:t>
                </a:r>
                <a:r>
                  <a:rPr lang="ar-SA" sz="1600" dirty="0">
                    <a:latin typeface="Times New Roman" panose="02020603050405020304" pitchFamily="18" charset="0"/>
                    <a:ea typeface="Times New Roman" panose="02020603050405020304" pitchFamily="18" charset="0"/>
                    <a:cs typeface="B Nazanin" panose="00000400000000000000" pitchFamily="2" charset="-78"/>
                  </a:rPr>
                  <a:t>همسان‌سازی </a:t>
                </a:r>
                <a:r>
                  <a:rPr lang="fa-IR" sz="1600" dirty="0">
                    <a:latin typeface="Times New Roman" panose="02020603050405020304" pitchFamily="18" charset="0"/>
                    <a:ea typeface="Times New Roman" panose="02020603050405020304" pitchFamily="18" charset="0"/>
                    <a:cs typeface="B Nazanin" panose="00000400000000000000" pitchFamily="2" charset="-78"/>
                  </a:rPr>
                  <a:t>پیشنهادی </a:t>
                </a:r>
                <a:r>
                  <a:rPr lang="ar-SA" sz="1600" dirty="0">
                    <a:latin typeface="Times New Roman" panose="02020603050405020304" pitchFamily="18" charset="0"/>
                    <a:ea typeface="Times New Roman" panose="02020603050405020304" pitchFamily="18" charset="0"/>
                    <a:cs typeface="B Nazanin" panose="00000400000000000000" pitchFamily="2" charset="-78"/>
                  </a:rPr>
                  <a:t>ازای </a:t>
                </a:r>
                <a:r>
                  <a:rPr lang="ar-SA" sz="1600" dirty="0" smtClean="0">
                    <a:latin typeface="Times New Roman" panose="02020603050405020304" pitchFamily="18" charset="0"/>
                    <a:ea typeface="Times New Roman" panose="02020603050405020304" pitchFamily="18" charset="0"/>
                    <a:cs typeface="B Nazanin" panose="00000400000000000000" pitchFamily="2" charset="-78"/>
                  </a:rPr>
                  <a:t>ضرایب</a:t>
                </a:r>
                <a:r>
                  <a:rPr lang="fa-IR" sz="1600" dirty="0" smtClean="0">
                    <a:latin typeface="Times New Roman" panose="02020603050405020304" pitchFamily="18" charset="0"/>
                    <a:ea typeface="Times New Roman" panose="02020603050405020304" pitchFamily="18" charset="0"/>
                    <a:cs typeface="B Nazanin" panose="00000400000000000000" pitchFamily="2" charset="-78"/>
                  </a:rPr>
                  <a:t> 0/5=</a:t>
                </a:r>
                <a14:m>
                  <m:oMath xmlns:m="http://schemas.openxmlformats.org/officeDocument/2006/math">
                    <m:r>
                      <a:rPr lang="en-US" sz="1600" i="1">
                        <a:latin typeface="Cambria Math" panose="02040503050406030204" pitchFamily="18" charset="0"/>
                        <a:ea typeface="Times New Roman" panose="02020603050405020304" pitchFamily="18" charset="0"/>
                        <a:cs typeface="B Nazanin" panose="00000400000000000000" pitchFamily="2" charset="-78"/>
                      </a:rPr>
                      <m:t>𝛾</m:t>
                    </m:r>
                  </m:oMath>
                </a14:m>
                <a:r>
                  <a:rPr lang="fa-IR" sz="1600" dirty="0">
                    <a:latin typeface="Times New Roman" panose="02020603050405020304" pitchFamily="18" charset="0"/>
                    <a:ea typeface="Times New Roman" panose="02020603050405020304" pitchFamily="18" charset="0"/>
                    <a:cs typeface="B Nazanin" panose="00000400000000000000" pitchFamily="2" charset="-78"/>
                  </a:rPr>
                  <a:t>، 0/5=</a:t>
                </a:r>
                <a14:m>
                  <m:oMath xmlns:m="http://schemas.openxmlformats.org/officeDocument/2006/math">
                    <m:r>
                      <a:rPr lang="en-US" sz="1600" i="1">
                        <a:latin typeface="Cambria Math" panose="02040503050406030204" pitchFamily="18" charset="0"/>
                        <a:ea typeface="Times New Roman" panose="02020603050405020304" pitchFamily="18" charset="0"/>
                        <a:cs typeface="B Nazanin" panose="00000400000000000000" pitchFamily="2" charset="-78"/>
                      </a:rPr>
                      <m:t>𝛽</m:t>
                    </m:r>
                  </m:oMath>
                </a14:m>
                <a:r>
                  <a:rPr lang="fa-IR" sz="1600" dirty="0">
                    <a:latin typeface="Times New Roman" panose="02020603050405020304" pitchFamily="18" charset="0"/>
                    <a:ea typeface="Times New Roman" panose="02020603050405020304" pitchFamily="18" charset="0"/>
                    <a:cs typeface="B Nazanin" panose="00000400000000000000" pitchFamily="2" charset="-78"/>
                  </a:rPr>
                  <a:t> و </a:t>
                </a:r>
                <a:r>
                  <a:rPr lang="fa-IR" sz="1600" dirty="0" smtClean="0">
                    <a:latin typeface="Times New Roman" panose="02020603050405020304" pitchFamily="18" charset="0"/>
                    <a:ea typeface="Times New Roman" panose="02020603050405020304" pitchFamily="18" charset="0"/>
                    <a:cs typeface="B Nazanin" panose="00000400000000000000" pitchFamily="2" charset="-78"/>
                  </a:rPr>
                  <a:t>0/0=</a:t>
                </a:r>
                <a14:m>
                  <m:oMath xmlns:m="http://schemas.openxmlformats.org/officeDocument/2006/math">
                    <m:r>
                      <a:rPr lang="en-US" sz="1600" i="1" smtClean="0">
                        <a:latin typeface="Cambria Math" panose="02040503050406030204" pitchFamily="18" charset="0"/>
                        <a:ea typeface="Times New Roman" panose="02020603050405020304" pitchFamily="18" charset="0"/>
                        <a:cs typeface="B Nazanin" panose="00000400000000000000" pitchFamily="2" charset="-78"/>
                      </a:rPr>
                      <m:t>𝛼</m:t>
                    </m:r>
                  </m:oMath>
                </a14:m>
                <a:r>
                  <a:rPr lang="fa-IR" sz="1600" dirty="0" smtClean="0">
                    <a:latin typeface="Times New Roman" panose="02020603050405020304" pitchFamily="18" charset="0"/>
                    <a:ea typeface="Times New Roman" panose="02020603050405020304" pitchFamily="18" charset="0"/>
                    <a:cs typeface="B Nazanin" panose="00000400000000000000" pitchFamily="2" charset="-78"/>
                  </a:rPr>
                  <a:t>.</a:t>
                </a:r>
                <a:endParaRPr lang="en-US" sz="1600" dirty="0">
                  <a:latin typeface="Times New Roman" panose="02020603050405020304" pitchFamily="18" charset="0"/>
                  <a:ea typeface="Times New Roman" panose="02020603050405020304" pitchFamily="18" charset="0"/>
                  <a:cs typeface="B Nazanin" panose="00000400000000000000" pitchFamily="2" charset="-78"/>
                </a:endParaRPr>
              </a:p>
            </p:txBody>
          </p:sp>
        </mc:Choice>
        <mc:Fallback xmlns="">
          <p:sp>
            <p:nvSpPr>
              <p:cNvPr id="17" name="Rectangle 16"/>
              <p:cNvSpPr>
                <a:spLocks noRot="1" noChangeAspect="1" noMove="1" noResize="1" noEditPoints="1" noAdjustHandles="1" noChangeArrowheads="1" noChangeShapeType="1" noTextEdit="1"/>
              </p:cNvSpPr>
              <p:nvPr/>
            </p:nvSpPr>
            <p:spPr>
              <a:xfrm>
                <a:off x="678180" y="6304879"/>
                <a:ext cx="7543800" cy="338554"/>
              </a:xfrm>
              <a:prstGeom prst="rect">
                <a:avLst/>
              </a:prstGeom>
              <a:blipFill rotWithShape="0">
                <a:blip r:embed="rId8"/>
                <a:stretch>
                  <a:fillRect t="-1786" b="-25000"/>
                </a:stretch>
              </a:blipFill>
            </p:spPr>
            <p:txBody>
              <a:bodyPr/>
              <a:lstStyle/>
              <a:p>
                <a:r>
                  <a:rPr lang="en-US">
                    <a:noFill/>
                  </a:rPr>
                  <a:t> </a:t>
                </a:r>
              </a:p>
            </p:txBody>
          </p:sp>
        </mc:Fallback>
      </mc:AlternateContent>
      <p:sp>
        <p:nvSpPr>
          <p:cNvPr id="18" name="Rectangle 17"/>
          <p:cNvSpPr/>
          <p:nvPr/>
        </p:nvSpPr>
        <p:spPr>
          <a:xfrm>
            <a:off x="8475659" y="2949937"/>
            <a:ext cx="599844" cy="369332"/>
          </a:xfrm>
          <a:prstGeom prst="rect">
            <a:avLst/>
          </a:prstGeom>
        </p:spPr>
        <p:txBody>
          <a:bodyPr wrap="none">
            <a:spAutoFit/>
          </a:bodyPr>
          <a:lstStyle/>
          <a:p>
            <a:r>
              <a:rPr lang="fa-IR" dirty="0" smtClean="0">
                <a:latin typeface="Times New Roman" panose="02020603050405020304" pitchFamily="18" charset="0"/>
                <a:ea typeface="Calibri" panose="020F0502020204030204" pitchFamily="34" charset="0"/>
                <a:cs typeface="B Lotus" panose="00000400000000000000" pitchFamily="2" charset="-78"/>
              </a:rPr>
              <a:t>(الف)</a:t>
            </a:r>
            <a:endParaRPr lang="en-US" dirty="0"/>
          </a:p>
        </p:txBody>
      </p:sp>
      <p:sp>
        <p:nvSpPr>
          <p:cNvPr id="19" name="Rectangle 18"/>
          <p:cNvSpPr/>
          <p:nvPr/>
        </p:nvSpPr>
        <p:spPr>
          <a:xfrm>
            <a:off x="4391074" y="2949937"/>
            <a:ext cx="503664" cy="369332"/>
          </a:xfrm>
          <a:prstGeom prst="rect">
            <a:avLst/>
          </a:prstGeom>
        </p:spPr>
        <p:txBody>
          <a:bodyPr wrap="none">
            <a:spAutoFit/>
          </a:bodyPr>
          <a:lstStyle/>
          <a:p>
            <a:r>
              <a:rPr lang="fa-IR" dirty="0">
                <a:latin typeface="Times New Roman" panose="02020603050405020304" pitchFamily="18" charset="0"/>
                <a:ea typeface="Calibri" panose="020F0502020204030204" pitchFamily="34" charset="0"/>
                <a:cs typeface="B Lotus" panose="00000400000000000000" pitchFamily="2" charset="-78"/>
              </a:rPr>
              <a:t>(ب)</a:t>
            </a:r>
            <a:endParaRPr lang="en-US" dirty="0"/>
          </a:p>
        </p:txBody>
      </p:sp>
      <p:sp>
        <p:nvSpPr>
          <p:cNvPr id="20" name="Rectangle 19"/>
          <p:cNvSpPr/>
          <p:nvPr/>
        </p:nvSpPr>
        <p:spPr>
          <a:xfrm>
            <a:off x="8743184" y="5796040"/>
            <a:ext cx="457176" cy="369332"/>
          </a:xfrm>
          <a:prstGeom prst="rect">
            <a:avLst/>
          </a:prstGeom>
        </p:spPr>
        <p:txBody>
          <a:bodyPr wrap="none">
            <a:spAutoFit/>
          </a:bodyPr>
          <a:lstStyle/>
          <a:p>
            <a:r>
              <a:rPr lang="fa-IR" dirty="0" smtClean="0">
                <a:latin typeface="Times New Roman" panose="02020603050405020304" pitchFamily="18" charset="0"/>
                <a:ea typeface="Calibri" panose="020F0502020204030204" pitchFamily="34" charset="0"/>
                <a:cs typeface="B Lotus" panose="00000400000000000000" pitchFamily="2" charset="-78"/>
              </a:rPr>
              <a:t>(ج)</a:t>
            </a:r>
            <a:endParaRPr lang="en-US" dirty="0"/>
          </a:p>
        </p:txBody>
      </p:sp>
      <p:sp>
        <p:nvSpPr>
          <p:cNvPr id="21" name="Rectangle 20"/>
          <p:cNvSpPr/>
          <p:nvPr/>
        </p:nvSpPr>
        <p:spPr>
          <a:xfrm>
            <a:off x="4200083" y="5796040"/>
            <a:ext cx="404278" cy="369332"/>
          </a:xfrm>
          <a:prstGeom prst="rect">
            <a:avLst/>
          </a:prstGeom>
        </p:spPr>
        <p:txBody>
          <a:bodyPr wrap="none">
            <a:spAutoFit/>
          </a:bodyPr>
          <a:lstStyle/>
          <a:p>
            <a:r>
              <a:rPr lang="fa-IR" dirty="0" smtClean="0">
                <a:latin typeface="Times New Roman" panose="02020603050405020304" pitchFamily="18" charset="0"/>
                <a:ea typeface="Calibri" panose="020F0502020204030204" pitchFamily="34" charset="0"/>
                <a:cs typeface="B Lotus" panose="00000400000000000000" pitchFamily="2" charset="-78"/>
              </a:rPr>
              <a:t>(د)</a:t>
            </a:r>
            <a:endParaRPr lang="en-US" dirty="0"/>
          </a:p>
        </p:txBody>
      </p:sp>
    </p:spTree>
    <p:extLst>
      <p:ext uri="{BB962C8B-B14F-4D97-AF65-F5344CB8AC3E}">
        <p14:creationId xmlns:p14="http://schemas.microsoft.com/office/powerpoint/2010/main" val="2133602603"/>
      </p:ext>
    </p:extLst>
  </p:cSld>
  <p:clrMapOvr>
    <a:masterClrMapping/>
  </p:clrMapOvr>
  <p:timing>
    <p:tnLst>
      <p:par>
        <p:cTn id="1" dur="indefinite" restart="never" nodeType="tmRoot"/>
      </p:par>
    </p:tn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3" name="Picture 32"/>
          <p:cNvPicPr/>
          <p:nvPr/>
        </p:nvPicPr>
        <p:blipFill rotWithShape="1">
          <a:blip r:embed="rId3" cstate="print">
            <a:extLst>
              <a:ext uri="{28A0092B-C50C-407E-A947-70E740481C1C}">
                <a14:useLocalDpi xmlns:a14="http://schemas.microsoft.com/office/drawing/2010/main" val="0"/>
              </a:ext>
            </a:extLst>
          </a:blip>
          <a:srcRect l="8621"/>
          <a:stretch/>
        </p:blipFill>
        <p:spPr bwMode="auto">
          <a:xfrm>
            <a:off x="76202" y="3832710"/>
            <a:ext cx="4497326" cy="2257602"/>
          </a:xfrm>
          <a:prstGeom prst="rect">
            <a:avLst/>
          </a:prstGeom>
          <a:noFill/>
          <a:ln>
            <a:noFill/>
          </a:ln>
        </p:spPr>
      </p:pic>
      <p:sp>
        <p:nvSpPr>
          <p:cNvPr id="43" name="AutoShape 3">
            <a:extLst>
              <a:ext uri="{FF2B5EF4-FFF2-40B4-BE49-F238E27FC236}">
                <a16:creationId xmlns="" xmlns:a16="http://schemas.microsoft.com/office/drawing/2014/main" id="{2E7CFF1D-4628-454A-8E3A-7632D84A13A7}"/>
              </a:ext>
            </a:extLst>
          </p:cNvPr>
          <p:cNvSpPr>
            <a:spLocks noChangeArrowheads="1"/>
          </p:cNvSpPr>
          <p:nvPr/>
        </p:nvSpPr>
        <p:spPr bwMode="gray">
          <a:xfrm flipH="1">
            <a:off x="173132" y="59232"/>
            <a:ext cx="2426749" cy="649224"/>
          </a:xfrm>
          <a:prstGeom prst="chevron">
            <a:avLst>
              <a:gd name="adj" fmla="val 17009"/>
            </a:avLst>
          </a:prstGeom>
          <a:solidFill>
            <a:srgbClr val="2842AE"/>
          </a:solidFill>
          <a:ln w="38100">
            <a:solidFill>
              <a:srgbClr val="EAEAEA"/>
            </a:solidFill>
            <a:miter lim="800000"/>
            <a:headEnd/>
            <a:tailEnd/>
          </a:ln>
          <a:effectLst>
            <a:outerShdw dist="109250" dir="3267739" algn="ctr" rotWithShape="0">
              <a:srgbClr val="333333">
                <a:alpha val="50000"/>
              </a:srgbClr>
            </a:outerShdw>
          </a:effectLst>
        </p:spPr>
        <p:txBody>
          <a:bodyPr wrap="square" anchor="ctr">
            <a:spAutoFit/>
          </a:bodyPr>
          <a:lstStyle/>
          <a:p>
            <a:pPr algn="ctr" fontAlgn="base">
              <a:spcBef>
                <a:spcPct val="0"/>
              </a:spcBef>
              <a:spcAft>
                <a:spcPct val="0"/>
              </a:spcAft>
            </a:pPr>
            <a:endParaRPr lang="en-US" kern="0">
              <a:solidFill>
                <a:srgbClr val="3D81BF"/>
              </a:solidFill>
            </a:endParaRPr>
          </a:p>
        </p:txBody>
      </p:sp>
      <p:sp>
        <p:nvSpPr>
          <p:cNvPr id="26" name="Slide Number Placeholder 3">
            <a:extLst>
              <a:ext uri="{FF2B5EF4-FFF2-40B4-BE49-F238E27FC236}">
                <a16:creationId xmlns="" xmlns:a16="http://schemas.microsoft.com/office/drawing/2014/main" id="{FEFB061F-8AAB-4535-B272-1BA4D5A77191}"/>
              </a:ext>
            </a:extLst>
          </p:cNvPr>
          <p:cNvSpPr txBox="1">
            <a:spLocks/>
          </p:cNvSpPr>
          <p:nvPr/>
        </p:nvSpPr>
        <p:spPr>
          <a:xfrm>
            <a:off x="8965" y="6090313"/>
            <a:ext cx="676835" cy="767687"/>
          </a:xfrm>
          <a:prstGeom prst="rect">
            <a:avLst/>
          </a:prstGeom>
        </p:spPr>
        <p:txBody>
          <a:bodyPr vert="horz" lIns="91440" tIns="45720" rIns="91440" bIns="45720" rtlCol="0" anchor="ctr"/>
          <a:lstStyle>
            <a:defPPr>
              <a:defRPr lang="en-US"/>
            </a:defPPr>
            <a:lvl1pPr marL="0" algn="l" defTabSz="914400" rtl="0" eaLnBrk="1" latinLnBrk="0" hangingPunct="1">
              <a:defRPr sz="1400" b="1" kern="1200">
                <a:solidFill>
                  <a:srgbClr val="FFFFFF"/>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rtl="1"/>
            <a:fld id="{E8ADF199-8047-440E-B02B-E80683B392F2}" type="slidenum">
              <a:rPr lang="fa-IR" sz="1800" smtClean="0">
                <a:solidFill>
                  <a:schemeClr val="tx1"/>
                </a:solidFill>
                <a:cs typeface="B Lotus" panose="00000400000000000000" pitchFamily="2" charset="-78"/>
              </a:rPr>
              <a:pPr rtl="1"/>
              <a:t>20</a:t>
            </a:fld>
            <a:endParaRPr lang="fa-IR" sz="1800" dirty="0">
              <a:solidFill>
                <a:schemeClr val="tx1"/>
              </a:solidFill>
              <a:cs typeface="B Lotus" panose="00000400000000000000" pitchFamily="2" charset="-78"/>
            </a:endParaRPr>
          </a:p>
        </p:txBody>
      </p:sp>
      <p:pic>
        <p:nvPicPr>
          <p:cNvPr id="30" name="Picture 29" descr="پرونده:Azad University logo.png - ویکی‌پدیا، دانشنامهٔ آزاد">
            <a:extLst>
              <a:ext uri="{FF2B5EF4-FFF2-40B4-BE49-F238E27FC236}">
                <a16:creationId xmlns="" xmlns:a16="http://schemas.microsoft.com/office/drawing/2014/main" id="{2F67C891-7A76-4BAB-A300-B54DFBDD9870}"/>
              </a:ext>
            </a:extLst>
          </p:cNvPr>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8610600" y="0"/>
            <a:ext cx="533400" cy="822959"/>
          </a:xfrm>
          <a:prstGeom prst="rect">
            <a:avLst/>
          </a:prstGeom>
          <a:noFill/>
          <a:ln>
            <a:noFill/>
          </a:ln>
        </p:spPr>
      </p:pic>
      <p:sp>
        <p:nvSpPr>
          <p:cNvPr id="35" name="AutoShape 10">
            <a:extLst>
              <a:ext uri="{FF2B5EF4-FFF2-40B4-BE49-F238E27FC236}">
                <a16:creationId xmlns="" xmlns:a16="http://schemas.microsoft.com/office/drawing/2014/main" id="{2A2EA850-A064-4A9D-9C26-C017D368DF1D}"/>
              </a:ext>
            </a:extLst>
          </p:cNvPr>
          <p:cNvSpPr>
            <a:spLocks noChangeArrowheads="1"/>
          </p:cNvSpPr>
          <p:nvPr/>
        </p:nvSpPr>
        <p:spPr bwMode="gray">
          <a:xfrm flipH="1">
            <a:off x="6246677" y="59426"/>
            <a:ext cx="2057400" cy="649224"/>
          </a:xfrm>
          <a:prstGeom prst="chevron">
            <a:avLst>
              <a:gd name="adj" fmla="val 17842"/>
            </a:avLst>
          </a:prstGeom>
          <a:gradFill rotWithShape="1">
            <a:gsLst>
              <a:gs pos="0">
                <a:srgbClr val="84B09A">
                  <a:gamma/>
                  <a:shade val="46275"/>
                  <a:invGamma/>
                </a:srgbClr>
              </a:gs>
              <a:gs pos="50000">
                <a:srgbClr val="84B09A"/>
              </a:gs>
              <a:gs pos="100000">
                <a:srgbClr val="84B09A">
                  <a:gamma/>
                  <a:shade val="46275"/>
                  <a:invGamma/>
                </a:srgbClr>
              </a:gs>
            </a:gsLst>
            <a:lin ang="2700000" scaled="1"/>
          </a:gradFill>
          <a:ln w="38100">
            <a:solidFill>
              <a:srgbClr val="EAEAEA"/>
            </a:solidFill>
            <a:miter lim="800000"/>
            <a:headEnd/>
            <a:tailEnd/>
          </a:ln>
          <a:effectLst>
            <a:outerShdw dist="109250" dir="3267739" algn="ctr" rotWithShape="0">
              <a:srgbClr val="333333">
                <a:alpha val="50000"/>
              </a:srgbClr>
            </a:outerShdw>
          </a:effectLst>
        </p:spPr>
        <p:txBody>
          <a:bodyPr wrap="square" anchor="ctr">
            <a:spAutoFit/>
          </a:bodyPr>
          <a:lstStyle/>
          <a:p>
            <a:pPr algn="ctr" fontAlgn="base">
              <a:spcBef>
                <a:spcPct val="0"/>
              </a:spcBef>
              <a:spcAft>
                <a:spcPct val="0"/>
              </a:spcAft>
            </a:pPr>
            <a:endParaRPr lang="en-US" kern="0" dirty="0">
              <a:solidFill>
                <a:srgbClr val="3D81BF"/>
              </a:solidFill>
            </a:endParaRPr>
          </a:p>
        </p:txBody>
      </p:sp>
      <p:sp>
        <p:nvSpPr>
          <p:cNvPr id="36" name="AutoShape 3">
            <a:extLst>
              <a:ext uri="{FF2B5EF4-FFF2-40B4-BE49-F238E27FC236}">
                <a16:creationId xmlns="" xmlns:a16="http://schemas.microsoft.com/office/drawing/2014/main" id="{B742D6B4-C2BA-456D-8EF1-01FC0D22E95C}"/>
              </a:ext>
            </a:extLst>
          </p:cNvPr>
          <p:cNvSpPr>
            <a:spLocks noChangeArrowheads="1"/>
          </p:cNvSpPr>
          <p:nvPr/>
        </p:nvSpPr>
        <p:spPr bwMode="gray">
          <a:xfrm flipH="1">
            <a:off x="4200083" y="65559"/>
            <a:ext cx="2056086" cy="649224"/>
          </a:xfrm>
          <a:prstGeom prst="chevron">
            <a:avLst>
              <a:gd name="adj" fmla="val 17009"/>
            </a:avLst>
          </a:prstGeom>
          <a:gradFill rotWithShape="1">
            <a:gsLst>
              <a:gs pos="0">
                <a:srgbClr val="84B09A">
                  <a:gamma/>
                  <a:shade val="46275"/>
                  <a:invGamma/>
                </a:srgbClr>
              </a:gs>
              <a:gs pos="50000">
                <a:srgbClr val="84B09A"/>
              </a:gs>
              <a:gs pos="100000">
                <a:srgbClr val="84B09A">
                  <a:gamma/>
                  <a:shade val="46275"/>
                  <a:invGamma/>
                </a:srgbClr>
              </a:gs>
            </a:gsLst>
            <a:lin ang="2700000" scaled="1"/>
          </a:gradFill>
          <a:ln w="38100">
            <a:solidFill>
              <a:srgbClr val="EAEAEA"/>
            </a:solidFill>
            <a:miter lim="800000"/>
            <a:headEnd/>
            <a:tailEnd/>
          </a:ln>
          <a:effectLst>
            <a:outerShdw dist="109250" dir="3267739" algn="ctr" rotWithShape="0">
              <a:srgbClr val="333333">
                <a:alpha val="50000"/>
              </a:srgbClr>
            </a:outerShdw>
          </a:effectLst>
        </p:spPr>
        <p:txBody>
          <a:bodyPr wrap="square" anchor="ctr">
            <a:spAutoFit/>
          </a:bodyPr>
          <a:lstStyle/>
          <a:p>
            <a:pPr algn="ctr" fontAlgn="base">
              <a:spcBef>
                <a:spcPct val="0"/>
              </a:spcBef>
              <a:spcAft>
                <a:spcPct val="0"/>
              </a:spcAft>
            </a:pPr>
            <a:endParaRPr lang="en-US" kern="0" dirty="0">
              <a:solidFill>
                <a:srgbClr val="3D81BF"/>
              </a:solidFill>
            </a:endParaRPr>
          </a:p>
        </p:txBody>
      </p:sp>
      <p:sp>
        <p:nvSpPr>
          <p:cNvPr id="37" name="AutoShape 3">
            <a:extLst>
              <a:ext uri="{FF2B5EF4-FFF2-40B4-BE49-F238E27FC236}">
                <a16:creationId xmlns="" xmlns:a16="http://schemas.microsoft.com/office/drawing/2014/main" id="{A5531835-C6DF-4085-9BDC-A727B5CE3B64}"/>
              </a:ext>
            </a:extLst>
          </p:cNvPr>
          <p:cNvSpPr>
            <a:spLocks noChangeArrowheads="1"/>
          </p:cNvSpPr>
          <p:nvPr/>
        </p:nvSpPr>
        <p:spPr bwMode="gray">
          <a:xfrm flipH="1">
            <a:off x="2599881" y="59232"/>
            <a:ext cx="1600202" cy="649224"/>
          </a:xfrm>
          <a:prstGeom prst="chevron">
            <a:avLst>
              <a:gd name="adj" fmla="val 17009"/>
            </a:avLst>
          </a:prstGeom>
          <a:gradFill rotWithShape="1">
            <a:gsLst>
              <a:gs pos="0">
                <a:srgbClr val="84B09A">
                  <a:gamma/>
                  <a:shade val="46275"/>
                  <a:invGamma/>
                </a:srgbClr>
              </a:gs>
              <a:gs pos="50000">
                <a:srgbClr val="84B09A"/>
              </a:gs>
              <a:gs pos="100000">
                <a:srgbClr val="84B09A">
                  <a:gamma/>
                  <a:shade val="46275"/>
                  <a:invGamma/>
                </a:srgbClr>
              </a:gs>
            </a:gsLst>
            <a:lin ang="2700000" scaled="1"/>
          </a:gradFill>
          <a:ln w="38100">
            <a:solidFill>
              <a:srgbClr val="EAEAEA"/>
            </a:solidFill>
            <a:miter lim="800000"/>
            <a:headEnd/>
            <a:tailEnd/>
          </a:ln>
          <a:effectLst>
            <a:outerShdw dist="109250" dir="3267739" algn="ctr" rotWithShape="0">
              <a:srgbClr val="333333">
                <a:alpha val="50000"/>
              </a:srgbClr>
            </a:outerShdw>
          </a:effectLst>
        </p:spPr>
        <p:txBody>
          <a:bodyPr wrap="square" anchor="ctr">
            <a:spAutoFit/>
          </a:bodyPr>
          <a:lstStyle/>
          <a:p>
            <a:pPr algn="ctr" fontAlgn="base">
              <a:spcBef>
                <a:spcPct val="0"/>
              </a:spcBef>
              <a:spcAft>
                <a:spcPct val="0"/>
              </a:spcAft>
            </a:pPr>
            <a:endParaRPr lang="en-US" kern="0">
              <a:solidFill>
                <a:srgbClr val="3D81BF"/>
              </a:solidFill>
            </a:endParaRPr>
          </a:p>
        </p:txBody>
      </p:sp>
      <p:sp>
        <p:nvSpPr>
          <p:cNvPr id="38" name="Rectangle 37">
            <a:extLst>
              <a:ext uri="{FF2B5EF4-FFF2-40B4-BE49-F238E27FC236}">
                <a16:creationId xmlns="" xmlns:a16="http://schemas.microsoft.com/office/drawing/2014/main" id="{B51F10B5-E430-4BC2-858C-405C3B009988}"/>
              </a:ext>
            </a:extLst>
          </p:cNvPr>
          <p:cNvSpPr/>
          <p:nvPr/>
        </p:nvSpPr>
        <p:spPr>
          <a:xfrm>
            <a:off x="403231" y="91457"/>
            <a:ext cx="2056085" cy="584775"/>
          </a:xfrm>
          <a:prstGeom prst="rect">
            <a:avLst/>
          </a:prstGeom>
        </p:spPr>
        <p:txBody>
          <a:bodyPr wrap="square">
            <a:spAutoFit/>
          </a:bodyPr>
          <a:lstStyle/>
          <a:p>
            <a:pPr lvl="0" algn="ctr" rtl="1" fontAlgn="base">
              <a:spcBef>
                <a:spcPct val="0"/>
              </a:spcBef>
              <a:spcAft>
                <a:spcPct val="0"/>
              </a:spcAft>
            </a:pPr>
            <a:r>
              <a:rPr lang="fa-IR" sz="1600" b="1" dirty="0" smtClean="0">
                <a:solidFill>
                  <a:srgbClr val="FFFFFF"/>
                </a:solidFill>
                <a:latin typeface="Times New Roman" panose="02020603050405020304" pitchFamily="18" charset="0"/>
                <a:cs typeface="B Nazanin" panose="00000400000000000000" pitchFamily="2" charset="-78"/>
              </a:rPr>
              <a:t> پیاده سازی و ارزیابی همسان ساز پیشنهادی</a:t>
            </a:r>
            <a:endParaRPr lang="fa-IR" sz="1600" b="1" dirty="0">
              <a:solidFill>
                <a:srgbClr val="FFFFFF"/>
              </a:solidFill>
              <a:latin typeface="Times New Roman" panose="02020603050405020304" pitchFamily="18" charset="0"/>
              <a:cs typeface="B Nazanin" panose="00000400000000000000" pitchFamily="2" charset="-78"/>
            </a:endParaRPr>
          </a:p>
        </p:txBody>
      </p:sp>
      <p:sp>
        <p:nvSpPr>
          <p:cNvPr id="39" name="Rectangle 38">
            <a:extLst>
              <a:ext uri="{FF2B5EF4-FFF2-40B4-BE49-F238E27FC236}">
                <a16:creationId xmlns="" xmlns:a16="http://schemas.microsoft.com/office/drawing/2014/main" id="{BA7FD763-7392-4FB3-B13F-EF9D935A7C24}"/>
              </a:ext>
            </a:extLst>
          </p:cNvPr>
          <p:cNvSpPr/>
          <p:nvPr/>
        </p:nvSpPr>
        <p:spPr>
          <a:xfrm>
            <a:off x="2636749" y="78259"/>
            <a:ext cx="1600200" cy="584775"/>
          </a:xfrm>
          <a:prstGeom prst="rect">
            <a:avLst/>
          </a:prstGeom>
        </p:spPr>
        <p:txBody>
          <a:bodyPr wrap="square">
            <a:spAutoFit/>
          </a:bodyPr>
          <a:lstStyle/>
          <a:p>
            <a:pPr lvl="0" algn="ctr" rtl="1" fontAlgn="base">
              <a:spcBef>
                <a:spcPct val="0"/>
              </a:spcBef>
              <a:spcAft>
                <a:spcPct val="0"/>
              </a:spcAft>
            </a:pPr>
            <a:r>
              <a:rPr lang="fa-IR" sz="1600" b="1" dirty="0">
                <a:solidFill>
                  <a:srgbClr val="FFFFFF"/>
                </a:solidFill>
                <a:latin typeface="Times New Roman" panose="02020603050405020304" pitchFamily="18" charset="0"/>
                <a:cs typeface="B Nazanin" panose="00000400000000000000" pitchFamily="2" charset="-78"/>
              </a:rPr>
              <a:t>همسان سازی پیشنهادی</a:t>
            </a:r>
          </a:p>
        </p:txBody>
      </p:sp>
      <p:sp>
        <p:nvSpPr>
          <p:cNvPr id="40" name="Rectangle 39">
            <a:extLst>
              <a:ext uri="{FF2B5EF4-FFF2-40B4-BE49-F238E27FC236}">
                <a16:creationId xmlns="" xmlns:a16="http://schemas.microsoft.com/office/drawing/2014/main" id="{4E566E01-C2D9-408C-9484-C0EBBF4D2C33}"/>
              </a:ext>
            </a:extLst>
          </p:cNvPr>
          <p:cNvSpPr/>
          <p:nvPr/>
        </p:nvSpPr>
        <p:spPr>
          <a:xfrm>
            <a:off x="4495138" y="91457"/>
            <a:ext cx="1443038" cy="584775"/>
          </a:xfrm>
          <a:prstGeom prst="rect">
            <a:avLst/>
          </a:prstGeom>
        </p:spPr>
        <p:txBody>
          <a:bodyPr wrap="square">
            <a:spAutoFit/>
          </a:bodyPr>
          <a:lstStyle/>
          <a:p>
            <a:pPr lvl="0" algn="ctr" rtl="1" fontAlgn="base">
              <a:spcBef>
                <a:spcPct val="0"/>
              </a:spcBef>
              <a:spcAft>
                <a:spcPct val="0"/>
              </a:spcAft>
            </a:pPr>
            <a:r>
              <a:rPr lang="fa-IR" sz="1600" b="1" dirty="0">
                <a:solidFill>
                  <a:srgbClr val="FFFFFF"/>
                </a:solidFill>
                <a:latin typeface="Times New Roman" panose="02020603050405020304" pitchFamily="18" charset="0"/>
                <a:cs typeface="B Nazanin" panose="00000400000000000000" pitchFamily="2" charset="-78"/>
              </a:rPr>
              <a:t>همسان سازی باتری</a:t>
            </a:r>
          </a:p>
        </p:txBody>
      </p:sp>
      <p:sp>
        <p:nvSpPr>
          <p:cNvPr id="41" name="Rectangle 40">
            <a:extLst>
              <a:ext uri="{FF2B5EF4-FFF2-40B4-BE49-F238E27FC236}">
                <a16:creationId xmlns="" xmlns:a16="http://schemas.microsoft.com/office/drawing/2014/main" id="{4574B186-F112-4A6C-ADFE-E46D302B236B}"/>
              </a:ext>
            </a:extLst>
          </p:cNvPr>
          <p:cNvSpPr/>
          <p:nvPr/>
        </p:nvSpPr>
        <p:spPr>
          <a:xfrm>
            <a:off x="6499957" y="197162"/>
            <a:ext cx="1626786" cy="323165"/>
          </a:xfrm>
          <a:prstGeom prst="rect">
            <a:avLst/>
          </a:prstGeom>
        </p:spPr>
        <p:txBody>
          <a:bodyPr wrap="square">
            <a:spAutoFit/>
          </a:bodyPr>
          <a:lstStyle/>
          <a:p>
            <a:pPr lvl="0" algn="ctr" fontAlgn="base">
              <a:spcBef>
                <a:spcPct val="0"/>
              </a:spcBef>
              <a:spcAft>
                <a:spcPct val="0"/>
              </a:spcAft>
              <a:defRPr/>
            </a:pPr>
            <a:r>
              <a:rPr lang="fa-IR" sz="1500" b="1" kern="0" dirty="0">
                <a:solidFill>
                  <a:srgbClr val="FFFFFF"/>
                </a:solidFill>
                <a:latin typeface="Times New Roman" panose="02020603050405020304" pitchFamily="18" charset="0"/>
                <a:cs typeface="B Nazanin" pitchFamily="2" charset="-78"/>
              </a:rPr>
              <a:t>باتری ها</a:t>
            </a:r>
            <a:endParaRPr lang="en-US" sz="1500" b="1" kern="0" dirty="0">
              <a:solidFill>
                <a:srgbClr val="FFFFFF"/>
              </a:solidFill>
              <a:latin typeface="Times New Roman" panose="02020603050405020304" pitchFamily="18" charset="0"/>
              <a:cs typeface="B Nazanin" pitchFamily="2" charset="-78"/>
            </a:endParaRPr>
          </a:p>
        </p:txBody>
      </p:sp>
      <p:pic>
        <p:nvPicPr>
          <p:cNvPr id="23" name="Picture 22"/>
          <p:cNvPicPr/>
          <p:nvPr/>
        </p:nvPicPr>
        <p:blipFill rotWithShape="1">
          <a:blip r:embed="rId5" cstate="print">
            <a:extLst>
              <a:ext uri="{28A0092B-C50C-407E-A947-70E740481C1C}">
                <a14:useLocalDpi xmlns:a14="http://schemas.microsoft.com/office/drawing/2010/main" val="0"/>
              </a:ext>
            </a:extLst>
          </a:blip>
          <a:srcRect r="7162"/>
          <a:stretch/>
        </p:blipFill>
        <p:spPr bwMode="auto">
          <a:xfrm>
            <a:off x="76201" y="933048"/>
            <a:ext cx="4571999" cy="2258215"/>
          </a:xfrm>
          <a:prstGeom prst="rect">
            <a:avLst/>
          </a:prstGeom>
          <a:noFill/>
          <a:ln>
            <a:noFill/>
          </a:ln>
        </p:spPr>
      </p:pic>
      <p:pic>
        <p:nvPicPr>
          <p:cNvPr id="32" name="Picture 31"/>
          <p:cNvPicPr/>
          <p:nvPr/>
        </p:nvPicPr>
        <p:blipFill>
          <a:blip r:embed="rId6" cstate="print">
            <a:extLst>
              <a:ext uri="{28A0092B-C50C-407E-A947-70E740481C1C}">
                <a14:useLocalDpi xmlns:a14="http://schemas.microsoft.com/office/drawing/2010/main" val="0"/>
              </a:ext>
            </a:extLst>
          </a:blip>
          <a:stretch>
            <a:fillRect/>
          </a:stretch>
        </p:blipFill>
        <p:spPr bwMode="auto">
          <a:xfrm>
            <a:off x="4573528" y="1153279"/>
            <a:ext cx="4495626" cy="1621985"/>
          </a:xfrm>
          <a:prstGeom prst="rect">
            <a:avLst/>
          </a:prstGeom>
          <a:noFill/>
          <a:ln>
            <a:noFill/>
          </a:ln>
        </p:spPr>
      </p:pic>
      <p:pic>
        <p:nvPicPr>
          <p:cNvPr id="34" name="Picture 33"/>
          <p:cNvPicPr/>
          <p:nvPr/>
        </p:nvPicPr>
        <p:blipFill rotWithShape="1">
          <a:blip r:embed="rId7" cstate="print">
            <a:extLst>
              <a:ext uri="{28A0092B-C50C-407E-A947-70E740481C1C}">
                <a14:useLocalDpi xmlns:a14="http://schemas.microsoft.com/office/drawing/2010/main" val="0"/>
              </a:ext>
            </a:extLst>
          </a:blip>
          <a:srcRect l="8527" r="3481"/>
          <a:stretch/>
        </p:blipFill>
        <p:spPr bwMode="auto">
          <a:xfrm>
            <a:off x="4648200" y="3745791"/>
            <a:ext cx="4267200" cy="2390545"/>
          </a:xfrm>
          <a:prstGeom prst="rect">
            <a:avLst/>
          </a:prstGeom>
          <a:noFill/>
          <a:ln>
            <a:noFill/>
          </a:ln>
        </p:spPr>
      </p:pic>
      <mc:AlternateContent xmlns:mc="http://schemas.openxmlformats.org/markup-compatibility/2006">
        <mc:Choice xmlns:a14="http://schemas.microsoft.com/office/drawing/2010/main" Requires="a14">
          <p:sp>
            <p:nvSpPr>
              <p:cNvPr id="17" name="Rectangle 16"/>
              <p:cNvSpPr/>
              <p:nvPr/>
            </p:nvSpPr>
            <p:spPr>
              <a:xfrm>
                <a:off x="678180" y="6304879"/>
                <a:ext cx="7543800" cy="338554"/>
              </a:xfrm>
              <a:prstGeom prst="rect">
                <a:avLst/>
              </a:prstGeom>
            </p:spPr>
            <p:txBody>
              <a:bodyPr wrap="square">
                <a:spAutoFit/>
              </a:bodyPr>
              <a:lstStyle/>
              <a:p>
                <a:pPr algn="ctr" rtl="1">
                  <a:spcAft>
                    <a:spcPts val="300"/>
                  </a:spcAft>
                  <a:defRPr/>
                </a:pPr>
                <a:r>
                  <a:rPr lang="fa-IR" sz="1600" dirty="0">
                    <a:latin typeface="Times New Roman" panose="02020603050405020304" pitchFamily="18" charset="0"/>
                    <a:ea typeface="Calibri" panose="020F0502020204030204" pitchFamily="34" charset="0"/>
                    <a:cs typeface="B Lotus" panose="00000400000000000000" pitchFamily="2" charset="-78"/>
                  </a:rPr>
                  <a:t>شکل </a:t>
                </a:r>
                <a:r>
                  <a:rPr lang="fa-IR" sz="1600" dirty="0" smtClean="0">
                    <a:latin typeface="Times New Roman" panose="02020603050405020304" pitchFamily="18" charset="0"/>
                    <a:ea typeface="Calibri" panose="020F0502020204030204" pitchFamily="34" charset="0"/>
                    <a:cs typeface="B Lotus" panose="00000400000000000000" pitchFamily="2" charset="-78"/>
                  </a:rPr>
                  <a:t>14 </a:t>
                </a:r>
                <a:r>
                  <a:rPr lang="fa-IR" sz="1600" dirty="0" smtClean="0">
                    <a:latin typeface="Times New Roman" panose="02020603050405020304" pitchFamily="18" charset="0"/>
                    <a:ea typeface="Times New Roman" panose="02020603050405020304" pitchFamily="18" charset="0"/>
                    <a:cs typeface="B Nazanin" panose="00000400000000000000" pitchFamily="2" charset="-78"/>
                  </a:rPr>
                  <a:t>خروجی </a:t>
                </a:r>
                <a:r>
                  <a:rPr lang="fa-IR" sz="1600" dirty="0">
                    <a:latin typeface="Times New Roman" panose="02020603050405020304" pitchFamily="18" charset="0"/>
                    <a:ea typeface="Times New Roman" panose="02020603050405020304" pitchFamily="18" charset="0"/>
                    <a:cs typeface="B Nazanin" panose="00000400000000000000" pitchFamily="2" charset="-78"/>
                  </a:rPr>
                  <a:t>الگوریتم </a:t>
                </a:r>
                <a:r>
                  <a:rPr lang="ar-SA" sz="1600" dirty="0">
                    <a:latin typeface="Times New Roman" panose="02020603050405020304" pitchFamily="18" charset="0"/>
                    <a:ea typeface="Times New Roman" panose="02020603050405020304" pitchFamily="18" charset="0"/>
                    <a:cs typeface="B Nazanin" panose="00000400000000000000" pitchFamily="2" charset="-78"/>
                  </a:rPr>
                  <a:t>همسان‌سازی </a:t>
                </a:r>
                <a:r>
                  <a:rPr lang="fa-IR" sz="1600" dirty="0">
                    <a:latin typeface="Times New Roman" panose="02020603050405020304" pitchFamily="18" charset="0"/>
                    <a:ea typeface="Times New Roman" panose="02020603050405020304" pitchFamily="18" charset="0"/>
                    <a:cs typeface="B Nazanin" panose="00000400000000000000" pitchFamily="2" charset="-78"/>
                  </a:rPr>
                  <a:t>پیشنهادی </a:t>
                </a:r>
                <a:r>
                  <a:rPr lang="ar-SA" sz="1600" dirty="0">
                    <a:latin typeface="Times New Roman" panose="02020603050405020304" pitchFamily="18" charset="0"/>
                    <a:ea typeface="Times New Roman" panose="02020603050405020304" pitchFamily="18" charset="0"/>
                    <a:cs typeface="B Nazanin" panose="00000400000000000000" pitchFamily="2" charset="-78"/>
                  </a:rPr>
                  <a:t>ازای </a:t>
                </a:r>
                <a:r>
                  <a:rPr lang="ar-SA" sz="1600" dirty="0" smtClean="0">
                    <a:latin typeface="Times New Roman" panose="02020603050405020304" pitchFamily="18" charset="0"/>
                    <a:ea typeface="Times New Roman" panose="02020603050405020304" pitchFamily="18" charset="0"/>
                    <a:cs typeface="B Nazanin" panose="00000400000000000000" pitchFamily="2" charset="-78"/>
                  </a:rPr>
                  <a:t>ضرایب</a:t>
                </a:r>
                <a:r>
                  <a:rPr lang="fa-IR" sz="1600" dirty="0" smtClean="0">
                    <a:latin typeface="Times New Roman" panose="02020603050405020304" pitchFamily="18" charset="0"/>
                    <a:ea typeface="Times New Roman" panose="02020603050405020304" pitchFamily="18" charset="0"/>
                    <a:cs typeface="B Nazanin" panose="00000400000000000000" pitchFamily="2" charset="-78"/>
                  </a:rPr>
                  <a:t> 0/33=</a:t>
                </a:r>
                <a14:m>
                  <m:oMath xmlns:m="http://schemas.openxmlformats.org/officeDocument/2006/math">
                    <m:r>
                      <a:rPr lang="en-US" sz="1600" i="1">
                        <a:latin typeface="Cambria Math" panose="02040503050406030204" pitchFamily="18" charset="0"/>
                        <a:ea typeface="Times New Roman" panose="02020603050405020304" pitchFamily="18" charset="0"/>
                        <a:cs typeface="B Nazanin" panose="00000400000000000000" pitchFamily="2" charset="-78"/>
                      </a:rPr>
                      <m:t>𝛾</m:t>
                    </m:r>
                  </m:oMath>
                </a14:m>
                <a:r>
                  <a:rPr lang="fa-IR" sz="1600" dirty="0">
                    <a:latin typeface="Times New Roman" panose="02020603050405020304" pitchFamily="18" charset="0"/>
                    <a:ea typeface="Times New Roman" panose="02020603050405020304" pitchFamily="18" charset="0"/>
                    <a:cs typeface="B Nazanin" panose="00000400000000000000" pitchFamily="2" charset="-78"/>
                  </a:rPr>
                  <a:t>، </a:t>
                </a:r>
                <a:r>
                  <a:rPr lang="fa-IR" sz="1600" dirty="0" smtClean="0">
                    <a:latin typeface="Times New Roman" panose="02020603050405020304" pitchFamily="18" charset="0"/>
                    <a:ea typeface="Times New Roman" panose="02020603050405020304" pitchFamily="18" charset="0"/>
                    <a:cs typeface="B Nazanin" panose="00000400000000000000" pitchFamily="2" charset="-78"/>
                  </a:rPr>
                  <a:t>0/33=</a:t>
                </a:r>
                <a14:m>
                  <m:oMath xmlns:m="http://schemas.openxmlformats.org/officeDocument/2006/math">
                    <m:r>
                      <a:rPr lang="en-US" sz="1600" i="1">
                        <a:latin typeface="Cambria Math" panose="02040503050406030204" pitchFamily="18" charset="0"/>
                        <a:ea typeface="Times New Roman" panose="02020603050405020304" pitchFamily="18" charset="0"/>
                        <a:cs typeface="B Nazanin" panose="00000400000000000000" pitchFamily="2" charset="-78"/>
                      </a:rPr>
                      <m:t>𝛽</m:t>
                    </m:r>
                  </m:oMath>
                </a14:m>
                <a:r>
                  <a:rPr lang="fa-IR" sz="1600" dirty="0">
                    <a:latin typeface="Times New Roman" panose="02020603050405020304" pitchFamily="18" charset="0"/>
                    <a:ea typeface="Times New Roman" panose="02020603050405020304" pitchFamily="18" charset="0"/>
                    <a:cs typeface="B Nazanin" panose="00000400000000000000" pitchFamily="2" charset="-78"/>
                  </a:rPr>
                  <a:t> و </a:t>
                </a:r>
                <a:r>
                  <a:rPr lang="fa-IR" sz="1600" dirty="0" smtClean="0">
                    <a:latin typeface="Times New Roman" panose="02020603050405020304" pitchFamily="18" charset="0"/>
                    <a:ea typeface="Times New Roman" panose="02020603050405020304" pitchFamily="18" charset="0"/>
                    <a:cs typeface="B Nazanin" panose="00000400000000000000" pitchFamily="2" charset="-78"/>
                  </a:rPr>
                  <a:t>0/33=</a:t>
                </a:r>
                <a14:m>
                  <m:oMath xmlns:m="http://schemas.openxmlformats.org/officeDocument/2006/math">
                    <m:r>
                      <a:rPr lang="en-US" sz="1600" i="1" smtClean="0">
                        <a:latin typeface="Cambria Math" panose="02040503050406030204" pitchFamily="18" charset="0"/>
                        <a:ea typeface="Times New Roman" panose="02020603050405020304" pitchFamily="18" charset="0"/>
                        <a:cs typeface="B Nazanin" panose="00000400000000000000" pitchFamily="2" charset="-78"/>
                      </a:rPr>
                      <m:t>𝛼</m:t>
                    </m:r>
                  </m:oMath>
                </a14:m>
                <a:r>
                  <a:rPr lang="fa-IR" sz="1600" dirty="0" smtClean="0">
                    <a:latin typeface="Times New Roman" panose="02020603050405020304" pitchFamily="18" charset="0"/>
                    <a:ea typeface="Times New Roman" panose="02020603050405020304" pitchFamily="18" charset="0"/>
                    <a:cs typeface="B Nazanin" panose="00000400000000000000" pitchFamily="2" charset="-78"/>
                  </a:rPr>
                  <a:t>.</a:t>
                </a:r>
                <a:endParaRPr lang="en-US" sz="1600" dirty="0">
                  <a:latin typeface="Times New Roman" panose="02020603050405020304" pitchFamily="18" charset="0"/>
                  <a:ea typeface="Times New Roman" panose="02020603050405020304" pitchFamily="18" charset="0"/>
                  <a:cs typeface="B Nazanin" panose="00000400000000000000" pitchFamily="2" charset="-78"/>
                </a:endParaRPr>
              </a:p>
            </p:txBody>
          </p:sp>
        </mc:Choice>
        <mc:Fallback>
          <p:sp>
            <p:nvSpPr>
              <p:cNvPr id="17" name="Rectangle 16"/>
              <p:cNvSpPr>
                <a:spLocks noRot="1" noChangeAspect="1" noMove="1" noResize="1" noEditPoints="1" noAdjustHandles="1" noChangeArrowheads="1" noChangeShapeType="1" noTextEdit="1"/>
              </p:cNvSpPr>
              <p:nvPr/>
            </p:nvSpPr>
            <p:spPr>
              <a:xfrm>
                <a:off x="678180" y="6304879"/>
                <a:ext cx="7543800" cy="338554"/>
              </a:xfrm>
              <a:prstGeom prst="rect">
                <a:avLst/>
              </a:prstGeom>
              <a:blipFill rotWithShape="0">
                <a:blip r:embed="rId8"/>
                <a:stretch>
                  <a:fillRect t="-3571" b="-26786"/>
                </a:stretch>
              </a:blipFill>
            </p:spPr>
            <p:txBody>
              <a:bodyPr/>
              <a:lstStyle/>
              <a:p>
                <a:r>
                  <a:rPr lang="en-US">
                    <a:noFill/>
                  </a:rPr>
                  <a:t> </a:t>
                </a:r>
              </a:p>
            </p:txBody>
          </p:sp>
        </mc:Fallback>
      </mc:AlternateContent>
      <p:sp>
        <p:nvSpPr>
          <p:cNvPr id="18" name="Rectangle 17"/>
          <p:cNvSpPr/>
          <p:nvPr/>
        </p:nvSpPr>
        <p:spPr>
          <a:xfrm>
            <a:off x="8467293" y="2613931"/>
            <a:ext cx="599844" cy="369332"/>
          </a:xfrm>
          <a:prstGeom prst="rect">
            <a:avLst/>
          </a:prstGeom>
        </p:spPr>
        <p:txBody>
          <a:bodyPr wrap="none">
            <a:spAutoFit/>
          </a:bodyPr>
          <a:lstStyle/>
          <a:p>
            <a:r>
              <a:rPr lang="fa-IR" dirty="0" smtClean="0">
                <a:latin typeface="Times New Roman" panose="02020603050405020304" pitchFamily="18" charset="0"/>
                <a:ea typeface="Calibri" panose="020F0502020204030204" pitchFamily="34" charset="0"/>
                <a:cs typeface="B Lotus" panose="00000400000000000000" pitchFamily="2" charset="-78"/>
              </a:rPr>
              <a:t>(الف)</a:t>
            </a:r>
            <a:endParaRPr lang="en-US" dirty="0"/>
          </a:p>
        </p:txBody>
      </p:sp>
      <p:sp>
        <p:nvSpPr>
          <p:cNvPr id="19" name="Rectangle 18"/>
          <p:cNvSpPr/>
          <p:nvPr/>
        </p:nvSpPr>
        <p:spPr>
          <a:xfrm>
            <a:off x="4495138" y="2613931"/>
            <a:ext cx="503664" cy="369332"/>
          </a:xfrm>
          <a:prstGeom prst="rect">
            <a:avLst/>
          </a:prstGeom>
        </p:spPr>
        <p:txBody>
          <a:bodyPr wrap="none">
            <a:spAutoFit/>
          </a:bodyPr>
          <a:lstStyle/>
          <a:p>
            <a:r>
              <a:rPr lang="fa-IR" dirty="0">
                <a:latin typeface="Times New Roman" panose="02020603050405020304" pitchFamily="18" charset="0"/>
                <a:ea typeface="Calibri" panose="020F0502020204030204" pitchFamily="34" charset="0"/>
                <a:cs typeface="B Lotus" panose="00000400000000000000" pitchFamily="2" charset="-78"/>
              </a:rPr>
              <a:t>(ب)</a:t>
            </a:r>
            <a:endParaRPr lang="en-US" dirty="0"/>
          </a:p>
        </p:txBody>
      </p:sp>
      <p:sp>
        <p:nvSpPr>
          <p:cNvPr id="20" name="Rectangle 19"/>
          <p:cNvSpPr/>
          <p:nvPr/>
        </p:nvSpPr>
        <p:spPr>
          <a:xfrm>
            <a:off x="8743184" y="5796040"/>
            <a:ext cx="457176" cy="369332"/>
          </a:xfrm>
          <a:prstGeom prst="rect">
            <a:avLst/>
          </a:prstGeom>
        </p:spPr>
        <p:txBody>
          <a:bodyPr wrap="none">
            <a:spAutoFit/>
          </a:bodyPr>
          <a:lstStyle/>
          <a:p>
            <a:r>
              <a:rPr lang="fa-IR" dirty="0" smtClean="0">
                <a:latin typeface="Times New Roman" panose="02020603050405020304" pitchFamily="18" charset="0"/>
                <a:ea typeface="Calibri" panose="020F0502020204030204" pitchFamily="34" charset="0"/>
                <a:cs typeface="B Lotus" panose="00000400000000000000" pitchFamily="2" charset="-78"/>
              </a:rPr>
              <a:t>(ج)</a:t>
            </a:r>
            <a:endParaRPr lang="en-US" dirty="0"/>
          </a:p>
        </p:txBody>
      </p:sp>
      <p:sp>
        <p:nvSpPr>
          <p:cNvPr id="21" name="Rectangle 20"/>
          <p:cNvSpPr/>
          <p:nvPr/>
        </p:nvSpPr>
        <p:spPr>
          <a:xfrm>
            <a:off x="4200083" y="5796040"/>
            <a:ext cx="404278" cy="369332"/>
          </a:xfrm>
          <a:prstGeom prst="rect">
            <a:avLst/>
          </a:prstGeom>
        </p:spPr>
        <p:txBody>
          <a:bodyPr wrap="none">
            <a:spAutoFit/>
          </a:bodyPr>
          <a:lstStyle/>
          <a:p>
            <a:r>
              <a:rPr lang="fa-IR" dirty="0" smtClean="0">
                <a:latin typeface="Times New Roman" panose="02020603050405020304" pitchFamily="18" charset="0"/>
                <a:ea typeface="Calibri" panose="020F0502020204030204" pitchFamily="34" charset="0"/>
                <a:cs typeface="B Lotus" panose="00000400000000000000" pitchFamily="2" charset="-78"/>
              </a:rPr>
              <a:t>(د)</a:t>
            </a:r>
            <a:endParaRPr lang="en-US" dirty="0"/>
          </a:p>
        </p:txBody>
      </p:sp>
    </p:spTree>
    <p:extLst>
      <p:ext uri="{BB962C8B-B14F-4D97-AF65-F5344CB8AC3E}">
        <p14:creationId xmlns:p14="http://schemas.microsoft.com/office/powerpoint/2010/main" val="1184243231"/>
      </p:ext>
    </p:extLst>
  </p:cSld>
  <p:clrMapOvr>
    <a:masterClrMapping/>
  </p:clrMapOvr>
  <p:timing>
    <p:tnLst>
      <p:par>
        <p:cTn id="1" dur="indefinite" restart="never" nodeType="tmRoot"/>
      </p:par>
    </p:tn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3" name="AutoShape 3">
            <a:extLst>
              <a:ext uri="{FF2B5EF4-FFF2-40B4-BE49-F238E27FC236}">
                <a16:creationId xmlns="" xmlns:a16="http://schemas.microsoft.com/office/drawing/2014/main" id="{2E7CFF1D-4628-454A-8E3A-7632D84A13A7}"/>
              </a:ext>
            </a:extLst>
          </p:cNvPr>
          <p:cNvSpPr>
            <a:spLocks noChangeArrowheads="1"/>
          </p:cNvSpPr>
          <p:nvPr/>
        </p:nvSpPr>
        <p:spPr bwMode="gray">
          <a:xfrm flipH="1">
            <a:off x="173132" y="59232"/>
            <a:ext cx="2426749" cy="649224"/>
          </a:xfrm>
          <a:prstGeom prst="chevron">
            <a:avLst>
              <a:gd name="adj" fmla="val 17009"/>
            </a:avLst>
          </a:prstGeom>
          <a:solidFill>
            <a:srgbClr val="2842AE"/>
          </a:solidFill>
          <a:ln w="38100">
            <a:solidFill>
              <a:srgbClr val="EAEAEA"/>
            </a:solidFill>
            <a:miter lim="800000"/>
            <a:headEnd/>
            <a:tailEnd/>
          </a:ln>
          <a:effectLst>
            <a:outerShdw dist="109250" dir="3267739" algn="ctr" rotWithShape="0">
              <a:srgbClr val="333333">
                <a:alpha val="50000"/>
              </a:srgbClr>
            </a:outerShdw>
          </a:effectLst>
        </p:spPr>
        <p:txBody>
          <a:bodyPr wrap="square" anchor="ctr">
            <a:spAutoFit/>
          </a:bodyPr>
          <a:lstStyle/>
          <a:p>
            <a:pPr algn="ctr" fontAlgn="base">
              <a:spcBef>
                <a:spcPct val="0"/>
              </a:spcBef>
              <a:spcAft>
                <a:spcPct val="0"/>
              </a:spcAft>
            </a:pPr>
            <a:endParaRPr lang="en-US" kern="0">
              <a:solidFill>
                <a:srgbClr val="3D81BF"/>
              </a:solidFill>
            </a:endParaRPr>
          </a:p>
        </p:txBody>
      </p:sp>
      <p:sp>
        <p:nvSpPr>
          <p:cNvPr id="26" name="Slide Number Placeholder 3">
            <a:extLst>
              <a:ext uri="{FF2B5EF4-FFF2-40B4-BE49-F238E27FC236}">
                <a16:creationId xmlns="" xmlns:a16="http://schemas.microsoft.com/office/drawing/2014/main" id="{FEFB061F-8AAB-4535-B272-1BA4D5A77191}"/>
              </a:ext>
            </a:extLst>
          </p:cNvPr>
          <p:cNvSpPr txBox="1">
            <a:spLocks/>
          </p:cNvSpPr>
          <p:nvPr/>
        </p:nvSpPr>
        <p:spPr>
          <a:xfrm>
            <a:off x="8965" y="6090313"/>
            <a:ext cx="676835" cy="767687"/>
          </a:xfrm>
          <a:prstGeom prst="rect">
            <a:avLst/>
          </a:prstGeom>
        </p:spPr>
        <p:txBody>
          <a:bodyPr vert="horz" lIns="91440" tIns="45720" rIns="91440" bIns="45720" rtlCol="0" anchor="ctr"/>
          <a:lstStyle>
            <a:defPPr>
              <a:defRPr lang="en-US"/>
            </a:defPPr>
            <a:lvl1pPr marL="0" algn="l" defTabSz="914400" rtl="0" eaLnBrk="1" latinLnBrk="0" hangingPunct="1">
              <a:defRPr sz="1400" b="1" kern="1200">
                <a:solidFill>
                  <a:srgbClr val="FFFFFF"/>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rtl="1"/>
            <a:fld id="{E8ADF199-8047-440E-B02B-E80683B392F2}" type="slidenum">
              <a:rPr lang="fa-IR" sz="1800" smtClean="0">
                <a:solidFill>
                  <a:schemeClr val="tx1"/>
                </a:solidFill>
                <a:cs typeface="B Lotus" panose="00000400000000000000" pitchFamily="2" charset="-78"/>
              </a:rPr>
              <a:pPr rtl="1"/>
              <a:t>21</a:t>
            </a:fld>
            <a:endParaRPr lang="fa-IR" sz="1800" dirty="0">
              <a:solidFill>
                <a:schemeClr val="tx1"/>
              </a:solidFill>
              <a:cs typeface="B Lotus" panose="00000400000000000000" pitchFamily="2" charset="-78"/>
            </a:endParaRPr>
          </a:p>
        </p:txBody>
      </p:sp>
      <p:pic>
        <p:nvPicPr>
          <p:cNvPr id="30" name="Picture 29" descr="پرونده:Azad University logo.png - ویکی‌پدیا، دانشنامهٔ آزاد">
            <a:extLst>
              <a:ext uri="{FF2B5EF4-FFF2-40B4-BE49-F238E27FC236}">
                <a16:creationId xmlns="" xmlns:a16="http://schemas.microsoft.com/office/drawing/2014/main" id="{2F67C891-7A76-4BAB-A300-B54DFBDD9870}"/>
              </a:ext>
            </a:extLst>
          </p:cNvPr>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8610600" y="0"/>
            <a:ext cx="533400" cy="822959"/>
          </a:xfrm>
          <a:prstGeom prst="rect">
            <a:avLst/>
          </a:prstGeom>
          <a:noFill/>
          <a:ln>
            <a:noFill/>
          </a:ln>
        </p:spPr>
      </p:pic>
      <p:sp>
        <p:nvSpPr>
          <p:cNvPr id="35" name="AutoShape 10">
            <a:extLst>
              <a:ext uri="{FF2B5EF4-FFF2-40B4-BE49-F238E27FC236}">
                <a16:creationId xmlns="" xmlns:a16="http://schemas.microsoft.com/office/drawing/2014/main" id="{2A2EA850-A064-4A9D-9C26-C017D368DF1D}"/>
              </a:ext>
            </a:extLst>
          </p:cNvPr>
          <p:cNvSpPr>
            <a:spLocks noChangeArrowheads="1"/>
          </p:cNvSpPr>
          <p:nvPr/>
        </p:nvSpPr>
        <p:spPr bwMode="gray">
          <a:xfrm flipH="1">
            <a:off x="6246677" y="59426"/>
            <a:ext cx="2057400" cy="649224"/>
          </a:xfrm>
          <a:prstGeom prst="chevron">
            <a:avLst>
              <a:gd name="adj" fmla="val 17842"/>
            </a:avLst>
          </a:prstGeom>
          <a:gradFill rotWithShape="1">
            <a:gsLst>
              <a:gs pos="0">
                <a:srgbClr val="84B09A">
                  <a:gamma/>
                  <a:shade val="46275"/>
                  <a:invGamma/>
                </a:srgbClr>
              </a:gs>
              <a:gs pos="50000">
                <a:srgbClr val="84B09A"/>
              </a:gs>
              <a:gs pos="100000">
                <a:srgbClr val="84B09A">
                  <a:gamma/>
                  <a:shade val="46275"/>
                  <a:invGamma/>
                </a:srgbClr>
              </a:gs>
            </a:gsLst>
            <a:lin ang="2700000" scaled="1"/>
          </a:gradFill>
          <a:ln w="38100">
            <a:solidFill>
              <a:srgbClr val="EAEAEA"/>
            </a:solidFill>
            <a:miter lim="800000"/>
            <a:headEnd/>
            <a:tailEnd/>
          </a:ln>
          <a:effectLst>
            <a:outerShdw dist="109250" dir="3267739" algn="ctr" rotWithShape="0">
              <a:srgbClr val="333333">
                <a:alpha val="50000"/>
              </a:srgbClr>
            </a:outerShdw>
          </a:effectLst>
        </p:spPr>
        <p:txBody>
          <a:bodyPr wrap="square" anchor="ctr">
            <a:spAutoFit/>
          </a:bodyPr>
          <a:lstStyle/>
          <a:p>
            <a:pPr algn="ctr" fontAlgn="base">
              <a:spcBef>
                <a:spcPct val="0"/>
              </a:spcBef>
              <a:spcAft>
                <a:spcPct val="0"/>
              </a:spcAft>
            </a:pPr>
            <a:endParaRPr lang="en-US" kern="0" dirty="0">
              <a:solidFill>
                <a:srgbClr val="3D81BF"/>
              </a:solidFill>
            </a:endParaRPr>
          </a:p>
        </p:txBody>
      </p:sp>
      <p:sp>
        <p:nvSpPr>
          <p:cNvPr id="36" name="AutoShape 3">
            <a:extLst>
              <a:ext uri="{FF2B5EF4-FFF2-40B4-BE49-F238E27FC236}">
                <a16:creationId xmlns="" xmlns:a16="http://schemas.microsoft.com/office/drawing/2014/main" id="{B742D6B4-C2BA-456D-8EF1-01FC0D22E95C}"/>
              </a:ext>
            </a:extLst>
          </p:cNvPr>
          <p:cNvSpPr>
            <a:spLocks noChangeArrowheads="1"/>
          </p:cNvSpPr>
          <p:nvPr/>
        </p:nvSpPr>
        <p:spPr bwMode="gray">
          <a:xfrm flipH="1">
            <a:off x="4200083" y="65559"/>
            <a:ext cx="2056086" cy="649224"/>
          </a:xfrm>
          <a:prstGeom prst="chevron">
            <a:avLst>
              <a:gd name="adj" fmla="val 17009"/>
            </a:avLst>
          </a:prstGeom>
          <a:gradFill rotWithShape="1">
            <a:gsLst>
              <a:gs pos="0">
                <a:srgbClr val="84B09A">
                  <a:gamma/>
                  <a:shade val="46275"/>
                  <a:invGamma/>
                </a:srgbClr>
              </a:gs>
              <a:gs pos="50000">
                <a:srgbClr val="84B09A"/>
              </a:gs>
              <a:gs pos="100000">
                <a:srgbClr val="84B09A">
                  <a:gamma/>
                  <a:shade val="46275"/>
                  <a:invGamma/>
                </a:srgbClr>
              </a:gs>
            </a:gsLst>
            <a:lin ang="2700000" scaled="1"/>
          </a:gradFill>
          <a:ln w="38100">
            <a:solidFill>
              <a:srgbClr val="EAEAEA"/>
            </a:solidFill>
            <a:miter lim="800000"/>
            <a:headEnd/>
            <a:tailEnd/>
          </a:ln>
          <a:effectLst>
            <a:outerShdw dist="109250" dir="3267739" algn="ctr" rotWithShape="0">
              <a:srgbClr val="333333">
                <a:alpha val="50000"/>
              </a:srgbClr>
            </a:outerShdw>
          </a:effectLst>
        </p:spPr>
        <p:txBody>
          <a:bodyPr wrap="square" anchor="ctr">
            <a:spAutoFit/>
          </a:bodyPr>
          <a:lstStyle/>
          <a:p>
            <a:pPr algn="ctr" fontAlgn="base">
              <a:spcBef>
                <a:spcPct val="0"/>
              </a:spcBef>
              <a:spcAft>
                <a:spcPct val="0"/>
              </a:spcAft>
            </a:pPr>
            <a:endParaRPr lang="en-US" kern="0" dirty="0">
              <a:solidFill>
                <a:srgbClr val="3D81BF"/>
              </a:solidFill>
            </a:endParaRPr>
          </a:p>
        </p:txBody>
      </p:sp>
      <p:sp>
        <p:nvSpPr>
          <p:cNvPr id="37" name="AutoShape 3">
            <a:extLst>
              <a:ext uri="{FF2B5EF4-FFF2-40B4-BE49-F238E27FC236}">
                <a16:creationId xmlns="" xmlns:a16="http://schemas.microsoft.com/office/drawing/2014/main" id="{A5531835-C6DF-4085-9BDC-A727B5CE3B64}"/>
              </a:ext>
            </a:extLst>
          </p:cNvPr>
          <p:cNvSpPr>
            <a:spLocks noChangeArrowheads="1"/>
          </p:cNvSpPr>
          <p:nvPr/>
        </p:nvSpPr>
        <p:spPr bwMode="gray">
          <a:xfrm flipH="1">
            <a:off x="2599881" y="59232"/>
            <a:ext cx="1600202" cy="649224"/>
          </a:xfrm>
          <a:prstGeom prst="chevron">
            <a:avLst>
              <a:gd name="adj" fmla="val 17009"/>
            </a:avLst>
          </a:prstGeom>
          <a:gradFill rotWithShape="1">
            <a:gsLst>
              <a:gs pos="0">
                <a:srgbClr val="84B09A">
                  <a:gamma/>
                  <a:shade val="46275"/>
                  <a:invGamma/>
                </a:srgbClr>
              </a:gs>
              <a:gs pos="50000">
                <a:srgbClr val="84B09A"/>
              </a:gs>
              <a:gs pos="100000">
                <a:srgbClr val="84B09A">
                  <a:gamma/>
                  <a:shade val="46275"/>
                  <a:invGamma/>
                </a:srgbClr>
              </a:gs>
            </a:gsLst>
            <a:lin ang="2700000" scaled="1"/>
          </a:gradFill>
          <a:ln w="38100">
            <a:solidFill>
              <a:srgbClr val="EAEAEA"/>
            </a:solidFill>
            <a:miter lim="800000"/>
            <a:headEnd/>
            <a:tailEnd/>
          </a:ln>
          <a:effectLst>
            <a:outerShdw dist="109250" dir="3267739" algn="ctr" rotWithShape="0">
              <a:srgbClr val="333333">
                <a:alpha val="50000"/>
              </a:srgbClr>
            </a:outerShdw>
          </a:effectLst>
        </p:spPr>
        <p:txBody>
          <a:bodyPr wrap="square" anchor="ctr">
            <a:spAutoFit/>
          </a:bodyPr>
          <a:lstStyle/>
          <a:p>
            <a:pPr algn="ctr" fontAlgn="base">
              <a:spcBef>
                <a:spcPct val="0"/>
              </a:spcBef>
              <a:spcAft>
                <a:spcPct val="0"/>
              </a:spcAft>
            </a:pPr>
            <a:endParaRPr lang="en-US" kern="0">
              <a:solidFill>
                <a:srgbClr val="3D81BF"/>
              </a:solidFill>
            </a:endParaRPr>
          </a:p>
        </p:txBody>
      </p:sp>
      <p:sp>
        <p:nvSpPr>
          <p:cNvPr id="38" name="Rectangle 37">
            <a:extLst>
              <a:ext uri="{FF2B5EF4-FFF2-40B4-BE49-F238E27FC236}">
                <a16:creationId xmlns="" xmlns:a16="http://schemas.microsoft.com/office/drawing/2014/main" id="{B51F10B5-E430-4BC2-858C-405C3B009988}"/>
              </a:ext>
            </a:extLst>
          </p:cNvPr>
          <p:cNvSpPr/>
          <p:nvPr/>
        </p:nvSpPr>
        <p:spPr>
          <a:xfrm>
            <a:off x="403231" y="91457"/>
            <a:ext cx="2056085" cy="584775"/>
          </a:xfrm>
          <a:prstGeom prst="rect">
            <a:avLst/>
          </a:prstGeom>
        </p:spPr>
        <p:txBody>
          <a:bodyPr wrap="square">
            <a:spAutoFit/>
          </a:bodyPr>
          <a:lstStyle/>
          <a:p>
            <a:pPr lvl="0" algn="ctr" rtl="1" fontAlgn="base">
              <a:spcBef>
                <a:spcPct val="0"/>
              </a:spcBef>
              <a:spcAft>
                <a:spcPct val="0"/>
              </a:spcAft>
            </a:pPr>
            <a:r>
              <a:rPr lang="fa-IR" sz="1600" b="1" dirty="0" smtClean="0">
                <a:solidFill>
                  <a:srgbClr val="FFFFFF"/>
                </a:solidFill>
                <a:latin typeface="Times New Roman" panose="02020603050405020304" pitchFamily="18" charset="0"/>
                <a:cs typeface="B Nazanin" panose="00000400000000000000" pitchFamily="2" charset="-78"/>
              </a:rPr>
              <a:t> پیاده سازی و ارزیابی همسان ساز پیشنهادی</a:t>
            </a:r>
            <a:endParaRPr lang="fa-IR" sz="1600" b="1" dirty="0">
              <a:solidFill>
                <a:srgbClr val="FFFFFF"/>
              </a:solidFill>
              <a:latin typeface="Times New Roman" panose="02020603050405020304" pitchFamily="18" charset="0"/>
              <a:cs typeface="B Nazanin" panose="00000400000000000000" pitchFamily="2" charset="-78"/>
            </a:endParaRPr>
          </a:p>
        </p:txBody>
      </p:sp>
      <p:sp>
        <p:nvSpPr>
          <p:cNvPr id="39" name="Rectangle 38">
            <a:extLst>
              <a:ext uri="{FF2B5EF4-FFF2-40B4-BE49-F238E27FC236}">
                <a16:creationId xmlns="" xmlns:a16="http://schemas.microsoft.com/office/drawing/2014/main" id="{BA7FD763-7392-4FB3-B13F-EF9D935A7C24}"/>
              </a:ext>
            </a:extLst>
          </p:cNvPr>
          <p:cNvSpPr/>
          <p:nvPr/>
        </p:nvSpPr>
        <p:spPr>
          <a:xfrm>
            <a:off x="2636749" y="78259"/>
            <a:ext cx="1600200" cy="584775"/>
          </a:xfrm>
          <a:prstGeom prst="rect">
            <a:avLst/>
          </a:prstGeom>
        </p:spPr>
        <p:txBody>
          <a:bodyPr wrap="square">
            <a:spAutoFit/>
          </a:bodyPr>
          <a:lstStyle/>
          <a:p>
            <a:pPr lvl="0" algn="ctr" rtl="1" fontAlgn="base">
              <a:spcBef>
                <a:spcPct val="0"/>
              </a:spcBef>
              <a:spcAft>
                <a:spcPct val="0"/>
              </a:spcAft>
            </a:pPr>
            <a:r>
              <a:rPr lang="fa-IR" sz="1600" b="1" dirty="0">
                <a:solidFill>
                  <a:srgbClr val="FFFFFF"/>
                </a:solidFill>
                <a:latin typeface="Times New Roman" panose="02020603050405020304" pitchFamily="18" charset="0"/>
                <a:cs typeface="B Nazanin" panose="00000400000000000000" pitchFamily="2" charset="-78"/>
              </a:rPr>
              <a:t>همسان سازی پیشنهادی</a:t>
            </a:r>
          </a:p>
        </p:txBody>
      </p:sp>
      <p:sp>
        <p:nvSpPr>
          <p:cNvPr id="40" name="Rectangle 39">
            <a:extLst>
              <a:ext uri="{FF2B5EF4-FFF2-40B4-BE49-F238E27FC236}">
                <a16:creationId xmlns="" xmlns:a16="http://schemas.microsoft.com/office/drawing/2014/main" id="{4E566E01-C2D9-408C-9484-C0EBBF4D2C33}"/>
              </a:ext>
            </a:extLst>
          </p:cNvPr>
          <p:cNvSpPr/>
          <p:nvPr/>
        </p:nvSpPr>
        <p:spPr>
          <a:xfrm>
            <a:off x="4495138" y="91457"/>
            <a:ext cx="1443038" cy="584775"/>
          </a:xfrm>
          <a:prstGeom prst="rect">
            <a:avLst/>
          </a:prstGeom>
        </p:spPr>
        <p:txBody>
          <a:bodyPr wrap="square">
            <a:spAutoFit/>
          </a:bodyPr>
          <a:lstStyle/>
          <a:p>
            <a:pPr lvl="0" algn="ctr" rtl="1" fontAlgn="base">
              <a:spcBef>
                <a:spcPct val="0"/>
              </a:spcBef>
              <a:spcAft>
                <a:spcPct val="0"/>
              </a:spcAft>
            </a:pPr>
            <a:r>
              <a:rPr lang="fa-IR" sz="1600" b="1" dirty="0">
                <a:solidFill>
                  <a:srgbClr val="FFFFFF"/>
                </a:solidFill>
                <a:latin typeface="Times New Roman" panose="02020603050405020304" pitchFamily="18" charset="0"/>
                <a:cs typeface="B Nazanin" panose="00000400000000000000" pitchFamily="2" charset="-78"/>
              </a:rPr>
              <a:t>همسان سازی باتری</a:t>
            </a:r>
          </a:p>
        </p:txBody>
      </p:sp>
      <p:sp>
        <p:nvSpPr>
          <p:cNvPr id="41" name="Rectangle 40">
            <a:extLst>
              <a:ext uri="{FF2B5EF4-FFF2-40B4-BE49-F238E27FC236}">
                <a16:creationId xmlns="" xmlns:a16="http://schemas.microsoft.com/office/drawing/2014/main" id="{4574B186-F112-4A6C-ADFE-E46D302B236B}"/>
              </a:ext>
            </a:extLst>
          </p:cNvPr>
          <p:cNvSpPr/>
          <p:nvPr/>
        </p:nvSpPr>
        <p:spPr>
          <a:xfrm>
            <a:off x="6499957" y="197162"/>
            <a:ext cx="1626786" cy="323165"/>
          </a:xfrm>
          <a:prstGeom prst="rect">
            <a:avLst/>
          </a:prstGeom>
        </p:spPr>
        <p:txBody>
          <a:bodyPr wrap="square">
            <a:spAutoFit/>
          </a:bodyPr>
          <a:lstStyle/>
          <a:p>
            <a:pPr lvl="0" algn="ctr" fontAlgn="base">
              <a:spcBef>
                <a:spcPct val="0"/>
              </a:spcBef>
              <a:spcAft>
                <a:spcPct val="0"/>
              </a:spcAft>
              <a:defRPr/>
            </a:pPr>
            <a:r>
              <a:rPr lang="fa-IR" sz="1500" b="1" kern="0" dirty="0">
                <a:solidFill>
                  <a:srgbClr val="FFFFFF"/>
                </a:solidFill>
                <a:latin typeface="Times New Roman" panose="02020603050405020304" pitchFamily="18" charset="0"/>
                <a:cs typeface="B Nazanin" pitchFamily="2" charset="-78"/>
              </a:rPr>
              <a:t>باتری ها</a:t>
            </a:r>
            <a:endParaRPr lang="en-US" sz="1500" b="1" kern="0" dirty="0">
              <a:solidFill>
                <a:srgbClr val="FFFFFF"/>
              </a:solidFill>
              <a:latin typeface="Times New Roman" panose="02020603050405020304" pitchFamily="18" charset="0"/>
              <a:cs typeface="B Nazanin" pitchFamily="2" charset="-78"/>
            </a:endParaRPr>
          </a:p>
        </p:txBody>
      </p:sp>
      <mc:AlternateContent xmlns:mc="http://schemas.openxmlformats.org/markup-compatibility/2006">
        <mc:Choice xmlns:a14="http://schemas.microsoft.com/office/drawing/2010/main" Requires="a14">
          <p:graphicFrame>
            <p:nvGraphicFramePr>
              <p:cNvPr id="22" name="Table 21"/>
              <p:cNvGraphicFramePr>
                <a:graphicFrameLocks noGrp="1"/>
              </p:cNvGraphicFramePr>
              <p:nvPr>
                <p:extLst>
                  <p:ext uri="{D42A27DB-BD31-4B8C-83A1-F6EECF244321}">
                    <p14:modId xmlns:p14="http://schemas.microsoft.com/office/powerpoint/2010/main" val="933271447"/>
                  </p:ext>
                </p:extLst>
              </p:nvPr>
            </p:nvGraphicFramePr>
            <p:xfrm>
              <a:off x="173132" y="2895600"/>
              <a:ext cx="8869680" cy="1905000"/>
            </p:xfrm>
            <a:graphic>
              <a:graphicData uri="http://schemas.openxmlformats.org/drawingml/2006/table">
                <a:tbl>
                  <a:tblPr rtl="1" firstRow="1" firstCol="1" bandRow="1"/>
                  <a:tblGrid>
                    <a:gridCol w="2360886"/>
                    <a:gridCol w="932156">
                      <a:extLst>
                        <a:ext uri="{9D8B030D-6E8A-4147-A177-3AD203B41FA5}">
                          <a16:colId xmlns="" xmlns:a16="http://schemas.microsoft.com/office/drawing/2014/main" val="20001"/>
                        </a:ext>
                      </a:extLst>
                    </a:gridCol>
                    <a:gridCol w="1248792">
                      <a:extLst>
                        <a:ext uri="{9D8B030D-6E8A-4147-A177-3AD203B41FA5}">
                          <a16:colId xmlns="" xmlns:a16="http://schemas.microsoft.com/office/drawing/2014/main" val="20002"/>
                        </a:ext>
                      </a:extLst>
                    </a:gridCol>
                    <a:gridCol w="1446320">
                      <a:extLst>
                        <a:ext uri="{9D8B030D-6E8A-4147-A177-3AD203B41FA5}">
                          <a16:colId xmlns="" xmlns:a16="http://schemas.microsoft.com/office/drawing/2014/main" val="20003"/>
                        </a:ext>
                      </a:extLst>
                    </a:gridCol>
                    <a:gridCol w="1172592">
                      <a:extLst>
                        <a:ext uri="{9D8B030D-6E8A-4147-A177-3AD203B41FA5}">
                          <a16:colId xmlns="" xmlns:a16="http://schemas.microsoft.com/office/drawing/2014/main" val="20004"/>
                        </a:ext>
                      </a:extLst>
                    </a:gridCol>
                    <a:gridCol w="1708934">
                      <a:extLst>
                        <a:ext uri="{9D8B030D-6E8A-4147-A177-3AD203B41FA5}">
                          <a16:colId xmlns="" xmlns:a16="http://schemas.microsoft.com/office/drawing/2014/main" val="20005"/>
                        </a:ext>
                      </a:extLst>
                    </a:gridCol>
                  </a:tblGrid>
                  <a:tr h="381000">
                    <a:tc>
                      <a:txBody>
                        <a:bodyPr/>
                        <a:lstStyle/>
                        <a:p>
                          <a:pPr marL="0" algn="ctr" defTabSz="914400" rtl="1" eaLnBrk="1" latinLnBrk="0" hangingPunct="1">
                            <a:spcAft>
                              <a:spcPts val="300"/>
                            </a:spcAft>
                          </a:pPr>
                          <a:r>
                            <a:rPr lang="fa-IR" sz="1800" kern="1200" dirty="0" smtClean="0">
                              <a:solidFill>
                                <a:schemeClr val="tx1"/>
                              </a:solidFill>
                              <a:effectLst/>
                              <a:latin typeface="Times New Roman" panose="02020603050405020304" pitchFamily="18" charset="0"/>
                              <a:ea typeface="Times New Roman" panose="02020603050405020304" pitchFamily="18" charset="0"/>
                              <a:cs typeface="B Nazanin" panose="00000400000000000000" pitchFamily="2" charset="-78"/>
                            </a:rPr>
                            <a:t>ضرایب</a:t>
                          </a:r>
                          <a:endParaRPr lang="en-US" sz="1800" kern="1200" dirty="0">
                            <a:solidFill>
                              <a:schemeClr val="tx1"/>
                            </a:solidFill>
                            <a:effectLst/>
                            <a:latin typeface="Times New Roman" panose="02020603050405020304" pitchFamily="18" charset="0"/>
                            <a:ea typeface="Times New Roman" panose="02020603050405020304" pitchFamily="18" charset="0"/>
                            <a:cs typeface="B Nazanin" panose="00000400000000000000" pitchFamily="2" charset="-78"/>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chemeClr val="accent6">
                            <a:lumMod val="60000"/>
                            <a:lumOff val="40000"/>
                          </a:schemeClr>
                        </a:solidFill>
                      </a:tcPr>
                    </a:tc>
                    <a:tc>
                      <a:txBody>
                        <a:bodyPr/>
                        <a:lstStyle/>
                        <a:p>
                          <a:pPr marL="0" algn="ctr" defTabSz="914400" rtl="1" eaLnBrk="1" latinLnBrk="0" hangingPunct="1">
                            <a:spcAft>
                              <a:spcPts val="300"/>
                            </a:spcAft>
                          </a:pPr>
                          <a:r>
                            <a:rPr lang="ar-SA" sz="1800" kern="1200" smtClean="0">
                              <a:solidFill>
                                <a:schemeClr val="tx1"/>
                              </a:solidFill>
                              <a:effectLst/>
                              <a:latin typeface="Times New Roman" panose="02020603050405020304" pitchFamily="18" charset="0"/>
                              <a:ea typeface="Times New Roman" panose="02020603050405020304" pitchFamily="18" charset="0"/>
                              <a:cs typeface="B Nazanin" panose="00000400000000000000" pitchFamily="2" charset="-78"/>
                            </a:rPr>
                            <a:t> بهترین </a:t>
                          </a:r>
                          <a:r>
                            <a:rPr lang="en-US" sz="1800" kern="1200" smtClean="0">
                              <a:solidFill>
                                <a:schemeClr val="tx1"/>
                              </a:solidFill>
                              <a:effectLst/>
                              <a:latin typeface="Times New Roman" panose="02020603050405020304" pitchFamily="18" charset="0"/>
                              <a:ea typeface="Times New Roman" panose="02020603050405020304" pitchFamily="18" charset="0"/>
                              <a:cs typeface="B Nazanin" panose="00000400000000000000" pitchFamily="2" charset="-78"/>
                            </a:rPr>
                            <a:t>ε </a:t>
                          </a:r>
                          <a:endParaRPr lang="en-US" sz="1800" kern="1200" dirty="0">
                            <a:solidFill>
                              <a:schemeClr val="tx1"/>
                            </a:solidFill>
                            <a:effectLst/>
                            <a:latin typeface="Times New Roman" panose="02020603050405020304" pitchFamily="18" charset="0"/>
                            <a:ea typeface="Times New Roman" panose="02020603050405020304" pitchFamily="18" charset="0"/>
                            <a:cs typeface="B Nazanin" panose="00000400000000000000" pitchFamily="2" charset="-78"/>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chemeClr val="accent6">
                            <a:lumMod val="60000"/>
                            <a:lumOff val="40000"/>
                          </a:schemeClr>
                        </a:solidFill>
                      </a:tcPr>
                    </a:tc>
                    <a:tc>
                      <a:txBody>
                        <a:bodyPr/>
                        <a:lstStyle/>
                        <a:p>
                          <a:pPr marL="0" algn="ctr" defTabSz="914400" rtl="1" eaLnBrk="1" latinLnBrk="0" hangingPunct="1">
                            <a:spcAft>
                              <a:spcPts val="300"/>
                            </a:spcAft>
                          </a:pPr>
                          <a:r>
                            <a:rPr lang="ar-SA" sz="1800" kern="1200" dirty="0">
                              <a:solidFill>
                                <a:schemeClr val="tx1"/>
                              </a:solidFill>
                              <a:effectLst/>
                              <a:latin typeface="Times New Roman" panose="02020603050405020304" pitchFamily="18" charset="0"/>
                              <a:ea typeface="Times New Roman" panose="02020603050405020304" pitchFamily="18" charset="0"/>
                              <a:cs typeface="B Nazanin" panose="00000400000000000000" pitchFamily="2" charset="-78"/>
                            </a:rPr>
                            <a:t>بهترین هزینه </a:t>
                          </a:r>
                          <a:endParaRPr lang="en-US" sz="1800" kern="1200" dirty="0">
                            <a:solidFill>
                              <a:schemeClr val="tx1"/>
                            </a:solidFill>
                            <a:effectLst/>
                            <a:latin typeface="Times New Roman" panose="02020603050405020304" pitchFamily="18" charset="0"/>
                            <a:ea typeface="Times New Roman" panose="02020603050405020304" pitchFamily="18" charset="0"/>
                            <a:cs typeface="B Nazanin" panose="00000400000000000000" pitchFamily="2" charset="-78"/>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chemeClr val="accent6">
                            <a:lumMod val="60000"/>
                            <a:lumOff val="40000"/>
                          </a:schemeClr>
                        </a:solidFill>
                      </a:tcPr>
                    </a:tc>
                    <a:tc>
                      <a:txBody>
                        <a:bodyPr/>
                        <a:lstStyle/>
                        <a:p>
                          <a:pPr marL="0" algn="ctr" defTabSz="914400" rtl="1" eaLnBrk="1" latinLnBrk="0" hangingPunct="1">
                            <a:spcAft>
                              <a:spcPts val="300"/>
                            </a:spcAft>
                          </a:pPr>
                          <a:r>
                            <a:rPr lang="ar-SA" sz="1800" kern="1200" dirty="0">
                              <a:solidFill>
                                <a:schemeClr val="tx1"/>
                              </a:solidFill>
                              <a:effectLst/>
                              <a:latin typeface="Times New Roman" panose="02020603050405020304" pitchFamily="18" charset="0"/>
                              <a:ea typeface="Times New Roman" panose="02020603050405020304" pitchFamily="18" charset="0"/>
                              <a:cs typeface="B Nazanin" panose="00000400000000000000" pitchFamily="2" charset="-78"/>
                            </a:rPr>
                            <a:t>روی‌هم‌رفت (%)</a:t>
                          </a:r>
                          <a:endParaRPr lang="en-US" sz="1800" kern="1200" dirty="0">
                            <a:solidFill>
                              <a:schemeClr val="tx1"/>
                            </a:solidFill>
                            <a:effectLst/>
                            <a:latin typeface="Times New Roman" panose="02020603050405020304" pitchFamily="18" charset="0"/>
                            <a:ea typeface="Times New Roman" panose="02020603050405020304" pitchFamily="18" charset="0"/>
                            <a:cs typeface="B Nazanin" panose="00000400000000000000" pitchFamily="2" charset="-78"/>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6">
                            <a:lumMod val="60000"/>
                            <a:lumOff val="40000"/>
                          </a:schemeClr>
                        </a:solidFill>
                      </a:tcPr>
                    </a:tc>
                    <a:tc>
                      <a:txBody>
                        <a:bodyPr/>
                        <a:lstStyle/>
                        <a:p>
                          <a:pPr marL="0" algn="ctr" defTabSz="914400" rtl="1" eaLnBrk="1" latinLnBrk="0" hangingPunct="1">
                            <a:spcAft>
                              <a:spcPts val="300"/>
                            </a:spcAft>
                          </a:pPr>
                          <a:r>
                            <a:rPr lang="ar-SA" sz="1800" kern="1200" dirty="0">
                              <a:solidFill>
                                <a:schemeClr val="tx1"/>
                              </a:solidFill>
                              <a:effectLst/>
                              <a:latin typeface="Times New Roman" panose="02020603050405020304" pitchFamily="18" charset="0"/>
                              <a:ea typeface="Times New Roman" panose="02020603050405020304" pitchFamily="18" charset="0"/>
                              <a:cs typeface="B Nazanin" panose="00000400000000000000" pitchFamily="2" charset="-78"/>
                            </a:rPr>
                            <a:t>ناهمسانی (%)</a:t>
                          </a:r>
                          <a:endParaRPr lang="en-US" sz="1800" kern="1200" dirty="0">
                            <a:solidFill>
                              <a:schemeClr val="tx1"/>
                            </a:solidFill>
                            <a:effectLst/>
                            <a:latin typeface="Times New Roman" panose="02020603050405020304" pitchFamily="18" charset="0"/>
                            <a:ea typeface="Times New Roman" panose="02020603050405020304" pitchFamily="18" charset="0"/>
                            <a:cs typeface="B Nazanin" panose="00000400000000000000" pitchFamily="2" charset="-78"/>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chemeClr val="accent6">
                            <a:lumMod val="60000"/>
                            <a:lumOff val="40000"/>
                          </a:schemeClr>
                        </a:solidFill>
                      </a:tcPr>
                    </a:tc>
                    <a:tc>
                      <a:txBody>
                        <a:bodyPr/>
                        <a:lstStyle/>
                        <a:p>
                          <a:pPr marL="0" algn="ctr" defTabSz="914400" rtl="1" eaLnBrk="1" latinLnBrk="0" hangingPunct="1">
                            <a:spcAft>
                              <a:spcPts val="300"/>
                            </a:spcAft>
                          </a:pPr>
                          <a:r>
                            <a:rPr lang="ar-SA" sz="1800" kern="1200" dirty="0">
                              <a:solidFill>
                                <a:schemeClr val="tx1"/>
                              </a:solidFill>
                              <a:effectLst/>
                              <a:latin typeface="Times New Roman" panose="02020603050405020304" pitchFamily="18" charset="0"/>
                              <a:ea typeface="Times New Roman" panose="02020603050405020304" pitchFamily="18" charset="0"/>
                              <a:cs typeface="B Nazanin" panose="00000400000000000000" pitchFamily="2" charset="-78"/>
                            </a:rPr>
                            <a:t>زمان </a:t>
                          </a:r>
                          <a:r>
                            <a:rPr lang="ar-SA" sz="1800" kern="1200" dirty="0" smtClean="0">
                              <a:solidFill>
                                <a:schemeClr val="tx1"/>
                              </a:solidFill>
                              <a:effectLst/>
                              <a:latin typeface="Times New Roman" panose="02020603050405020304" pitchFamily="18" charset="0"/>
                              <a:ea typeface="Times New Roman" panose="02020603050405020304" pitchFamily="18" charset="0"/>
                              <a:cs typeface="B Nazanin" panose="00000400000000000000" pitchFamily="2" charset="-78"/>
                            </a:rPr>
                            <a:t>فرآیند </a:t>
                          </a:r>
                          <a:r>
                            <a:rPr lang="ar-SA" sz="1800" kern="1200" dirty="0">
                              <a:solidFill>
                                <a:schemeClr val="tx1"/>
                              </a:solidFill>
                              <a:effectLst/>
                              <a:latin typeface="Times New Roman" panose="02020603050405020304" pitchFamily="18" charset="0"/>
                              <a:ea typeface="Times New Roman" panose="02020603050405020304" pitchFamily="18" charset="0"/>
                              <a:cs typeface="B Nazanin" panose="00000400000000000000" pitchFamily="2" charset="-78"/>
                            </a:rPr>
                            <a:t>(</a:t>
                          </a:r>
                          <a:r>
                            <a:rPr lang="en-US" sz="1800" kern="1200" dirty="0">
                              <a:solidFill>
                                <a:schemeClr val="tx1"/>
                              </a:solidFill>
                              <a:effectLst/>
                              <a:latin typeface="Times New Roman" panose="02020603050405020304" pitchFamily="18" charset="0"/>
                              <a:ea typeface="Times New Roman" panose="02020603050405020304" pitchFamily="18" charset="0"/>
                              <a:cs typeface="B Nazanin" panose="00000400000000000000" pitchFamily="2" charset="-78"/>
                            </a:rPr>
                            <a:t>S</a:t>
                          </a:r>
                          <a:r>
                            <a:rPr lang="ar-SA" sz="1800" kern="1200" dirty="0">
                              <a:solidFill>
                                <a:schemeClr val="tx1"/>
                              </a:solidFill>
                              <a:effectLst/>
                              <a:latin typeface="Times New Roman" panose="02020603050405020304" pitchFamily="18" charset="0"/>
                              <a:ea typeface="Times New Roman" panose="02020603050405020304" pitchFamily="18" charset="0"/>
                              <a:cs typeface="B Nazanin" panose="00000400000000000000" pitchFamily="2" charset="-78"/>
                            </a:rPr>
                            <a:t>)</a:t>
                          </a:r>
                          <a:endParaRPr lang="en-US" sz="1800" kern="1200" dirty="0">
                            <a:solidFill>
                              <a:schemeClr val="tx1"/>
                            </a:solidFill>
                            <a:effectLst/>
                            <a:latin typeface="Times New Roman" panose="02020603050405020304" pitchFamily="18" charset="0"/>
                            <a:ea typeface="Times New Roman" panose="02020603050405020304" pitchFamily="18" charset="0"/>
                            <a:cs typeface="B Nazanin" panose="00000400000000000000" pitchFamily="2" charset="-78"/>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chemeClr val="accent6">
                            <a:lumMod val="60000"/>
                            <a:lumOff val="40000"/>
                          </a:schemeClr>
                        </a:solidFill>
                      </a:tcPr>
                    </a:tc>
                    <a:extLst>
                      <a:ext uri="{0D108BD9-81ED-4DB2-BD59-A6C34878D82A}">
                        <a16:rowId xmlns="" xmlns:a16="http://schemas.microsoft.com/office/drawing/2014/main" val="10000"/>
                      </a:ext>
                    </a:extLst>
                  </a:tr>
                  <a:tr h="381000">
                    <a:tc>
                      <a:txBody>
                        <a:bodyPr/>
                        <a:lstStyle/>
                        <a:p>
                          <a:pPr marL="0" marR="0" lvl="0" indent="0" algn="ctr" defTabSz="914400" rtl="1" eaLnBrk="1" fontAlgn="auto" latinLnBrk="0" hangingPunct="1">
                            <a:lnSpc>
                              <a:spcPct val="100000"/>
                            </a:lnSpc>
                            <a:spcBef>
                              <a:spcPts val="0"/>
                            </a:spcBef>
                            <a:spcAft>
                              <a:spcPts val="300"/>
                            </a:spcAft>
                            <a:buClrTx/>
                            <a:buSzTx/>
                            <a:buFontTx/>
                            <a:buNone/>
                            <a:tabLst/>
                            <a:defRPr/>
                          </a:pPr>
                          <a:r>
                            <a:rPr lang="fa-IR" sz="1800" kern="1200" dirty="0" smtClean="0">
                              <a:solidFill>
                                <a:schemeClr val="tx1"/>
                              </a:solidFill>
                              <a:effectLst/>
                              <a:latin typeface="Times New Roman" panose="02020603050405020304" pitchFamily="18" charset="0"/>
                              <a:ea typeface="Times New Roman" panose="02020603050405020304" pitchFamily="18" charset="0"/>
                              <a:cs typeface="B Nazanin" panose="00000400000000000000" pitchFamily="2" charset="-78"/>
                            </a:rPr>
                            <a:t>0/1</a:t>
                          </a:r>
                          <a:r>
                            <a:rPr lang="fa-IR" sz="1800" kern="1200" baseline="0" dirty="0" smtClean="0">
                              <a:solidFill>
                                <a:schemeClr val="tx1"/>
                              </a:solidFill>
                              <a:effectLst/>
                              <a:latin typeface="Times New Roman" panose="02020603050405020304" pitchFamily="18" charset="0"/>
                              <a:ea typeface="Times New Roman" panose="02020603050405020304" pitchFamily="18" charset="0"/>
                              <a:cs typeface="B Nazanin" panose="00000400000000000000" pitchFamily="2" charset="-78"/>
                            </a:rPr>
                            <a:t>=</a:t>
                          </a:r>
                          <a14:m>
                            <m:oMath xmlns:m="http://schemas.openxmlformats.org/officeDocument/2006/math">
                              <m:r>
                                <a:rPr lang="en-US" sz="1800" i="1" smtClean="0">
                                  <a:effectLst/>
                                  <a:latin typeface="Cambria Math" panose="02040503050406030204" pitchFamily="18" charset="0"/>
                                  <a:ea typeface="Times New Roman" panose="02020603050405020304" pitchFamily="18" charset="0"/>
                                  <a:cs typeface="B Nazanin" panose="00000400000000000000" pitchFamily="2" charset="-78"/>
                                </a:rPr>
                                <m:t>𝛾</m:t>
                              </m:r>
                            </m:oMath>
                          </a14:m>
                          <a:r>
                            <a:rPr lang="fa-IR" sz="1800" kern="1200" baseline="0" dirty="0" smtClean="0">
                              <a:solidFill>
                                <a:schemeClr val="tx1"/>
                              </a:solidFill>
                              <a:effectLst/>
                              <a:latin typeface="Times New Roman" panose="02020603050405020304" pitchFamily="18" charset="0"/>
                              <a:ea typeface="Times New Roman" panose="02020603050405020304" pitchFamily="18" charset="0"/>
                              <a:cs typeface="B Nazanin" panose="00000400000000000000" pitchFamily="2" charset="-78"/>
                            </a:rPr>
                            <a:t>، 0/8=</a:t>
                          </a:r>
                          <a14:m>
                            <m:oMath xmlns:m="http://schemas.openxmlformats.org/officeDocument/2006/math">
                              <m:r>
                                <a:rPr lang="en-US" sz="1800" i="1" smtClean="0">
                                  <a:effectLst/>
                                  <a:latin typeface="Cambria Math" panose="02040503050406030204" pitchFamily="18" charset="0"/>
                                  <a:ea typeface="Times New Roman" panose="02020603050405020304" pitchFamily="18" charset="0"/>
                                  <a:cs typeface="B Nazanin" panose="00000400000000000000" pitchFamily="2" charset="-78"/>
                                </a:rPr>
                                <m:t>𝛽</m:t>
                              </m:r>
                            </m:oMath>
                          </a14:m>
                          <a:r>
                            <a:rPr lang="fa-IR" sz="1800" kern="1200" baseline="0" dirty="0" smtClean="0">
                              <a:solidFill>
                                <a:schemeClr val="tx1"/>
                              </a:solidFill>
                              <a:effectLst/>
                              <a:latin typeface="Times New Roman" panose="02020603050405020304" pitchFamily="18" charset="0"/>
                              <a:ea typeface="Times New Roman" panose="02020603050405020304" pitchFamily="18" charset="0"/>
                              <a:cs typeface="B Nazanin" panose="00000400000000000000" pitchFamily="2" charset="-78"/>
                            </a:rPr>
                            <a:t> و 0/1=</a:t>
                          </a:r>
                          <a14:m>
                            <m:oMath xmlns:m="http://schemas.openxmlformats.org/officeDocument/2006/math">
                              <m:r>
                                <a:rPr lang="en-US" sz="1800" i="1" smtClean="0">
                                  <a:effectLst/>
                                  <a:latin typeface="Cambria Math" panose="02040503050406030204" pitchFamily="18" charset="0"/>
                                  <a:ea typeface="Times New Roman" panose="02020603050405020304" pitchFamily="18" charset="0"/>
                                  <a:cs typeface="B Nazanin" panose="00000400000000000000" pitchFamily="2" charset="-78"/>
                                </a:rPr>
                                <m:t>𝛼</m:t>
                              </m:r>
                            </m:oMath>
                          </a14:m>
                          <a:endParaRPr lang="en-US" sz="1800" kern="1200" dirty="0">
                            <a:solidFill>
                              <a:schemeClr val="tx1"/>
                            </a:solidFill>
                            <a:effectLst/>
                            <a:latin typeface="Times New Roman" panose="02020603050405020304" pitchFamily="18" charset="0"/>
                            <a:ea typeface="Times New Roman" panose="02020603050405020304" pitchFamily="18" charset="0"/>
                            <a:cs typeface="B Nazanin" panose="00000400000000000000" pitchFamily="2" charset="-78"/>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algn="ctr" rtl="1">
                            <a:spcAft>
                              <a:spcPts val="300"/>
                            </a:spcAft>
                          </a:pPr>
                          <a:r>
                            <a:rPr lang="fa-IR" sz="1800" kern="1200" smtClean="0">
                              <a:solidFill>
                                <a:schemeClr val="tx1"/>
                              </a:solidFill>
                              <a:effectLst/>
                              <a:latin typeface="Times New Roman" panose="02020603050405020304" pitchFamily="18" charset="0"/>
                              <a:ea typeface="Times New Roman" panose="02020603050405020304" pitchFamily="18" charset="0"/>
                              <a:cs typeface="B Nazanin" panose="00000400000000000000" pitchFamily="2" charset="-78"/>
                            </a:rPr>
                            <a:t>2/5</a:t>
                          </a:r>
                          <a:endParaRPr lang="en-US" sz="1800" kern="1200" dirty="0">
                            <a:solidFill>
                              <a:schemeClr val="tx1"/>
                            </a:solidFill>
                            <a:effectLst/>
                            <a:latin typeface="Times New Roman" panose="02020603050405020304" pitchFamily="18" charset="0"/>
                            <a:ea typeface="Times New Roman" panose="02020603050405020304" pitchFamily="18" charset="0"/>
                            <a:cs typeface="B Nazanin" panose="00000400000000000000" pitchFamily="2" charset="-78"/>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algn="ctr" rtl="1">
                            <a:spcAft>
                              <a:spcPts val="300"/>
                            </a:spcAft>
                          </a:pPr>
                          <a:r>
                            <a:rPr lang="fa-IR" sz="1800" kern="1200" dirty="0" smtClean="0">
                              <a:solidFill>
                                <a:schemeClr val="tx1"/>
                              </a:solidFill>
                              <a:effectLst/>
                              <a:latin typeface="Times New Roman" panose="02020603050405020304" pitchFamily="18" charset="0"/>
                              <a:ea typeface="Times New Roman" panose="02020603050405020304" pitchFamily="18" charset="0"/>
                              <a:cs typeface="B Nazanin" panose="00000400000000000000" pitchFamily="2" charset="-78"/>
                            </a:rPr>
                            <a:t>0/149</a:t>
                          </a:r>
                          <a:endParaRPr lang="en-US" sz="1800" kern="1200" dirty="0">
                            <a:solidFill>
                              <a:schemeClr val="tx1"/>
                            </a:solidFill>
                            <a:effectLst/>
                            <a:latin typeface="Times New Roman" panose="02020603050405020304" pitchFamily="18" charset="0"/>
                            <a:ea typeface="Times New Roman" panose="02020603050405020304" pitchFamily="18" charset="0"/>
                            <a:cs typeface="B Nazanin" panose="00000400000000000000" pitchFamily="2" charset="-78"/>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algn="ctr" rtl="1">
                            <a:spcAft>
                              <a:spcPts val="300"/>
                            </a:spcAft>
                          </a:pPr>
                          <a:r>
                            <a:rPr lang="fa-IR" sz="1800" kern="1200" dirty="0" smtClean="0">
                              <a:solidFill>
                                <a:schemeClr val="tx1"/>
                              </a:solidFill>
                              <a:effectLst/>
                              <a:latin typeface="Times New Roman" panose="02020603050405020304" pitchFamily="18" charset="0"/>
                              <a:ea typeface="Times New Roman" panose="02020603050405020304" pitchFamily="18" charset="0"/>
                              <a:cs typeface="B Nazanin" panose="00000400000000000000" pitchFamily="2" charset="-78"/>
                            </a:rPr>
                            <a:t>13/9</a:t>
                          </a:r>
                          <a:endParaRPr lang="en-US" sz="1800" kern="1200" dirty="0">
                            <a:solidFill>
                              <a:schemeClr val="tx1"/>
                            </a:solidFill>
                            <a:effectLst/>
                            <a:latin typeface="Times New Roman" panose="02020603050405020304" pitchFamily="18" charset="0"/>
                            <a:ea typeface="Times New Roman" panose="02020603050405020304" pitchFamily="18" charset="0"/>
                            <a:cs typeface="B Nazanin" panose="00000400000000000000" pitchFamily="2" charset="-78"/>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FFFFCC"/>
                        </a:solidFill>
                      </a:tcPr>
                    </a:tc>
                    <a:tc>
                      <a:txBody>
                        <a:bodyPr/>
                        <a:lstStyle/>
                        <a:p>
                          <a:pPr algn="ctr" rtl="1">
                            <a:spcAft>
                              <a:spcPts val="300"/>
                            </a:spcAft>
                          </a:pPr>
                          <a:r>
                            <a:rPr lang="fa-IR" sz="1800" kern="1200" dirty="0" smtClean="0">
                              <a:solidFill>
                                <a:schemeClr val="tx1"/>
                              </a:solidFill>
                              <a:effectLst/>
                              <a:latin typeface="Times New Roman" panose="02020603050405020304" pitchFamily="18" charset="0"/>
                              <a:ea typeface="Times New Roman" panose="02020603050405020304" pitchFamily="18" charset="0"/>
                              <a:cs typeface="B Nazanin" panose="00000400000000000000" pitchFamily="2" charset="-78"/>
                            </a:rPr>
                            <a:t>3/67</a:t>
                          </a:r>
                          <a:endParaRPr lang="en-US" sz="1800" kern="1200" dirty="0">
                            <a:solidFill>
                              <a:schemeClr val="tx1"/>
                            </a:solidFill>
                            <a:effectLst/>
                            <a:latin typeface="Times New Roman" panose="02020603050405020304" pitchFamily="18" charset="0"/>
                            <a:ea typeface="Times New Roman" panose="02020603050405020304" pitchFamily="18" charset="0"/>
                            <a:cs typeface="B Nazanin" panose="00000400000000000000" pitchFamily="2" charset="-78"/>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B9FFB9"/>
                        </a:solidFill>
                      </a:tcPr>
                    </a:tc>
                    <a:tc>
                      <a:txBody>
                        <a:bodyPr/>
                        <a:lstStyle/>
                        <a:p>
                          <a:pPr algn="ctr" rtl="1">
                            <a:spcAft>
                              <a:spcPts val="300"/>
                            </a:spcAft>
                          </a:pPr>
                          <a:r>
                            <a:rPr lang="ar-SA" sz="1800" kern="1200" dirty="0">
                              <a:solidFill>
                                <a:schemeClr val="tx1"/>
                              </a:solidFill>
                              <a:effectLst/>
                              <a:latin typeface="Times New Roman" panose="02020603050405020304" pitchFamily="18" charset="0"/>
                              <a:ea typeface="Times New Roman" panose="02020603050405020304" pitchFamily="18" charset="0"/>
                              <a:cs typeface="B Nazanin" panose="00000400000000000000" pitchFamily="2" charset="-78"/>
                            </a:rPr>
                            <a:t>8013</a:t>
                          </a:r>
                          <a:endParaRPr lang="en-US" sz="1800" kern="1200" dirty="0">
                            <a:solidFill>
                              <a:schemeClr val="tx1"/>
                            </a:solidFill>
                            <a:effectLst/>
                            <a:latin typeface="Times New Roman" panose="02020603050405020304" pitchFamily="18" charset="0"/>
                            <a:ea typeface="Times New Roman" panose="02020603050405020304" pitchFamily="18" charset="0"/>
                            <a:cs typeface="B Nazanin" panose="00000400000000000000" pitchFamily="2" charset="-78"/>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FFCCCC"/>
                        </a:solidFill>
                      </a:tcPr>
                    </a:tc>
                    <a:extLst>
                      <a:ext uri="{0D108BD9-81ED-4DB2-BD59-A6C34878D82A}">
                        <a16:rowId xmlns="" xmlns:a16="http://schemas.microsoft.com/office/drawing/2014/main" val="10004"/>
                      </a:ext>
                    </a:extLst>
                  </a:tr>
                  <a:tr h="381000">
                    <a:tc>
                      <a:txBody>
                        <a:bodyPr/>
                        <a:lstStyle/>
                        <a:p>
                          <a:pPr marL="0" marR="0" lvl="0" indent="0" algn="ctr" defTabSz="914400" rtl="1" eaLnBrk="1" fontAlgn="auto" latinLnBrk="0" hangingPunct="1">
                            <a:lnSpc>
                              <a:spcPct val="100000"/>
                            </a:lnSpc>
                            <a:spcBef>
                              <a:spcPts val="0"/>
                            </a:spcBef>
                            <a:spcAft>
                              <a:spcPts val="300"/>
                            </a:spcAft>
                            <a:buClrTx/>
                            <a:buSzTx/>
                            <a:buFontTx/>
                            <a:buNone/>
                            <a:tabLst/>
                            <a:defRPr/>
                          </a:pPr>
                          <a:r>
                            <a:rPr lang="fa-IR" sz="1800" kern="1200" dirty="0" smtClean="0">
                              <a:solidFill>
                                <a:schemeClr val="tx1"/>
                              </a:solidFill>
                              <a:effectLst/>
                              <a:latin typeface="Times New Roman" panose="02020603050405020304" pitchFamily="18" charset="0"/>
                              <a:ea typeface="Times New Roman" panose="02020603050405020304" pitchFamily="18" charset="0"/>
                              <a:cs typeface="B Nazanin" panose="00000400000000000000" pitchFamily="2" charset="-78"/>
                            </a:rPr>
                            <a:t>0/0</a:t>
                          </a:r>
                          <a:r>
                            <a:rPr lang="fa-IR" sz="1800" kern="1200" baseline="0" dirty="0" smtClean="0">
                              <a:solidFill>
                                <a:schemeClr val="tx1"/>
                              </a:solidFill>
                              <a:effectLst/>
                              <a:latin typeface="Times New Roman" panose="02020603050405020304" pitchFamily="18" charset="0"/>
                              <a:ea typeface="Times New Roman" panose="02020603050405020304" pitchFamily="18" charset="0"/>
                              <a:cs typeface="B Nazanin" panose="00000400000000000000" pitchFamily="2" charset="-78"/>
                            </a:rPr>
                            <a:t>=</a:t>
                          </a:r>
                          <a14:m>
                            <m:oMath xmlns:m="http://schemas.openxmlformats.org/officeDocument/2006/math">
                              <m:r>
                                <a:rPr lang="en-US" sz="1800" i="1" smtClean="0">
                                  <a:effectLst/>
                                  <a:latin typeface="Cambria Math" panose="02040503050406030204" pitchFamily="18" charset="0"/>
                                  <a:ea typeface="Times New Roman" panose="02020603050405020304" pitchFamily="18" charset="0"/>
                                  <a:cs typeface="B Nazanin" panose="00000400000000000000" pitchFamily="2" charset="-78"/>
                                </a:rPr>
                                <m:t>𝛾</m:t>
                              </m:r>
                            </m:oMath>
                          </a14:m>
                          <a:r>
                            <a:rPr lang="fa-IR" sz="1800" kern="1200" baseline="0" dirty="0" smtClean="0">
                              <a:solidFill>
                                <a:schemeClr val="tx1"/>
                              </a:solidFill>
                              <a:effectLst/>
                              <a:latin typeface="Times New Roman" panose="02020603050405020304" pitchFamily="18" charset="0"/>
                              <a:ea typeface="Times New Roman" panose="02020603050405020304" pitchFamily="18" charset="0"/>
                              <a:cs typeface="B Nazanin" panose="00000400000000000000" pitchFamily="2" charset="-78"/>
                            </a:rPr>
                            <a:t>، 0/5=</a:t>
                          </a:r>
                          <a14:m>
                            <m:oMath xmlns:m="http://schemas.openxmlformats.org/officeDocument/2006/math">
                              <m:r>
                                <a:rPr lang="en-US" sz="1800" i="1" smtClean="0">
                                  <a:effectLst/>
                                  <a:latin typeface="Cambria Math" panose="02040503050406030204" pitchFamily="18" charset="0"/>
                                  <a:ea typeface="Times New Roman" panose="02020603050405020304" pitchFamily="18" charset="0"/>
                                  <a:cs typeface="B Nazanin" panose="00000400000000000000" pitchFamily="2" charset="-78"/>
                                </a:rPr>
                                <m:t>𝛽</m:t>
                              </m:r>
                            </m:oMath>
                          </a14:m>
                          <a:r>
                            <a:rPr lang="fa-IR" sz="1800" kern="1200" baseline="0" dirty="0" smtClean="0">
                              <a:solidFill>
                                <a:schemeClr val="tx1"/>
                              </a:solidFill>
                              <a:effectLst/>
                              <a:latin typeface="Times New Roman" panose="02020603050405020304" pitchFamily="18" charset="0"/>
                              <a:ea typeface="Times New Roman" panose="02020603050405020304" pitchFamily="18" charset="0"/>
                              <a:cs typeface="B Nazanin" panose="00000400000000000000" pitchFamily="2" charset="-78"/>
                            </a:rPr>
                            <a:t> و 0/5=</a:t>
                          </a:r>
                          <a14:m>
                            <m:oMath xmlns:m="http://schemas.openxmlformats.org/officeDocument/2006/math">
                              <m:r>
                                <a:rPr lang="en-US" sz="1800" i="1" smtClean="0">
                                  <a:effectLst/>
                                  <a:latin typeface="Cambria Math" panose="02040503050406030204" pitchFamily="18" charset="0"/>
                                  <a:ea typeface="Times New Roman" panose="02020603050405020304" pitchFamily="18" charset="0"/>
                                  <a:cs typeface="B Nazanin" panose="00000400000000000000" pitchFamily="2" charset="-78"/>
                                </a:rPr>
                                <m:t>𝛼</m:t>
                              </m:r>
                            </m:oMath>
                          </a14:m>
                          <a:endParaRPr lang="en-US" sz="1800" kern="1200" dirty="0">
                            <a:solidFill>
                              <a:schemeClr val="tx1"/>
                            </a:solidFill>
                            <a:effectLst/>
                            <a:latin typeface="Times New Roman" panose="02020603050405020304" pitchFamily="18" charset="0"/>
                            <a:ea typeface="Times New Roman" panose="02020603050405020304" pitchFamily="18" charset="0"/>
                            <a:cs typeface="B Nazanin" panose="00000400000000000000" pitchFamily="2" charset="-78"/>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algn="ctr" rtl="1">
                            <a:spcAft>
                              <a:spcPts val="300"/>
                            </a:spcAft>
                          </a:pPr>
                          <a:r>
                            <a:rPr lang="fa-IR" sz="1800" kern="1200" smtClean="0">
                              <a:solidFill>
                                <a:schemeClr val="tx1"/>
                              </a:solidFill>
                              <a:effectLst/>
                              <a:latin typeface="Times New Roman" panose="02020603050405020304" pitchFamily="18" charset="0"/>
                              <a:ea typeface="Times New Roman" panose="02020603050405020304" pitchFamily="18" charset="0"/>
                              <a:cs typeface="B Nazanin" panose="00000400000000000000" pitchFamily="2" charset="-78"/>
                            </a:rPr>
                            <a:t>12/2</a:t>
                          </a:r>
                          <a:endParaRPr lang="en-US" sz="1800" kern="1200" dirty="0">
                            <a:solidFill>
                              <a:schemeClr val="tx1"/>
                            </a:solidFill>
                            <a:effectLst/>
                            <a:latin typeface="Times New Roman" panose="02020603050405020304" pitchFamily="18" charset="0"/>
                            <a:ea typeface="Times New Roman" panose="02020603050405020304" pitchFamily="18" charset="0"/>
                            <a:cs typeface="B Nazanin" panose="00000400000000000000" pitchFamily="2" charset="-78"/>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algn="ctr" rtl="1">
                            <a:spcAft>
                              <a:spcPts val="300"/>
                            </a:spcAft>
                          </a:pPr>
                          <a:r>
                            <a:rPr lang="fa-IR" sz="1800" kern="1200" dirty="0" smtClean="0">
                              <a:solidFill>
                                <a:schemeClr val="tx1"/>
                              </a:solidFill>
                              <a:effectLst/>
                              <a:latin typeface="Times New Roman" panose="02020603050405020304" pitchFamily="18" charset="0"/>
                              <a:ea typeface="Times New Roman" panose="02020603050405020304" pitchFamily="18" charset="0"/>
                              <a:cs typeface="B Nazanin" panose="00000400000000000000" pitchFamily="2" charset="-78"/>
                            </a:rPr>
                            <a:t>0/349</a:t>
                          </a:r>
                          <a:endParaRPr lang="en-US" sz="1800" kern="1200" dirty="0">
                            <a:solidFill>
                              <a:schemeClr val="tx1"/>
                            </a:solidFill>
                            <a:effectLst/>
                            <a:latin typeface="Times New Roman" panose="02020603050405020304" pitchFamily="18" charset="0"/>
                            <a:ea typeface="Times New Roman" panose="02020603050405020304" pitchFamily="18" charset="0"/>
                            <a:cs typeface="B Nazanin" panose="00000400000000000000" pitchFamily="2" charset="-78"/>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algn="ctr" rtl="1">
                            <a:spcAft>
                              <a:spcPts val="300"/>
                            </a:spcAft>
                          </a:pPr>
                          <a:r>
                            <a:rPr lang="fa-IR" sz="1800" kern="1200" dirty="0" smtClean="0">
                              <a:solidFill>
                                <a:schemeClr val="tx1"/>
                              </a:solidFill>
                              <a:effectLst/>
                              <a:latin typeface="Times New Roman" panose="02020603050405020304" pitchFamily="18" charset="0"/>
                              <a:ea typeface="Times New Roman" panose="02020603050405020304" pitchFamily="18" charset="0"/>
                              <a:cs typeface="B Nazanin" panose="00000400000000000000" pitchFamily="2" charset="-78"/>
                            </a:rPr>
                            <a:t>11/3</a:t>
                          </a:r>
                          <a:endParaRPr lang="en-US" sz="1800" kern="1200" dirty="0">
                            <a:solidFill>
                              <a:schemeClr val="tx1"/>
                            </a:solidFill>
                            <a:effectLst/>
                            <a:latin typeface="Times New Roman" panose="02020603050405020304" pitchFamily="18" charset="0"/>
                            <a:ea typeface="Times New Roman" panose="02020603050405020304" pitchFamily="18" charset="0"/>
                            <a:cs typeface="B Nazanin" panose="00000400000000000000" pitchFamily="2" charset="-78"/>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FFFFCC"/>
                        </a:solidFill>
                      </a:tcPr>
                    </a:tc>
                    <a:tc>
                      <a:txBody>
                        <a:bodyPr/>
                        <a:lstStyle/>
                        <a:p>
                          <a:pPr algn="ctr" rtl="1">
                            <a:spcAft>
                              <a:spcPts val="300"/>
                            </a:spcAft>
                          </a:pPr>
                          <a:r>
                            <a:rPr lang="fa-IR" sz="1800" kern="1200" dirty="0" smtClean="0">
                              <a:solidFill>
                                <a:schemeClr val="tx1"/>
                              </a:solidFill>
                              <a:effectLst/>
                              <a:latin typeface="Times New Roman" panose="02020603050405020304" pitchFamily="18" charset="0"/>
                              <a:ea typeface="Times New Roman" panose="02020603050405020304" pitchFamily="18" charset="0"/>
                              <a:cs typeface="B Nazanin" panose="00000400000000000000" pitchFamily="2" charset="-78"/>
                            </a:rPr>
                            <a:t>26/3</a:t>
                          </a:r>
                          <a:endParaRPr lang="en-US" sz="1800" kern="1200" dirty="0">
                            <a:solidFill>
                              <a:schemeClr val="tx1"/>
                            </a:solidFill>
                            <a:effectLst/>
                            <a:latin typeface="Times New Roman" panose="02020603050405020304" pitchFamily="18" charset="0"/>
                            <a:ea typeface="Times New Roman" panose="02020603050405020304" pitchFamily="18" charset="0"/>
                            <a:cs typeface="B Nazanin" panose="00000400000000000000" pitchFamily="2" charset="-78"/>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FFFFCC"/>
                        </a:solidFill>
                      </a:tcPr>
                    </a:tc>
                    <a:tc>
                      <a:txBody>
                        <a:bodyPr/>
                        <a:lstStyle/>
                        <a:p>
                          <a:pPr algn="ctr" rtl="1">
                            <a:spcAft>
                              <a:spcPts val="300"/>
                            </a:spcAft>
                          </a:pPr>
                          <a:r>
                            <a:rPr lang="ar-SA" sz="1800" kern="1200" dirty="0">
                              <a:solidFill>
                                <a:schemeClr val="tx1"/>
                              </a:solidFill>
                              <a:effectLst/>
                              <a:latin typeface="Times New Roman" panose="02020603050405020304" pitchFamily="18" charset="0"/>
                              <a:ea typeface="Times New Roman" panose="02020603050405020304" pitchFamily="18" charset="0"/>
                              <a:cs typeface="B Nazanin" panose="00000400000000000000" pitchFamily="2" charset="-78"/>
                            </a:rPr>
                            <a:t>4225</a:t>
                          </a:r>
                          <a:endParaRPr lang="en-US" sz="1800" kern="1200" dirty="0">
                            <a:solidFill>
                              <a:schemeClr val="tx1"/>
                            </a:solidFill>
                            <a:effectLst/>
                            <a:latin typeface="Times New Roman" panose="02020603050405020304" pitchFamily="18" charset="0"/>
                            <a:ea typeface="Times New Roman" panose="02020603050405020304" pitchFamily="18" charset="0"/>
                            <a:cs typeface="B Nazanin" panose="00000400000000000000" pitchFamily="2" charset="-78"/>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FFFFCC"/>
                        </a:solidFill>
                      </a:tcPr>
                    </a:tc>
                  </a:tr>
                  <a:tr h="381000">
                    <a:tc>
                      <a:txBody>
                        <a:bodyPr/>
                        <a:lstStyle/>
                        <a:p>
                          <a:pPr marL="0" marR="0" lvl="0" indent="0" algn="ctr" defTabSz="914400" rtl="1" eaLnBrk="1" fontAlgn="auto" latinLnBrk="0" hangingPunct="1">
                            <a:lnSpc>
                              <a:spcPct val="100000"/>
                            </a:lnSpc>
                            <a:spcBef>
                              <a:spcPts val="0"/>
                            </a:spcBef>
                            <a:spcAft>
                              <a:spcPts val="300"/>
                            </a:spcAft>
                            <a:buClrTx/>
                            <a:buSzTx/>
                            <a:buFontTx/>
                            <a:buNone/>
                            <a:tabLst/>
                            <a:defRPr/>
                          </a:pPr>
                          <a:r>
                            <a:rPr lang="fa-IR" sz="1800" kern="1200" dirty="0" smtClean="0">
                              <a:solidFill>
                                <a:schemeClr val="tx1"/>
                              </a:solidFill>
                              <a:effectLst/>
                              <a:latin typeface="Times New Roman" panose="02020603050405020304" pitchFamily="18" charset="0"/>
                              <a:ea typeface="Times New Roman" panose="02020603050405020304" pitchFamily="18" charset="0"/>
                              <a:cs typeface="B Nazanin" panose="00000400000000000000" pitchFamily="2" charset="-78"/>
                            </a:rPr>
                            <a:t>0/5</a:t>
                          </a:r>
                          <a:r>
                            <a:rPr lang="fa-IR" sz="1800" kern="1200" baseline="0" dirty="0" smtClean="0">
                              <a:solidFill>
                                <a:schemeClr val="tx1"/>
                              </a:solidFill>
                              <a:effectLst/>
                              <a:latin typeface="Times New Roman" panose="02020603050405020304" pitchFamily="18" charset="0"/>
                              <a:ea typeface="Times New Roman" panose="02020603050405020304" pitchFamily="18" charset="0"/>
                              <a:cs typeface="B Nazanin" panose="00000400000000000000" pitchFamily="2" charset="-78"/>
                            </a:rPr>
                            <a:t>=</a:t>
                          </a:r>
                          <a14:m>
                            <m:oMath xmlns:m="http://schemas.openxmlformats.org/officeDocument/2006/math">
                              <m:r>
                                <a:rPr lang="en-US" sz="1800" i="1" smtClean="0">
                                  <a:effectLst/>
                                  <a:latin typeface="Cambria Math" panose="02040503050406030204" pitchFamily="18" charset="0"/>
                                  <a:ea typeface="Times New Roman" panose="02020603050405020304" pitchFamily="18" charset="0"/>
                                  <a:cs typeface="B Nazanin" panose="00000400000000000000" pitchFamily="2" charset="-78"/>
                                </a:rPr>
                                <m:t>𝛾</m:t>
                              </m:r>
                            </m:oMath>
                          </a14:m>
                          <a:r>
                            <a:rPr lang="fa-IR" sz="1800" kern="1200" baseline="0" dirty="0" smtClean="0">
                              <a:solidFill>
                                <a:schemeClr val="tx1"/>
                              </a:solidFill>
                              <a:effectLst/>
                              <a:latin typeface="Times New Roman" panose="02020603050405020304" pitchFamily="18" charset="0"/>
                              <a:ea typeface="Times New Roman" panose="02020603050405020304" pitchFamily="18" charset="0"/>
                              <a:cs typeface="B Nazanin" panose="00000400000000000000" pitchFamily="2" charset="-78"/>
                            </a:rPr>
                            <a:t>، 0/5=</a:t>
                          </a:r>
                          <a14:m>
                            <m:oMath xmlns:m="http://schemas.openxmlformats.org/officeDocument/2006/math">
                              <m:r>
                                <a:rPr lang="en-US" sz="1800" i="1" smtClean="0">
                                  <a:effectLst/>
                                  <a:latin typeface="Cambria Math" panose="02040503050406030204" pitchFamily="18" charset="0"/>
                                  <a:ea typeface="Times New Roman" panose="02020603050405020304" pitchFamily="18" charset="0"/>
                                  <a:cs typeface="B Nazanin" panose="00000400000000000000" pitchFamily="2" charset="-78"/>
                                </a:rPr>
                                <m:t>𝛽</m:t>
                              </m:r>
                            </m:oMath>
                          </a14:m>
                          <a:r>
                            <a:rPr lang="fa-IR" sz="1800" kern="1200" baseline="0" dirty="0" smtClean="0">
                              <a:solidFill>
                                <a:schemeClr val="tx1"/>
                              </a:solidFill>
                              <a:effectLst/>
                              <a:latin typeface="Times New Roman" panose="02020603050405020304" pitchFamily="18" charset="0"/>
                              <a:ea typeface="Times New Roman" panose="02020603050405020304" pitchFamily="18" charset="0"/>
                              <a:cs typeface="B Nazanin" panose="00000400000000000000" pitchFamily="2" charset="-78"/>
                            </a:rPr>
                            <a:t> و 0/0=</a:t>
                          </a:r>
                          <a14:m>
                            <m:oMath xmlns:m="http://schemas.openxmlformats.org/officeDocument/2006/math">
                              <m:r>
                                <a:rPr lang="en-US" sz="1800" i="1" smtClean="0">
                                  <a:effectLst/>
                                  <a:latin typeface="Cambria Math" panose="02040503050406030204" pitchFamily="18" charset="0"/>
                                  <a:ea typeface="Times New Roman" panose="02020603050405020304" pitchFamily="18" charset="0"/>
                                  <a:cs typeface="B Nazanin" panose="00000400000000000000" pitchFamily="2" charset="-78"/>
                                </a:rPr>
                                <m:t>𝛼</m:t>
                              </m:r>
                            </m:oMath>
                          </a14:m>
                          <a:endParaRPr lang="en-US" sz="1800" kern="1200" dirty="0">
                            <a:solidFill>
                              <a:schemeClr val="tx1"/>
                            </a:solidFill>
                            <a:effectLst/>
                            <a:latin typeface="Times New Roman" panose="02020603050405020304" pitchFamily="18" charset="0"/>
                            <a:ea typeface="Times New Roman" panose="02020603050405020304" pitchFamily="18" charset="0"/>
                            <a:cs typeface="B Nazanin" panose="00000400000000000000" pitchFamily="2" charset="-78"/>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algn="ctr" rtl="1">
                            <a:spcAft>
                              <a:spcPts val="300"/>
                            </a:spcAft>
                          </a:pPr>
                          <a:r>
                            <a:rPr lang="fa-IR" sz="1800" kern="1200" smtClean="0">
                              <a:solidFill>
                                <a:schemeClr val="tx1"/>
                              </a:solidFill>
                              <a:effectLst/>
                              <a:latin typeface="Times New Roman" panose="02020603050405020304" pitchFamily="18" charset="0"/>
                              <a:ea typeface="Times New Roman" panose="02020603050405020304" pitchFamily="18" charset="0"/>
                              <a:cs typeface="B Nazanin" panose="00000400000000000000" pitchFamily="2" charset="-78"/>
                            </a:rPr>
                            <a:t>9/1</a:t>
                          </a:r>
                          <a:endParaRPr lang="en-US" sz="1800" kern="1200" dirty="0">
                            <a:solidFill>
                              <a:schemeClr val="tx1"/>
                            </a:solidFill>
                            <a:effectLst/>
                            <a:latin typeface="Times New Roman" panose="02020603050405020304" pitchFamily="18" charset="0"/>
                            <a:ea typeface="Times New Roman" panose="02020603050405020304" pitchFamily="18" charset="0"/>
                            <a:cs typeface="B Nazanin" panose="00000400000000000000" pitchFamily="2" charset="-78"/>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algn="ctr" rtl="1">
                            <a:spcAft>
                              <a:spcPts val="300"/>
                            </a:spcAft>
                          </a:pPr>
                          <a:r>
                            <a:rPr lang="fa-IR" sz="1800" kern="1200" dirty="0" smtClean="0">
                              <a:solidFill>
                                <a:schemeClr val="tx1"/>
                              </a:solidFill>
                              <a:effectLst/>
                              <a:latin typeface="Times New Roman" panose="02020603050405020304" pitchFamily="18" charset="0"/>
                              <a:ea typeface="Times New Roman" panose="02020603050405020304" pitchFamily="18" charset="0"/>
                              <a:cs typeface="B Nazanin" panose="00000400000000000000" pitchFamily="2" charset="-78"/>
                            </a:rPr>
                            <a:t>0/148</a:t>
                          </a:r>
                          <a:endParaRPr lang="en-US" sz="1800" kern="1200" dirty="0">
                            <a:solidFill>
                              <a:schemeClr val="tx1"/>
                            </a:solidFill>
                            <a:effectLst/>
                            <a:latin typeface="Times New Roman" panose="02020603050405020304" pitchFamily="18" charset="0"/>
                            <a:ea typeface="Times New Roman" panose="02020603050405020304" pitchFamily="18" charset="0"/>
                            <a:cs typeface="B Nazanin" panose="00000400000000000000" pitchFamily="2" charset="-78"/>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algn="ctr" rtl="1">
                            <a:spcAft>
                              <a:spcPts val="300"/>
                            </a:spcAft>
                          </a:pPr>
                          <a:r>
                            <a:rPr lang="ar-SA" sz="1800" kern="1200" dirty="0">
                              <a:solidFill>
                                <a:schemeClr val="tx1"/>
                              </a:solidFill>
                              <a:effectLst/>
                              <a:latin typeface="Times New Roman" panose="02020603050405020304" pitchFamily="18" charset="0"/>
                              <a:ea typeface="Times New Roman" panose="02020603050405020304" pitchFamily="18" charset="0"/>
                              <a:cs typeface="B Nazanin" panose="00000400000000000000" pitchFamily="2" charset="-78"/>
                            </a:rPr>
                            <a:t>0</a:t>
                          </a:r>
                          <a:endParaRPr lang="en-US" sz="1800" kern="1200" dirty="0">
                            <a:solidFill>
                              <a:schemeClr val="tx1"/>
                            </a:solidFill>
                            <a:effectLst/>
                            <a:latin typeface="Times New Roman" panose="02020603050405020304" pitchFamily="18" charset="0"/>
                            <a:ea typeface="Times New Roman" panose="02020603050405020304" pitchFamily="18" charset="0"/>
                            <a:cs typeface="B Nazanin" panose="00000400000000000000" pitchFamily="2" charset="-78"/>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B9FFB9"/>
                        </a:solidFill>
                      </a:tcPr>
                    </a:tc>
                    <a:tc>
                      <a:txBody>
                        <a:bodyPr/>
                        <a:lstStyle/>
                        <a:p>
                          <a:pPr algn="ctr" rtl="1">
                            <a:spcAft>
                              <a:spcPts val="300"/>
                            </a:spcAft>
                          </a:pPr>
                          <a:r>
                            <a:rPr lang="fa-IR" sz="1800" kern="1200" dirty="0" smtClean="0">
                              <a:solidFill>
                                <a:schemeClr val="tx1"/>
                              </a:solidFill>
                              <a:effectLst/>
                              <a:latin typeface="Times New Roman" panose="02020603050405020304" pitchFamily="18" charset="0"/>
                              <a:ea typeface="Times New Roman" panose="02020603050405020304" pitchFamily="18" charset="0"/>
                              <a:cs typeface="B Nazanin" panose="00000400000000000000" pitchFamily="2" charset="-78"/>
                            </a:rPr>
                            <a:t>28/9</a:t>
                          </a:r>
                          <a:endParaRPr lang="en-US" sz="1800" kern="1200" dirty="0">
                            <a:solidFill>
                              <a:schemeClr val="tx1"/>
                            </a:solidFill>
                            <a:effectLst/>
                            <a:latin typeface="Times New Roman" panose="02020603050405020304" pitchFamily="18" charset="0"/>
                            <a:ea typeface="Times New Roman" panose="02020603050405020304" pitchFamily="18" charset="0"/>
                            <a:cs typeface="B Nazanin" panose="00000400000000000000" pitchFamily="2" charset="-78"/>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FFFFCC"/>
                        </a:solidFill>
                      </a:tcPr>
                    </a:tc>
                    <a:tc>
                      <a:txBody>
                        <a:bodyPr/>
                        <a:lstStyle/>
                        <a:p>
                          <a:pPr algn="ctr" rtl="1">
                            <a:spcAft>
                              <a:spcPts val="300"/>
                            </a:spcAft>
                          </a:pPr>
                          <a:r>
                            <a:rPr lang="ar-SA" sz="1800" kern="1200" dirty="0">
                              <a:solidFill>
                                <a:schemeClr val="tx1"/>
                              </a:solidFill>
                              <a:effectLst/>
                              <a:latin typeface="Times New Roman" panose="02020603050405020304" pitchFamily="18" charset="0"/>
                              <a:ea typeface="Times New Roman" panose="02020603050405020304" pitchFamily="18" charset="0"/>
                              <a:cs typeface="B Nazanin" panose="00000400000000000000" pitchFamily="2" charset="-78"/>
                            </a:rPr>
                            <a:t>4396</a:t>
                          </a:r>
                          <a:endParaRPr lang="en-US" sz="1800" kern="1200" dirty="0">
                            <a:solidFill>
                              <a:schemeClr val="tx1"/>
                            </a:solidFill>
                            <a:effectLst/>
                            <a:latin typeface="Times New Roman" panose="02020603050405020304" pitchFamily="18" charset="0"/>
                            <a:ea typeface="Times New Roman" panose="02020603050405020304" pitchFamily="18" charset="0"/>
                            <a:cs typeface="B Nazanin" panose="00000400000000000000" pitchFamily="2" charset="-78"/>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FFFFCC"/>
                        </a:solidFill>
                      </a:tcPr>
                    </a:tc>
                  </a:tr>
                  <a:tr h="381000">
                    <a:tc>
                      <a:txBody>
                        <a:bodyPr/>
                        <a:lstStyle/>
                        <a:p>
                          <a:pPr marL="0" marR="0" lvl="0" indent="0" algn="ctr" defTabSz="914400" rtl="1" eaLnBrk="1" fontAlgn="auto" latinLnBrk="0" hangingPunct="1">
                            <a:lnSpc>
                              <a:spcPct val="100000"/>
                            </a:lnSpc>
                            <a:spcBef>
                              <a:spcPts val="0"/>
                            </a:spcBef>
                            <a:spcAft>
                              <a:spcPts val="300"/>
                            </a:spcAft>
                            <a:buClrTx/>
                            <a:buSzTx/>
                            <a:buFontTx/>
                            <a:buNone/>
                            <a:tabLst/>
                            <a:defRPr/>
                          </a:pPr>
                          <a:r>
                            <a:rPr lang="fa-IR" sz="1800" kern="1200" dirty="0" smtClean="0">
                              <a:solidFill>
                                <a:schemeClr val="tx1"/>
                              </a:solidFill>
                              <a:effectLst/>
                              <a:latin typeface="Times New Roman" panose="02020603050405020304" pitchFamily="18" charset="0"/>
                              <a:ea typeface="Times New Roman" panose="02020603050405020304" pitchFamily="18" charset="0"/>
                              <a:cs typeface="B Nazanin" panose="00000400000000000000" pitchFamily="2" charset="-78"/>
                            </a:rPr>
                            <a:t>0/33</a:t>
                          </a:r>
                          <a:r>
                            <a:rPr lang="fa-IR" sz="1800" kern="1200" baseline="0" dirty="0" smtClean="0">
                              <a:solidFill>
                                <a:schemeClr val="tx1"/>
                              </a:solidFill>
                              <a:effectLst/>
                              <a:latin typeface="Times New Roman" panose="02020603050405020304" pitchFamily="18" charset="0"/>
                              <a:ea typeface="Times New Roman" panose="02020603050405020304" pitchFamily="18" charset="0"/>
                              <a:cs typeface="B Nazanin" panose="00000400000000000000" pitchFamily="2" charset="-78"/>
                            </a:rPr>
                            <a:t>=</a:t>
                          </a:r>
                          <a14:m>
                            <m:oMath xmlns:m="http://schemas.openxmlformats.org/officeDocument/2006/math">
                              <m:r>
                                <a:rPr lang="en-US" sz="1800" i="1" smtClean="0">
                                  <a:effectLst/>
                                  <a:latin typeface="Cambria Math" panose="02040503050406030204" pitchFamily="18" charset="0"/>
                                  <a:ea typeface="Times New Roman" panose="02020603050405020304" pitchFamily="18" charset="0"/>
                                  <a:cs typeface="B Nazanin" panose="00000400000000000000" pitchFamily="2" charset="-78"/>
                                </a:rPr>
                                <m:t>𝛾</m:t>
                              </m:r>
                            </m:oMath>
                          </a14:m>
                          <a:r>
                            <a:rPr lang="fa-IR" sz="1800" kern="1200" baseline="0" dirty="0" smtClean="0">
                              <a:solidFill>
                                <a:schemeClr val="tx1"/>
                              </a:solidFill>
                              <a:effectLst/>
                              <a:latin typeface="Times New Roman" panose="02020603050405020304" pitchFamily="18" charset="0"/>
                              <a:ea typeface="Times New Roman" panose="02020603050405020304" pitchFamily="18" charset="0"/>
                              <a:cs typeface="B Nazanin" panose="00000400000000000000" pitchFamily="2" charset="-78"/>
                            </a:rPr>
                            <a:t>، 0/33=</a:t>
                          </a:r>
                          <a14:m>
                            <m:oMath xmlns:m="http://schemas.openxmlformats.org/officeDocument/2006/math">
                              <m:r>
                                <a:rPr lang="en-US" sz="1800" i="1" smtClean="0">
                                  <a:effectLst/>
                                  <a:latin typeface="Cambria Math" panose="02040503050406030204" pitchFamily="18" charset="0"/>
                                  <a:ea typeface="Times New Roman" panose="02020603050405020304" pitchFamily="18" charset="0"/>
                                  <a:cs typeface="B Nazanin" panose="00000400000000000000" pitchFamily="2" charset="-78"/>
                                </a:rPr>
                                <m:t>𝛽</m:t>
                              </m:r>
                            </m:oMath>
                          </a14:m>
                          <a:r>
                            <a:rPr lang="fa-IR" sz="1800" kern="1200" baseline="0" dirty="0" smtClean="0">
                              <a:solidFill>
                                <a:schemeClr val="tx1"/>
                              </a:solidFill>
                              <a:effectLst/>
                              <a:latin typeface="Times New Roman" panose="02020603050405020304" pitchFamily="18" charset="0"/>
                              <a:ea typeface="Times New Roman" panose="02020603050405020304" pitchFamily="18" charset="0"/>
                              <a:cs typeface="B Nazanin" panose="00000400000000000000" pitchFamily="2" charset="-78"/>
                            </a:rPr>
                            <a:t> و 0/33=</a:t>
                          </a:r>
                          <a14:m>
                            <m:oMath xmlns:m="http://schemas.openxmlformats.org/officeDocument/2006/math">
                              <m:r>
                                <a:rPr lang="en-US" sz="1800" i="1" smtClean="0">
                                  <a:effectLst/>
                                  <a:latin typeface="Cambria Math" panose="02040503050406030204" pitchFamily="18" charset="0"/>
                                  <a:ea typeface="Times New Roman" panose="02020603050405020304" pitchFamily="18" charset="0"/>
                                  <a:cs typeface="B Nazanin" panose="00000400000000000000" pitchFamily="2" charset="-78"/>
                                </a:rPr>
                                <m:t>𝛼</m:t>
                              </m:r>
                            </m:oMath>
                          </a14:m>
                          <a:endParaRPr lang="en-US" sz="1800" kern="1200" dirty="0">
                            <a:solidFill>
                              <a:schemeClr val="tx1"/>
                            </a:solidFill>
                            <a:effectLst/>
                            <a:latin typeface="Times New Roman" panose="02020603050405020304" pitchFamily="18" charset="0"/>
                            <a:ea typeface="Times New Roman" panose="02020603050405020304" pitchFamily="18" charset="0"/>
                            <a:cs typeface="B Nazanin" panose="00000400000000000000" pitchFamily="2" charset="-78"/>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marL="0" algn="ctr" defTabSz="914400" rtl="1" eaLnBrk="1" latinLnBrk="0" hangingPunct="1">
                            <a:spcAft>
                              <a:spcPts val="300"/>
                            </a:spcAft>
                          </a:pPr>
                          <a:r>
                            <a:rPr lang="fa-IR" sz="1800" kern="1200" dirty="0" smtClean="0">
                              <a:solidFill>
                                <a:schemeClr val="tx1"/>
                              </a:solidFill>
                              <a:effectLst/>
                              <a:latin typeface="Times New Roman" panose="02020603050405020304" pitchFamily="18" charset="0"/>
                              <a:ea typeface="Times New Roman" panose="02020603050405020304" pitchFamily="18" charset="0"/>
                              <a:cs typeface="B Nazanin" panose="00000400000000000000" pitchFamily="2" charset="-78"/>
                            </a:rPr>
                            <a:t>14/9</a:t>
                          </a:r>
                          <a:endParaRPr lang="en-US" sz="1800" kern="1200" dirty="0">
                            <a:solidFill>
                              <a:schemeClr val="tx1"/>
                            </a:solidFill>
                            <a:effectLst/>
                            <a:latin typeface="Times New Roman" panose="02020603050405020304" pitchFamily="18" charset="0"/>
                            <a:ea typeface="Times New Roman" panose="02020603050405020304" pitchFamily="18" charset="0"/>
                            <a:cs typeface="B Nazanin" panose="00000400000000000000" pitchFamily="2" charset="-78"/>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marL="0" algn="ctr" defTabSz="914400" rtl="1" eaLnBrk="1" latinLnBrk="0" hangingPunct="1">
                            <a:spcAft>
                              <a:spcPts val="300"/>
                            </a:spcAft>
                          </a:pPr>
                          <a:r>
                            <a:rPr lang="fa-IR" sz="1800" kern="1200" dirty="0" smtClean="0">
                              <a:solidFill>
                                <a:schemeClr val="tx1"/>
                              </a:solidFill>
                              <a:effectLst/>
                              <a:latin typeface="Times New Roman" panose="02020603050405020304" pitchFamily="18" charset="0"/>
                              <a:ea typeface="Times New Roman" panose="02020603050405020304" pitchFamily="18" charset="0"/>
                              <a:cs typeface="B Nazanin" panose="00000400000000000000" pitchFamily="2" charset="-78"/>
                            </a:rPr>
                            <a:t>0/264</a:t>
                          </a:r>
                          <a:endParaRPr lang="en-US" sz="1800" kern="1200" dirty="0">
                            <a:solidFill>
                              <a:schemeClr val="tx1"/>
                            </a:solidFill>
                            <a:effectLst/>
                            <a:latin typeface="Times New Roman" panose="02020603050405020304" pitchFamily="18" charset="0"/>
                            <a:ea typeface="Times New Roman" panose="02020603050405020304" pitchFamily="18" charset="0"/>
                            <a:cs typeface="B Nazanin" panose="00000400000000000000" pitchFamily="2" charset="-78"/>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marL="0" algn="ctr" defTabSz="914400" rtl="1" eaLnBrk="1" latinLnBrk="0" hangingPunct="1">
                            <a:spcAft>
                              <a:spcPts val="300"/>
                            </a:spcAft>
                          </a:pPr>
                          <a:r>
                            <a:rPr lang="ar-SA" sz="1800" kern="1200" dirty="0">
                              <a:solidFill>
                                <a:schemeClr val="tx1"/>
                              </a:solidFill>
                              <a:effectLst/>
                              <a:latin typeface="Times New Roman" panose="02020603050405020304" pitchFamily="18" charset="0"/>
                              <a:ea typeface="Times New Roman" panose="02020603050405020304" pitchFamily="18" charset="0"/>
                              <a:cs typeface="B Nazanin" panose="00000400000000000000" pitchFamily="2" charset="-78"/>
                            </a:rPr>
                            <a:t>0</a:t>
                          </a:r>
                          <a:endParaRPr lang="en-US" sz="1800" kern="1200" dirty="0">
                            <a:solidFill>
                              <a:schemeClr val="tx1"/>
                            </a:solidFill>
                            <a:effectLst/>
                            <a:latin typeface="Times New Roman" panose="02020603050405020304" pitchFamily="18" charset="0"/>
                            <a:ea typeface="Times New Roman" panose="02020603050405020304" pitchFamily="18" charset="0"/>
                            <a:cs typeface="B Nazanin" panose="00000400000000000000" pitchFamily="2" charset="-78"/>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B9FFB9"/>
                        </a:solidFill>
                      </a:tcPr>
                    </a:tc>
                    <a:tc>
                      <a:txBody>
                        <a:bodyPr/>
                        <a:lstStyle/>
                        <a:p>
                          <a:pPr marL="0" algn="ctr" defTabSz="914400" rtl="1" eaLnBrk="1" latinLnBrk="0" hangingPunct="1">
                            <a:spcAft>
                              <a:spcPts val="300"/>
                            </a:spcAft>
                          </a:pPr>
                          <a:r>
                            <a:rPr lang="fa-IR" sz="1800" kern="1200" dirty="0" smtClean="0">
                              <a:solidFill>
                                <a:schemeClr val="tx1"/>
                              </a:solidFill>
                              <a:effectLst/>
                              <a:latin typeface="Times New Roman" panose="02020603050405020304" pitchFamily="18" charset="0"/>
                              <a:ea typeface="Times New Roman" panose="02020603050405020304" pitchFamily="18" charset="0"/>
                              <a:cs typeface="B Nazanin" panose="00000400000000000000" pitchFamily="2" charset="-78"/>
                            </a:rPr>
                            <a:t>36/3</a:t>
                          </a:r>
                          <a:endParaRPr lang="en-US" sz="1800" kern="1200" dirty="0">
                            <a:solidFill>
                              <a:schemeClr val="tx1"/>
                            </a:solidFill>
                            <a:effectLst/>
                            <a:latin typeface="Times New Roman" panose="02020603050405020304" pitchFamily="18" charset="0"/>
                            <a:ea typeface="Times New Roman" panose="02020603050405020304" pitchFamily="18" charset="0"/>
                            <a:cs typeface="B Nazanin" panose="00000400000000000000" pitchFamily="2" charset="-78"/>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FFCCCC"/>
                        </a:solidFill>
                      </a:tcPr>
                    </a:tc>
                    <a:tc>
                      <a:txBody>
                        <a:bodyPr/>
                        <a:lstStyle/>
                        <a:p>
                          <a:pPr marL="0" algn="ctr" defTabSz="914400" rtl="1" eaLnBrk="1" latinLnBrk="0" hangingPunct="1">
                            <a:spcAft>
                              <a:spcPts val="300"/>
                            </a:spcAft>
                          </a:pPr>
                          <a:r>
                            <a:rPr lang="ar-SA" sz="1800" kern="1200" dirty="0">
                              <a:solidFill>
                                <a:schemeClr val="tx1"/>
                              </a:solidFill>
                              <a:effectLst/>
                              <a:latin typeface="Times New Roman" panose="02020603050405020304" pitchFamily="18" charset="0"/>
                              <a:ea typeface="Times New Roman" panose="02020603050405020304" pitchFamily="18" charset="0"/>
                              <a:cs typeface="B Nazanin" panose="00000400000000000000" pitchFamily="2" charset="-78"/>
                            </a:rPr>
                            <a:t>3540</a:t>
                          </a:r>
                          <a:endParaRPr lang="en-US" sz="1800" kern="1200" dirty="0">
                            <a:solidFill>
                              <a:schemeClr val="tx1"/>
                            </a:solidFill>
                            <a:effectLst/>
                            <a:latin typeface="Times New Roman" panose="02020603050405020304" pitchFamily="18" charset="0"/>
                            <a:ea typeface="Times New Roman" panose="02020603050405020304" pitchFamily="18" charset="0"/>
                            <a:cs typeface="B Nazanin" panose="00000400000000000000" pitchFamily="2" charset="-78"/>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B9FFB9"/>
                        </a:solidFill>
                      </a:tcPr>
                    </a:tc>
                  </a:tr>
                </a:tbl>
              </a:graphicData>
            </a:graphic>
          </p:graphicFrame>
        </mc:Choice>
        <mc:Fallback>
          <p:graphicFrame>
            <p:nvGraphicFramePr>
              <p:cNvPr id="22" name="Table 21"/>
              <p:cNvGraphicFramePr>
                <a:graphicFrameLocks noGrp="1"/>
              </p:cNvGraphicFramePr>
              <p:nvPr>
                <p:extLst>
                  <p:ext uri="{D42A27DB-BD31-4B8C-83A1-F6EECF244321}">
                    <p14:modId xmlns:p14="http://schemas.microsoft.com/office/powerpoint/2010/main" val="933271447"/>
                  </p:ext>
                </p:extLst>
              </p:nvPr>
            </p:nvGraphicFramePr>
            <p:xfrm>
              <a:off x="173132" y="2895600"/>
              <a:ext cx="8869680" cy="1905000"/>
            </p:xfrm>
            <a:graphic>
              <a:graphicData uri="http://schemas.openxmlformats.org/drawingml/2006/table">
                <a:tbl>
                  <a:tblPr rtl="1" firstRow="1" firstCol="1" bandRow="1"/>
                  <a:tblGrid>
                    <a:gridCol w="2360886"/>
                    <a:gridCol w="932156">
                      <a:extLst>
                        <a:ext uri="{9D8B030D-6E8A-4147-A177-3AD203B41FA5}">
                          <a16:colId xmlns="" xmlns:a16="http://schemas.microsoft.com/office/drawing/2014/main" xmlns:a14="http://schemas.microsoft.com/office/drawing/2010/main" val="20001"/>
                        </a:ext>
                      </a:extLst>
                    </a:gridCol>
                    <a:gridCol w="1248792">
                      <a:extLst>
                        <a:ext uri="{9D8B030D-6E8A-4147-A177-3AD203B41FA5}">
                          <a16:colId xmlns="" xmlns:a16="http://schemas.microsoft.com/office/drawing/2014/main" xmlns:a14="http://schemas.microsoft.com/office/drawing/2010/main" val="20002"/>
                        </a:ext>
                      </a:extLst>
                    </a:gridCol>
                    <a:gridCol w="1446320">
                      <a:extLst>
                        <a:ext uri="{9D8B030D-6E8A-4147-A177-3AD203B41FA5}">
                          <a16:colId xmlns="" xmlns:a16="http://schemas.microsoft.com/office/drawing/2014/main" xmlns:a14="http://schemas.microsoft.com/office/drawing/2010/main" val="20003"/>
                        </a:ext>
                      </a:extLst>
                    </a:gridCol>
                    <a:gridCol w="1172592">
                      <a:extLst>
                        <a:ext uri="{9D8B030D-6E8A-4147-A177-3AD203B41FA5}">
                          <a16:colId xmlns="" xmlns:a16="http://schemas.microsoft.com/office/drawing/2014/main" xmlns:a14="http://schemas.microsoft.com/office/drawing/2010/main" val="20004"/>
                        </a:ext>
                      </a:extLst>
                    </a:gridCol>
                    <a:gridCol w="1708934">
                      <a:extLst>
                        <a:ext uri="{9D8B030D-6E8A-4147-A177-3AD203B41FA5}">
                          <a16:colId xmlns="" xmlns:a16="http://schemas.microsoft.com/office/drawing/2014/main" xmlns:a14="http://schemas.microsoft.com/office/drawing/2010/main" val="20005"/>
                        </a:ext>
                      </a:extLst>
                    </a:gridCol>
                  </a:tblGrid>
                  <a:tr h="381000">
                    <a:tc>
                      <a:txBody>
                        <a:bodyPr/>
                        <a:lstStyle/>
                        <a:p>
                          <a:pPr marL="0" algn="ctr" defTabSz="914400" rtl="1" eaLnBrk="1" latinLnBrk="0" hangingPunct="1">
                            <a:spcAft>
                              <a:spcPts val="300"/>
                            </a:spcAft>
                          </a:pPr>
                          <a:r>
                            <a:rPr lang="fa-IR" sz="1800" kern="1200" dirty="0" smtClean="0">
                              <a:solidFill>
                                <a:schemeClr val="tx1"/>
                              </a:solidFill>
                              <a:effectLst/>
                              <a:latin typeface="Times New Roman" panose="02020603050405020304" pitchFamily="18" charset="0"/>
                              <a:ea typeface="Times New Roman" panose="02020603050405020304" pitchFamily="18" charset="0"/>
                              <a:cs typeface="B Nazanin" panose="00000400000000000000" pitchFamily="2" charset="-78"/>
                            </a:rPr>
                            <a:t>ضرایب</a:t>
                          </a:r>
                          <a:endParaRPr lang="en-US" sz="1800" kern="1200" dirty="0">
                            <a:solidFill>
                              <a:schemeClr val="tx1"/>
                            </a:solidFill>
                            <a:effectLst/>
                            <a:latin typeface="Times New Roman" panose="02020603050405020304" pitchFamily="18" charset="0"/>
                            <a:ea typeface="Times New Roman" panose="02020603050405020304" pitchFamily="18" charset="0"/>
                            <a:cs typeface="B Nazanin" panose="00000400000000000000" pitchFamily="2" charset="-78"/>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chemeClr val="accent6">
                            <a:lumMod val="60000"/>
                            <a:lumOff val="40000"/>
                          </a:schemeClr>
                        </a:solidFill>
                      </a:tcPr>
                    </a:tc>
                    <a:tc>
                      <a:txBody>
                        <a:bodyPr/>
                        <a:lstStyle/>
                        <a:p>
                          <a:pPr marL="0" algn="ctr" defTabSz="914400" rtl="1" eaLnBrk="1" latinLnBrk="0" hangingPunct="1">
                            <a:spcAft>
                              <a:spcPts val="300"/>
                            </a:spcAft>
                          </a:pPr>
                          <a:r>
                            <a:rPr lang="ar-SA" sz="1800" kern="1200" smtClean="0">
                              <a:solidFill>
                                <a:schemeClr val="tx1"/>
                              </a:solidFill>
                              <a:effectLst/>
                              <a:latin typeface="Times New Roman" panose="02020603050405020304" pitchFamily="18" charset="0"/>
                              <a:ea typeface="Times New Roman" panose="02020603050405020304" pitchFamily="18" charset="0"/>
                              <a:cs typeface="B Nazanin" panose="00000400000000000000" pitchFamily="2" charset="-78"/>
                            </a:rPr>
                            <a:t> بهترین </a:t>
                          </a:r>
                          <a:r>
                            <a:rPr lang="en-US" sz="1800" kern="1200" smtClean="0">
                              <a:solidFill>
                                <a:schemeClr val="tx1"/>
                              </a:solidFill>
                              <a:effectLst/>
                              <a:latin typeface="Times New Roman" panose="02020603050405020304" pitchFamily="18" charset="0"/>
                              <a:ea typeface="Times New Roman" panose="02020603050405020304" pitchFamily="18" charset="0"/>
                              <a:cs typeface="B Nazanin" panose="00000400000000000000" pitchFamily="2" charset="-78"/>
                            </a:rPr>
                            <a:t>ε </a:t>
                          </a:r>
                          <a:endParaRPr lang="en-US" sz="1800" kern="1200" dirty="0">
                            <a:solidFill>
                              <a:schemeClr val="tx1"/>
                            </a:solidFill>
                            <a:effectLst/>
                            <a:latin typeface="Times New Roman" panose="02020603050405020304" pitchFamily="18" charset="0"/>
                            <a:ea typeface="Times New Roman" panose="02020603050405020304" pitchFamily="18" charset="0"/>
                            <a:cs typeface="B Nazanin" panose="00000400000000000000" pitchFamily="2" charset="-78"/>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chemeClr val="accent6">
                            <a:lumMod val="60000"/>
                            <a:lumOff val="40000"/>
                          </a:schemeClr>
                        </a:solidFill>
                      </a:tcPr>
                    </a:tc>
                    <a:tc>
                      <a:txBody>
                        <a:bodyPr/>
                        <a:lstStyle/>
                        <a:p>
                          <a:pPr marL="0" algn="ctr" defTabSz="914400" rtl="1" eaLnBrk="1" latinLnBrk="0" hangingPunct="1">
                            <a:spcAft>
                              <a:spcPts val="300"/>
                            </a:spcAft>
                          </a:pPr>
                          <a:r>
                            <a:rPr lang="ar-SA" sz="1800" kern="1200" dirty="0">
                              <a:solidFill>
                                <a:schemeClr val="tx1"/>
                              </a:solidFill>
                              <a:effectLst/>
                              <a:latin typeface="Times New Roman" panose="02020603050405020304" pitchFamily="18" charset="0"/>
                              <a:ea typeface="Times New Roman" panose="02020603050405020304" pitchFamily="18" charset="0"/>
                              <a:cs typeface="B Nazanin" panose="00000400000000000000" pitchFamily="2" charset="-78"/>
                            </a:rPr>
                            <a:t>بهترین هزینه </a:t>
                          </a:r>
                          <a:endParaRPr lang="en-US" sz="1800" kern="1200" dirty="0">
                            <a:solidFill>
                              <a:schemeClr val="tx1"/>
                            </a:solidFill>
                            <a:effectLst/>
                            <a:latin typeface="Times New Roman" panose="02020603050405020304" pitchFamily="18" charset="0"/>
                            <a:ea typeface="Times New Roman" panose="02020603050405020304" pitchFamily="18" charset="0"/>
                            <a:cs typeface="B Nazanin" panose="00000400000000000000" pitchFamily="2" charset="-78"/>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chemeClr val="accent6">
                            <a:lumMod val="60000"/>
                            <a:lumOff val="40000"/>
                          </a:schemeClr>
                        </a:solidFill>
                      </a:tcPr>
                    </a:tc>
                    <a:tc>
                      <a:txBody>
                        <a:bodyPr/>
                        <a:lstStyle/>
                        <a:p>
                          <a:pPr marL="0" algn="ctr" defTabSz="914400" rtl="1" eaLnBrk="1" latinLnBrk="0" hangingPunct="1">
                            <a:spcAft>
                              <a:spcPts val="300"/>
                            </a:spcAft>
                          </a:pPr>
                          <a:r>
                            <a:rPr lang="ar-SA" sz="1800" kern="1200" dirty="0">
                              <a:solidFill>
                                <a:schemeClr val="tx1"/>
                              </a:solidFill>
                              <a:effectLst/>
                              <a:latin typeface="Times New Roman" panose="02020603050405020304" pitchFamily="18" charset="0"/>
                              <a:ea typeface="Times New Roman" panose="02020603050405020304" pitchFamily="18" charset="0"/>
                              <a:cs typeface="B Nazanin" panose="00000400000000000000" pitchFamily="2" charset="-78"/>
                            </a:rPr>
                            <a:t>روی‌هم‌رفت (%)</a:t>
                          </a:r>
                          <a:endParaRPr lang="en-US" sz="1800" kern="1200" dirty="0">
                            <a:solidFill>
                              <a:schemeClr val="tx1"/>
                            </a:solidFill>
                            <a:effectLst/>
                            <a:latin typeface="Times New Roman" panose="02020603050405020304" pitchFamily="18" charset="0"/>
                            <a:ea typeface="Times New Roman" panose="02020603050405020304" pitchFamily="18" charset="0"/>
                            <a:cs typeface="B Nazanin" panose="00000400000000000000" pitchFamily="2" charset="-78"/>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6">
                            <a:lumMod val="60000"/>
                            <a:lumOff val="40000"/>
                          </a:schemeClr>
                        </a:solidFill>
                      </a:tcPr>
                    </a:tc>
                    <a:tc>
                      <a:txBody>
                        <a:bodyPr/>
                        <a:lstStyle/>
                        <a:p>
                          <a:pPr marL="0" algn="ctr" defTabSz="914400" rtl="1" eaLnBrk="1" latinLnBrk="0" hangingPunct="1">
                            <a:spcAft>
                              <a:spcPts val="300"/>
                            </a:spcAft>
                          </a:pPr>
                          <a:r>
                            <a:rPr lang="ar-SA" sz="1800" kern="1200" dirty="0">
                              <a:solidFill>
                                <a:schemeClr val="tx1"/>
                              </a:solidFill>
                              <a:effectLst/>
                              <a:latin typeface="Times New Roman" panose="02020603050405020304" pitchFamily="18" charset="0"/>
                              <a:ea typeface="Times New Roman" panose="02020603050405020304" pitchFamily="18" charset="0"/>
                              <a:cs typeface="B Nazanin" panose="00000400000000000000" pitchFamily="2" charset="-78"/>
                            </a:rPr>
                            <a:t>ناهمسانی (%)</a:t>
                          </a:r>
                          <a:endParaRPr lang="en-US" sz="1800" kern="1200" dirty="0">
                            <a:solidFill>
                              <a:schemeClr val="tx1"/>
                            </a:solidFill>
                            <a:effectLst/>
                            <a:latin typeface="Times New Roman" panose="02020603050405020304" pitchFamily="18" charset="0"/>
                            <a:ea typeface="Times New Roman" panose="02020603050405020304" pitchFamily="18" charset="0"/>
                            <a:cs typeface="B Nazanin" panose="00000400000000000000" pitchFamily="2" charset="-78"/>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chemeClr val="accent6">
                            <a:lumMod val="60000"/>
                            <a:lumOff val="40000"/>
                          </a:schemeClr>
                        </a:solidFill>
                      </a:tcPr>
                    </a:tc>
                    <a:tc>
                      <a:txBody>
                        <a:bodyPr/>
                        <a:lstStyle/>
                        <a:p>
                          <a:pPr marL="0" algn="ctr" defTabSz="914400" rtl="1" eaLnBrk="1" latinLnBrk="0" hangingPunct="1">
                            <a:spcAft>
                              <a:spcPts val="300"/>
                            </a:spcAft>
                          </a:pPr>
                          <a:r>
                            <a:rPr lang="ar-SA" sz="1800" kern="1200" dirty="0">
                              <a:solidFill>
                                <a:schemeClr val="tx1"/>
                              </a:solidFill>
                              <a:effectLst/>
                              <a:latin typeface="Times New Roman" panose="02020603050405020304" pitchFamily="18" charset="0"/>
                              <a:ea typeface="Times New Roman" panose="02020603050405020304" pitchFamily="18" charset="0"/>
                              <a:cs typeface="B Nazanin" panose="00000400000000000000" pitchFamily="2" charset="-78"/>
                            </a:rPr>
                            <a:t>زمان </a:t>
                          </a:r>
                          <a:r>
                            <a:rPr lang="ar-SA" sz="1800" kern="1200" dirty="0" smtClean="0">
                              <a:solidFill>
                                <a:schemeClr val="tx1"/>
                              </a:solidFill>
                              <a:effectLst/>
                              <a:latin typeface="Times New Roman" panose="02020603050405020304" pitchFamily="18" charset="0"/>
                              <a:ea typeface="Times New Roman" panose="02020603050405020304" pitchFamily="18" charset="0"/>
                              <a:cs typeface="B Nazanin" panose="00000400000000000000" pitchFamily="2" charset="-78"/>
                            </a:rPr>
                            <a:t>فرآیند </a:t>
                          </a:r>
                          <a:r>
                            <a:rPr lang="ar-SA" sz="1800" kern="1200" dirty="0">
                              <a:solidFill>
                                <a:schemeClr val="tx1"/>
                              </a:solidFill>
                              <a:effectLst/>
                              <a:latin typeface="Times New Roman" panose="02020603050405020304" pitchFamily="18" charset="0"/>
                              <a:ea typeface="Times New Roman" panose="02020603050405020304" pitchFamily="18" charset="0"/>
                              <a:cs typeface="B Nazanin" panose="00000400000000000000" pitchFamily="2" charset="-78"/>
                            </a:rPr>
                            <a:t>(</a:t>
                          </a:r>
                          <a:r>
                            <a:rPr lang="en-US" sz="1800" kern="1200" dirty="0">
                              <a:solidFill>
                                <a:schemeClr val="tx1"/>
                              </a:solidFill>
                              <a:effectLst/>
                              <a:latin typeface="Times New Roman" panose="02020603050405020304" pitchFamily="18" charset="0"/>
                              <a:ea typeface="Times New Roman" panose="02020603050405020304" pitchFamily="18" charset="0"/>
                              <a:cs typeface="B Nazanin" panose="00000400000000000000" pitchFamily="2" charset="-78"/>
                            </a:rPr>
                            <a:t>S</a:t>
                          </a:r>
                          <a:r>
                            <a:rPr lang="ar-SA" sz="1800" kern="1200" dirty="0">
                              <a:solidFill>
                                <a:schemeClr val="tx1"/>
                              </a:solidFill>
                              <a:effectLst/>
                              <a:latin typeface="Times New Roman" panose="02020603050405020304" pitchFamily="18" charset="0"/>
                              <a:ea typeface="Times New Roman" panose="02020603050405020304" pitchFamily="18" charset="0"/>
                              <a:cs typeface="B Nazanin" panose="00000400000000000000" pitchFamily="2" charset="-78"/>
                            </a:rPr>
                            <a:t>)</a:t>
                          </a:r>
                          <a:endParaRPr lang="en-US" sz="1800" kern="1200" dirty="0">
                            <a:solidFill>
                              <a:schemeClr val="tx1"/>
                            </a:solidFill>
                            <a:effectLst/>
                            <a:latin typeface="Times New Roman" panose="02020603050405020304" pitchFamily="18" charset="0"/>
                            <a:ea typeface="Times New Roman" panose="02020603050405020304" pitchFamily="18" charset="0"/>
                            <a:cs typeface="B Nazanin" panose="00000400000000000000" pitchFamily="2" charset="-78"/>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chemeClr val="accent6">
                            <a:lumMod val="60000"/>
                            <a:lumOff val="40000"/>
                          </a:schemeClr>
                        </a:solidFill>
                      </a:tcPr>
                    </a:tc>
                    <a:extLst>
                      <a:ext uri="{0D108BD9-81ED-4DB2-BD59-A6C34878D82A}">
                        <a16:rowId xmlns="" xmlns:a16="http://schemas.microsoft.com/office/drawing/2014/main" xmlns:a14="http://schemas.microsoft.com/office/drawing/2010/main" val="10000"/>
                      </a:ext>
                    </a:extLst>
                  </a:tr>
                  <a:tr h="381000">
                    <a:tc>
                      <a:txBody>
                        <a:bodyPr/>
                        <a:lstStyle/>
                        <a:p>
                          <a:endParaRPr lang="en-US"/>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blipFill rotWithShape="0">
                          <a:blip r:embed="rId4"/>
                          <a:stretch>
                            <a:fillRect l="-258" t="-114516" r="-275773" b="-330645"/>
                          </a:stretch>
                        </a:blipFill>
                      </a:tcPr>
                    </a:tc>
                    <a:tc>
                      <a:txBody>
                        <a:bodyPr/>
                        <a:lstStyle/>
                        <a:p>
                          <a:pPr algn="ctr" rtl="1">
                            <a:spcAft>
                              <a:spcPts val="300"/>
                            </a:spcAft>
                          </a:pPr>
                          <a:r>
                            <a:rPr lang="fa-IR" sz="1800" kern="1200" smtClean="0">
                              <a:solidFill>
                                <a:schemeClr val="tx1"/>
                              </a:solidFill>
                              <a:effectLst/>
                              <a:latin typeface="Times New Roman" panose="02020603050405020304" pitchFamily="18" charset="0"/>
                              <a:ea typeface="Times New Roman" panose="02020603050405020304" pitchFamily="18" charset="0"/>
                              <a:cs typeface="B Nazanin" panose="00000400000000000000" pitchFamily="2" charset="-78"/>
                            </a:rPr>
                            <a:t>2/5</a:t>
                          </a:r>
                          <a:endParaRPr lang="en-US" sz="1800" kern="1200" dirty="0">
                            <a:solidFill>
                              <a:schemeClr val="tx1"/>
                            </a:solidFill>
                            <a:effectLst/>
                            <a:latin typeface="Times New Roman" panose="02020603050405020304" pitchFamily="18" charset="0"/>
                            <a:ea typeface="Times New Roman" panose="02020603050405020304" pitchFamily="18" charset="0"/>
                            <a:cs typeface="B Nazanin" panose="00000400000000000000" pitchFamily="2" charset="-78"/>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algn="ctr" rtl="1">
                            <a:spcAft>
                              <a:spcPts val="300"/>
                            </a:spcAft>
                          </a:pPr>
                          <a:r>
                            <a:rPr lang="fa-IR" sz="1800" kern="1200" dirty="0" smtClean="0">
                              <a:solidFill>
                                <a:schemeClr val="tx1"/>
                              </a:solidFill>
                              <a:effectLst/>
                              <a:latin typeface="Times New Roman" panose="02020603050405020304" pitchFamily="18" charset="0"/>
                              <a:ea typeface="Times New Roman" panose="02020603050405020304" pitchFamily="18" charset="0"/>
                              <a:cs typeface="B Nazanin" panose="00000400000000000000" pitchFamily="2" charset="-78"/>
                            </a:rPr>
                            <a:t>0/149</a:t>
                          </a:r>
                          <a:endParaRPr lang="en-US" sz="1800" kern="1200" dirty="0">
                            <a:solidFill>
                              <a:schemeClr val="tx1"/>
                            </a:solidFill>
                            <a:effectLst/>
                            <a:latin typeface="Times New Roman" panose="02020603050405020304" pitchFamily="18" charset="0"/>
                            <a:ea typeface="Times New Roman" panose="02020603050405020304" pitchFamily="18" charset="0"/>
                            <a:cs typeface="B Nazanin" panose="00000400000000000000" pitchFamily="2" charset="-78"/>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algn="ctr" rtl="1">
                            <a:spcAft>
                              <a:spcPts val="300"/>
                            </a:spcAft>
                          </a:pPr>
                          <a:r>
                            <a:rPr lang="fa-IR" sz="1800" kern="1200" dirty="0" smtClean="0">
                              <a:solidFill>
                                <a:schemeClr val="tx1"/>
                              </a:solidFill>
                              <a:effectLst/>
                              <a:latin typeface="Times New Roman" panose="02020603050405020304" pitchFamily="18" charset="0"/>
                              <a:ea typeface="Times New Roman" panose="02020603050405020304" pitchFamily="18" charset="0"/>
                              <a:cs typeface="B Nazanin" panose="00000400000000000000" pitchFamily="2" charset="-78"/>
                            </a:rPr>
                            <a:t>13/9</a:t>
                          </a:r>
                          <a:endParaRPr lang="en-US" sz="1800" kern="1200" dirty="0">
                            <a:solidFill>
                              <a:schemeClr val="tx1"/>
                            </a:solidFill>
                            <a:effectLst/>
                            <a:latin typeface="Times New Roman" panose="02020603050405020304" pitchFamily="18" charset="0"/>
                            <a:ea typeface="Times New Roman" panose="02020603050405020304" pitchFamily="18" charset="0"/>
                            <a:cs typeface="B Nazanin" panose="00000400000000000000" pitchFamily="2" charset="-78"/>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FFFFCC"/>
                        </a:solidFill>
                      </a:tcPr>
                    </a:tc>
                    <a:tc>
                      <a:txBody>
                        <a:bodyPr/>
                        <a:lstStyle/>
                        <a:p>
                          <a:pPr algn="ctr" rtl="1">
                            <a:spcAft>
                              <a:spcPts val="300"/>
                            </a:spcAft>
                          </a:pPr>
                          <a:r>
                            <a:rPr lang="fa-IR" sz="1800" kern="1200" dirty="0" smtClean="0">
                              <a:solidFill>
                                <a:schemeClr val="tx1"/>
                              </a:solidFill>
                              <a:effectLst/>
                              <a:latin typeface="Times New Roman" panose="02020603050405020304" pitchFamily="18" charset="0"/>
                              <a:ea typeface="Times New Roman" panose="02020603050405020304" pitchFamily="18" charset="0"/>
                              <a:cs typeface="B Nazanin" panose="00000400000000000000" pitchFamily="2" charset="-78"/>
                            </a:rPr>
                            <a:t>3/67</a:t>
                          </a:r>
                          <a:endParaRPr lang="en-US" sz="1800" kern="1200" dirty="0">
                            <a:solidFill>
                              <a:schemeClr val="tx1"/>
                            </a:solidFill>
                            <a:effectLst/>
                            <a:latin typeface="Times New Roman" panose="02020603050405020304" pitchFamily="18" charset="0"/>
                            <a:ea typeface="Times New Roman" panose="02020603050405020304" pitchFamily="18" charset="0"/>
                            <a:cs typeface="B Nazanin" panose="00000400000000000000" pitchFamily="2" charset="-78"/>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B9FFB9"/>
                        </a:solidFill>
                      </a:tcPr>
                    </a:tc>
                    <a:tc>
                      <a:txBody>
                        <a:bodyPr/>
                        <a:lstStyle/>
                        <a:p>
                          <a:pPr algn="ctr" rtl="1">
                            <a:spcAft>
                              <a:spcPts val="300"/>
                            </a:spcAft>
                          </a:pPr>
                          <a:r>
                            <a:rPr lang="ar-SA" sz="1800" kern="1200" dirty="0">
                              <a:solidFill>
                                <a:schemeClr val="tx1"/>
                              </a:solidFill>
                              <a:effectLst/>
                              <a:latin typeface="Times New Roman" panose="02020603050405020304" pitchFamily="18" charset="0"/>
                              <a:ea typeface="Times New Roman" panose="02020603050405020304" pitchFamily="18" charset="0"/>
                              <a:cs typeface="B Nazanin" panose="00000400000000000000" pitchFamily="2" charset="-78"/>
                            </a:rPr>
                            <a:t>8013</a:t>
                          </a:r>
                          <a:endParaRPr lang="en-US" sz="1800" kern="1200" dirty="0">
                            <a:solidFill>
                              <a:schemeClr val="tx1"/>
                            </a:solidFill>
                            <a:effectLst/>
                            <a:latin typeface="Times New Roman" panose="02020603050405020304" pitchFamily="18" charset="0"/>
                            <a:ea typeface="Times New Roman" panose="02020603050405020304" pitchFamily="18" charset="0"/>
                            <a:cs typeface="B Nazanin" panose="00000400000000000000" pitchFamily="2" charset="-78"/>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FFCCCC"/>
                        </a:solidFill>
                      </a:tcPr>
                    </a:tc>
                    <a:extLst>
                      <a:ext uri="{0D108BD9-81ED-4DB2-BD59-A6C34878D82A}">
                        <a16:rowId xmlns="" xmlns:a16="http://schemas.microsoft.com/office/drawing/2014/main" xmlns:a14="http://schemas.microsoft.com/office/drawing/2010/main" val="10004"/>
                      </a:ext>
                    </a:extLst>
                  </a:tr>
                  <a:tr h="381000">
                    <a:tc>
                      <a:txBody>
                        <a:bodyPr/>
                        <a:lstStyle/>
                        <a:p>
                          <a:endParaRPr lang="en-US"/>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blipFill rotWithShape="0">
                          <a:blip r:embed="rId4"/>
                          <a:stretch>
                            <a:fillRect l="-258" t="-211111" r="-275773" b="-225397"/>
                          </a:stretch>
                        </a:blipFill>
                      </a:tcPr>
                    </a:tc>
                    <a:tc>
                      <a:txBody>
                        <a:bodyPr/>
                        <a:lstStyle/>
                        <a:p>
                          <a:pPr algn="ctr" rtl="1">
                            <a:spcAft>
                              <a:spcPts val="300"/>
                            </a:spcAft>
                          </a:pPr>
                          <a:r>
                            <a:rPr lang="fa-IR" sz="1800" kern="1200" smtClean="0">
                              <a:solidFill>
                                <a:schemeClr val="tx1"/>
                              </a:solidFill>
                              <a:effectLst/>
                              <a:latin typeface="Times New Roman" panose="02020603050405020304" pitchFamily="18" charset="0"/>
                              <a:ea typeface="Times New Roman" panose="02020603050405020304" pitchFamily="18" charset="0"/>
                              <a:cs typeface="B Nazanin" panose="00000400000000000000" pitchFamily="2" charset="-78"/>
                            </a:rPr>
                            <a:t>12/2</a:t>
                          </a:r>
                          <a:endParaRPr lang="en-US" sz="1800" kern="1200" dirty="0">
                            <a:solidFill>
                              <a:schemeClr val="tx1"/>
                            </a:solidFill>
                            <a:effectLst/>
                            <a:latin typeface="Times New Roman" panose="02020603050405020304" pitchFamily="18" charset="0"/>
                            <a:ea typeface="Times New Roman" panose="02020603050405020304" pitchFamily="18" charset="0"/>
                            <a:cs typeface="B Nazanin" panose="00000400000000000000" pitchFamily="2" charset="-78"/>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algn="ctr" rtl="1">
                            <a:spcAft>
                              <a:spcPts val="300"/>
                            </a:spcAft>
                          </a:pPr>
                          <a:r>
                            <a:rPr lang="fa-IR" sz="1800" kern="1200" dirty="0" smtClean="0">
                              <a:solidFill>
                                <a:schemeClr val="tx1"/>
                              </a:solidFill>
                              <a:effectLst/>
                              <a:latin typeface="Times New Roman" panose="02020603050405020304" pitchFamily="18" charset="0"/>
                              <a:ea typeface="Times New Roman" panose="02020603050405020304" pitchFamily="18" charset="0"/>
                              <a:cs typeface="B Nazanin" panose="00000400000000000000" pitchFamily="2" charset="-78"/>
                            </a:rPr>
                            <a:t>0/349</a:t>
                          </a:r>
                          <a:endParaRPr lang="en-US" sz="1800" kern="1200" dirty="0">
                            <a:solidFill>
                              <a:schemeClr val="tx1"/>
                            </a:solidFill>
                            <a:effectLst/>
                            <a:latin typeface="Times New Roman" panose="02020603050405020304" pitchFamily="18" charset="0"/>
                            <a:ea typeface="Times New Roman" panose="02020603050405020304" pitchFamily="18" charset="0"/>
                            <a:cs typeface="B Nazanin" panose="00000400000000000000" pitchFamily="2" charset="-78"/>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algn="ctr" rtl="1">
                            <a:spcAft>
                              <a:spcPts val="300"/>
                            </a:spcAft>
                          </a:pPr>
                          <a:r>
                            <a:rPr lang="fa-IR" sz="1800" kern="1200" dirty="0" smtClean="0">
                              <a:solidFill>
                                <a:schemeClr val="tx1"/>
                              </a:solidFill>
                              <a:effectLst/>
                              <a:latin typeface="Times New Roman" panose="02020603050405020304" pitchFamily="18" charset="0"/>
                              <a:ea typeface="Times New Roman" panose="02020603050405020304" pitchFamily="18" charset="0"/>
                              <a:cs typeface="B Nazanin" panose="00000400000000000000" pitchFamily="2" charset="-78"/>
                            </a:rPr>
                            <a:t>11/3</a:t>
                          </a:r>
                          <a:endParaRPr lang="en-US" sz="1800" kern="1200" dirty="0">
                            <a:solidFill>
                              <a:schemeClr val="tx1"/>
                            </a:solidFill>
                            <a:effectLst/>
                            <a:latin typeface="Times New Roman" panose="02020603050405020304" pitchFamily="18" charset="0"/>
                            <a:ea typeface="Times New Roman" panose="02020603050405020304" pitchFamily="18" charset="0"/>
                            <a:cs typeface="B Nazanin" panose="00000400000000000000" pitchFamily="2" charset="-78"/>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FFFFCC"/>
                        </a:solidFill>
                      </a:tcPr>
                    </a:tc>
                    <a:tc>
                      <a:txBody>
                        <a:bodyPr/>
                        <a:lstStyle/>
                        <a:p>
                          <a:pPr algn="ctr" rtl="1">
                            <a:spcAft>
                              <a:spcPts val="300"/>
                            </a:spcAft>
                          </a:pPr>
                          <a:r>
                            <a:rPr lang="fa-IR" sz="1800" kern="1200" dirty="0" smtClean="0">
                              <a:solidFill>
                                <a:schemeClr val="tx1"/>
                              </a:solidFill>
                              <a:effectLst/>
                              <a:latin typeface="Times New Roman" panose="02020603050405020304" pitchFamily="18" charset="0"/>
                              <a:ea typeface="Times New Roman" panose="02020603050405020304" pitchFamily="18" charset="0"/>
                              <a:cs typeface="B Nazanin" panose="00000400000000000000" pitchFamily="2" charset="-78"/>
                            </a:rPr>
                            <a:t>26/3</a:t>
                          </a:r>
                          <a:endParaRPr lang="en-US" sz="1800" kern="1200" dirty="0">
                            <a:solidFill>
                              <a:schemeClr val="tx1"/>
                            </a:solidFill>
                            <a:effectLst/>
                            <a:latin typeface="Times New Roman" panose="02020603050405020304" pitchFamily="18" charset="0"/>
                            <a:ea typeface="Times New Roman" panose="02020603050405020304" pitchFamily="18" charset="0"/>
                            <a:cs typeface="B Nazanin" panose="00000400000000000000" pitchFamily="2" charset="-78"/>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FFFFCC"/>
                        </a:solidFill>
                      </a:tcPr>
                    </a:tc>
                    <a:tc>
                      <a:txBody>
                        <a:bodyPr/>
                        <a:lstStyle/>
                        <a:p>
                          <a:pPr algn="ctr" rtl="1">
                            <a:spcAft>
                              <a:spcPts val="300"/>
                            </a:spcAft>
                          </a:pPr>
                          <a:r>
                            <a:rPr lang="ar-SA" sz="1800" kern="1200" dirty="0">
                              <a:solidFill>
                                <a:schemeClr val="tx1"/>
                              </a:solidFill>
                              <a:effectLst/>
                              <a:latin typeface="Times New Roman" panose="02020603050405020304" pitchFamily="18" charset="0"/>
                              <a:ea typeface="Times New Roman" panose="02020603050405020304" pitchFamily="18" charset="0"/>
                              <a:cs typeface="B Nazanin" panose="00000400000000000000" pitchFamily="2" charset="-78"/>
                            </a:rPr>
                            <a:t>4225</a:t>
                          </a:r>
                          <a:endParaRPr lang="en-US" sz="1800" kern="1200" dirty="0">
                            <a:solidFill>
                              <a:schemeClr val="tx1"/>
                            </a:solidFill>
                            <a:effectLst/>
                            <a:latin typeface="Times New Roman" panose="02020603050405020304" pitchFamily="18" charset="0"/>
                            <a:ea typeface="Times New Roman" panose="02020603050405020304" pitchFamily="18" charset="0"/>
                            <a:cs typeface="B Nazanin" panose="00000400000000000000" pitchFamily="2" charset="-78"/>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FFFFCC"/>
                        </a:solidFill>
                      </a:tcPr>
                    </a:tc>
                  </a:tr>
                  <a:tr h="381000">
                    <a:tc>
                      <a:txBody>
                        <a:bodyPr/>
                        <a:lstStyle/>
                        <a:p>
                          <a:endParaRPr lang="en-US"/>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blipFill rotWithShape="0">
                          <a:blip r:embed="rId4"/>
                          <a:stretch>
                            <a:fillRect l="-258" t="-316129" r="-275773" b="-129032"/>
                          </a:stretch>
                        </a:blipFill>
                      </a:tcPr>
                    </a:tc>
                    <a:tc>
                      <a:txBody>
                        <a:bodyPr/>
                        <a:lstStyle/>
                        <a:p>
                          <a:pPr algn="ctr" rtl="1">
                            <a:spcAft>
                              <a:spcPts val="300"/>
                            </a:spcAft>
                          </a:pPr>
                          <a:r>
                            <a:rPr lang="fa-IR" sz="1800" kern="1200" smtClean="0">
                              <a:solidFill>
                                <a:schemeClr val="tx1"/>
                              </a:solidFill>
                              <a:effectLst/>
                              <a:latin typeface="Times New Roman" panose="02020603050405020304" pitchFamily="18" charset="0"/>
                              <a:ea typeface="Times New Roman" panose="02020603050405020304" pitchFamily="18" charset="0"/>
                              <a:cs typeface="B Nazanin" panose="00000400000000000000" pitchFamily="2" charset="-78"/>
                            </a:rPr>
                            <a:t>9/1</a:t>
                          </a:r>
                          <a:endParaRPr lang="en-US" sz="1800" kern="1200" dirty="0">
                            <a:solidFill>
                              <a:schemeClr val="tx1"/>
                            </a:solidFill>
                            <a:effectLst/>
                            <a:latin typeface="Times New Roman" panose="02020603050405020304" pitchFamily="18" charset="0"/>
                            <a:ea typeface="Times New Roman" panose="02020603050405020304" pitchFamily="18" charset="0"/>
                            <a:cs typeface="B Nazanin" panose="00000400000000000000" pitchFamily="2" charset="-78"/>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algn="ctr" rtl="1">
                            <a:spcAft>
                              <a:spcPts val="300"/>
                            </a:spcAft>
                          </a:pPr>
                          <a:r>
                            <a:rPr lang="fa-IR" sz="1800" kern="1200" dirty="0" smtClean="0">
                              <a:solidFill>
                                <a:schemeClr val="tx1"/>
                              </a:solidFill>
                              <a:effectLst/>
                              <a:latin typeface="Times New Roman" panose="02020603050405020304" pitchFamily="18" charset="0"/>
                              <a:ea typeface="Times New Roman" panose="02020603050405020304" pitchFamily="18" charset="0"/>
                              <a:cs typeface="B Nazanin" panose="00000400000000000000" pitchFamily="2" charset="-78"/>
                            </a:rPr>
                            <a:t>0/148</a:t>
                          </a:r>
                          <a:endParaRPr lang="en-US" sz="1800" kern="1200" dirty="0">
                            <a:solidFill>
                              <a:schemeClr val="tx1"/>
                            </a:solidFill>
                            <a:effectLst/>
                            <a:latin typeface="Times New Roman" panose="02020603050405020304" pitchFamily="18" charset="0"/>
                            <a:ea typeface="Times New Roman" panose="02020603050405020304" pitchFamily="18" charset="0"/>
                            <a:cs typeface="B Nazanin" panose="00000400000000000000" pitchFamily="2" charset="-78"/>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algn="ctr" rtl="1">
                            <a:spcAft>
                              <a:spcPts val="300"/>
                            </a:spcAft>
                          </a:pPr>
                          <a:r>
                            <a:rPr lang="ar-SA" sz="1800" kern="1200" dirty="0">
                              <a:solidFill>
                                <a:schemeClr val="tx1"/>
                              </a:solidFill>
                              <a:effectLst/>
                              <a:latin typeface="Times New Roman" panose="02020603050405020304" pitchFamily="18" charset="0"/>
                              <a:ea typeface="Times New Roman" panose="02020603050405020304" pitchFamily="18" charset="0"/>
                              <a:cs typeface="B Nazanin" panose="00000400000000000000" pitchFamily="2" charset="-78"/>
                            </a:rPr>
                            <a:t>0</a:t>
                          </a:r>
                          <a:endParaRPr lang="en-US" sz="1800" kern="1200" dirty="0">
                            <a:solidFill>
                              <a:schemeClr val="tx1"/>
                            </a:solidFill>
                            <a:effectLst/>
                            <a:latin typeface="Times New Roman" panose="02020603050405020304" pitchFamily="18" charset="0"/>
                            <a:ea typeface="Times New Roman" panose="02020603050405020304" pitchFamily="18" charset="0"/>
                            <a:cs typeface="B Nazanin" panose="00000400000000000000" pitchFamily="2" charset="-78"/>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B9FFB9"/>
                        </a:solidFill>
                      </a:tcPr>
                    </a:tc>
                    <a:tc>
                      <a:txBody>
                        <a:bodyPr/>
                        <a:lstStyle/>
                        <a:p>
                          <a:pPr algn="ctr" rtl="1">
                            <a:spcAft>
                              <a:spcPts val="300"/>
                            </a:spcAft>
                          </a:pPr>
                          <a:r>
                            <a:rPr lang="fa-IR" sz="1800" kern="1200" dirty="0" smtClean="0">
                              <a:solidFill>
                                <a:schemeClr val="tx1"/>
                              </a:solidFill>
                              <a:effectLst/>
                              <a:latin typeface="Times New Roman" panose="02020603050405020304" pitchFamily="18" charset="0"/>
                              <a:ea typeface="Times New Roman" panose="02020603050405020304" pitchFamily="18" charset="0"/>
                              <a:cs typeface="B Nazanin" panose="00000400000000000000" pitchFamily="2" charset="-78"/>
                            </a:rPr>
                            <a:t>28/9</a:t>
                          </a:r>
                          <a:endParaRPr lang="en-US" sz="1800" kern="1200" dirty="0">
                            <a:solidFill>
                              <a:schemeClr val="tx1"/>
                            </a:solidFill>
                            <a:effectLst/>
                            <a:latin typeface="Times New Roman" panose="02020603050405020304" pitchFamily="18" charset="0"/>
                            <a:ea typeface="Times New Roman" panose="02020603050405020304" pitchFamily="18" charset="0"/>
                            <a:cs typeface="B Nazanin" panose="00000400000000000000" pitchFamily="2" charset="-78"/>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FFFFCC"/>
                        </a:solidFill>
                      </a:tcPr>
                    </a:tc>
                    <a:tc>
                      <a:txBody>
                        <a:bodyPr/>
                        <a:lstStyle/>
                        <a:p>
                          <a:pPr algn="ctr" rtl="1">
                            <a:spcAft>
                              <a:spcPts val="300"/>
                            </a:spcAft>
                          </a:pPr>
                          <a:r>
                            <a:rPr lang="ar-SA" sz="1800" kern="1200" dirty="0">
                              <a:solidFill>
                                <a:schemeClr val="tx1"/>
                              </a:solidFill>
                              <a:effectLst/>
                              <a:latin typeface="Times New Roman" panose="02020603050405020304" pitchFamily="18" charset="0"/>
                              <a:ea typeface="Times New Roman" panose="02020603050405020304" pitchFamily="18" charset="0"/>
                              <a:cs typeface="B Nazanin" panose="00000400000000000000" pitchFamily="2" charset="-78"/>
                            </a:rPr>
                            <a:t>4396</a:t>
                          </a:r>
                          <a:endParaRPr lang="en-US" sz="1800" kern="1200" dirty="0">
                            <a:solidFill>
                              <a:schemeClr val="tx1"/>
                            </a:solidFill>
                            <a:effectLst/>
                            <a:latin typeface="Times New Roman" panose="02020603050405020304" pitchFamily="18" charset="0"/>
                            <a:ea typeface="Times New Roman" panose="02020603050405020304" pitchFamily="18" charset="0"/>
                            <a:cs typeface="B Nazanin" panose="00000400000000000000" pitchFamily="2" charset="-78"/>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FFFFCC"/>
                        </a:solidFill>
                      </a:tcPr>
                    </a:tc>
                  </a:tr>
                  <a:tr h="381000">
                    <a:tc>
                      <a:txBody>
                        <a:bodyPr/>
                        <a:lstStyle/>
                        <a:p>
                          <a:endParaRPr lang="en-US"/>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blipFill rotWithShape="0">
                          <a:blip r:embed="rId4"/>
                          <a:stretch>
                            <a:fillRect l="-258" t="-409524" r="-275773" b="-26984"/>
                          </a:stretch>
                        </a:blipFill>
                      </a:tcPr>
                    </a:tc>
                    <a:tc>
                      <a:txBody>
                        <a:bodyPr/>
                        <a:lstStyle/>
                        <a:p>
                          <a:pPr marL="0" algn="ctr" defTabSz="914400" rtl="1" eaLnBrk="1" latinLnBrk="0" hangingPunct="1">
                            <a:spcAft>
                              <a:spcPts val="300"/>
                            </a:spcAft>
                          </a:pPr>
                          <a:r>
                            <a:rPr lang="fa-IR" sz="1800" kern="1200" dirty="0" smtClean="0">
                              <a:solidFill>
                                <a:schemeClr val="tx1"/>
                              </a:solidFill>
                              <a:effectLst/>
                              <a:latin typeface="Times New Roman" panose="02020603050405020304" pitchFamily="18" charset="0"/>
                              <a:ea typeface="Times New Roman" panose="02020603050405020304" pitchFamily="18" charset="0"/>
                              <a:cs typeface="B Nazanin" panose="00000400000000000000" pitchFamily="2" charset="-78"/>
                            </a:rPr>
                            <a:t>14/9</a:t>
                          </a:r>
                          <a:endParaRPr lang="en-US" sz="1800" kern="1200" dirty="0">
                            <a:solidFill>
                              <a:schemeClr val="tx1"/>
                            </a:solidFill>
                            <a:effectLst/>
                            <a:latin typeface="Times New Roman" panose="02020603050405020304" pitchFamily="18" charset="0"/>
                            <a:ea typeface="Times New Roman" panose="02020603050405020304" pitchFamily="18" charset="0"/>
                            <a:cs typeface="B Nazanin" panose="00000400000000000000" pitchFamily="2" charset="-78"/>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marL="0" algn="ctr" defTabSz="914400" rtl="1" eaLnBrk="1" latinLnBrk="0" hangingPunct="1">
                            <a:spcAft>
                              <a:spcPts val="300"/>
                            </a:spcAft>
                          </a:pPr>
                          <a:r>
                            <a:rPr lang="fa-IR" sz="1800" kern="1200" dirty="0" smtClean="0">
                              <a:solidFill>
                                <a:schemeClr val="tx1"/>
                              </a:solidFill>
                              <a:effectLst/>
                              <a:latin typeface="Times New Roman" panose="02020603050405020304" pitchFamily="18" charset="0"/>
                              <a:ea typeface="Times New Roman" panose="02020603050405020304" pitchFamily="18" charset="0"/>
                              <a:cs typeface="B Nazanin" panose="00000400000000000000" pitchFamily="2" charset="-78"/>
                            </a:rPr>
                            <a:t>0/264</a:t>
                          </a:r>
                          <a:endParaRPr lang="en-US" sz="1800" kern="1200" dirty="0">
                            <a:solidFill>
                              <a:schemeClr val="tx1"/>
                            </a:solidFill>
                            <a:effectLst/>
                            <a:latin typeface="Times New Roman" panose="02020603050405020304" pitchFamily="18" charset="0"/>
                            <a:ea typeface="Times New Roman" panose="02020603050405020304" pitchFamily="18" charset="0"/>
                            <a:cs typeface="B Nazanin" panose="00000400000000000000" pitchFamily="2" charset="-78"/>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marL="0" algn="ctr" defTabSz="914400" rtl="1" eaLnBrk="1" latinLnBrk="0" hangingPunct="1">
                            <a:spcAft>
                              <a:spcPts val="300"/>
                            </a:spcAft>
                          </a:pPr>
                          <a:r>
                            <a:rPr lang="ar-SA" sz="1800" kern="1200" dirty="0">
                              <a:solidFill>
                                <a:schemeClr val="tx1"/>
                              </a:solidFill>
                              <a:effectLst/>
                              <a:latin typeface="Times New Roman" panose="02020603050405020304" pitchFamily="18" charset="0"/>
                              <a:ea typeface="Times New Roman" panose="02020603050405020304" pitchFamily="18" charset="0"/>
                              <a:cs typeface="B Nazanin" panose="00000400000000000000" pitchFamily="2" charset="-78"/>
                            </a:rPr>
                            <a:t>0</a:t>
                          </a:r>
                          <a:endParaRPr lang="en-US" sz="1800" kern="1200" dirty="0">
                            <a:solidFill>
                              <a:schemeClr val="tx1"/>
                            </a:solidFill>
                            <a:effectLst/>
                            <a:latin typeface="Times New Roman" panose="02020603050405020304" pitchFamily="18" charset="0"/>
                            <a:ea typeface="Times New Roman" panose="02020603050405020304" pitchFamily="18" charset="0"/>
                            <a:cs typeface="B Nazanin" panose="00000400000000000000" pitchFamily="2" charset="-78"/>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B9FFB9"/>
                        </a:solidFill>
                      </a:tcPr>
                    </a:tc>
                    <a:tc>
                      <a:txBody>
                        <a:bodyPr/>
                        <a:lstStyle/>
                        <a:p>
                          <a:pPr marL="0" algn="ctr" defTabSz="914400" rtl="1" eaLnBrk="1" latinLnBrk="0" hangingPunct="1">
                            <a:spcAft>
                              <a:spcPts val="300"/>
                            </a:spcAft>
                          </a:pPr>
                          <a:r>
                            <a:rPr lang="fa-IR" sz="1800" kern="1200" dirty="0" smtClean="0">
                              <a:solidFill>
                                <a:schemeClr val="tx1"/>
                              </a:solidFill>
                              <a:effectLst/>
                              <a:latin typeface="Times New Roman" panose="02020603050405020304" pitchFamily="18" charset="0"/>
                              <a:ea typeface="Times New Roman" panose="02020603050405020304" pitchFamily="18" charset="0"/>
                              <a:cs typeface="B Nazanin" panose="00000400000000000000" pitchFamily="2" charset="-78"/>
                            </a:rPr>
                            <a:t>36/3</a:t>
                          </a:r>
                          <a:endParaRPr lang="en-US" sz="1800" kern="1200" dirty="0">
                            <a:solidFill>
                              <a:schemeClr val="tx1"/>
                            </a:solidFill>
                            <a:effectLst/>
                            <a:latin typeface="Times New Roman" panose="02020603050405020304" pitchFamily="18" charset="0"/>
                            <a:ea typeface="Times New Roman" panose="02020603050405020304" pitchFamily="18" charset="0"/>
                            <a:cs typeface="B Nazanin" panose="00000400000000000000" pitchFamily="2" charset="-78"/>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FFCCCC"/>
                        </a:solidFill>
                      </a:tcPr>
                    </a:tc>
                    <a:tc>
                      <a:txBody>
                        <a:bodyPr/>
                        <a:lstStyle/>
                        <a:p>
                          <a:pPr marL="0" algn="ctr" defTabSz="914400" rtl="1" eaLnBrk="1" latinLnBrk="0" hangingPunct="1">
                            <a:spcAft>
                              <a:spcPts val="300"/>
                            </a:spcAft>
                          </a:pPr>
                          <a:r>
                            <a:rPr lang="ar-SA" sz="1800" kern="1200" dirty="0">
                              <a:solidFill>
                                <a:schemeClr val="tx1"/>
                              </a:solidFill>
                              <a:effectLst/>
                              <a:latin typeface="Times New Roman" panose="02020603050405020304" pitchFamily="18" charset="0"/>
                              <a:ea typeface="Times New Roman" panose="02020603050405020304" pitchFamily="18" charset="0"/>
                              <a:cs typeface="B Nazanin" panose="00000400000000000000" pitchFamily="2" charset="-78"/>
                            </a:rPr>
                            <a:t>3540</a:t>
                          </a:r>
                          <a:endParaRPr lang="en-US" sz="1800" kern="1200" dirty="0">
                            <a:solidFill>
                              <a:schemeClr val="tx1"/>
                            </a:solidFill>
                            <a:effectLst/>
                            <a:latin typeface="Times New Roman" panose="02020603050405020304" pitchFamily="18" charset="0"/>
                            <a:ea typeface="Times New Roman" panose="02020603050405020304" pitchFamily="18" charset="0"/>
                            <a:cs typeface="B Nazanin" panose="00000400000000000000" pitchFamily="2" charset="-78"/>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B9FFB9"/>
                        </a:solidFill>
                      </a:tcPr>
                    </a:tc>
                  </a:tr>
                </a:tbl>
              </a:graphicData>
            </a:graphic>
          </p:graphicFrame>
        </mc:Fallback>
      </mc:AlternateContent>
      <p:sp>
        <p:nvSpPr>
          <p:cNvPr id="2" name="Rectangle 1"/>
          <p:cNvSpPr/>
          <p:nvPr/>
        </p:nvSpPr>
        <p:spPr>
          <a:xfrm>
            <a:off x="173132" y="2506212"/>
            <a:ext cx="8869680" cy="369332"/>
          </a:xfrm>
          <a:prstGeom prst="rect">
            <a:avLst/>
          </a:prstGeom>
        </p:spPr>
        <p:txBody>
          <a:bodyPr wrap="square">
            <a:spAutoFit/>
          </a:bodyPr>
          <a:lstStyle/>
          <a:p>
            <a:pPr algn="ctr" rtl="1"/>
            <a:r>
              <a:rPr lang="fa-IR" dirty="0" smtClean="0">
                <a:latin typeface="Times New Roman" panose="02020603050405020304" pitchFamily="18" charset="0"/>
                <a:ea typeface="Times New Roman" panose="02020603050405020304" pitchFamily="18" charset="0"/>
                <a:cs typeface="B Nazanin" panose="00000400000000000000" pitchFamily="2" charset="-78"/>
              </a:rPr>
              <a:t>جدول 1 </a:t>
            </a:r>
            <a:r>
              <a:rPr lang="ar-SA" dirty="0" smtClean="0">
                <a:latin typeface="Times New Roman" panose="02020603050405020304" pitchFamily="18" charset="0"/>
                <a:ea typeface="Times New Roman" panose="02020603050405020304" pitchFamily="18" charset="0"/>
                <a:cs typeface="B Nazanin" panose="00000400000000000000" pitchFamily="2" charset="-78"/>
              </a:rPr>
              <a:t>خروجی</a:t>
            </a:r>
            <a:r>
              <a:rPr lang="fa-IR" dirty="0" smtClean="0">
                <a:latin typeface="Times New Roman" panose="02020603050405020304" pitchFamily="18" charset="0"/>
                <a:ea typeface="Times New Roman" panose="02020603050405020304" pitchFamily="18" charset="0"/>
                <a:cs typeface="B Nazanin" panose="00000400000000000000" pitchFamily="2" charset="-78"/>
              </a:rPr>
              <a:t> </a:t>
            </a:r>
            <a:r>
              <a:rPr lang="fa-IR" dirty="0" smtClean="0">
                <a:latin typeface="Times New Roman" panose="02020603050405020304" pitchFamily="18" charset="0"/>
                <a:ea typeface="Times New Roman" panose="02020603050405020304" pitchFamily="18" charset="0"/>
                <a:cs typeface="B Nazanin" panose="00000400000000000000" pitchFamily="2" charset="-78"/>
              </a:rPr>
              <a:t>نهایی</a:t>
            </a:r>
            <a:r>
              <a:rPr lang="ar-SA" dirty="0" smtClean="0">
                <a:latin typeface="Times New Roman" panose="02020603050405020304" pitchFamily="18" charset="0"/>
                <a:ea typeface="Times New Roman" panose="02020603050405020304" pitchFamily="18" charset="0"/>
                <a:cs typeface="B Nazanin" panose="00000400000000000000" pitchFamily="2" charset="-78"/>
              </a:rPr>
              <a:t> </a:t>
            </a:r>
            <a:r>
              <a:rPr lang="ar-SA" dirty="0">
                <a:latin typeface="Times New Roman" panose="02020603050405020304" pitchFamily="18" charset="0"/>
                <a:ea typeface="Times New Roman" panose="02020603050405020304" pitchFamily="18" charset="0"/>
                <a:cs typeface="B Nazanin" panose="00000400000000000000" pitchFamily="2" charset="-78"/>
              </a:rPr>
              <a:t>به دست آمده توسط الگوریتم </a:t>
            </a:r>
            <a:r>
              <a:rPr lang="ar-SA" dirty="0" smtClean="0">
                <a:latin typeface="Times New Roman" panose="02020603050405020304" pitchFamily="18" charset="0"/>
                <a:ea typeface="Times New Roman" panose="02020603050405020304" pitchFamily="18" charset="0"/>
                <a:cs typeface="B Nazanin" panose="00000400000000000000" pitchFamily="2" charset="-78"/>
              </a:rPr>
              <a:t>پیشنهادی</a:t>
            </a:r>
            <a:r>
              <a:rPr lang="fa-IR" dirty="0" smtClean="0">
                <a:latin typeface="Times New Roman" panose="02020603050405020304" pitchFamily="18" charset="0"/>
                <a:ea typeface="Times New Roman" panose="02020603050405020304" pitchFamily="18" charset="0"/>
                <a:cs typeface="B Nazanin" panose="00000400000000000000" pitchFamily="2" charset="-78"/>
              </a:rPr>
              <a:t> به ازای ضرایب مختلف</a:t>
            </a:r>
            <a:endParaRPr lang="en-US" dirty="0"/>
          </a:p>
        </p:txBody>
      </p:sp>
      <p:sp>
        <p:nvSpPr>
          <p:cNvPr id="15" name="Rounded Rectangle 175">
            <a:extLst>
              <a:ext uri="{FF2B5EF4-FFF2-40B4-BE49-F238E27FC236}">
                <a16:creationId xmlns="" xmlns:a16="http://schemas.microsoft.com/office/drawing/2014/main" id="{72F1F36F-BC0F-4EAB-B733-3BEB63BA174F}"/>
              </a:ext>
            </a:extLst>
          </p:cNvPr>
          <p:cNvSpPr/>
          <p:nvPr/>
        </p:nvSpPr>
        <p:spPr bwMode="auto">
          <a:xfrm>
            <a:off x="4953000" y="1066930"/>
            <a:ext cx="4294094" cy="418072"/>
          </a:xfrm>
          <a:prstGeom prst="roundRect">
            <a:avLst/>
          </a:prstGeom>
          <a:solidFill>
            <a:srgbClr val="3D81BF">
              <a:lumMod val="75000"/>
            </a:srgbClr>
          </a:solidFill>
          <a:ln w="9525" cap="flat" cmpd="sng" algn="ctr">
            <a:solidFill>
              <a:srgbClr val="000000"/>
            </a:solidFill>
            <a:prstDash val="solid"/>
            <a:round/>
            <a:headEnd type="none" w="med" len="med"/>
            <a:tailEnd type="none" w="med" len="med"/>
          </a:ln>
          <a:effectLst>
            <a:reflection blurRad="6350" stA="50000" endA="300" endPos="55000" dir="5400000" sy="-100000" algn="bl" rotWithShape="0"/>
          </a:effectLst>
          <a:scene3d>
            <a:camera prst="isometricOffAxis2Left"/>
            <a:lightRig rig="threePt" dir="t"/>
          </a:scene3d>
        </p:spPr>
        <p:txBody>
          <a:bodyPr vert="horz" wrap="square" lIns="91440" tIns="45720" rIns="91440" bIns="45720" numCol="1" rtlCol="0" anchor="t" anchorCtr="0" compatLnSpc="1">
            <a:prstTxWarp prst="textNoShape">
              <a:avLst/>
            </a:prstTxWarp>
          </a:bodyPr>
          <a:lstStyle/>
          <a:p>
            <a:pPr lvl="0" algn="ctr" rtl="1" fontAlgn="base">
              <a:spcBef>
                <a:spcPct val="0"/>
              </a:spcBef>
              <a:spcAft>
                <a:spcPct val="0"/>
              </a:spcAft>
            </a:pPr>
            <a:r>
              <a:rPr lang="fa-IR" sz="2000" b="1" dirty="0" smtClean="0">
                <a:solidFill>
                  <a:srgbClr val="FFFFFF"/>
                </a:solidFill>
                <a:latin typeface="Times New Roman" panose="02020603050405020304" pitchFamily="18" charset="0"/>
                <a:cs typeface="B Nazanin" panose="00000400000000000000" pitchFamily="2" charset="-78"/>
              </a:rPr>
              <a:t> پیاده سازی و ارزیابی همسان ساز پیشنهادی</a:t>
            </a:r>
            <a:endParaRPr lang="fa-IR" sz="2000" b="1" dirty="0">
              <a:solidFill>
                <a:srgbClr val="FFFFFF"/>
              </a:solidFill>
              <a:latin typeface="Times New Roman" panose="02020603050405020304" pitchFamily="18" charset="0"/>
              <a:cs typeface="B Nazanin" panose="00000400000000000000" pitchFamily="2" charset="-78"/>
            </a:endParaRPr>
          </a:p>
        </p:txBody>
      </p:sp>
    </p:spTree>
    <p:extLst>
      <p:ext uri="{BB962C8B-B14F-4D97-AF65-F5344CB8AC3E}">
        <p14:creationId xmlns:p14="http://schemas.microsoft.com/office/powerpoint/2010/main" val="2661199300"/>
      </p:ext>
    </p:extLst>
  </p:cSld>
  <p:clrMapOvr>
    <a:masterClrMapping/>
  </p:clrMapOvr>
  <p:timing>
    <p:tnLst>
      <p:par>
        <p:cTn id="1" dur="indefinite" restart="never" nodeType="tmRoot"/>
      </p:par>
    </p:tn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3" name="AutoShape 3">
            <a:extLst>
              <a:ext uri="{FF2B5EF4-FFF2-40B4-BE49-F238E27FC236}">
                <a16:creationId xmlns="" xmlns:a16="http://schemas.microsoft.com/office/drawing/2014/main" id="{2E7CFF1D-4628-454A-8E3A-7632D84A13A7}"/>
              </a:ext>
            </a:extLst>
          </p:cNvPr>
          <p:cNvSpPr>
            <a:spLocks noChangeArrowheads="1"/>
          </p:cNvSpPr>
          <p:nvPr/>
        </p:nvSpPr>
        <p:spPr bwMode="gray">
          <a:xfrm flipH="1">
            <a:off x="173132" y="59232"/>
            <a:ext cx="2426749" cy="649224"/>
          </a:xfrm>
          <a:prstGeom prst="chevron">
            <a:avLst>
              <a:gd name="adj" fmla="val 17009"/>
            </a:avLst>
          </a:prstGeom>
          <a:solidFill>
            <a:srgbClr val="2842AE"/>
          </a:solidFill>
          <a:ln w="38100">
            <a:solidFill>
              <a:srgbClr val="EAEAEA"/>
            </a:solidFill>
            <a:miter lim="800000"/>
            <a:headEnd/>
            <a:tailEnd/>
          </a:ln>
          <a:effectLst>
            <a:outerShdw dist="109250" dir="3267739" algn="ctr" rotWithShape="0">
              <a:srgbClr val="333333">
                <a:alpha val="50000"/>
              </a:srgbClr>
            </a:outerShdw>
          </a:effectLst>
        </p:spPr>
        <p:txBody>
          <a:bodyPr wrap="square" anchor="ctr">
            <a:spAutoFit/>
          </a:bodyPr>
          <a:lstStyle/>
          <a:p>
            <a:pPr algn="ctr" fontAlgn="base">
              <a:spcBef>
                <a:spcPct val="0"/>
              </a:spcBef>
              <a:spcAft>
                <a:spcPct val="0"/>
              </a:spcAft>
            </a:pPr>
            <a:endParaRPr lang="en-US" kern="0">
              <a:solidFill>
                <a:srgbClr val="3D81BF"/>
              </a:solidFill>
            </a:endParaRPr>
          </a:p>
        </p:txBody>
      </p:sp>
      <p:sp>
        <p:nvSpPr>
          <p:cNvPr id="26" name="Slide Number Placeholder 3">
            <a:extLst>
              <a:ext uri="{FF2B5EF4-FFF2-40B4-BE49-F238E27FC236}">
                <a16:creationId xmlns="" xmlns:a16="http://schemas.microsoft.com/office/drawing/2014/main" id="{FEFB061F-8AAB-4535-B272-1BA4D5A77191}"/>
              </a:ext>
            </a:extLst>
          </p:cNvPr>
          <p:cNvSpPr txBox="1">
            <a:spLocks/>
          </p:cNvSpPr>
          <p:nvPr/>
        </p:nvSpPr>
        <p:spPr>
          <a:xfrm>
            <a:off x="8965" y="6090313"/>
            <a:ext cx="676835" cy="767687"/>
          </a:xfrm>
          <a:prstGeom prst="rect">
            <a:avLst/>
          </a:prstGeom>
        </p:spPr>
        <p:txBody>
          <a:bodyPr vert="horz" lIns="91440" tIns="45720" rIns="91440" bIns="45720" rtlCol="0" anchor="ctr"/>
          <a:lstStyle>
            <a:defPPr>
              <a:defRPr lang="en-US"/>
            </a:defPPr>
            <a:lvl1pPr marL="0" algn="l" defTabSz="914400" rtl="0" eaLnBrk="1" latinLnBrk="0" hangingPunct="1">
              <a:defRPr sz="1400" b="1" kern="1200">
                <a:solidFill>
                  <a:srgbClr val="FFFFFF"/>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rtl="1"/>
            <a:fld id="{E8ADF199-8047-440E-B02B-E80683B392F2}" type="slidenum">
              <a:rPr lang="fa-IR" sz="1800" smtClean="0">
                <a:solidFill>
                  <a:schemeClr val="tx1"/>
                </a:solidFill>
                <a:cs typeface="B Lotus" panose="00000400000000000000" pitchFamily="2" charset="-78"/>
              </a:rPr>
              <a:pPr rtl="1"/>
              <a:t>22</a:t>
            </a:fld>
            <a:endParaRPr lang="fa-IR" sz="1800" dirty="0">
              <a:solidFill>
                <a:schemeClr val="tx1"/>
              </a:solidFill>
              <a:cs typeface="B Lotus" panose="00000400000000000000" pitchFamily="2" charset="-78"/>
            </a:endParaRPr>
          </a:p>
        </p:txBody>
      </p:sp>
      <p:pic>
        <p:nvPicPr>
          <p:cNvPr id="30" name="Picture 29" descr="پرونده:Azad University logo.png - ویکی‌پدیا، دانشنامهٔ آزاد">
            <a:extLst>
              <a:ext uri="{FF2B5EF4-FFF2-40B4-BE49-F238E27FC236}">
                <a16:creationId xmlns="" xmlns:a16="http://schemas.microsoft.com/office/drawing/2014/main" id="{2F67C891-7A76-4BAB-A300-B54DFBDD9870}"/>
              </a:ext>
            </a:extLst>
          </p:cNvPr>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8610600" y="0"/>
            <a:ext cx="533400" cy="822959"/>
          </a:xfrm>
          <a:prstGeom prst="rect">
            <a:avLst/>
          </a:prstGeom>
          <a:noFill/>
          <a:ln>
            <a:noFill/>
          </a:ln>
        </p:spPr>
      </p:pic>
      <p:sp>
        <p:nvSpPr>
          <p:cNvPr id="35" name="AutoShape 10">
            <a:extLst>
              <a:ext uri="{FF2B5EF4-FFF2-40B4-BE49-F238E27FC236}">
                <a16:creationId xmlns="" xmlns:a16="http://schemas.microsoft.com/office/drawing/2014/main" id="{2A2EA850-A064-4A9D-9C26-C017D368DF1D}"/>
              </a:ext>
            </a:extLst>
          </p:cNvPr>
          <p:cNvSpPr>
            <a:spLocks noChangeArrowheads="1"/>
          </p:cNvSpPr>
          <p:nvPr/>
        </p:nvSpPr>
        <p:spPr bwMode="gray">
          <a:xfrm flipH="1">
            <a:off x="6246677" y="59426"/>
            <a:ext cx="2057400" cy="649224"/>
          </a:xfrm>
          <a:prstGeom prst="chevron">
            <a:avLst>
              <a:gd name="adj" fmla="val 17842"/>
            </a:avLst>
          </a:prstGeom>
          <a:gradFill rotWithShape="1">
            <a:gsLst>
              <a:gs pos="0">
                <a:srgbClr val="84B09A">
                  <a:gamma/>
                  <a:shade val="46275"/>
                  <a:invGamma/>
                </a:srgbClr>
              </a:gs>
              <a:gs pos="50000">
                <a:srgbClr val="84B09A"/>
              </a:gs>
              <a:gs pos="100000">
                <a:srgbClr val="84B09A">
                  <a:gamma/>
                  <a:shade val="46275"/>
                  <a:invGamma/>
                </a:srgbClr>
              </a:gs>
            </a:gsLst>
            <a:lin ang="2700000" scaled="1"/>
          </a:gradFill>
          <a:ln w="38100">
            <a:solidFill>
              <a:srgbClr val="EAEAEA"/>
            </a:solidFill>
            <a:miter lim="800000"/>
            <a:headEnd/>
            <a:tailEnd/>
          </a:ln>
          <a:effectLst>
            <a:outerShdw dist="109250" dir="3267739" algn="ctr" rotWithShape="0">
              <a:srgbClr val="333333">
                <a:alpha val="50000"/>
              </a:srgbClr>
            </a:outerShdw>
          </a:effectLst>
        </p:spPr>
        <p:txBody>
          <a:bodyPr wrap="square" anchor="ctr">
            <a:spAutoFit/>
          </a:bodyPr>
          <a:lstStyle/>
          <a:p>
            <a:pPr algn="ctr" fontAlgn="base">
              <a:spcBef>
                <a:spcPct val="0"/>
              </a:spcBef>
              <a:spcAft>
                <a:spcPct val="0"/>
              </a:spcAft>
            </a:pPr>
            <a:endParaRPr lang="en-US" kern="0" dirty="0">
              <a:solidFill>
                <a:srgbClr val="3D81BF"/>
              </a:solidFill>
            </a:endParaRPr>
          </a:p>
        </p:txBody>
      </p:sp>
      <p:sp>
        <p:nvSpPr>
          <p:cNvPr id="36" name="AutoShape 3">
            <a:extLst>
              <a:ext uri="{FF2B5EF4-FFF2-40B4-BE49-F238E27FC236}">
                <a16:creationId xmlns="" xmlns:a16="http://schemas.microsoft.com/office/drawing/2014/main" id="{B742D6B4-C2BA-456D-8EF1-01FC0D22E95C}"/>
              </a:ext>
            </a:extLst>
          </p:cNvPr>
          <p:cNvSpPr>
            <a:spLocks noChangeArrowheads="1"/>
          </p:cNvSpPr>
          <p:nvPr/>
        </p:nvSpPr>
        <p:spPr bwMode="gray">
          <a:xfrm flipH="1">
            <a:off x="4200083" y="65559"/>
            <a:ext cx="2056086" cy="649224"/>
          </a:xfrm>
          <a:prstGeom prst="chevron">
            <a:avLst>
              <a:gd name="adj" fmla="val 17009"/>
            </a:avLst>
          </a:prstGeom>
          <a:gradFill rotWithShape="1">
            <a:gsLst>
              <a:gs pos="0">
                <a:srgbClr val="84B09A">
                  <a:gamma/>
                  <a:shade val="46275"/>
                  <a:invGamma/>
                </a:srgbClr>
              </a:gs>
              <a:gs pos="50000">
                <a:srgbClr val="84B09A"/>
              </a:gs>
              <a:gs pos="100000">
                <a:srgbClr val="84B09A">
                  <a:gamma/>
                  <a:shade val="46275"/>
                  <a:invGamma/>
                </a:srgbClr>
              </a:gs>
            </a:gsLst>
            <a:lin ang="2700000" scaled="1"/>
          </a:gradFill>
          <a:ln w="38100">
            <a:solidFill>
              <a:srgbClr val="EAEAEA"/>
            </a:solidFill>
            <a:miter lim="800000"/>
            <a:headEnd/>
            <a:tailEnd/>
          </a:ln>
          <a:effectLst>
            <a:outerShdw dist="109250" dir="3267739" algn="ctr" rotWithShape="0">
              <a:srgbClr val="333333">
                <a:alpha val="50000"/>
              </a:srgbClr>
            </a:outerShdw>
          </a:effectLst>
        </p:spPr>
        <p:txBody>
          <a:bodyPr wrap="square" anchor="ctr">
            <a:spAutoFit/>
          </a:bodyPr>
          <a:lstStyle/>
          <a:p>
            <a:pPr algn="ctr" fontAlgn="base">
              <a:spcBef>
                <a:spcPct val="0"/>
              </a:spcBef>
              <a:spcAft>
                <a:spcPct val="0"/>
              </a:spcAft>
            </a:pPr>
            <a:endParaRPr lang="en-US" kern="0" dirty="0">
              <a:solidFill>
                <a:srgbClr val="3D81BF"/>
              </a:solidFill>
            </a:endParaRPr>
          </a:p>
        </p:txBody>
      </p:sp>
      <p:sp>
        <p:nvSpPr>
          <p:cNvPr id="37" name="AutoShape 3">
            <a:extLst>
              <a:ext uri="{FF2B5EF4-FFF2-40B4-BE49-F238E27FC236}">
                <a16:creationId xmlns="" xmlns:a16="http://schemas.microsoft.com/office/drawing/2014/main" id="{A5531835-C6DF-4085-9BDC-A727B5CE3B64}"/>
              </a:ext>
            </a:extLst>
          </p:cNvPr>
          <p:cNvSpPr>
            <a:spLocks noChangeArrowheads="1"/>
          </p:cNvSpPr>
          <p:nvPr/>
        </p:nvSpPr>
        <p:spPr bwMode="gray">
          <a:xfrm flipH="1">
            <a:off x="2599881" y="59232"/>
            <a:ext cx="1600202" cy="649224"/>
          </a:xfrm>
          <a:prstGeom prst="chevron">
            <a:avLst>
              <a:gd name="adj" fmla="val 17009"/>
            </a:avLst>
          </a:prstGeom>
          <a:gradFill rotWithShape="1">
            <a:gsLst>
              <a:gs pos="0">
                <a:srgbClr val="84B09A">
                  <a:gamma/>
                  <a:shade val="46275"/>
                  <a:invGamma/>
                </a:srgbClr>
              </a:gs>
              <a:gs pos="50000">
                <a:srgbClr val="84B09A"/>
              </a:gs>
              <a:gs pos="100000">
                <a:srgbClr val="84B09A">
                  <a:gamma/>
                  <a:shade val="46275"/>
                  <a:invGamma/>
                </a:srgbClr>
              </a:gs>
            </a:gsLst>
            <a:lin ang="2700000" scaled="1"/>
          </a:gradFill>
          <a:ln w="38100">
            <a:solidFill>
              <a:srgbClr val="EAEAEA"/>
            </a:solidFill>
            <a:miter lim="800000"/>
            <a:headEnd/>
            <a:tailEnd/>
          </a:ln>
          <a:effectLst>
            <a:outerShdw dist="109250" dir="3267739" algn="ctr" rotWithShape="0">
              <a:srgbClr val="333333">
                <a:alpha val="50000"/>
              </a:srgbClr>
            </a:outerShdw>
          </a:effectLst>
        </p:spPr>
        <p:txBody>
          <a:bodyPr wrap="square" anchor="ctr">
            <a:spAutoFit/>
          </a:bodyPr>
          <a:lstStyle/>
          <a:p>
            <a:pPr algn="ctr" fontAlgn="base">
              <a:spcBef>
                <a:spcPct val="0"/>
              </a:spcBef>
              <a:spcAft>
                <a:spcPct val="0"/>
              </a:spcAft>
            </a:pPr>
            <a:endParaRPr lang="en-US" kern="0">
              <a:solidFill>
                <a:srgbClr val="3D81BF"/>
              </a:solidFill>
            </a:endParaRPr>
          </a:p>
        </p:txBody>
      </p:sp>
      <p:sp>
        <p:nvSpPr>
          <p:cNvPr id="38" name="Rectangle 37">
            <a:extLst>
              <a:ext uri="{FF2B5EF4-FFF2-40B4-BE49-F238E27FC236}">
                <a16:creationId xmlns="" xmlns:a16="http://schemas.microsoft.com/office/drawing/2014/main" id="{B51F10B5-E430-4BC2-858C-405C3B009988}"/>
              </a:ext>
            </a:extLst>
          </p:cNvPr>
          <p:cNvSpPr/>
          <p:nvPr/>
        </p:nvSpPr>
        <p:spPr>
          <a:xfrm>
            <a:off x="403231" y="91457"/>
            <a:ext cx="2056085" cy="584775"/>
          </a:xfrm>
          <a:prstGeom prst="rect">
            <a:avLst/>
          </a:prstGeom>
        </p:spPr>
        <p:txBody>
          <a:bodyPr wrap="square">
            <a:spAutoFit/>
          </a:bodyPr>
          <a:lstStyle/>
          <a:p>
            <a:pPr lvl="0" algn="ctr" rtl="1" fontAlgn="base">
              <a:spcBef>
                <a:spcPct val="0"/>
              </a:spcBef>
              <a:spcAft>
                <a:spcPct val="0"/>
              </a:spcAft>
            </a:pPr>
            <a:r>
              <a:rPr lang="fa-IR" sz="1600" b="1" dirty="0" smtClean="0">
                <a:solidFill>
                  <a:srgbClr val="FFFFFF"/>
                </a:solidFill>
                <a:latin typeface="Times New Roman" panose="02020603050405020304" pitchFamily="18" charset="0"/>
                <a:cs typeface="B Nazanin" panose="00000400000000000000" pitchFamily="2" charset="-78"/>
              </a:rPr>
              <a:t> پیاده سازی و ارزیابی همسان ساز پیشنهادی</a:t>
            </a:r>
            <a:endParaRPr lang="fa-IR" sz="1600" b="1" dirty="0">
              <a:solidFill>
                <a:srgbClr val="FFFFFF"/>
              </a:solidFill>
              <a:latin typeface="Times New Roman" panose="02020603050405020304" pitchFamily="18" charset="0"/>
              <a:cs typeface="B Nazanin" panose="00000400000000000000" pitchFamily="2" charset="-78"/>
            </a:endParaRPr>
          </a:p>
        </p:txBody>
      </p:sp>
      <p:sp>
        <p:nvSpPr>
          <p:cNvPr id="39" name="Rectangle 38">
            <a:extLst>
              <a:ext uri="{FF2B5EF4-FFF2-40B4-BE49-F238E27FC236}">
                <a16:creationId xmlns="" xmlns:a16="http://schemas.microsoft.com/office/drawing/2014/main" id="{BA7FD763-7392-4FB3-B13F-EF9D935A7C24}"/>
              </a:ext>
            </a:extLst>
          </p:cNvPr>
          <p:cNvSpPr/>
          <p:nvPr/>
        </p:nvSpPr>
        <p:spPr>
          <a:xfrm>
            <a:off x="2636749" y="78259"/>
            <a:ext cx="1600200" cy="584775"/>
          </a:xfrm>
          <a:prstGeom prst="rect">
            <a:avLst/>
          </a:prstGeom>
        </p:spPr>
        <p:txBody>
          <a:bodyPr wrap="square">
            <a:spAutoFit/>
          </a:bodyPr>
          <a:lstStyle/>
          <a:p>
            <a:pPr lvl="0" algn="ctr" rtl="1" fontAlgn="base">
              <a:spcBef>
                <a:spcPct val="0"/>
              </a:spcBef>
              <a:spcAft>
                <a:spcPct val="0"/>
              </a:spcAft>
            </a:pPr>
            <a:r>
              <a:rPr lang="fa-IR" sz="1600" b="1" dirty="0">
                <a:solidFill>
                  <a:srgbClr val="FFFFFF"/>
                </a:solidFill>
                <a:latin typeface="Times New Roman" panose="02020603050405020304" pitchFamily="18" charset="0"/>
                <a:cs typeface="B Nazanin" panose="00000400000000000000" pitchFamily="2" charset="-78"/>
              </a:rPr>
              <a:t>همسان سازی پیشنهادی</a:t>
            </a:r>
          </a:p>
        </p:txBody>
      </p:sp>
      <p:sp>
        <p:nvSpPr>
          <p:cNvPr id="40" name="Rectangle 39">
            <a:extLst>
              <a:ext uri="{FF2B5EF4-FFF2-40B4-BE49-F238E27FC236}">
                <a16:creationId xmlns="" xmlns:a16="http://schemas.microsoft.com/office/drawing/2014/main" id="{4E566E01-C2D9-408C-9484-C0EBBF4D2C33}"/>
              </a:ext>
            </a:extLst>
          </p:cNvPr>
          <p:cNvSpPr/>
          <p:nvPr/>
        </p:nvSpPr>
        <p:spPr>
          <a:xfrm>
            <a:off x="4495138" y="91457"/>
            <a:ext cx="1443038" cy="584775"/>
          </a:xfrm>
          <a:prstGeom prst="rect">
            <a:avLst/>
          </a:prstGeom>
        </p:spPr>
        <p:txBody>
          <a:bodyPr wrap="square">
            <a:spAutoFit/>
          </a:bodyPr>
          <a:lstStyle/>
          <a:p>
            <a:pPr lvl="0" algn="ctr" rtl="1" fontAlgn="base">
              <a:spcBef>
                <a:spcPct val="0"/>
              </a:spcBef>
              <a:spcAft>
                <a:spcPct val="0"/>
              </a:spcAft>
            </a:pPr>
            <a:r>
              <a:rPr lang="fa-IR" sz="1600" b="1" dirty="0">
                <a:solidFill>
                  <a:srgbClr val="FFFFFF"/>
                </a:solidFill>
                <a:latin typeface="Times New Roman" panose="02020603050405020304" pitchFamily="18" charset="0"/>
                <a:cs typeface="B Nazanin" panose="00000400000000000000" pitchFamily="2" charset="-78"/>
              </a:rPr>
              <a:t>همسان سازی باتری</a:t>
            </a:r>
          </a:p>
        </p:txBody>
      </p:sp>
      <p:sp>
        <p:nvSpPr>
          <p:cNvPr id="41" name="Rectangle 40">
            <a:extLst>
              <a:ext uri="{FF2B5EF4-FFF2-40B4-BE49-F238E27FC236}">
                <a16:creationId xmlns="" xmlns:a16="http://schemas.microsoft.com/office/drawing/2014/main" id="{4574B186-F112-4A6C-ADFE-E46D302B236B}"/>
              </a:ext>
            </a:extLst>
          </p:cNvPr>
          <p:cNvSpPr/>
          <p:nvPr/>
        </p:nvSpPr>
        <p:spPr>
          <a:xfrm>
            <a:off x="6499957" y="197162"/>
            <a:ext cx="1626786" cy="323165"/>
          </a:xfrm>
          <a:prstGeom prst="rect">
            <a:avLst/>
          </a:prstGeom>
        </p:spPr>
        <p:txBody>
          <a:bodyPr wrap="square">
            <a:spAutoFit/>
          </a:bodyPr>
          <a:lstStyle/>
          <a:p>
            <a:pPr lvl="0" algn="ctr" fontAlgn="base">
              <a:spcBef>
                <a:spcPct val="0"/>
              </a:spcBef>
              <a:spcAft>
                <a:spcPct val="0"/>
              </a:spcAft>
              <a:defRPr/>
            </a:pPr>
            <a:r>
              <a:rPr lang="fa-IR" sz="1500" b="1" kern="0" dirty="0">
                <a:solidFill>
                  <a:srgbClr val="FFFFFF"/>
                </a:solidFill>
                <a:latin typeface="Times New Roman" panose="02020603050405020304" pitchFamily="18" charset="0"/>
                <a:cs typeface="B Nazanin" pitchFamily="2" charset="-78"/>
              </a:rPr>
              <a:t>باتری ها</a:t>
            </a:r>
            <a:endParaRPr lang="en-US" sz="1500" b="1" kern="0" dirty="0">
              <a:solidFill>
                <a:srgbClr val="FFFFFF"/>
              </a:solidFill>
              <a:latin typeface="Times New Roman" panose="02020603050405020304" pitchFamily="18" charset="0"/>
              <a:cs typeface="B Nazanin" pitchFamily="2" charset="-78"/>
            </a:endParaRPr>
          </a:p>
        </p:txBody>
      </p:sp>
      <p:graphicFrame>
        <p:nvGraphicFramePr>
          <p:cNvPr id="18" name="Table 17"/>
          <p:cNvGraphicFramePr>
            <a:graphicFrameLocks noGrp="1"/>
          </p:cNvGraphicFramePr>
          <p:nvPr>
            <p:extLst>
              <p:ext uri="{D42A27DB-BD31-4B8C-83A1-F6EECF244321}">
                <p14:modId xmlns:p14="http://schemas.microsoft.com/office/powerpoint/2010/main" val="2686734200"/>
              </p:ext>
            </p:extLst>
          </p:nvPr>
        </p:nvGraphicFramePr>
        <p:xfrm>
          <a:off x="670560" y="1185178"/>
          <a:ext cx="8001000" cy="4450080"/>
        </p:xfrm>
        <a:graphic>
          <a:graphicData uri="http://schemas.openxmlformats.org/drawingml/2006/table">
            <a:tbl>
              <a:tblPr rtl="1" firstRow="1" firstCol="1" bandRow="1"/>
              <a:tblGrid>
                <a:gridCol w="1756085">
                  <a:extLst>
                    <a:ext uri="{9D8B030D-6E8A-4147-A177-3AD203B41FA5}">
                      <a16:colId xmlns="" xmlns:a16="http://schemas.microsoft.com/office/drawing/2014/main" val="20001"/>
                    </a:ext>
                  </a:extLst>
                </a:gridCol>
                <a:gridCol w="1444315">
                  <a:extLst>
                    <a:ext uri="{9D8B030D-6E8A-4147-A177-3AD203B41FA5}">
                      <a16:colId xmlns="" xmlns:a16="http://schemas.microsoft.com/office/drawing/2014/main" val="20002"/>
                    </a:ext>
                  </a:extLst>
                </a:gridCol>
                <a:gridCol w="1600200">
                  <a:extLst>
                    <a:ext uri="{9D8B030D-6E8A-4147-A177-3AD203B41FA5}">
                      <a16:colId xmlns="" xmlns:a16="http://schemas.microsoft.com/office/drawing/2014/main" val="20003"/>
                    </a:ext>
                  </a:extLst>
                </a:gridCol>
                <a:gridCol w="1600200">
                  <a:extLst>
                    <a:ext uri="{9D8B030D-6E8A-4147-A177-3AD203B41FA5}">
                      <a16:colId xmlns="" xmlns:a16="http://schemas.microsoft.com/office/drawing/2014/main" val="20004"/>
                    </a:ext>
                  </a:extLst>
                </a:gridCol>
                <a:gridCol w="1600200">
                  <a:extLst>
                    <a:ext uri="{9D8B030D-6E8A-4147-A177-3AD203B41FA5}">
                      <a16:colId xmlns="" xmlns:a16="http://schemas.microsoft.com/office/drawing/2014/main" val="20005"/>
                    </a:ext>
                  </a:extLst>
                </a:gridCol>
              </a:tblGrid>
              <a:tr h="381000">
                <a:tc>
                  <a:txBody>
                    <a:bodyPr/>
                    <a:lstStyle/>
                    <a:p>
                      <a:pPr algn="ctr" rtl="1">
                        <a:spcAft>
                          <a:spcPts val="300"/>
                        </a:spcAft>
                      </a:pPr>
                      <a:r>
                        <a:rPr lang="ar-SA" sz="1800" dirty="0">
                          <a:effectLst/>
                          <a:latin typeface="Times New Roman" panose="02020603050405020304" pitchFamily="18" charset="0"/>
                          <a:ea typeface="Times New Roman" panose="02020603050405020304" pitchFamily="18" charset="0"/>
                          <a:cs typeface="B Nazanin" panose="00000400000000000000" pitchFamily="2" charset="-78"/>
                        </a:rPr>
                        <a:t>معیار مقایسه</a:t>
                      </a:r>
                      <a:endParaRPr lang="en-US" sz="1200" dirty="0">
                        <a:effectLst/>
                        <a:latin typeface="Times New Roman" panose="02020603050405020304" pitchFamily="18" charset="0"/>
                        <a:ea typeface="Times New Roman" panose="02020603050405020304" pitchFamily="18" charset="0"/>
                        <a:cs typeface="B Nazanin" panose="00000400000000000000" pitchFamily="2" charset="-78"/>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BD867C"/>
                    </a:solidFill>
                  </a:tcPr>
                </a:tc>
                <a:tc>
                  <a:txBody>
                    <a:bodyPr/>
                    <a:lstStyle/>
                    <a:p>
                      <a:pPr algn="ctr" rtl="1">
                        <a:spcAft>
                          <a:spcPts val="300"/>
                        </a:spcAft>
                      </a:pPr>
                      <a:r>
                        <a:rPr lang="ar-SA" sz="1800">
                          <a:effectLst/>
                          <a:latin typeface="Times New Roman" panose="02020603050405020304" pitchFamily="18" charset="0"/>
                          <a:ea typeface="Times New Roman" panose="02020603050405020304" pitchFamily="18" charset="0"/>
                          <a:cs typeface="B Nazanin" panose="00000400000000000000" pitchFamily="2" charset="-78"/>
                        </a:rPr>
                        <a:t>روش پیشنهادی </a:t>
                      </a:r>
                      <a:r>
                        <a:rPr lang="fa-IR" sz="1800">
                          <a:effectLst/>
                          <a:latin typeface="Times New Roman" panose="02020603050405020304" pitchFamily="18" charset="0"/>
                          <a:ea typeface="Times New Roman" panose="02020603050405020304" pitchFamily="18" charset="0"/>
                          <a:cs typeface="B Nazanin" panose="00000400000000000000" pitchFamily="2" charset="-78"/>
                        </a:rPr>
                        <a:t>(</a:t>
                      </a:r>
                      <a:r>
                        <a:rPr lang="en-US" sz="1200">
                          <a:effectLst/>
                          <a:latin typeface="Times New Roman" panose="02020603050405020304" pitchFamily="18" charset="0"/>
                          <a:ea typeface="Times New Roman" panose="02020603050405020304" pitchFamily="18" charset="0"/>
                          <a:cs typeface="B Nazanin" panose="00000400000000000000" pitchFamily="2" charset="-78"/>
                        </a:rPr>
                        <a:t>PSO-DBSCAN</a:t>
                      </a:r>
                      <a:r>
                        <a:rPr lang="fa-IR" sz="1800">
                          <a:effectLst/>
                          <a:latin typeface="Times New Roman" panose="02020603050405020304" pitchFamily="18" charset="0"/>
                          <a:ea typeface="Times New Roman" panose="02020603050405020304" pitchFamily="18" charset="0"/>
                          <a:cs typeface="B Nazanin" panose="00000400000000000000" pitchFamily="2" charset="-78"/>
                        </a:rPr>
                        <a:t>)</a:t>
                      </a:r>
                      <a:endParaRPr lang="en-US" sz="1200">
                        <a:effectLst/>
                        <a:latin typeface="Times New Roman" panose="02020603050405020304" pitchFamily="18" charset="0"/>
                        <a:ea typeface="Times New Roman" panose="02020603050405020304" pitchFamily="18" charset="0"/>
                        <a:cs typeface="B Nazanin" panose="00000400000000000000" pitchFamily="2" charset="-78"/>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chemeClr val="accent6">
                        <a:lumMod val="60000"/>
                        <a:lumOff val="40000"/>
                      </a:schemeClr>
                    </a:solidFill>
                  </a:tcPr>
                </a:tc>
                <a:tc>
                  <a:txBody>
                    <a:bodyPr/>
                    <a:lstStyle/>
                    <a:p>
                      <a:pPr algn="ctr" rtl="1">
                        <a:spcAft>
                          <a:spcPts val="300"/>
                        </a:spcAft>
                      </a:pPr>
                      <a:r>
                        <a:rPr lang="fa-IR" sz="1800" dirty="0">
                          <a:effectLst/>
                          <a:latin typeface="Times New Roman" panose="02020603050405020304" pitchFamily="18" charset="0"/>
                          <a:ea typeface="Times New Roman" panose="02020603050405020304" pitchFamily="18" charset="0"/>
                          <a:cs typeface="B Nazanin" panose="00000400000000000000" pitchFamily="2" charset="-78"/>
                        </a:rPr>
                        <a:t>روش </a:t>
                      </a:r>
                      <a:r>
                        <a:rPr lang="fa-IR" sz="1800" dirty="0" smtClean="0">
                          <a:solidFill>
                            <a:srgbClr val="61D6FF"/>
                          </a:solidFill>
                          <a:latin typeface="Times New Roman" panose="02020603050405020304" pitchFamily="18" charset="0"/>
                          <a:ea typeface="Calibri" panose="020F0502020204030204" pitchFamily="34" charset="0"/>
                          <a:cs typeface="B Nazanin" panose="00000400000000000000" pitchFamily="2" charset="-78"/>
                        </a:rPr>
                        <a:t>[3] </a:t>
                      </a:r>
                      <a:r>
                        <a:rPr lang="ar-SA" sz="1800" b="0" i="0" dirty="0" smtClean="0">
                          <a:solidFill>
                            <a:schemeClr val="tx1"/>
                          </a:solidFill>
                          <a:effectLst/>
                          <a:latin typeface="Times New Roman" panose="02020603050405020304" pitchFamily="18" charset="0"/>
                          <a:ea typeface="Times New Roman" panose="02020603050405020304" pitchFamily="18" charset="0"/>
                          <a:cs typeface="B Nazanin" panose="00000400000000000000" pitchFamily="2" charset="-78"/>
                        </a:rPr>
                        <a:t>(</a:t>
                      </a:r>
                      <a:r>
                        <a:rPr lang="en-US" sz="1200" b="0" i="0" dirty="0">
                          <a:solidFill>
                            <a:schemeClr val="tx1"/>
                          </a:solidFill>
                          <a:effectLst/>
                          <a:latin typeface="Times New Roman" panose="02020603050405020304" pitchFamily="18" charset="0"/>
                          <a:ea typeface="Times New Roman" panose="02020603050405020304" pitchFamily="18" charset="0"/>
                          <a:cs typeface="B Nazanin" panose="00000400000000000000" pitchFamily="2" charset="-78"/>
                        </a:rPr>
                        <a:t>GA</a:t>
                      </a:r>
                      <a:r>
                        <a:rPr lang="ar-SA" sz="1800" b="0" i="0" dirty="0">
                          <a:solidFill>
                            <a:schemeClr val="tx1"/>
                          </a:solidFill>
                          <a:effectLst/>
                          <a:latin typeface="Times New Roman" panose="02020603050405020304" pitchFamily="18" charset="0"/>
                          <a:ea typeface="Times New Roman" panose="02020603050405020304" pitchFamily="18" charset="0"/>
                          <a:cs typeface="B Nazanin" panose="00000400000000000000" pitchFamily="2" charset="-78"/>
                        </a:rPr>
                        <a:t>)</a:t>
                      </a:r>
                      <a:endParaRPr lang="en-US" sz="1200" dirty="0">
                        <a:solidFill>
                          <a:schemeClr val="tx1"/>
                        </a:solidFill>
                        <a:effectLst/>
                        <a:latin typeface="Times New Roman" panose="02020603050405020304" pitchFamily="18" charset="0"/>
                        <a:ea typeface="Times New Roman" panose="02020603050405020304" pitchFamily="18" charset="0"/>
                        <a:cs typeface="B Nazanin" panose="00000400000000000000" pitchFamily="2" charset="-78"/>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chemeClr val="accent6">
                        <a:lumMod val="60000"/>
                        <a:lumOff val="40000"/>
                      </a:schemeClr>
                    </a:solidFill>
                  </a:tcPr>
                </a:tc>
                <a:tc>
                  <a:txBody>
                    <a:bodyPr/>
                    <a:lstStyle/>
                    <a:p>
                      <a:pPr algn="ctr" rtl="1">
                        <a:spcAft>
                          <a:spcPts val="300"/>
                        </a:spcAft>
                      </a:pPr>
                      <a:r>
                        <a:rPr lang="fa-IR" sz="1800" dirty="0">
                          <a:effectLst/>
                          <a:latin typeface="Times New Roman" panose="02020603050405020304" pitchFamily="18" charset="0"/>
                          <a:ea typeface="Times New Roman" panose="02020603050405020304" pitchFamily="18" charset="0"/>
                          <a:cs typeface="B Nazanin" panose="00000400000000000000" pitchFamily="2" charset="-78"/>
                        </a:rPr>
                        <a:t>روش </a:t>
                      </a:r>
                      <a:r>
                        <a:rPr lang="fa-IR" sz="1800" dirty="0" smtClean="0">
                          <a:solidFill>
                            <a:srgbClr val="61D6FF"/>
                          </a:solidFill>
                          <a:latin typeface="Times New Roman" panose="02020603050405020304" pitchFamily="18" charset="0"/>
                          <a:ea typeface="Calibri" panose="020F0502020204030204" pitchFamily="34" charset="0"/>
                          <a:cs typeface="B Nazanin" panose="00000400000000000000" pitchFamily="2" charset="-78"/>
                        </a:rPr>
                        <a:t>[1] </a:t>
                      </a:r>
                      <a:r>
                        <a:rPr lang="ar-SA" sz="1800" b="0" i="0" dirty="0" smtClean="0">
                          <a:solidFill>
                            <a:schemeClr val="tx1"/>
                          </a:solidFill>
                          <a:effectLst/>
                          <a:latin typeface="Times New Roman" panose="02020603050405020304" pitchFamily="18" charset="0"/>
                          <a:ea typeface="Times New Roman" panose="02020603050405020304" pitchFamily="18" charset="0"/>
                          <a:cs typeface="B Nazanin" panose="00000400000000000000" pitchFamily="2" charset="-78"/>
                        </a:rPr>
                        <a:t>(</a:t>
                      </a:r>
                      <a:r>
                        <a:rPr lang="en-US" sz="1200" b="0" i="0" dirty="0">
                          <a:solidFill>
                            <a:schemeClr val="tx1"/>
                          </a:solidFill>
                          <a:effectLst/>
                          <a:latin typeface="Times New Roman" panose="02020603050405020304" pitchFamily="18" charset="0"/>
                          <a:ea typeface="Times New Roman" panose="02020603050405020304" pitchFamily="18" charset="0"/>
                          <a:cs typeface="B Nazanin" panose="00000400000000000000" pitchFamily="2" charset="-78"/>
                        </a:rPr>
                        <a:t>DBSCAN</a:t>
                      </a:r>
                      <a:r>
                        <a:rPr lang="ar-SA" sz="1800" b="0" i="0" dirty="0">
                          <a:solidFill>
                            <a:schemeClr val="tx1"/>
                          </a:solidFill>
                          <a:effectLst/>
                          <a:latin typeface="Times New Roman" panose="02020603050405020304" pitchFamily="18" charset="0"/>
                          <a:ea typeface="Times New Roman" panose="02020603050405020304" pitchFamily="18" charset="0"/>
                          <a:cs typeface="B Nazanin" panose="00000400000000000000" pitchFamily="2" charset="-78"/>
                        </a:rPr>
                        <a:t>)</a:t>
                      </a:r>
                      <a:endParaRPr lang="en-US" sz="1200" dirty="0">
                        <a:solidFill>
                          <a:schemeClr val="tx1"/>
                        </a:solidFill>
                        <a:effectLst/>
                        <a:latin typeface="Times New Roman" panose="02020603050405020304" pitchFamily="18" charset="0"/>
                        <a:ea typeface="Times New Roman" panose="02020603050405020304" pitchFamily="18" charset="0"/>
                        <a:cs typeface="B Nazanin" panose="00000400000000000000" pitchFamily="2" charset="-78"/>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chemeClr val="accent6">
                        <a:lumMod val="60000"/>
                        <a:lumOff val="40000"/>
                      </a:schemeClr>
                    </a:solidFill>
                  </a:tcPr>
                </a:tc>
                <a:tc>
                  <a:txBody>
                    <a:bodyPr/>
                    <a:lstStyle/>
                    <a:p>
                      <a:pPr algn="ctr" rtl="1">
                        <a:spcAft>
                          <a:spcPts val="300"/>
                        </a:spcAft>
                      </a:pPr>
                      <a:r>
                        <a:rPr lang="ar-SA" sz="1800" dirty="0">
                          <a:effectLst/>
                          <a:latin typeface="Times New Roman" panose="02020603050405020304" pitchFamily="18" charset="0"/>
                          <a:ea typeface="Times New Roman" panose="02020603050405020304" pitchFamily="18" charset="0"/>
                          <a:cs typeface="B Nazanin" panose="00000400000000000000" pitchFamily="2" charset="-78"/>
                        </a:rPr>
                        <a:t>روش </a:t>
                      </a:r>
                      <a:r>
                        <a:rPr lang="fa-IR" sz="1800" dirty="0" smtClean="0">
                          <a:solidFill>
                            <a:srgbClr val="61D6FF"/>
                          </a:solidFill>
                          <a:latin typeface="Times New Roman" panose="02020603050405020304" pitchFamily="18" charset="0"/>
                          <a:ea typeface="Calibri" panose="020F0502020204030204" pitchFamily="34" charset="0"/>
                          <a:cs typeface="B Nazanin" panose="00000400000000000000" pitchFamily="2" charset="-78"/>
                        </a:rPr>
                        <a:t>[2] </a:t>
                      </a:r>
                      <a:r>
                        <a:rPr lang="ar-SA" sz="1800" dirty="0" smtClean="0">
                          <a:effectLst/>
                          <a:latin typeface="Times New Roman" panose="02020603050405020304" pitchFamily="18" charset="0"/>
                          <a:ea typeface="Times New Roman" panose="02020603050405020304" pitchFamily="18" charset="0"/>
                          <a:cs typeface="B Nazanin" panose="00000400000000000000" pitchFamily="2" charset="-78"/>
                        </a:rPr>
                        <a:t>(</a:t>
                      </a:r>
                      <a:r>
                        <a:rPr lang="en-US" sz="1200" dirty="0">
                          <a:effectLst/>
                          <a:latin typeface="Times New Roman" panose="02020603050405020304" pitchFamily="18" charset="0"/>
                          <a:ea typeface="Times New Roman" panose="02020603050405020304" pitchFamily="18" charset="0"/>
                          <a:cs typeface="B Nazanin" panose="00000400000000000000" pitchFamily="2" charset="-78"/>
                        </a:rPr>
                        <a:t>FLC</a:t>
                      </a:r>
                      <a:r>
                        <a:rPr lang="ar-SA" sz="1800" dirty="0">
                          <a:effectLst/>
                          <a:latin typeface="Times New Roman" panose="02020603050405020304" pitchFamily="18" charset="0"/>
                          <a:ea typeface="Times New Roman" panose="02020603050405020304" pitchFamily="18" charset="0"/>
                          <a:cs typeface="B Nazanin" panose="00000400000000000000" pitchFamily="2" charset="-78"/>
                        </a:rPr>
                        <a:t>)</a:t>
                      </a:r>
                      <a:endParaRPr lang="en-US" sz="1200" dirty="0">
                        <a:effectLst/>
                        <a:latin typeface="Times New Roman" panose="02020603050405020304" pitchFamily="18" charset="0"/>
                        <a:ea typeface="Times New Roman" panose="02020603050405020304" pitchFamily="18" charset="0"/>
                        <a:cs typeface="B Nazanin" panose="00000400000000000000" pitchFamily="2" charset="-78"/>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chemeClr val="accent6">
                        <a:lumMod val="60000"/>
                        <a:lumOff val="40000"/>
                      </a:schemeClr>
                    </a:solidFill>
                  </a:tcPr>
                </a:tc>
                <a:extLst>
                  <a:ext uri="{0D108BD9-81ED-4DB2-BD59-A6C34878D82A}">
                    <a16:rowId xmlns="" xmlns:a16="http://schemas.microsoft.com/office/drawing/2014/main" val="10000"/>
                  </a:ext>
                </a:extLst>
              </a:tr>
              <a:tr h="381000">
                <a:tc>
                  <a:txBody>
                    <a:bodyPr/>
                    <a:lstStyle/>
                    <a:p>
                      <a:pPr algn="ctr" rtl="1">
                        <a:spcAft>
                          <a:spcPts val="300"/>
                        </a:spcAft>
                      </a:pPr>
                      <a:r>
                        <a:rPr lang="fa-IR" sz="1800" dirty="0">
                          <a:effectLst/>
                          <a:latin typeface="Times New Roman" panose="02020603050405020304" pitchFamily="18" charset="0"/>
                          <a:ea typeface="Times New Roman" panose="02020603050405020304" pitchFamily="18" charset="0"/>
                          <a:cs typeface="B Nazanin" panose="00000400000000000000" pitchFamily="2" charset="-78"/>
                        </a:rPr>
                        <a:t>زمان همسان‌سازی</a:t>
                      </a:r>
                      <a:endParaRPr lang="en-US" sz="1200" dirty="0">
                        <a:effectLst/>
                        <a:latin typeface="Times New Roman" panose="02020603050405020304" pitchFamily="18" charset="0"/>
                        <a:ea typeface="Times New Roman" panose="02020603050405020304" pitchFamily="18" charset="0"/>
                        <a:cs typeface="B Nazanin" panose="00000400000000000000" pitchFamily="2" charset="-78"/>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algn="ctr" rtl="1">
                        <a:spcAft>
                          <a:spcPts val="300"/>
                        </a:spcAft>
                      </a:pPr>
                      <a:r>
                        <a:rPr lang="fa-IR" sz="1800" dirty="0">
                          <a:effectLst/>
                          <a:latin typeface="Times New Roman" panose="02020603050405020304" pitchFamily="18" charset="0"/>
                          <a:ea typeface="Times New Roman" panose="02020603050405020304" pitchFamily="18" charset="0"/>
                          <a:cs typeface="B Nazanin" panose="00000400000000000000" pitchFamily="2" charset="-78"/>
                        </a:rPr>
                        <a:t>قابل تنظیم</a:t>
                      </a:r>
                      <a:endParaRPr lang="en-US" sz="1200" dirty="0">
                        <a:effectLst/>
                        <a:latin typeface="Times New Roman" panose="02020603050405020304" pitchFamily="18" charset="0"/>
                        <a:ea typeface="Times New Roman" panose="02020603050405020304" pitchFamily="18" charset="0"/>
                        <a:cs typeface="B Nazanin" panose="00000400000000000000" pitchFamily="2" charset="-78"/>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B9FFB9"/>
                    </a:solidFill>
                  </a:tcPr>
                </a:tc>
                <a:tc>
                  <a:txBody>
                    <a:bodyPr/>
                    <a:lstStyle/>
                    <a:p>
                      <a:pPr algn="ctr" rtl="1">
                        <a:spcAft>
                          <a:spcPts val="300"/>
                        </a:spcAft>
                      </a:pPr>
                      <a:r>
                        <a:rPr lang="fa-IR" sz="1800" dirty="0">
                          <a:effectLst/>
                          <a:latin typeface="Times New Roman" panose="02020603050405020304" pitchFamily="18" charset="0"/>
                          <a:ea typeface="Times New Roman" panose="02020603050405020304" pitchFamily="18" charset="0"/>
                          <a:cs typeface="B Nazanin" panose="00000400000000000000" pitchFamily="2" charset="-78"/>
                        </a:rPr>
                        <a:t>قابل تنظیم</a:t>
                      </a:r>
                      <a:endParaRPr lang="en-US" sz="1200" dirty="0">
                        <a:effectLst/>
                        <a:latin typeface="Times New Roman" panose="02020603050405020304" pitchFamily="18" charset="0"/>
                        <a:ea typeface="Times New Roman" panose="02020603050405020304" pitchFamily="18" charset="0"/>
                        <a:cs typeface="B Nazanin" panose="00000400000000000000" pitchFamily="2" charset="-78"/>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B9FFB9"/>
                    </a:solidFill>
                  </a:tcPr>
                </a:tc>
                <a:tc>
                  <a:txBody>
                    <a:bodyPr/>
                    <a:lstStyle/>
                    <a:p>
                      <a:pPr algn="ctr" rtl="1">
                        <a:spcAft>
                          <a:spcPts val="300"/>
                        </a:spcAft>
                      </a:pPr>
                      <a:r>
                        <a:rPr lang="ar-SA" sz="1800" dirty="0">
                          <a:effectLst/>
                          <a:latin typeface="Times New Roman" panose="02020603050405020304" pitchFamily="18" charset="0"/>
                          <a:ea typeface="Times New Roman" panose="02020603050405020304" pitchFamily="18" charset="0"/>
                          <a:cs typeface="B Nazanin" panose="00000400000000000000" pitchFamily="2" charset="-78"/>
                        </a:rPr>
                        <a:t>زیاد</a:t>
                      </a:r>
                      <a:endParaRPr lang="en-US" sz="1200" dirty="0">
                        <a:effectLst/>
                        <a:latin typeface="Times New Roman" panose="02020603050405020304" pitchFamily="18" charset="0"/>
                        <a:ea typeface="Times New Roman" panose="02020603050405020304" pitchFamily="18" charset="0"/>
                        <a:cs typeface="B Nazanin" panose="00000400000000000000" pitchFamily="2" charset="-78"/>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FFCCCC"/>
                    </a:solidFill>
                  </a:tcPr>
                </a:tc>
                <a:tc>
                  <a:txBody>
                    <a:bodyPr/>
                    <a:lstStyle/>
                    <a:p>
                      <a:pPr algn="ctr" rtl="1">
                        <a:spcAft>
                          <a:spcPts val="300"/>
                        </a:spcAft>
                      </a:pPr>
                      <a:r>
                        <a:rPr lang="ar-SA" sz="1800" dirty="0">
                          <a:effectLst/>
                          <a:latin typeface="Times New Roman" panose="02020603050405020304" pitchFamily="18" charset="0"/>
                          <a:ea typeface="Times New Roman" panose="02020603050405020304" pitchFamily="18" charset="0"/>
                          <a:cs typeface="B Nazanin" panose="00000400000000000000" pitchFamily="2" charset="-78"/>
                        </a:rPr>
                        <a:t>متوسط</a:t>
                      </a:r>
                      <a:endParaRPr lang="en-US" sz="1200" dirty="0">
                        <a:effectLst/>
                        <a:latin typeface="Times New Roman" panose="02020603050405020304" pitchFamily="18" charset="0"/>
                        <a:ea typeface="Times New Roman" panose="02020603050405020304" pitchFamily="18" charset="0"/>
                        <a:cs typeface="B Nazanin" panose="00000400000000000000" pitchFamily="2" charset="-78"/>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FFFFCC"/>
                    </a:solidFill>
                  </a:tcPr>
                </a:tc>
                <a:extLst>
                  <a:ext uri="{0D108BD9-81ED-4DB2-BD59-A6C34878D82A}">
                    <a16:rowId xmlns="" xmlns:a16="http://schemas.microsoft.com/office/drawing/2014/main" val="10004"/>
                  </a:ext>
                </a:extLst>
              </a:tr>
              <a:tr h="381000">
                <a:tc>
                  <a:txBody>
                    <a:bodyPr/>
                    <a:lstStyle/>
                    <a:p>
                      <a:pPr algn="ctr" rtl="1">
                        <a:spcAft>
                          <a:spcPts val="300"/>
                        </a:spcAft>
                      </a:pPr>
                      <a:r>
                        <a:rPr lang="fa-IR" sz="1800" dirty="0">
                          <a:effectLst/>
                          <a:latin typeface="Times New Roman" panose="02020603050405020304" pitchFamily="18" charset="0"/>
                          <a:ea typeface="Times New Roman" panose="02020603050405020304" pitchFamily="18" charset="0"/>
                          <a:cs typeface="B Nazanin" panose="00000400000000000000" pitchFamily="2" charset="-78"/>
                        </a:rPr>
                        <a:t>تعداد سلول‌‌ها</a:t>
                      </a:r>
                      <a:endParaRPr lang="en-US" sz="1200" dirty="0">
                        <a:effectLst/>
                        <a:latin typeface="Times New Roman" panose="02020603050405020304" pitchFamily="18" charset="0"/>
                        <a:ea typeface="Times New Roman" panose="02020603050405020304" pitchFamily="18" charset="0"/>
                        <a:cs typeface="B Nazanin" panose="00000400000000000000" pitchFamily="2" charset="-78"/>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algn="ctr" rtl="1">
                        <a:spcAft>
                          <a:spcPts val="300"/>
                        </a:spcAft>
                      </a:pPr>
                      <a:r>
                        <a:rPr lang="ar-SA" sz="1800" dirty="0">
                          <a:effectLst/>
                          <a:latin typeface="Times New Roman" panose="02020603050405020304" pitchFamily="18" charset="0"/>
                          <a:ea typeface="Times New Roman" panose="02020603050405020304" pitchFamily="18" charset="0"/>
                          <a:cs typeface="B Nazanin" panose="00000400000000000000" pitchFamily="2" charset="-78"/>
                        </a:rPr>
                        <a:t>9</a:t>
                      </a:r>
                      <a:endParaRPr lang="en-US" sz="1200" dirty="0">
                        <a:effectLst/>
                        <a:latin typeface="Times New Roman" panose="02020603050405020304" pitchFamily="18" charset="0"/>
                        <a:ea typeface="Times New Roman" panose="02020603050405020304" pitchFamily="18" charset="0"/>
                        <a:cs typeface="B Nazanin" panose="00000400000000000000" pitchFamily="2" charset="-78"/>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algn="ctr" rtl="1">
                        <a:spcAft>
                          <a:spcPts val="300"/>
                        </a:spcAft>
                      </a:pPr>
                      <a:r>
                        <a:rPr lang="ar-SA" sz="1800" dirty="0">
                          <a:effectLst/>
                          <a:latin typeface="Times New Roman" panose="02020603050405020304" pitchFamily="18" charset="0"/>
                          <a:ea typeface="Times New Roman" panose="02020603050405020304" pitchFamily="18" charset="0"/>
                          <a:cs typeface="B Nazanin" panose="00000400000000000000" pitchFamily="2" charset="-78"/>
                        </a:rPr>
                        <a:t>12</a:t>
                      </a:r>
                      <a:endParaRPr lang="en-US" sz="1200" dirty="0">
                        <a:effectLst/>
                        <a:latin typeface="Times New Roman" panose="02020603050405020304" pitchFamily="18" charset="0"/>
                        <a:ea typeface="Times New Roman" panose="02020603050405020304" pitchFamily="18" charset="0"/>
                        <a:cs typeface="B Nazanin" panose="00000400000000000000" pitchFamily="2" charset="-78"/>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algn="ctr" rtl="1">
                        <a:spcAft>
                          <a:spcPts val="300"/>
                        </a:spcAft>
                      </a:pPr>
                      <a:r>
                        <a:rPr lang="ar-SA" sz="1800" dirty="0">
                          <a:effectLst/>
                          <a:latin typeface="Times New Roman" panose="02020603050405020304" pitchFamily="18" charset="0"/>
                          <a:ea typeface="Times New Roman" panose="02020603050405020304" pitchFamily="18" charset="0"/>
                          <a:cs typeface="B Nazanin" panose="00000400000000000000" pitchFamily="2" charset="-78"/>
                        </a:rPr>
                        <a:t>6</a:t>
                      </a:r>
                      <a:endParaRPr lang="en-US" sz="1200" dirty="0">
                        <a:effectLst/>
                        <a:latin typeface="Times New Roman" panose="02020603050405020304" pitchFamily="18" charset="0"/>
                        <a:ea typeface="Times New Roman" panose="02020603050405020304" pitchFamily="18" charset="0"/>
                        <a:cs typeface="B Nazanin" panose="00000400000000000000" pitchFamily="2" charset="-78"/>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algn="ctr" rtl="1">
                        <a:spcAft>
                          <a:spcPts val="300"/>
                        </a:spcAft>
                      </a:pPr>
                      <a:r>
                        <a:rPr lang="fa-IR" sz="1800" dirty="0">
                          <a:effectLst/>
                          <a:latin typeface="Times New Roman" panose="02020603050405020304" pitchFamily="18" charset="0"/>
                          <a:ea typeface="Times New Roman" panose="02020603050405020304" pitchFamily="18" charset="0"/>
                          <a:cs typeface="B Nazanin" panose="00000400000000000000" pitchFamily="2" charset="-78"/>
                        </a:rPr>
                        <a:t>9</a:t>
                      </a:r>
                      <a:endParaRPr lang="en-US" sz="1200" dirty="0">
                        <a:effectLst/>
                        <a:latin typeface="Times New Roman" panose="02020603050405020304" pitchFamily="18" charset="0"/>
                        <a:ea typeface="Times New Roman" panose="02020603050405020304" pitchFamily="18" charset="0"/>
                        <a:cs typeface="B Nazanin" panose="00000400000000000000" pitchFamily="2" charset="-78"/>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r>
              <a:tr h="381000">
                <a:tc>
                  <a:txBody>
                    <a:bodyPr/>
                    <a:lstStyle/>
                    <a:p>
                      <a:pPr algn="ctr" rtl="1">
                        <a:spcAft>
                          <a:spcPts val="300"/>
                        </a:spcAft>
                      </a:pPr>
                      <a:r>
                        <a:rPr lang="fa-IR" sz="1800">
                          <a:effectLst/>
                          <a:latin typeface="Times New Roman" panose="02020603050405020304" pitchFamily="18" charset="0"/>
                          <a:ea typeface="Times New Roman" panose="02020603050405020304" pitchFamily="18" charset="0"/>
                          <a:cs typeface="B Nazanin" panose="00000400000000000000" pitchFamily="2" charset="-78"/>
                        </a:rPr>
                        <a:t>سادگی الگوریتم</a:t>
                      </a:r>
                      <a:endParaRPr lang="en-US" sz="1200">
                        <a:effectLst/>
                        <a:latin typeface="Times New Roman" panose="02020603050405020304" pitchFamily="18" charset="0"/>
                        <a:ea typeface="Times New Roman" panose="02020603050405020304" pitchFamily="18" charset="0"/>
                        <a:cs typeface="B Nazanin" panose="00000400000000000000" pitchFamily="2" charset="-78"/>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algn="ctr" rtl="1">
                        <a:spcAft>
                          <a:spcPts val="300"/>
                        </a:spcAft>
                      </a:pPr>
                      <a:r>
                        <a:rPr lang="ar-SA" sz="1800" dirty="0">
                          <a:effectLst/>
                          <a:latin typeface="Times New Roman" panose="02020603050405020304" pitchFamily="18" charset="0"/>
                          <a:ea typeface="Times New Roman" panose="02020603050405020304" pitchFamily="18" charset="0"/>
                          <a:cs typeface="B Nazanin" panose="00000400000000000000" pitchFamily="2" charset="-78"/>
                        </a:rPr>
                        <a:t>متوسط</a:t>
                      </a:r>
                      <a:endParaRPr lang="en-US" sz="1200" dirty="0">
                        <a:effectLst/>
                        <a:latin typeface="Times New Roman" panose="02020603050405020304" pitchFamily="18" charset="0"/>
                        <a:ea typeface="Times New Roman" panose="02020603050405020304" pitchFamily="18" charset="0"/>
                        <a:cs typeface="B Nazanin" panose="00000400000000000000" pitchFamily="2" charset="-78"/>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FFFFCC"/>
                    </a:solidFill>
                  </a:tcPr>
                </a:tc>
                <a:tc>
                  <a:txBody>
                    <a:bodyPr/>
                    <a:lstStyle/>
                    <a:p>
                      <a:pPr algn="ctr" rtl="1">
                        <a:spcAft>
                          <a:spcPts val="300"/>
                        </a:spcAft>
                      </a:pPr>
                      <a:r>
                        <a:rPr lang="ar-SA" sz="1800" dirty="0">
                          <a:effectLst/>
                          <a:latin typeface="Times New Roman" panose="02020603050405020304" pitchFamily="18" charset="0"/>
                          <a:ea typeface="Times New Roman" panose="02020603050405020304" pitchFamily="18" charset="0"/>
                          <a:cs typeface="B Nazanin" panose="00000400000000000000" pitchFamily="2" charset="-78"/>
                        </a:rPr>
                        <a:t>کم</a:t>
                      </a:r>
                      <a:endParaRPr lang="en-US" sz="1200" dirty="0">
                        <a:effectLst/>
                        <a:latin typeface="Times New Roman" panose="02020603050405020304" pitchFamily="18" charset="0"/>
                        <a:ea typeface="Times New Roman" panose="02020603050405020304" pitchFamily="18" charset="0"/>
                        <a:cs typeface="B Nazanin" panose="00000400000000000000" pitchFamily="2" charset="-78"/>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FFCCCC"/>
                    </a:solidFill>
                  </a:tcPr>
                </a:tc>
                <a:tc>
                  <a:txBody>
                    <a:bodyPr/>
                    <a:lstStyle/>
                    <a:p>
                      <a:pPr marL="0" algn="ctr" defTabSz="914400" rtl="1" eaLnBrk="1" latinLnBrk="0" hangingPunct="1">
                        <a:spcAft>
                          <a:spcPts val="300"/>
                        </a:spcAft>
                      </a:pPr>
                      <a:r>
                        <a:rPr lang="ar-SA" sz="1800" kern="1200" dirty="0">
                          <a:solidFill>
                            <a:schemeClr val="tx1"/>
                          </a:solidFill>
                          <a:effectLst/>
                          <a:latin typeface="Times New Roman" panose="02020603050405020304" pitchFamily="18" charset="0"/>
                          <a:ea typeface="Times New Roman" panose="02020603050405020304" pitchFamily="18" charset="0"/>
                          <a:cs typeface="B Nazanin" panose="00000400000000000000" pitchFamily="2" charset="-78"/>
                        </a:rPr>
                        <a:t>زیاد</a:t>
                      </a:r>
                      <a:endParaRPr lang="en-US" sz="1800" kern="1200" dirty="0">
                        <a:solidFill>
                          <a:schemeClr val="tx1"/>
                        </a:solidFill>
                        <a:effectLst/>
                        <a:latin typeface="Times New Roman" panose="02020603050405020304" pitchFamily="18" charset="0"/>
                        <a:ea typeface="Times New Roman" panose="02020603050405020304" pitchFamily="18" charset="0"/>
                        <a:cs typeface="B Nazanin" panose="00000400000000000000" pitchFamily="2" charset="-78"/>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B9FFB9"/>
                    </a:solidFill>
                  </a:tcPr>
                </a:tc>
                <a:tc>
                  <a:txBody>
                    <a:bodyPr/>
                    <a:lstStyle/>
                    <a:p>
                      <a:pPr algn="ctr" rtl="1">
                        <a:spcAft>
                          <a:spcPts val="300"/>
                        </a:spcAft>
                      </a:pPr>
                      <a:r>
                        <a:rPr lang="ar-SA" sz="1800" dirty="0">
                          <a:effectLst/>
                          <a:latin typeface="Times New Roman" panose="02020603050405020304" pitchFamily="18" charset="0"/>
                          <a:ea typeface="Times New Roman" panose="02020603050405020304" pitchFamily="18" charset="0"/>
                          <a:cs typeface="B Nazanin" panose="00000400000000000000" pitchFamily="2" charset="-78"/>
                        </a:rPr>
                        <a:t>زیاد</a:t>
                      </a:r>
                      <a:endParaRPr lang="en-US" sz="1200" dirty="0">
                        <a:effectLst/>
                        <a:latin typeface="Times New Roman" panose="02020603050405020304" pitchFamily="18" charset="0"/>
                        <a:ea typeface="Times New Roman" panose="02020603050405020304" pitchFamily="18" charset="0"/>
                        <a:cs typeface="B Nazanin" panose="00000400000000000000" pitchFamily="2" charset="-78"/>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B9FFB9"/>
                    </a:solidFill>
                  </a:tcPr>
                </a:tc>
              </a:tr>
              <a:tr h="381000">
                <a:tc>
                  <a:txBody>
                    <a:bodyPr/>
                    <a:lstStyle/>
                    <a:p>
                      <a:pPr algn="ctr" rtl="1">
                        <a:spcAft>
                          <a:spcPts val="300"/>
                        </a:spcAft>
                      </a:pPr>
                      <a:r>
                        <a:rPr lang="fa-IR" sz="1800">
                          <a:effectLst/>
                          <a:latin typeface="Times New Roman" panose="02020603050405020304" pitchFamily="18" charset="0"/>
                          <a:ea typeface="Times New Roman" panose="02020603050405020304" pitchFamily="18" charset="0"/>
                          <a:cs typeface="B Nazanin" panose="00000400000000000000" pitchFamily="2" charset="-78"/>
                        </a:rPr>
                        <a:t>پیاده سازی سخت‌افزاری</a:t>
                      </a:r>
                      <a:endParaRPr lang="en-US" sz="1200">
                        <a:effectLst/>
                        <a:latin typeface="Times New Roman" panose="02020603050405020304" pitchFamily="18" charset="0"/>
                        <a:ea typeface="Times New Roman" panose="02020603050405020304" pitchFamily="18" charset="0"/>
                        <a:cs typeface="B Nazanin" panose="00000400000000000000" pitchFamily="2" charset="-78"/>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algn="ctr" rtl="1">
                        <a:spcAft>
                          <a:spcPts val="300"/>
                        </a:spcAft>
                      </a:pPr>
                      <a:r>
                        <a:rPr lang="ar-SA" sz="1800" dirty="0">
                          <a:effectLst/>
                          <a:latin typeface="Times New Roman" panose="02020603050405020304" pitchFamily="18" charset="0"/>
                          <a:ea typeface="Times New Roman" panose="02020603050405020304" pitchFamily="18" charset="0"/>
                          <a:cs typeface="B Nazanin" panose="00000400000000000000" pitchFamily="2" charset="-78"/>
                        </a:rPr>
                        <a:t>توسط </a:t>
                      </a:r>
                      <a:r>
                        <a:rPr lang="en-US" sz="1200" dirty="0">
                          <a:effectLst/>
                          <a:latin typeface="Times New Roman" panose="02020603050405020304" pitchFamily="18" charset="0"/>
                          <a:ea typeface="Times New Roman" panose="02020603050405020304" pitchFamily="18" charset="0"/>
                          <a:cs typeface="B Nazanin" panose="00000400000000000000" pitchFamily="2" charset="-78"/>
                        </a:rPr>
                        <a:t>MCU</a:t>
                      </a:r>
                      <a:r>
                        <a:rPr lang="en-US" sz="1800" dirty="0">
                          <a:effectLst/>
                          <a:latin typeface="B Nazanin" panose="00000400000000000000" pitchFamily="2" charset="-78"/>
                          <a:ea typeface="Times New Roman" panose="02020603050405020304" pitchFamily="18" charset="0"/>
                          <a:cs typeface="B Nazanin" panose="00000400000000000000" pitchFamily="2" charset="-78"/>
                        </a:rPr>
                        <a:t> </a:t>
                      </a:r>
                      <a:endParaRPr lang="en-US" sz="1200" dirty="0">
                        <a:effectLst/>
                        <a:latin typeface="Times New Roman" panose="02020603050405020304" pitchFamily="18" charset="0"/>
                        <a:ea typeface="Times New Roman" panose="02020603050405020304" pitchFamily="18" charset="0"/>
                        <a:cs typeface="B Nazanin" panose="00000400000000000000" pitchFamily="2" charset="-78"/>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B9FFB9"/>
                    </a:solidFill>
                  </a:tcPr>
                </a:tc>
                <a:tc>
                  <a:txBody>
                    <a:bodyPr/>
                    <a:lstStyle/>
                    <a:p>
                      <a:pPr algn="ctr" rtl="1">
                        <a:spcAft>
                          <a:spcPts val="300"/>
                        </a:spcAft>
                      </a:pPr>
                      <a:r>
                        <a:rPr lang="ar-SA" sz="1800" dirty="0">
                          <a:effectLst/>
                          <a:latin typeface="Times New Roman" panose="02020603050405020304" pitchFamily="18" charset="0"/>
                          <a:ea typeface="Times New Roman" panose="02020603050405020304" pitchFamily="18" charset="0"/>
                          <a:cs typeface="B Nazanin" panose="00000400000000000000" pitchFamily="2" charset="-78"/>
                        </a:rPr>
                        <a:t>توسط </a:t>
                      </a:r>
                      <a:r>
                        <a:rPr lang="en-US" sz="1200" dirty="0">
                          <a:effectLst/>
                          <a:latin typeface="Times New Roman" panose="02020603050405020304" pitchFamily="18" charset="0"/>
                          <a:ea typeface="Times New Roman" panose="02020603050405020304" pitchFamily="18" charset="0"/>
                          <a:cs typeface="B Nazanin" panose="00000400000000000000" pitchFamily="2" charset="-78"/>
                        </a:rPr>
                        <a:t>PC</a:t>
                      </a: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FFFFCC"/>
                    </a:solidFill>
                  </a:tcPr>
                </a:tc>
                <a:tc>
                  <a:txBody>
                    <a:bodyPr/>
                    <a:lstStyle/>
                    <a:p>
                      <a:pPr algn="ctr" rtl="1">
                        <a:spcAft>
                          <a:spcPts val="300"/>
                        </a:spcAft>
                      </a:pPr>
                      <a:r>
                        <a:rPr lang="ar-SA" sz="1800" dirty="0">
                          <a:effectLst/>
                          <a:latin typeface="Times New Roman" panose="02020603050405020304" pitchFamily="18" charset="0"/>
                          <a:ea typeface="Times New Roman" panose="02020603050405020304" pitchFamily="18" charset="0"/>
                          <a:cs typeface="B Nazanin" panose="00000400000000000000" pitchFamily="2" charset="-78"/>
                        </a:rPr>
                        <a:t>توسط </a:t>
                      </a:r>
                      <a:r>
                        <a:rPr lang="en-US" sz="1200" dirty="0">
                          <a:effectLst/>
                          <a:latin typeface="Times New Roman" panose="02020603050405020304" pitchFamily="18" charset="0"/>
                          <a:ea typeface="Times New Roman" panose="02020603050405020304" pitchFamily="18" charset="0"/>
                          <a:cs typeface="B Nazanin" panose="00000400000000000000" pitchFamily="2" charset="-78"/>
                        </a:rPr>
                        <a:t>MCU</a:t>
                      </a: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B9FFB9"/>
                    </a:solidFill>
                  </a:tcPr>
                </a:tc>
                <a:tc>
                  <a:txBody>
                    <a:bodyPr/>
                    <a:lstStyle/>
                    <a:p>
                      <a:pPr algn="ctr" rtl="1">
                        <a:spcAft>
                          <a:spcPts val="300"/>
                        </a:spcAft>
                      </a:pPr>
                      <a:r>
                        <a:rPr lang="ar-SA" sz="1800" dirty="0">
                          <a:effectLst/>
                          <a:latin typeface="Times New Roman" panose="02020603050405020304" pitchFamily="18" charset="0"/>
                          <a:ea typeface="Times New Roman" panose="02020603050405020304" pitchFamily="18" charset="0"/>
                          <a:cs typeface="B Nazanin" panose="00000400000000000000" pitchFamily="2" charset="-78"/>
                        </a:rPr>
                        <a:t>خیر</a:t>
                      </a:r>
                      <a:endParaRPr lang="en-US" sz="1200" dirty="0">
                        <a:effectLst/>
                        <a:latin typeface="Times New Roman" panose="02020603050405020304" pitchFamily="18" charset="0"/>
                        <a:ea typeface="Times New Roman" panose="02020603050405020304" pitchFamily="18" charset="0"/>
                        <a:cs typeface="B Nazanin" panose="00000400000000000000" pitchFamily="2" charset="-78"/>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FFCCCC"/>
                    </a:solidFill>
                  </a:tcPr>
                </a:tc>
              </a:tr>
              <a:tr h="381000">
                <a:tc>
                  <a:txBody>
                    <a:bodyPr/>
                    <a:lstStyle/>
                    <a:p>
                      <a:pPr algn="ctr" rtl="1">
                        <a:spcAft>
                          <a:spcPts val="300"/>
                        </a:spcAft>
                      </a:pPr>
                      <a:r>
                        <a:rPr lang="fa-IR" sz="1800">
                          <a:effectLst/>
                          <a:latin typeface="Times New Roman" panose="02020603050405020304" pitchFamily="18" charset="0"/>
                          <a:ea typeface="Times New Roman" panose="02020603050405020304" pitchFamily="18" charset="0"/>
                          <a:cs typeface="B Nazanin" panose="00000400000000000000" pitchFamily="2" charset="-78"/>
                        </a:rPr>
                        <a:t>توپولوژی</a:t>
                      </a:r>
                      <a:endParaRPr lang="en-US" sz="1200">
                        <a:effectLst/>
                        <a:latin typeface="Times New Roman" panose="02020603050405020304" pitchFamily="18" charset="0"/>
                        <a:ea typeface="Times New Roman" panose="02020603050405020304" pitchFamily="18" charset="0"/>
                        <a:cs typeface="B Nazanin" panose="00000400000000000000" pitchFamily="2" charset="-78"/>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algn="ctr" rtl="1">
                        <a:spcAft>
                          <a:spcPts val="300"/>
                        </a:spcAft>
                      </a:pPr>
                      <a:r>
                        <a:rPr lang="ar-SA" sz="1800" dirty="0">
                          <a:effectLst/>
                          <a:latin typeface="Times New Roman" panose="02020603050405020304" pitchFamily="18" charset="0"/>
                          <a:ea typeface="Times New Roman" panose="02020603050405020304" pitchFamily="18" charset="0"/>
                          <a:cs typeface="B Nazanin" panose="00000400000000000000" pitchFamily="2" charset="-78"/>
                        </a:rPr>
                        <a:t>سلول به سلول (تکی و گروهی)</a:t>
                      </a:r>
                      <a:endParaRPr lang="en-US" sz="1200" dirty="0">
                        <a:effectLst/>
                        <a:latin typeface="Times New Roman" panose="02020603050405020304" pitchFamily="18" charset="0"/>
                        <a:ea typeface="Times New Roman" panose="02020603050405020304" pitchFamily="18" charset="0"/>
                        <a:cs typeface="B Nazanin" panose="00000400000000000000" pitchFamily="2" charset="-78"/>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algn="ctr" rtl="1">
                        <a:spcAft>
                          <a:spcPts val="300"/>
                        </a:spcAft>
                      </a:pPr>
                      <a:r>
                        <a:rPr lang="ar-SA" sz="1800" dirty="0">
                          <a:effectLst/>
                          <a:latin typeface="Times New Roman" panose="02020603050405020304" pitchFamily="18" charset="0"/>
                          <a:ea typeface="Times New Roman" panose="02020603050405020304" pitchFamily="18" charset="0"/>
                          <a:cs typeface="B Nazanin" panose="00000400000000000000" pitchFamily="2" charset="-78"/>
                        </a:rPr>
                        <a:t>سلول به سلول </a:t>
                      </a:r>
                      <a:endParaRPr lang="en-US" sz="1200" dirty="0">
                        <a:effectLst/>
                        <a:latin typeface="Times New Roman" panose="02020603050405020304" pitchFamily="18" charset="0"/>
                        <a:ea typeface="Times New Roman" panose="02020603050405020304" pitchFamily="18" charset="0"/>
                        <a:cs typeface="B Nazanin" panose="00000400000000000000" pitchFamily="2" charset="-78"/>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algn="ctr" rtl="1">
                        <a:spcAft>
                          <a:spcPts val="300"/>
                        </a:spcAft>
                      </a:pPr>
                      <a:r>
                        <a:rPr lang="ar-SA" sz="1800">
                          <a:effectLst/>
                          <a:latin typeface="Times New Roman" panose="02020603050405020304" pitchFamily="18" charset="0"/>
                          <a:ea typeface="Times New Roman" panose="02020603050405020304" pitchFamily="18" charset="0"/>
                          <a:cs typeface="B Nazanin" panose="00000400000000000000" pitchFamily="2" charset="-78"/>
                        </a:rPr>
                        <a:t>سلول به سلول (تکی و گروهی)</a:t>
                      </a:r>
                      <a:endParaRPr lang="en-US" sz="1200">
                        <a:effectLst/>
                        <a:latin typeface="Times New Roman" panose="02020603050405020304" pitchFamily="18" charset="0"/>
                        <a:ea typeface="Times New Roman" panose="02020603050405020304" pitchFamily="18" charset="0"/>
                        <a:cs typeface="B Nazanin" panose="00000400000000000000" pitchFamily="2" charset="-78"/>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algn="ctr" rtl="1">
                        <a:spcAft>
                          <a:spcPts val="300"/>
                        </a:spcAft>
                      </a:pPr>
                      <a:r>
                        <a:rPr lang="ar-SA" sz="1800" dirty="0">
                          <a:effectLst/>
                          <a:latin typeface="Times New Roman" panose="02020603050405020304" pitchFamily="18" charset="0"/>
                          <a:ea typeface="Times New Roman" panose="02020603050405020304" pitchFamily="18" charset="0"/>
                          <a:cs typeface="B Nazanin" panose="00000400000000000000" pitchFamily="2" charset="-78"/>
                        </a:rPr>
                        <a:t>سلول به سلول و ماژول به ماژول</a:t>
                      </a:r>
                      <a:endParaRPr lang="en-US" sz="1200" dirty="0">
                        <a:effectLst/>
                        <a:latin typeface="Times New Roman" panose="02020603050405020304" pitchFamily="18" charset="0"/>
                        <a:ea typeface="Times New Roman" panose="02020603050405020304" pitchFamily="18" charset="0"/>
                        <a:cs typeface="B Nazanin" panose="00000400000000000000" pitchFamily="2" charset="-78"/>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r>
              <a:tr h="381000">
                <a:tc>
                  <a:txBody>
                    <a:bodyPr/>
                    <a:lstStyle/>
                    <a:p>
                      <a:pPr algn="ctr" rtl="1">
                        <a:spcAft>
                          <a:spcPts val="300"/>
                        </a:spcAft>
                      </a:pPr>
                      <a:r>
                        <a:rPr lang="fa-IR" sz="1800">
                          <a:effectLst/>
                          <a:latin typeface="Times New Roman" panose="02020603050405020304" pitchFamily="18" charset="0"/>
                          <a:ea typeface="Times New Roman" panose="02020603050405020304" pitchFamily="18" charset="0"/>
                          <a:cs typeface="B Nazanin" panose="00000400000000000000" pitchFamily="2" charset="-78"/>
                        </a:rPr>
                        <a:t>متغیر همسان‌سازی</a:t>
                      </a:r>
                      <a:endParaRPr lang="en-US" sz="1200">
                        <a:effectLst/>
                        <a:latin typeface="Times New Roman" panose="02020603050405020304" pitchFamily="18" charset="0"/>
                        <a:ea typeface="Times New Roman" panose="02020603050405020304" pitchFamily="18" charset="0"/>
                        <a:cs typeface="B Nazanin" panose="00000400000000000000" pitchFamily="2" charset="-78"/>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algn="ctr" rtl="1">
                        <a:spcAft>
                          <a:spcPts val="300"/>
                        </a:spcAft>
                      </a:pPr>
                      <a:r>
                        <a:rPr lang="en-US" sz="1200" dirty="0">
                          <a:effectLst/>
                          <a:latin typeface="Times New Roman" panose="02020603050405020304" pitchFamily="18" charset="0"/>
                          <a:ea typeface="Times New Roman" panose="02020603050405020304" pitchFamily="18" charset="0"/>
                          <a:cs typeface="B Nazanin" panose="00000400000000000000" pitchFamily="2" charset="-78"/>
                        </a:rPr>
                        <a:t>SOC</a:t>
                      </a: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B9FFB9"/>
                    </a:solidFill>
                  </a:tcPr>
                </a:tc>
                <a:tc>
                  <a:txBody>
                    <a:bodyPr/>
                    <a:lstStyle/>
                    <a:p>
                      <a:pPr algn="ctr" rtl="1">
                        <a:spcAft>
                          <a:spcPts val="300"/>
                        </a:spcAft>
                      </a:pPr>
                      <a:r>
                        <a:rPr lang="en-US" sz="1200" dirty="0">
                          <a:effectLst/>
                          <a:latin typeface="Times New Roman" panose="02020603050405020304" pitchFamily="18" charset="0"/>
                          <a:ea typeface="Times New Roman" panose="02020603050405020304" pitchFamily="18" charset="0"/>
                          <a:cs typeface="B Nazanin" panose="00000400000000000000" pitchFamily="2" charset="-78"/>
                        </a:rPr>
                        <a:t>SOC</a:t>
                      </a: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B9FFB9"/>
                    </a:solidFill>
                  </a:tcPr>
                </a:tc>
                <a:tc>
                  <a:txBody>
                    <a:bodyPr/>
                    <a:lstStyle/>
                    <a:p>
                      <a:pPr algn="ctr" rtl="1">
                        <a:spcAft>
                          <a:spcPts val="300"/>
                        </a:spcAft>
                      </a:pPr>
                      <a:r>
                        <a:rPr lang="fa-IR" sz="1800" dirty="0">
                          <a:effectLst/>
                          <a:latin typeface="Times New Roman" panose="02020603050405020304" pitchFamily="18" charset="0"/>
                          <a:ea typeface="Times New Roman" panose="02020603050405020304" pitchFamily="18" charset="0"/>
                          <a:cs typeface="B Nazanin" panose="00000400000000000000" pitchFamily="2" charset="-78"/>
                        </a:rPr>
                        <a:t>ولتاژ</a:t>
                      </a:r>
                      <a:endParaRPr lang="en-US" sz="1200" dirty="0">
                        <a:effectLst/>
                        <a:latin typeface="Times New Roman" panose="02020603050405020304" pitchFamily="18" charset="0"/>
                        <a:ea typeface="Times New Roman" panose="02020603050405020304" pitchFamily="18" charset="0"/>
                        <a:cs typeface="B Nazanin" panose="00000400000000000000" pitchFamily="2" charset="-78"/>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FFCCCC"/>
                    </a:solidFill>
                  </a:tcPr>
                </a:tc>
                <a:tc>
                  <a:txBody>
                    <a:bodyPr/>
                    <a:lstStyle/>
                    <a:p>
                      <a:pPr algn="ctr" rtl="1">
                        <a:spcAft>
                          <a:spcPts val="300"/>
                        </a:spcAft>
                      </a:pPr>
                      <a:r>
                        <a:rPr lang="en-US" sz="1200" dirty="0">
                          <a:effectLst/>
                          <a:latin typeface="Times New Roman" panose="02020603050405020304" pitchFamily="18" charset="0"/>
                          <a:ea typeface="Times New Roman" panose="02020603050405020304" pitchFamily="18" charset="0"/>
                          <a:cs typeface="B Nazanin" panose="00000400000000000000" pitchFamily="2" charset="-78"/>
                        </a:rPr>
                        <a:t>SOC</a:t>
                      </a: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B9FFB9"/>
                    </a:solidFill>
                  </a:tcPr>
                </a:tc>
              </a:tr>
              <a:tr h="381000">
                <a:tc>
                  <a:txBody>
                    <a:bodyPr/>
                    <a:lstStyle/>
                    <a:p>
                      <a:pPr algn="ctr" rtl="1">
                        <a:spcAft>
                          <a:spcPts val="300"/>
                        </a:spcAft>
                      </a:pPr>
                      <a:r>
                        <a:rPr lang="fa-IR" sz="1800">
                          <a:effectLst/>
                          <a:latin typeface="Times New Roman" panose="02020603050405020304" pitchFamily="18" charset="0"/>
                          <a:ea typeface="Times New Roman" panose="02020603050405020304" pitchFamily="18" charset="0"/>
                          <a:cs typeface="B Nazanin" panose="00000400000000000000" pitchFamily="2" charset="-78"/>
                        </a:rPr>
                        <a:t>اهداف همسان‌سازی</a:t>
                      </a:r>
                      <a:endParaRPr lang="en-US" sz="1200">
                        <a:effectLst/>
                        <a:latin typeface="Times New Roman" panose="02020603050405020304" pitchFamily="18" charset="0"/>
                        <a:ea typeface="Times New Roman" panose="02020603050405020304" pitchFamily="18" charset="0"/>
                        <a:cs typeface="B Nazanin" panose="00000400000000000000" pitchFamily="2" charset="-78"/>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algn="ctr" rtl="1">
                        <a:spcAft>
                          <a:spcPts val="300"/>
                        </a:spcAft>
                      </a:pPr>
                      <a:r>
                        <a:rPr lang="ar-SA" sz="1800" dirty="0">
                          <a:effectLst/>
                          <a:latin typeface="Times New Roman" panose="02020603050405020304" pitchFamily="18" charset="0"/>
                          <a:ea typeface="Times New Roman" panose="02020603050405020304" pitchFamily="18" charset="0"/>
                          <a:cs typeface="B Nazanin" panose="00000400000000000000" pitchFamily="2" charset="-78"/>
                        </a:rPr>
                        <a:t>زمان اتمام</a:t>
                      </a:r>
                      <a:endParaRPr lang="en-US" sz="1200" dirty="0">
                        <a:effectLst/>
                        <a:latin typeface="Times New Roman" panose="02020603050405020304" pitchFamily="18" charset="0"/>
                        <a:ea typeface="Times New Roman" panose="02020603050405020304" pitchFamily="18" charset="0"/>
                        <a:cs typeface="B Nazanin" panose="00000400000000000000" pitchFamily="2" charset="-78"/>
                      </a:endParaRPr>
                    </a:p>
                    <a:p>
                      <a:pPr algn="ctr" rtl="1">
                        <a:spcAft>
                          <a:spcPts val="300"/>
                        </a:spcAft>
                      </a:pPr>
                      <a:r>
                        <a:rPr lang="ar-SA" sz="1800" dirty="0">
                          <a:effectLst/>
                          <a:latin typeface="Times New Roman" panose="02020603050405020304" pitchFamily="18" charset="0"/>
                          <a:ea typeface="Times New Roman" panose="02020603050405020304" pitchFamily="18" charset="0"/>
                          <a:cs typeface="B Nazanin" panose="00000400000000000000" pitchFamily="2" charset="-78"/>
                        </a:rPr>
                        <a:t>یکپارچگی</a:t>
                      </a:r>
                      <a:endParaRPr lang="en-US" sz="1200" dirty="0">
                        <a:effectLst/>
                        <a:latin typeface="Times New Roman" panose="02020603050405020304" pitchFamily="18" charset="0"/>
                        <a:ea typeface="Times New Roman" panose="02020603050405020304" pitchFamily="18" charset="0"/>
                        <a:cs typeface="B Nazanin" panose="00000400000000000000" pitchFamily="2" charset="-78"/>
                      </a:endParaRPr>
                    </a:p>
                    <a:p>
                      <a:pPr algn="ctr" rtl="1">
                        <a:spcAft>
                          <a:spcPts val="300"/>
                        </a:spcAft>
                      </a:pPr>
                      <a:r>
                        <a:rPr lang="ar-SA" sz="1800" dirty="0">
                          <a:effectLst/>
                          <a:latin typeface="Times New Roman" panose="02020603050405020304" pitchFamily="18" charset="0"/>
                          <a:ea typeface="Times New Roman" panose="02020603050405020304" pitchFamily="18" charset="0"/>
                          <a:cs typeface="B Nazanin" panose="00000400000000000000" pitchFamily="2" charset="-78"/>
                        </a:rPr>
                        <a:t>روی‌هم‌رفت</a:t>
                      </a:r>
                      <a:endParaRPr lang="en-US" sz="1200" dirty="0">
                        <a:effectLst/>
                        <a:latin typeface="Times New Roman" panose="02020603050405020304" pitchFamily="18" charset="0"/>
                        <a:ea typeface="Times New Roman" panose="02020603050405020304" pitchFamily="18" charset="0"/>
                        <a:cs typeface="B Nazanin" panose="00000400000000000000" pitchFamily="2" charset="-78"/>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B9FFB9"/>
                    </a:solidFill>
                  </a:tcPr>
                </a:tc>
                <a:tc>
                  <a:txBody>
                    <a:bodyPr/>
                    <a:lstStyle/>
                    <a:p>
                      <a:pPr algn="ctr" rtl="1">
                        <a:spcAft>
                          <a:spcPts val="300"/>
                        </a:spcAft>
                      </a:pPr>
                      <a:r>
                        <a:rPr lang="ar-SA" sz="1800" dirty="0">
                          <a:effectLst/>
                          <a:latin typeface="Times New Roman" panose="02020603050405020304" pitchFamily="18" charset="0"/>
                          <a:ea typeface="Times New Roman" panose="02020603050405020304" pitchFamily="18" charset="0"/>
                          <a:cs typeface="B Nazanin" panose="00000400000000000000" pitchFamily="2" charset="-78"/>
                        </a:rPr>
                        <a:t>زمان اتمام</a:t>
                      </a:r>
                      <a:endParaRPr lang="en-US" sz="1200" dirty="0">
                        <a:effectLst/>
                        <a:latin typeface="Times New Roman" panose="02020603050405020304" pitchFamily="18" charset="0"/>
                        <a:ea typeface="Times New Roman" panose="02020603050405020304" pitchFamily="18" charset="0"/>
                        <a:cs typeface="B Nazanin" panose="00000400000000000000" pitchFamily="2" charset="-78"/>
                      </a:endParaRPr>
                    </a:p>
                    <a:p>
                      <a:pPr algn="ctr" rtl="1">
                        <a:spcAft>
                          <a:spcPts val="300"/>
                        </a:spcAft>
                      </a:pPr>
                      <a:r>
                        <a:rPr lang="ar-SA" sz="1800" dirty="0">
                          <a:effectLst/>
                          <a:latin typeface="Times New Roman" panose="02020603050405020304" pitchFamily="18" charset="0"/>
                          <a:ea typeface="Times New Roman" panose="02020603050405020304" pitchFamily="18" charset="0"/>
                          <a:cs typeface="B Nazanin" panose="00000400000000000000" pitchFamily="2" charset="-78"/>
                        </a:rPr>
                        <a:t>یکپارچگی</a:t>
                      </a:r>
                      <a:endParaRPr lang="en-US" sz="1200" dirty="0">
                        <a:effectLst/>
                        <a:latin typeface="Times New Roman" panose="02020603050405020304" pitchFamily="18" charset="0"/>
                        <a:ea typeface="Times New Roman" panose="02020603050405020304" pitchFamily="18" charset="0"/>
                        <a:cs typeface="B Nazanin" panose="00000400000000000000" pitchFamily="2" charset="-78"/>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FFFFCC"/>
                    </a:solidFill>
                  </a:tcPr>
                </a:tc>
                <a:tc>
                  <a:txBody>
                    <a:bodyPr/>
                    <a:lstStyle/>
                    <a:p>
                      <a:pPr algn="ctr" rtl="1">
                        <a:spcAft>
                          <a:spcPts val="300"/>
                        </a:spcAft>
                      </a:pPr>
                      <a:r>
                        <a:rPr lang="ar-SA" sz="1800" dirty="0">
                          <a:effectLst/>
                          <a:latin typeface="Times New Roman" panose="02020603050405020304" pitchFamily="18" charset="0"/>
                          <a:ea typeface="Times New Roman" panose="02020603050405020304" pitchFamily="18" charset="0"/>
                          <a:cs typeface="B Nazanin" panose="00000400000000000000" pitchFamily="2" charset="-78"/>
                        </a:rPr>
                        <a:t>یکپارچگی</a:t>
                      </a:r>
                      <a:endParaRPr lang="en-US" sz="1200" dirty="0">
                        <a:effectLst/>
                        <a:latin typeface="Times New Roman" panose="02020603050405020304" pitchFamily="18" charset="0"/>
                        <a:ea typeface="Times New Roman" panose="02020603050405020304" pitchFamily="18" charset="0"/>
                        <a:cs typeface="B Nazanin" panose="00000400000000000000" pitchFamily="2" charset="-78"/>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FFCCCC"/>
                    </a:solidFill>
                  </a:tcPr>
                </a:tc>
                <a:tc>
                  <a:txBody>
                    <a:bodyPr/>
                    <a:lstStyle/>
                    <a:p>
                      <a:pPr algn="ctr" rtl="1">
                        <a:spcAft>
                          <a:spcPts val="300"/>
                        </a:spcAft>
                      </a:pPr>
                      <a:r>
                        <a:rPr lang="ar-SA" sz="1800" dirty="0">
                          <a:effectLst/>
                          <a:latin typeface="Times New Roman" panose="02020603050405020304" pitchFamily="18" charset="0"/>
                          <a:ea typeface="Times New Roman" panose="02020603050405020304" pitchFamily="18" charset="0"/>
                          <a:cs typeface="B Nazanin" panose="00000400000000000000" pitchFamily="2" charset="-78"/>
                        </a:rPr>
                        <a:t>زمان اتمام</a:t>
                      </a:r>
                      <a:endParaRPr lang="en-US" sz="1200" dirty="0">
                        <a:effectLst/>
                        <a:latin typeface="Times New Roman" panose="02020603050405020304" pitchFamily="18" charset="0"/>
                        <a:ea typeface="Times New Roman" panose="02020603050405020304" pitchFamily="18" charset="0"/>
                        <a:cs typeface="B Nazanin" panose="00000400000000000000" pitchFamily="2" charset="-78"/>
                      </a:endParaRPr>
                    </a:p>
                    <a:p>
                      <a:pPr algn="ctr" rtl="1">
                        <a:spcAft>
                          <a:spcPts val="300"/>
                        </a:spcAft>
                      </a:pPr>
                      <a:r>
                        <a:rPr lang="ar-SA" sz="1800" dirty="0">
                          <a:effectLst/>
                          <a:latin typeface="Times New Roman" panose="02020603050405020304" pitchFamily="18" charset="0"/>
                          <a:ea typeface="Times New Roman" panose="02020603050405020304" pitchFamily="18" charset="0"/>
                          <a:cs typeface="B Nazanin" panose="00000400000000000000" pitchFamily="2" charset="-78"/>
                        </a:rPr>
                        <a:t>یکپارچگی</a:t>
                      </a:r>
                      <a:endParaRPr lang="en-US" sz="1200" dirty="0">
                        <a:effectLst/>
                        <a:latin typeface="Times New Roman" panose="02020603050405020304" pitchFamily="18" charset="0"/>
                        <a:ea typeface="Times New Roman" panose="02020603050405020304" pitchFamily="18" charset="0"/>
                        <a:cs typeface="B Nazanin" panose="00000400000000000000" pitchFamily="2" charset="-78"/>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FFFFCC"/>
                    </a:solidFill>
                  </a:tcPr>
                </a:tc>
              </a:tr>
              <a:tr h="381000">
                <a:tc>
                  <a:txBody>
                    <a:bodyPr/>
                    <a:lstStyle/>
                    <a:p>
                      <a:pPr algn="ctr" rtl="1">
                        <a:spcAft>
                          <a:spcPts val="300"/>
                        </a:spcAft>
                      </a:pPr>
                      <a:r>
                        <a:rPr lang="fa-IR" sz="1800" dirty="0">
                          <a:effectLst/>
                          <a:latin typeface="Times New Roman" panose="02020603050405020304" pitchFamily="18" charset="0"/>
                          <a:ea typeface="Times New Roman" panose="02020603050405020304" pitchFamily="18" charset="0"/>
                          <a:cs typeface="B Nazanin" panose="00000400000000000000" pitchFamily="2" charset="-78"/>
                        </a:rPr>
                        <a:t>زمان اجرای الگوریتم</a:t>
                      </a:r>
                      <a:endParaRPr lang="en-US" sz="1200" dirty="0">
                        <a:effectLst/>
                        <a:latin typeface="Times New Roman" panose="02020603050405020304" pitchFamily="18" charset="0"/>
                        <a:ea typeface="Times New Roman" panose="02020603050405020304" pitchFamily="18" charset="0"/>
                        <a:cs typeface="B Nazanin" panose="00000400000000000000" pitchFamily="2" charset="-78"/>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algn="ctr" rtl="1">
                        <a:spcAft>
                          <a:spcPts val="300"/>
                        </a:spcAft>
                      </a:pPr>
                      <a:r>
                        <a:rPr lang="ar-SA" sz="1800" dirty="0">
                          <a:effectLst/>
                          <a:latin typeface="Times New Roman" panose="02020603050405020304" pitchFamily="18" charset="0"/>
                          <a:ea typeface="Times New Roman" panose="02020603050405020304" pitchFamily="18" charset="0"/>
                          <a:cs typeface="B Nazanin" panose="00000400000000000000" pitchFamily="2" charset="-78"/>
                        </a:rPr>
                        <a:t>متوسط</a:t>
                      </a:r>
                      <a:endParaRPr lang="en-US" sz="1200" dirty="0">
                        <a:effectLst/>
                        <a:latin typeface="Times New Roman" panose="02020603050405020304" pitchFamily="18" charset="0"/>
                        <a:ea typeface="Times New Roman" panose="02020603050405020304" pitchFamily="18" charset="0"/>
                        <a:cs typeface="B Nazanin" panose="00000400000000000000" pitchFamily="2" charset="-78"/>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FFFFCC"/>
                    </a:solidFill>
                  </a:tcPr>
                </a:tc>
                <a:tc>
                  <a:txBody>
                    <a:bodyPr/>
                    <a:lstStyle/>
                    <a:p>
                      <a:pPr algn="ctr" rtl="1">
                        <a:spcAft>
                          <a:spcPts val="300"/>
                        </a:spcAft>
                      </a:pPr>
                      <a:r>
                        <a:rPr lang="ar-SA" sz="1800" dirty="0">
                          <a:effectLst/>
                          <a:latin typeface="Times New Roman" panose="02020603050405020304" pitchFamily="18" charset="0"/>
                          <a:ea typeface="Times New Roman" panose="02020603050405020304" pitchFamily="18" charset="0"/>
                          <a:cs typeface="B Nazanin" panose="00000400000000000000" pitchFamily="2" charset="-78"/>
                        </a:rPr>
                        <a:t>زیاد</a:t>
                      </a:r>
                      <a:endParaRPr lang="en-US" sz="1200" dirty="0">
                        <a:effectLst/>
                        <a:latin typeface="Times New Roman" panose="02020603050405020304" pitchFamily="18" charset="0"/>
                        <a:ea typeface="Times New Roman" panose="02020603050405020304" pitchFamily="18" charset="0"/>
                        <a:cs typeface="B Nazanin" panose="00000400000000000000" pitchFamily="2" charset="-78"/>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FFCCCC"/>
                    </a:solidFill>
                  </a:tcPr>
                </a:tc>
                <a:tc>
                  <a:txBody>
                    <a:bodyPr/>
                    <a:lstStyle/>
                    <a:p>
                      <a:pPr algn="ctr" rtl="1">
                        <a:spcAft>
                          <a:spcPts val="300"/>
                        </a:spcAft>
                      </a:pPr>
                      <a:r>
                        <a:rPr lang="ar-SA" sz="1800" dirty="0">
                          <a:effectLst/>
                          <a:latin typeface="Times New Roman" panose="02020603050405020304" pitchFamily="18" charset="0"/>
                          <a:ea typeface="Times New Roman" panose="02020603050405020304" pitchFamily="18" charset="0"/>
                          <a:cs typeface="B Nazanin" panose="00000400000000000000" pitchFamily="2" charset="-78"/>
                        </a:rPr>
                        <a:t>کم</a:t>
                      </a:r>
                      <a:endParaRPr lang="en-US" sz="1200" dirty="0">
                        <a:effectLst/>
                        <a:latin typeface="Times New Roman" panose="02020603050405020304" pitchFamily="18" charset="0"/>
                        <a:ea typeface="Times New Roman" panose="02020603050405020304" pitchFamily="18" charset="0"/>
                        <a:cs typeface="B Nazanin" panose="00000400000000000000" pitchFamily="2" charset="-78"/>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B9FFB9"/>
                    </a:solidFill>
                  </a:tcPr>
                </a:tc>
                <a:tc>
                  <a:txBody>
                    <a:bodyPr/>
                    <a:lstStyle/>
                    <a:p>
                      <a:pPr algn="ctr" rtl="1">
                        <a:spcAft>
                          <a:spcPts val="300"/>
                        </a:spcAft>
                      </a:pPr>
                      <a:r>
                        <a:rPr lang="fa-IR" sz="1800" dirty="0" smtClean="0">
                          <a:effectLst/>
                          <a:latin typeface="Times New Roman" panose="02020603050405020304" pitchFamily="18" charset="0"/>
                          <a:ea typeface="Times New Roman" panose="02020603050405020304" pitchFamily="18" charset="0"/>
                          <a:cs typeface="B Nazanin" panose="00000400000000000000" pitchFamily="2" charset="-78"/>
                        </a:rPr>
                        <a:t>کم</a:t>
                      </a:r>
                      <a:endParaRPr lang="en-US" sz="1200" dirty="0">
                        <a:effectLst/>
                        <a:latin typeface="Times New Roman" panose="02020603050405020304" pitchFamily="18" charset="0"/>
                        <a:ea typeface="Times New Roman" panose="02020603050405020304" pitchFamily="18" charset="0"/>
                        <a:cs typeface="B Nazanin" panose="00000400000000000000" pitchFamily="2" charset="-78"/>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B9FFB9"/>
                    </a:solidFill>
                  </a:tcPr>
                </a:tc>
              </a:tr>
            </a:tbl>
          </a:graphicData>
        </a:graphic>
      </p:graphicFrame>
      <p:sp>
        <p:nvSpPr>
          <p:cNvPr id="19" name="Rectangle 18"/>
          <p:cNvSpPr/>
          <p:nvPr/>
        </p:nvSpPr>
        <p:spPr>
          <a:xfrm>
            <a:off x="1400810" y="748495"/>
            <a:ext cx="6540500" cy="369332"/>
          </a:xfrm>
          <a:prstGeom prst="rect">
            <a:avLst/>
          </a:prstGeom>
        </p:spPr>
        <p:txBody>
          <a:bodyPr wrap="square">
            <a:spAutoFit/>
          </a:bodyPr>
          <a:lstStyle/>
          <a:p>
            <a:pPr algn="ctr" rtl="1"/>
            <a:r>
              <a:rPr lang="ar-SA" dirty="0" smtClean="0">
                <a:latin typeface="Times New Roman" panose="02020603050405020304" pitchFamily="18" charset="0"/>
                <a:ea typeface="Times New Roman" panose="02020603050405020304" pitchFamily="18" charset="0"/>
                <a:cs typeface="B Nazanin" panose="00000400000000000000" pitchFamily="2" charset="-78"/>
              </a:rPr>
              <a:t>جدول </a:t>
            </a:r>
            <a:r>
              <a:rPr lang="ar-SA" dirty="0" smtClean="0">
                <a:latin typeface="Times New Roman" panose="02020603050405020304" pitchFamily="18" charset="0"/>
                <a:ea typeface="Times New Roman" panose="02020603050405020304" pitchFamily="18" charset="0"/>
                <a:cs typeface="B Nazanin" panose="00000400000000000000" pitchFamily="2" charset="-78"/>
              </a:rPr>
              <a:t>‏</a:t>
            </a:r>
            <a:r>
              <a:rPr lang="fa-IR" dirty="0" smtClean="0">
                <a:latin typeface="Times New Roman" panose="02020603050405020304" pitchFamily="18" charset="0"/>
                <a:ea typeface="Times New Roman" panose="02020603050405020304" pitchFamily="18" charset="0"/>
                <a:cs typeface="B Nazanin" panose="00000400000000000000" pitchFamily="2" charset="-78"/>
              </a:rPr>
              <a:t>2 </a:t>
            </a:r>
            <a:r>
              <a:rPr lang="fa-IR" dirty="0" smtClean="0">
                <a:latin typeface="Times New Roman" panose="02020603050405020304" pitchFamily="18" charset="0"/>
                <a:ea typeface="Times New Roman" panose="02020603050405020304" pitchFamily="18" charset="0"/>
                <a:cs typeface="B Nazanin" panose="00000400000000000000" pitchFamily="2" charset="-78"/>
              </a:rPr>
              <a:t>مقایسه </a:t>
            </a:r>
            <a:r>
              <a:rPr lang="fa-IR" dirty="0" smtClean="0">
                <a:latin typeface="Times New Roman" panose="02020603050405020304" pitchFamily="18" charset="0"/>
                <a:ea typeface="Times New Roman" panose="02020603050405020304" pitchFamily="18" charset="0"/>
                <a:cs typeface="B Nazanin" panose="00000400000000000000" pitchFamily="2" charset="-78"/>
              </a:rPr>
              <a:t>طرح پیشنهادی با پژوهش های اخیر</a:t>
            </a:r>
            <a:r>
              <a:rPr lang="ar-SA" dirty="0" smtClean="0">
                <a:latin typeface="Times New Roman" panose="02020603050405020304" pitchFamily="18" charset="0"/>
                <a:ea typeface="Times New Roman" panose="02020603050405020304" pitchFamily="18" charset="0"/>
                <a:cs typeface="B Nazanin" panose="00000400000000000000" pitchFamily="2" charset="-78"/>
              </a:rPr>
              <a:t>.</a:t>
            </a:r>
            <a:endParaRPr lang="en-US" dirty="0"/>
          </a:p>
        </p:txBody>
      </p:sp>
      <p:sp>
        <p:nvSpPr>
          <p:cNvPr id="3" name="Rectangle 2"/>
          <p:cNvSpPr/>
          <p:nvPr/>
        </p:nvSpPr>
        <p:spPr>
          <a:xfrm>
            <a:off x="228600" y="5635258"/>
            <a:ext cx="8915400" cy="1277273"/>
          </a:xfrm>
          <a:prstGeom prst="rect">
            <a:avLst/>
          </a:prstGeom>
        </p:spPr>
        <p:txBody>
          <a:bodyPr wrap="square">
            <a:spAutoFit/>
          </a:bodyPr>
          <a:lstStyle/>
          <a:p>
            <a:pPr lvl="0">
              <a:defRPr/>
            </a:pPr>
            <a:r>
              <a:rPr lang="en-US" sz="1100" dirty="0">
                <a:solidFill>
                  <a:srgbClr val="292934"/>
                </a:solidFill>
                <a:latin typeface="Times New Roman" panose="02020603050405020304" pitchFamily="18" charset="0"/>
                <a:cs typeface="B Nazanin" panose="00000400000000000000" pitchFamily="2" charset="-78"/>
              </a:rPr>
              <a:t>[1]	W. </a:t>
            </a:r>
            <a:r>
              <a:rPr lang="en-US" sz="1100" dirty="0" err="1">
                <a:solidFill>
                  <a:srgbClr val="292934"/>
                </a:solidFill>
                <a:latin typeface="Times New Roman" panose="02020603050405020304" pitchFamily="18" charset="0"/>
                <a:cs typeface="B Nazanin" panose="00000400000000000000" pitchFamily="2" charset="-78"/>
              </a:rPr>
              <a:t>Lujun</a:t>
            </a:r>
            <a:r>
              <a:rPr lang="en-US" sz="1100" i="1" dirty="0">
                <a:solidFill>
                  <a:srgbClr val="292934"/>
                </a:solidFill>
                <a:latin typeface="Times New Roman" panose="02020603050405020304" pitchFamily="18" charset="0"/>
                <a:cs typeface="B Nazanin" panose="00000400000000000000" pitchFamily="2" charset="-78"/>
              </a:rPr>
              <a:t> et al.</a:t>
            </a:r>
            <a:r>
              <a:rPr lang="en-US" sz="1100" dirty="0">
                <a:solidFill>
                  <a:srgbClr val="292934"/>
                </a:solidFill>
                <a:latin typeface="Times New Roman" panose="02020603050405020304" pitchFamily="18" charset="0"/>
                <a:cs typeface="B Nazanin" panose="00000400000000000000" pitchFamily="2" charset="-78"/>
              </a:rPr>
              <a:t>, "Efficient and fast active equalization method for retired battery pack using wide voltage range bidirectional converter and DBSCAN clustering algorithm," </a:t>
            </a:r>
            <a:r>
              <a:rPr lang="en-US" sz="1100" i="1" dirty="0">
                <a:solidFill>
                  <a:srgbClr val="292934"/>
                </a:solidFill>
                <a:latin typeface="Times New Roman" panose="02020603050405020304" pitchFamily="18" charset="0"/>
                <a:cs typeface="B Nazanin" panose="00000400000000000000" pitchFamily="2" charset="-78"/>
              </a:rPr>
              <a:t>IEEE Transactions on Power Electronics, </a:t>
            </a:r>
            <a:r>
              <a:rPr lang="en-US" sz="1100" dirty="0">
                <a:solidFill>
                  <a:srgbClr val="292934"/>
                </a:solidFill>
                <a:latin typeface="Times New Roman" panose="02020603050405020304" pitchFamily="18" charset="0"/>
                <a:cs typeface="B Nazanin" panose="00000400000000000000" pitchFamily="2" charset="-78"/>
              </a:rPr>
              <a:t>vol. 37, no. 11, pp. 13824-13833, 2022.</a:t>
            </a:r>
          </a:p>
          <a:p>
            <a:pPr lvl="0">
              <a:defRPr/>
            </a:pPr>
            <a:r>
              <a:rPr lang="en-US" sz="1100" dirty="0">
                <a:solidFill>
                  <a:srgbClr val="292934"/>
                </a:solidFill>
                <a:latin typeface="Times New Roman" panose="02020603050405020304" pitchFamily="18" charset="0"/>
                <a:cs typeface="B Nazanin" panose="00000400000000000000" pitchFamily="2" charset="-78"/>
              </a:rPr>
              <a:t>[2]	L. Liao and H. Chen, "Research on two-stage equalization strategy based on fuzzy logic control for lithium-ion battery packs," </a:t>
            </a:r>
            <a:r>
              <a:rPr lang="en-US" sz="1100" i="1" dirty="0">
                <a:solidFill>
                  <a:srgbClr val="292934"/>
                </a:solidFill>
                <a:latin typeface="Times New Roman" panose="02020603050405020304" pitchFamily="18" charset="0"/>
                <a:cs typeface="B Nazanin" panose="00000400000000000000" pitchFamily="2" charset="-78"/>
              </a:rPr>
              <a:t>Journal of Energy Storage, </a:t>
            </a:r>
            <a:r>
              <a:rPr lang="nl-NL" sz="1100" dirty="0">
                <a:solidFill>
                  <a:srgbClr val="292934"/>
                </a:solidFill>
                <a:latin typeface="Times New Roman" panose="02020603050405020304" pitchFamily="18" charset="0"/>
                <a:cs typeface="B Nazanin" panose="00000400000000000000" pitchFamily="2" charset="-78"/>
              </a:rPr>
              <a:t>vol. 50, p. 104321, 2022.</a:t>
            </a:r>
          </a:p>
          <a:p>
            <a:pPr lvl="0">
              <a:defRPr/>
            </a:pPr>
            <a:r>
              <a:rPr lang="en-US" sz="1100" dirty="0">
                <a:solidFill>
                  <a:srgbClr val="292934"/>
                </a:solidFill>
                <a:latin typeface="Times New Roman" panose="02020603050405020304" pitchFamily="18" charset="0"/>
                <a:cs typeface="B Nazanin" panose="00000400000000000000" pitchFamily="2" charset="-78"/>
              </a:rPr>
              <a:t>[3]	S. </a:t>
            </a:r>
            <a:r>
              <a:rPr lang="en-US" sz="1100" dirty="0" err="1">
                <a:solidFill>
                  <a:srgbClr val="292934"/>
                </a:solidFill>
                <a:latin typeface="Times New Roman" panose="02020603050405020304" pitchFamily="18" charset="0"/>
                <a:cs typeface="B Nazanin" panose="00000400000000000000" pitchFamily="2" charset="-78"/>
              </a:rPr>
              <a:t>Jinlei</a:t>
            </a:r>
            <a:r>
              <a:rPr lang="en-US" sz="1100" dirty="0">
                <a:solidFill>
                  <a:srgbClr val="292934"/>
                </a:solidFill>
                <a:latin typeface="Times New Roman" panose="02020603050405020304" pitchFamily="18" charset="0"/>
                <a:cs typeface="B Nazanin" panose="00000400000000000000" pitchFamily="2" charset="-78"/>
              </a:rPr>
              <a:t>, L. Wei, T. </a:t>
            </a:r>
            <a:r>
              <a:rPr lang="en-US" sz="1100" dirty="0" err="1">
                <a:solidFill>
                  <a:srgbClr val="292934"/>
                </a:solidFill>
                <a:latin typeface="Times New Roman" panose="02020603050405020304" pitchFamily="18" charset="0"/>
                <a:cs typeface="B Nazanin" panose="00000400000000000000" pitchFamily="2" charset="-78"/>
              </a:rPr>
              <a:t>Chuanyu</a:t>
            </a:r>
            <a:r>
              <a:rPr lang="en-US" sz="1100" dirty="0">
                <a:solidFill>
                  <a:srgbClr val="292934"/>
                </a:solidFill>
                <a:latin typeface="Times New Roman" panose="02020603050405020304" pitchFamily="18" charset="0"/>
                <a:cs typeface="B Nazanin" panose="00000400000000000000" pitchFamily="2" charset="-78"/>
              </a:rPr>
              <a:t>, W. </a:t>
            </a:r>
            <a:r>
              <a:rPr lang="en-US" sz="1100" dirty="0" err="1">
                <a:solidFill>
                  <a:srgbClr val="292934"/>
                </a:solidFill>
                <a:latin typeface="Times New Roman" panose="02020603050405020304" pitchFamily="18" charset="0"/>
                <a:cs typeface="B Nazanin" panose="00000400000000000000" pitchFamily="2" charset="-78"/>
              </a:rPr>
              <a:t>Tianru</a:t>
            </a:r>
            <a:r>
              <a:rPr lang="en-US" sz="1100" dirty="0">
                <a:solidFill>
                  <a:srgbClr val="292934"/>
                </a:solidFill>
                <a:latin typeface="Times New Roman" panose="02020603050405020304" pitchFamily="18" charset="0"/>
                <a:cs typeface="B Nazanin" panose="00000400000000000000" pitchFamily="2" charset="-78"/>
              </a:rPr>
              <a:t>, J. Tao, and T. Yong, "A novel active equalization method for series-connected battery packs based on clustering analysis with genetic algorithm," </a:t>
            </a:r>
            <a:r>
              <a:rPr lang="en-US" sz="1100" i="1" dirty="0">
                <a:solidFill>
                  <a:srgbClr val="292934"/>
                </a:solidFill>
                <a:latin typeface="Times New Roman" panose="02020603050405020304" pitchFamily="18" charset="0"/>
                <a:cs typeface="B Nazanin" panose="00000400000000000000" pitchFamily="2" charset="-78"/>
              </a:rPr>
              <a:t>IEEE Transactions on Power Electronics, </a:t>
            </a:r>
            <a:r>
              <a:rPr lang="en-US" sz="1100" dirty="0">
                <a:solidFill>
                  <a:srgbClr val="292934"/>
                </a:solidFill>
                <a:latin typeface="Times New Roman" panose="02020603050405020304" pitchFamily="18" charset="0"/>
                <a:cs typeface="B Nazanin" panose="00000400000000000000" pitchFamily="2" charset="-78"/>
              </a:rPr>
              <a:t>vol. 36, no. 7, pp. 7853-7865, 2021.</a:t>
            </a:r>
          </a:p>
          <a:p>
            <a:pPr lvl="0">
              <a:defRPr/>
            </a:pPr>
            <a:endParaRPr lang="en-US" sz="1100" i="1" dirty="0">
              <a:solidFill>
                <a:srgbClr val="292934"/>
              </a:solidFill>
              <a:latin typeface="Times New Roman" panose="02020603050405020304" pitchFamily="18" charset="0"/>
              <a:cs typeface="B Nazanin" panose="00000400000000000000" pitchFamily="2" charset="-78"/>
            </a:endParaRPr>
          </a:p>
        </p:txBody>
      </p:sp>
    </p:spTree>
    <p:extLst>
      <p:ext uri="{BB962C8B-B14F-4D97-AF65-F5344CB8AC3E}">
        <p14:creationId xmlns:p14="http://schemas.microsoft.com/office/powerpoint/2010/main" val="47388659"/>
      </p:ext>
    </p:extLst>
  </p:cSld>
  <p:clrMapOvr>
    <a:masterClrMapping/>
  </p:clrMapOvr>
  <p:timing>
    <p:tnLst>
      <p:par>
        <p:cTn id="1" dur="indefinite" restart="never" nodeType="tmRoot"/>
      </p:par>
    </p:tnLst>
  </p:timing>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6" name="Slide Number Placeholder 3">
            <a:extLst>
              <a:ext uri="{FF2B5EF4-FFF2-40B4-BE49-F238E27FC236}">
                <a16:creationId xmlns="" xmlns:a16="http://schemas.microsoft.com/office/drawing/2014/main" id="{FEFB061F-8AAB-4535-B272-1BA4D5A77191}"/>
              </a:ext>
            </a:extLst>
          </p:cNvPr>
          <p:cNvSpPr txBox="1">
            <a:spLocks/>
          </p:cNvSpPr>
          <p:nvPr/>
        </p:nvSpPr>
        <p:spPr>
          <a:xfrm>
            <a:off x="8965" y="6090313"/>
            <a:ext cx="676835" cy="767687"/>
          </a:xfrm>
          <a:prstGeom prst="rect">
            <a:avLst/>
          </a:prstGeom>
        </p:spPr>
        <p:txBody>
          <a:bodyPr vert="horz" lIns="91440" tIns="45720" rIns="91440" bIns="45720" rtlCol="0" anchor="ctr"/>
          <a:lstStyle>
            <a:defPPr>
              <a:defRPr lang="en-US"/>
            </a:defPPr>
            <a:lvl1pPr marL="0" algn="l" defTabSz="914400" rtl="0" eaLnBrk="1" latinLnBrk="0" hangingPunct="1">
              <a:defRPr sz="1400" b="1" kern="1200">
                <a:solidFill>
                  <a:srgbClr val="FFFFFF"/>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rtl="1"/>
            <a:fld id="{E8ADF199-8047-440E-B02B-E80683B392F2}" type="slidenum">
              <a:rPr lang="fa-IR" sz="1800" smtClean="0">
                <a:solidFill>
                  <a:schemeClr val="tx1"/>
                </a:solidFill>
                <a:latin typeface="Times New Roman" panose="02020603050405020304" pitchFamily="18" charset="0"/>
                <a:cs typeface="B Nazanin" panose="00000400000000000000" pitchFamily="2" charset="-78"/>
              </a:rPr>
              <a:pPr rtl="1"/>
              <a:t>23</a:t>
            </a:fld>
            <a:endParaRPr lang="fa-IR" sz="1800" dirty="0">
              <a:solidFill>
                <a:schemeClr val="tx1"/>
              </a:solidFill>
              <a:latin typeface="Times New Roman" panose="02020603050405020304" pitchFamily="18" charset="0"/>
              <a:cs typeface="B Nazanin" panose="00000400000000000000" pitchFamily="2" charset="-78"/>
            </a:endParaRPr>
          </a:p>
        </p:txBody>
      </p:sp>
      <p:sp>
        <p:nvSpPr>
          <p:cNvPr id="2" name="Rectangle 1"/>
          <p:cNvSpPr/>
          <p:nvPr/>
        </p:nvSpPr>
        <p:spPr>
          <a:xfrm>
            <a:off x="52678" y="1044335"/>
            <a:ext cx="8869680" cy="338554"/>
          </a:xfrm>
          <a:prstGeom prst="rect">
            <a:avLst/>
          </a:prstGeom>
        </p:spPr>
        <p:txBody>
          <a:bodyPr wrap="square">
            <a:spAutoFit/>
          </a:bodyPr>
          <a:lstStyle/>
          <a:p>
            <a:pPr algn="ctr" rtl="1"/>
            <a:r>
              <a:rPr lang="ar-SA" sz="1600" dirty="0">
                <a:latin typeface="Times New Roman" panose="02020603050405020304" pitchFamily="18" charset="0"/>
                <a:ea typeface="Times New Roman" panose="02020603050405020304" pitchFamily="18" charset="0"/>
                <a:cs typeface="B Nazanin" panose="00000400000000000000" pitchFamily="2" charset="-78"/>
              </a:rPr>
              <a:t>جدول </a:t>
            </a:r>
            <a:r>
              <a:rPr lang="ar-SA" sz="1600" dirty="0" smtClean="0">
                <a:latin typeface="Times New Roman" panose="02020603050405020304" pitchFamily="18" charset="0"/>
                <a:ea typeface="Times New Roman" panose="02020603050405020304" pitchFamily="18" charset="0"/>
                <a:cs typeface="B Nazanin" panose="00000400000000000000" pitchFamily="2" charset="-78"/>
              </a:rPr>
              <a:t>‏</a:t>
            </a:r>
            <a:r>
              <a:rPr lang="fa-IR" sz="1600" dirty="0" smtClean="0">
                <a:latin typeface="Times New Roman" panose="02020603050405020304" pitchFamily="18" charset="0"/>
                <a:ea typeface="Times New Roman" panose="02020603050405020304" pitchFamily="18" charset="0"/>
                <a:cs typeface="B Nazanin" panose="00000400000000000000" pitchFamily="2" charset="-78"/>
              </a:rPr>
              <a:t>3 </a:t>
            </a:r>
            <a:r>
              <a:rPr lang="ar-SA" sz="1600" dirty="0" smtClean="0">
                <a:latin typeface="Times New Roman" panose="02020603050405020304" pitchFamily="18" charset="0"/>
                <a:ea typeface="Times New Roman" panose="02020603050405020304" pitchFamily="18" charset="0"/>
                <a:cs typeface="B Nazanin" panose="00000400000000000000" pitchFamily="2" charset="-78"/>
              </a:rPr>
              <a:t>جدول </a:t>
            </a:r>
            <a:r>
              <a:rPr lang="ar-SA" sz="1600" dirty="0">
                <a:latin typeface="Times New Roman" panose="02020603050405020304" pitchFamily="18" charset="0"/>
                <a:ea typeface="Times New Roman" panose="02020603050405020304" pitchFamily="18" charset="0"/>
                <a:cs typeface="B Nazanin" panose="00000400000000000000" pitchFamily="2" charset="-78"/>
              </a:rPr>
              <a:t>مقایسه‌ی خروجی در همسان‌ساز پیشنهادی (</a:t>
            </a:r>
            <a:r>
              <a:rPr lang="en-US" sz="1600" dirty="0">
                <a:latin typeface="Times New Roman" panose="02020603050405020304" pitchFamily="18" charset="0"/>
                <a:ea typeface="Times New Roman" panose="02020603050405020304" pitchFamily="18" charset="0"/>
                <a:cs typeface="B Nazanin" panose="00000400000000000000" pitchFamily="2" charset="-78"/>
              </a:rPr>
              <a:t>PSO-DBSCAN) </a:t>
            </a:r>
            <a:r>
              <a:rPr lang="ar-SA" sz="1600" dirty="0">
                <a:latin typeface="Times New Roman" panose="02020603050405020304" pitchFamily="18" charset="0"/>
                <a:ea typeface="Times New Roman" panose="02020603050405020304" pitchFamily="18" charset="0"/>
                <a:cs typeface="B Nazanin" panose="00000400000000000000" pitchFamily="2" charset="-78"/>
              </a:rPr>
              <a:t>و [67] (</a:t>
            </a:r>
            <a:r>
              <a:rPr lang="en-US" sz="1600" dirty="0">
                <a:latin typeface="Times New Roman" panose="02020603050405020304" pitchFamily="18" charset="0"/>
                <a:ea typeface="Times New Roman" panose="02020603050405020304" pitchFamily="18" charset="0"/>
                <a:cs typeface="B Nazanin" panose="00000400000000000000" pitchFamily="2" charset="-78"/>
              </a:rPr>
              <a:t>DBSCAN)</a:t>
            </a:r>
            <a:endParaRPr lang="en-US" sz="1600" dirty="0">
              <a:latin typeface="Times New Roman" panose="02020603050405020304" pitchFamily="18" charset="0"/>
              <a:cs typeface="B Nazanin" panose="00000400000000000000" pitchFamily="2" charset="-78"/>
            </a:endParaRPr>
          </a:p>
        </p:txBody>
      </p:sp>
      <p:graphicFrame>
        <p:nvGraphicFramePr>
          <p:cNvPr id="4" name="Table 3"/>
          <p:cNvGraphicFramePr>
            <a:graphicFrameLocks noGrp="1"/>
          </p:cNvGraphicFramePr>
          <p:nvPr>
            <p:extLst>
              <p:ext uri="{D42A27DB-BD31-4B8C-83A1-F6EECF244321}">
                <p14:modId xmlns:p14="http://schemas.microsoft.com/office/powerpoint/2010/main" val="1048750320"/>
              </p:ext>
            </p:extLst>
          </p:nvPr>
        </p:nvGraphicFramePr>
        <p:xfrm>
          <a:off x="235558" y="1346967"/>
          <a:ext cx="8503920" cy="1071058"/>
        </p:xfrm>
        <a:graphic>
          <a:graphicData uri="http://schemas.openxmlformats.org/drawingml/2006/table">
            <a:tbl>
              <a:tblPr rtl="1" firstRow="1" firstCol="1" bandRow="1">
                <a:tableStyleId>{5940675A-B579-460E-94D1-54222C63F5DA}</a:tableStyleId>
              </a:tblPr>
              <a:tblGrid>
                <a:gridCol w="2637365"/>
                <a:gridCol w="2091505"/>
                <a:gridCol w="2490844"/>
                <a:gridCol w="1284206"/>
              </a:tblGrid>
              <a:tr h="339538">
                <a:tc>
                  <a:txBody>
                    <a:bodyPr/>
                    <a:lstStyle/>
                    <a:p>
                      <a:pPr algn="ctr" rtl="1">
                        <a:spcAft>
                          <a:spcPts val="300"/>
                        </a:spcAft>
                      </a:pPr>
                      <a:r>
                        <a:rPr lang="fa-IR" sz="1800" dirty="0">
                          <a:effectLst/>
                          <a:cs typeface="B Nazanin" panose="00000400000000000000" pitchFamily="2" charset="-78"/>
                        </a:rPr>
                        <a:t>پژوهش</a:t>
                      </a:r>
                      <a:endParaRPr lang="en-US" sz="1200" dirty="0">
                        <a:effectLst/>
                        <a:latin typeface="Times New Roman" panose="02020603050405020304" pitchFamily="18" charset="0"/>
                        <a:ea typeface="Times New Roman" panose="02020603050405020304" pitchFamily="18" charset="0"/>
                        <a:cs typeface="B Nazanin" panose="00000400000000000000" pitchFamily="2" charset="-78"/>
                      </a:endParaRPr>
                    </a:p>
                  </a:txBody>
                  <a:tcPr marL="68580" marR="68580" marT="0" marB="0" anchor="ctr">
                    <a:solidFill>
                      <a:srgbClr val="BD867C"/>
                    </a:solidFill>
                  </a:tcPr>
                </a:tc>
                <a:tc>
                  <a:txBody>
                    <a:bodyPr/>
                    <a:lstStyle/>
                    <a:p>
                      <a:pPr algn="ctr" rtl="1">
                        <a:spcAft>
                          <a:spcPts val="300"/>
                        </a:spcAft>
                      </a:pPr>
                      <a:r>
                        <a:rPr lang="ar-SA" sz="1800" dirty="0">
                          <a:effectLst/>
                          <a:cs typeface="B Nazanin" panose="00000400000000000000" pitchFamily="2" charset="-78"/>
                        </a:rPr>
                        <a:t>زمان اتمام همسان‌سازی (</a:t>
                      </a:r>
                      <a:r>
                        <a:rPr lang="en-US" sz="1200" dirty="0">
                          <a:effectLst/>
                          <a:cs typeface="B Nazanin" panose="00000400000000000000" pitchFamily="2" charset="-78"/>
                        </a:rPr>
                        <a:t>S</a:t>
                      </a:r>
                      <a:r>
                        <a:rPr lang="ar-SA" sz="1800" dirty="0">
                          <a:effectLst/>
                          <a:cs typeface="B Nazanin" panose="00000400000000000000" pitchFamily="2" charset="-78"/>
                        </a:rPr>
                        <a:t>)</a:t>
                      </a:r>
                      <a:endParaRPr lang="en-US" sz="1200" dirty="0">
                        <a:effectLst/>
                        <a:latin typeface="Times New Roman" panose="02020603050405020304" pitchFamily="18" charset="0"/>
                        <a:ea typeface="Times New Roman" panose="02020603050405020304" pitchFamily="18" charset="0"/>
                        <a:cs typeface="B Nazanin" panose="00000400000000000000" pitchFamily="2" charset="-78"/>
                      </a:endParaRPr>
                    </a:p>
                  </a:txBody>
                  <a:tcPr marL="68580" marR="68580" marT="0" marB="0" anchor="ctr">
                    <a:solidFill>
                      <a:srgbClr val="BD867C"/>
                    </a:solidFill>
                  </a:tcPr>
                </a:tc>
                <a:tc>
                  <a:txBody>
                    <a:bodyPr/>
                    <a:lstStyle/>
                    <a:p>
                      <a:pPr algn="ctr" rtl="1">
                        <a:spcAft>
                          <a:spcPts val="300"/>
                        </a:spcAft>
                      </a:pPr>
                      <a:r>
                        <a:rPr lang="ar-SA" sz="1800" dirty="0">
                          <a:effectLst/>
                          <a:cs typeface="B Nazanin" panose="00000400000000000000" pitchFamily="2" charset="-78"/>
                        </a:rPr>
                        <a:t>ناهمسانی نهایی (%)</a:t>
                      </a:r>
                      <a:endParaRPr lang="en-US" sz="1200" dirty="0">
                        <a:effectLst/>
                        <a:latin typeface="Times New Roman" panose="02020603050405020304" pitchFamily="18" charset="0"/>
                        <a:ea typeface="Times New Roman" panose="02020603050405020304" pitchFamily="18" charset="0"/>
                        <a:cs typeface="B Nazanin" panose="00000400000000000000" pitchFamily="2" charset="-78"/>
                      </a:endParaRPr>
                    </a:p>
                  </a:txBody>
                  <a:tcPr marL="68580" marR="68580" marT="0" marB="0" anchor="ctr">
                    <a:solidFill>
                      <a:srgbClr val="BD867C"/>
                    </a:solidFill>
                  </a:tcPr>
                </a:tc>
                <a:tc>
                  <a:txBody>
                    <a:bodyPr/>
                    <a:lstStyle/>
                    <a:p>
                      <a:pPr algn="ctr" rtl="1">
                        <a:spcAft>
                          <a:spcPts val="300"/>
                        </a:spcAft>
                      </a:pPr>
                      <a:r>
                        <a:rPr lang="ar-SA" sz="1800" dirty="0">
                          <a:effectLst/>
                          <a:cs typeface="B Nazanin" panose="00000400000000000000" pitchFamily="2" charset="-78"/>
                        </a:rPr>
                        <a:t>روی‌هم رفت (%)</a:t>
                      </a:r>
                      <a:endParaRPr lang="en-US" sz="1200" dirty="0">
                        <a:effectLst/>
                        <a:latin typeface="Times New Roman" panose="02020603050405020304" pitchFamily="18" charset="0"/>
                        <a:ea typeface="Times New Roman" panose="02020603050405020304" pitchFamily="18" charset="0"/>
                        <a:cs typeface="B Nazanin" panose="00000400000000000000" pitchFamily="2" charset="-78"/>
                      </a:endParaRPr>
                    </a:p>
                  </a:txBody>
                  <a:tcPr marL="68580" marR="68580" marT="0" marB="0" anchor="ctr">
                    <a:solidFill>
                      <a:srgbClr val="BD867C"/>
                    </a:solidFill>
                  </a:tcPr>
                </a:tc>
              </a:tr>
              <a:tr h="365760">
                <a:tc>
                  <a:txBody>
                    <a:bodyPr/>
                    <a:lstStyle/>
                    <a:p>
                      <a:pPr algn="ctr" rtl="1">
                        <a:spcAft>
                          <a:spcPts val="300"/>
                        </a:spcAft>
                      </a:pPr>
                      <a:r>
                        <a:rPr lang="ar-SA" sz="1600" dirty="0">
                          <a:effectLst/>
                          <a:cs typeface="B Nazanin" panose="00000400000000000000" pitchFamily="2" charset="-78"/>
                        </a:rPr>
                        <a:t>روش پیشنهادی </a:t>
                      </a:r>
                      <a:r>
                        <a:rPr lang="fa-IR" sz="1600" dirty="0">
                          <a:effectLst/>
                          <a:cs typeface="B Nazanin" panose="00000400000000000000" pitchFamily="2" charset="-78"/>
                        </a:rPr>
                        <a:t>(</a:t>
                      </a:r>
                      <a:r>
                        <a:rPr lang="en-US" sz="1600" kern="1200" dirty="0">
                          <a:solidFill>
                            <a:schemeClr val="tx1"/>
                          </a:solidFill>
                          <a:effectLst/>
                          <a:latin typeface="Times New Roman" panose="02020603050405020304" pitchFamily="18" charset="0"/>
                          <a:ea typeface="+mn-ea"/>
                          <a:cs typeface="Times New Roman" panose="02020603050405020304" pitchFamily="18" charset="0"/>
                        </a:rPr>
                        <a:t>PSO-DBSCAN</a:t>
                      </a:r>
                      <a:r>
                        <a:rPr lang="fa-IR" sz="1600" dirty="0">
                          <a:effectLst/>
                          <a:cs typeface="B Nazanin" panose="00000400000000000000" pitchFamily="2" charset="-78"/>
                        </a:rPr>
                        <a:t>)</a:t>
                      </a:r>
                      <a:endParaRPr lang="en-US" sz="1600" dirty="0">
                        <a:effectLst/>
                        <a:latin typeface="Times New Roman" panose="02020603050405020304" pitchFamily="18" charset="0"/>
                        <a:ea typeface="Times New Roman" panose="02020603050405020304" pitchFamily="18" charset="0"/>
                        <a:cs typeface="B Nazanin" panose="00000400000000000000" pitchFamily="2" charset="-78"/>
                      </a:endParaRPr>
                    </a:p>
                  </a:txBody>
                  <a:tcPr marL="68580" marR="68580" marT="0" marB="0" anchor="ctr"/>
                </a:tc>
                <a:tc>
                  <a:txBody>
                    <a:bodyPr/>
                    <a:lstStyle/>
                    <a:p>
                      <a:pPr algn="ctr" rtl="1">
                        <a:spcAft>
                          <a:spcPts val="300"/>
                        </a:spcAft>
                      </a:pPr>
                      <a:r>
                        <a:rPr lang="fa-IR" sz="1600" kern="1200" dirty="0">
                          <a:solidFill>
                            <a:schemeClr val="tx1"/>
                          </a:solidFill>
                          <a:effectLst/>
                          <a:latin typeface="Times New Roman" panose="02020603050405020304" pitchFamily="18" charset="0"/>
                          <a:ea typeface="Times New Roman" panose="02020603050405020304" pitchFamily="18" charset="0"/>
                          <a:cs typeface="B Nazanin" panose="00000400000000000000" pitchFamily="2" charset="-78"/>
                        </a:rPr>
                        <a:t>3800</a:t>
                      </a:r>
                      <a:endParaRPr lang="en-US" sz="1600" kern="1200" dirty="0">
                        <a:solidFill>
                          <a:schemeClr val="tx1"/>
                        </a:solidFill>
                        <a:effectLst/>
                        <a:latin typeface="Times New Roman" panose="02020603050405020304" pitchFamily="18" charset="0"/>
                        <a:ea typeface="Times New Roman" panose="02020603050405020304" pitchFamily="18" charset="0"/>
                        <a:cs typeface="B Nazanin" panose="00000400000000000000" pitchFamily="2" charset="-78"/>
                      </a:endParaRPr>
                    </a:p>
                  </a:txBody>
                  <a:tcPr marL="68580" marR="68580" marT="0" marB="0" anchor="ctr">
                    <a:solidFill>
                      <a:srgbClr val="B9FFB9"/>
                    </a:solidFill>
                  </a:tcPr>
                </a:tc>
                <a:tc>
                  <a:txBody>
                    <a:bodyPr/>
                    <a:lstStyle/>
                    <a:p>
                      <a:pPr algn="ctr" rtl="1">
                        <a:spcAft>
                          <a:spcPts val="300"/>
                        </a:spcAft>
                      </a:pPr>
                      <a:r>
                        <a:rPr lang="fa-IR" sz="1600" kern="1200" dirty="0" smtClean="0">
                          <a:solidFill>
                            <a:schemeClr val="tx1"/>
                          </a:solidFill>
                          <a:effectLst/>
                          <a:latin typeface="Times New Roman" panose="02020603050405020304" pitchFamily="18" charset="0"/>
                          <a:ea typeface="Times New Roman" panose="02020603050405020304" pitchFamily="18" charset="0"/>
                          <a:cs typeface="B Nazanin" panose="00000400000000000000" pitchFamily="2" charset="-78"/>
                        </a:rPr>
                        <a:t>1/7</a:t>
                      </a:r>
                      <a:endParaRPr lang="en-US" sz="1600" kern="1200" dirty="0">
                        <a:solidFill>
                          <a:schemeClr val="tx1"/>
                        </a:solidFill>
                        <a:effectLst/>
                        <a:latin typeface="Times New Roman" panose="02020603050405020304" pitchFamily="18" charset="0"/>
                        <a:ea typeface="Times New Roman" panose="02020603050405020304" pitchFamily="18" charset="0"/>
                        <a:cs typeface="B Nazanin" panose="00000400000000000000" pitchFamily="2" charset="-78"/>
                      </a:endParaRPr>
                    </a:p>
                  </a:txBody>
                  <a:tcPr marL="68580" marR="68580" marT="0" marB="0" anchor="ctr">
                    <a:solidFill>
                      <a:srgbClr val="B9FFB9"/>
                    </a:solidFill>
                  </a:tcPr>
                </a:tc>
                <a:tc>
                  <a:txBody>
                    <a:bodyPr/>
                    <a:lstStyle/>
                    <a:p>
                      <a:pPr algn="ctr" rtl="1">
                        <a:spcAft>
                          <a:spcPts val="300"/>
                        </a:spcAft>
                      </a:pPr>
                      <a:r>
                        <a:rPr lang="fa-IR" sz="1600" kern="1200" dirty="0" smtClean="0">
                          <a:solidFill>
                            <a:schemeClr val="tx1"/>
                          </a:solidFill>
                          <a:effectLst/>
                          <a:latin typeface="Times New Roman" panose="02020603050405020304" pitchFamily="18" charset="0"/>
                          <a:ea typeface="Times New Roman" panose="02020603050405020304" pitchFamily="18" charset="0"/>
                          <a:cs typeface="B Nazanin" panose="00000400000000000000" pitchFamily="2" charset="-78"/>
                        </a:rPr>
                        <a:t>9/2</a:t>
                      </a:r>
                      <a:endParaRPr lang="en-US" sz="1600" kern="1200" dirty="0">
                        <a:solidFill>
                          <a:schemeClr val="tx1"/>
                        </a:solidFill>
                        <a:effectLst/>
                        <a:latin typeface="Times New Roman" panose="02020603050405020304" pitchFamily="18" charset="0"/>
                        <a:ea typeface="Times New Roman" panose="02020603050405020304" pitchFamily="18" charset="0"/>
                        <a:cs typeface="B Nazanin" panose="00000400000000000000" pitchFamily="2" charset="-78"/>
                      </a:endParaRPr>
                    </a:p>
                  </a:txBody>
                  <a:tcPr marL="68580" marR="68580" marT="0" marB="0" anchor="ctr">
                    <a:solidFill>
                      <a:srgbClr val="B9FFB9"/>
                    </a:solidFill>
                  </a:tcPr>
                </a:tc>
              </a:tr>
              <a:tr h="365760">
                <a:tc>
                  <a:txBody>
                    <a:bodyPr/>
                    <a:lstStyle/>
                    <a:p>
                      <a:pPr marL="0" marR="0" lvl="0" indent="0" algn="ctr" defTabSz="914400" rtl="1" eaLnBrk="1" fontAlgn="auto" latinLnBrk="0" hangingPunct="1">
                        <a:lnSpc>
                          <a:spcPct val="100000"/>
                        </a:lnSpc>
                        <a:spcBef>
                          <a:spcPts val="0"/>
                        </a:spcBef>
                        <a:spcAft>
                          <a:spcPts val="300"/>
                        </a:spcAft>
                        <a:buClrTx/>
                        <a:buSzTx/>
                        <a:buFontTx/>
                        <a:buNone/>
                        <a:tabLst/>
                        <a:defRPr/>
                      </a:pPr>
                      <a:r>
                        <a:rPr lang="en-US" sz="1600" dirty="0" smtClean="0">
                          <a:effectLst/>
                          <a:latin typeface="Times New Roman" panose="02020603050405020304" pitchFamily="18" charset="0"/>
                          <a:cs typeface="Times New Roman" panose="02020603050405020304" pitchFamily="18" charset="0"/>
                        </a:rPr>
                        <a:t>DBSCAN </a:t>
                      </a:r>
                      <a:r>
                        <a:rPr lang="fa-IR" sz="1600" dirty="0" smtClean="0">
                          <a:effectLst/>
                          <a:latin typeface="Times New Roman" panose="02020603050405020304" pitchFamily="18" charset="0"/>
                          <a:cs typeface="Times New Roman" panose="02020603050405020304" pitchFamily="18" charset="0"/>
                        </a:rPr>
                        <a:t> </a:t>
                      </a:r>
                      <a:r>
                        <a:rPr lang="fa-IR" sz="1800" dirty="0" smtClean="0">
                          <a:solidFill>
                            <a:srgbClr val="61D6FF"/>
                          </a:solidFill>
                          <a:latin typeface="Times New Roman" panose="02020603050405020304" pitchFamily="18" charset="0"/>
                          <a:ea typeface="Calibri" panose="020F0502020204030204" pitchFamily="34" charset="0"/>
                          <a:cs typeface="B Nazanin" panose="00000400000000000000" pitchFamily="2" charset="-78"/>
                        </a:rPr>
                        <a:t>[1]</a:t>
                      </a:r>
                      <a:endParaRPr lang="en-US" sz="1600" i="0" dirty="0" smtClean="0">
                        <a:solidFill>
                          <a:srgbClr val="262626"/>
                        </a:solidFill>
                        <a:effectLst/>
                        <a:latin typeface="Times New Roman" panose="02020603050405020304" pitchFamily="18" charset="0"/>
                        <a:ea typeface="Calibri" panose="020F0502020204030204" pitchFamily="34" charset="0"/>
                        <a:cs typeface="B Nazanin" panose="00000400000000000000" pitchFamily="2" charset="-78"/>
                      </a:endParaRPr>
                    </a:p>
                  </a:txBody>
                  <a:tcPr marL="68580" marR="68580" marT="0" marB="0" anchor="ctr"/>
                </a:tc>
                <a:tc>
                  <a:txBody>
                    <a:bodyPr/>
                    <a:lstStyle/>
                    <a:p>
                      <a:pPr algn="ctr" rtl="1">
                        <a:spcAft>
                          <a:spcPts val="300"/>
                        </a:spcAft>
                      </a:pPr>
                      <a:r>
                        <a:rPr lang="ar-SA" sz="1600" dirty="0" smtClean="0">
                          <a:effectLst/>
                          <a:latin typeface="Times New Roman" panose="02020603050405020304" pitchFamily="18" charset="0"/>
                          <a:ea typeface="Times New Roman" panose="02020603050405020304" pitchFamily="18" charset="0"/>
                          <a:cs typeface="B Nazanin" panose="00000400000000000000" pitchFamily="2" charset="-78"/>
                        </a:rPr>
                        <a:t>4200</a:t>
                      </a:r>
                      <a:endParaRPr lang="en-US" sz="1600" dirty="0">
                        <a:effectLst/>
                        <a:latin typeface="Times New Roman" panose="02020603050405020304" pitchFamily="18" charset="0"/>
                        <a:ea typeface="Times New Roman" panose="02020603050405020304" pitchFamily="18" charset="0"/>
                        <a:cs typeface="B Nazanin" panose="00000400000000000000" pitchFamily="2" charset="-78"/>
                      </a:endParaRPr>
                    </a:p>
                  </a:txBody>
                  <a:tcPr marL="68580" marR="68580" marT="0" marB="0" anchor="ctr">
                    <a:solidFill>
                      <a:srgbClr val="FFFFCC"/>
                    </a:solidFill>
                  </a:tcPr>
                </a:tc>
                <a:tc>
                  <a:txBody>
                    <a:bodyPr/>
                    <a:lstStyle/>
                    <a:p>
                      <a:pPr algn="ctr" rtl="1">
                        <a:spcAft>
                          <a:spcPts val="300"/>
                        </a:spcAft>
                      </a:pPr>
                      <a:r>
                        <a:rPr lang="fa-IR" sz="1600" dirty="0" smtClean="0">
                          <a:effectLst/>
                          <a:latin typeface="Times New Roman" panose="02020603050405020304" pitchFamily="18" charset="0"/>
                          <a:ea typeface="Times New Roman" panose="02020603050405020304" pitchFamily="18" charset="0"/>
                          <a:cs typeface="B Nazanin" panose="00000400000000000000" pitchFamily="2" charset="-78"/>
                        </a:rPr>
                        <a:t>نامشخص</a:t>
                      </a:r>
                      <a:endParaRPr lang="en-US" sz="1600" dirty="0">
                        <a:effectLst/>
                        <a:latin typeface="Times New Roman" panose="02020603050405020304" pitchFamily="18" charset="0"/>
                        <a:ea typeface="Times New Roman" panose="02020603050405020304" pitchFamily="18" charset="0"/>
                        <a:cs typeface="B Nazanin" panose="00000400000000000000" pitchFamily="2" charset="-78"/>
                      </a:endParaRPr>
                    </a:p>
                  </a:txBody>
                  <a:tcPr marL="68580" marR="68580" marT="0" marB="0" anchor="ctr">
                    <a:solidFill>
                      <a:srgbClr val="FFCCCC"/>
                    </a:solidFill>
                  </a:tcPr>
                </a:tc>
                <a:tc>
                  <a:txBody>
                    <a:bodyPr/>
                    <a:lstStyle/>
                    <a:p>
                      <a:pPr algn="ctr" rtl="1">
                        <a:spcAft>
                          <a:spcPts val="300"/>
                        </a:spcAft>
                      </a:pPr>
                      <a:r>
                        <a:rPr lang="fa-IR" sz="1600" dirty="0" smtClean="0">
                          <a:effectLst/>
                          <a:latin typeface="Times New Roman" panose="02020603050405020304" pitchFamily="18" charset="0"/>
                          <a:ea typeface="Times New Roman" panose="02020603050405020304" pitchFamily="18" charset="0"/>
                          <a:cs typeface="B Nazanin" panose="00000400000000000000" pitchFamily="2" charset="-78"/>
                        </a:rPr>
                        <a:t>نامشخص</a:t>
                      </a:r>
                      <a:endParaRPr lang="en-US" sz="1600" dirty="0">
                        <a:effectLst/>
                        <a:latin typeface="Times New Roman" panose="02020603050405020304" pitchFamily="18" charset="0"/>
                        <a:ea typeface="Times New Roman" panose="02020603050405020304" pitchFamily="18" charset="0"/>
                        <a:cs typeface="B Nazanin" panose="00000400000000000000" pitchFamily="2" charset="-78"/>
                      </a:endParaRPr>
                    </a:p>
                  </a:txBody>
                  <a:tcPr marL="68580" marR="68580" marT="0" marB="0" anchor="ctr">
                    <a:solidFill>
                      <a:srgbClr val="FFCCCC"/>
                    </a:solidFill>
                  </a:tcPr>
                </a:tc>
              </a:tr>
            </a:tbl>
          </a:graphicData>
        </a:graphic>
      </p:graphicFrame>
      <p:sp>
        <p:nvSpPr>
          <p:cNvPr id="19" name="Rectangle 18"/>
          <p:cNvSpPr/>
          <p:nvPr/>
        </p:nvSpPr>
        <p:spPr>
          <a:xfrm>
            <a:off x="173132" y="815330"/>
            <a:ext cx="700378" cy="369332"/>
          </a:xfrm>
          <a:prstGeom prst="rect">
            <a:avLst/>
          </a:prstGeom>
        </p:spPr>
        <p:txBody>
          <a:bodyPr wrap="square">
            <a:spAutoFit/>
          </a:bodyPr>
          <a:lstStyle/>
          <a:p>
            <a:pPr algn="ctr" rtl="1"/>
            <a:r>
              <a:rPr lang="fa-IR" dirty="0" smtClean="0">
                <a:latin typeface="Times New Roman" panose="02020603050405020304" pitchFamily="18" charset="0"/>
                <a:cs typeface="B Nazanin" panose="00000400000000000000" pitchFamily="2" charset="-78"/>
              </a:rPr>
              <a:t>مقایسه</a:t>
            </a:r>
            <a:endParaRPr lang="en-US" dirty="0">
              <a:latin typeface="Times New Roman" panose="02020603050405020304" pitchFamily="18" charset="0"/>
              <a:cs typeface="B Nazanin" panose="00000400000000000000" pitchFamily="2" charset="-78"/>
            </a:endParaRPr>
          </a:p>
        </p:txBody>
      </p:sp>
      <p:graphicFrame>
        <p:nvGraphicFramePr>
          <p:cNvPr id="20" name="Table 19"/>
          <p:cNvGraphicFramePr>
            <a:graphicFrameLocks noGrp="1"/>
          </p:cNvGraphicFramePr>
          <p:nvPr>
            <p:extLst>
              <p:ext uri="{D42A27DB-BD31-4B8C-83A1-F6EECF244321}">
                <p14:modId xmlns:p14="http://schemas.microsoft.com/office/powerpoint/2010/main" val="2268161171"/>
              </p:ext>
            </p:extLst>
          </p:nvPr>
        </p:nvGraphicFramePr>
        <p:xfrm>
          <a:off x="235558" y="2762935"/>
          <a:ext cx="8503920" cy="1097280"/>
        </p:xfrm>
        <a:graphic>
          <a:graphicData uri="http://schemas.openxmlformats.org/drawingml/2006/table">
            <a:tbl>
              <a:tblPr rtl="1" firstRow="1" firstCol="1" bandRow="1">
                <a:tableStyleId>{5940675A-B579-460E-94D1-54222C63F5DA}</a:tableStyleId>
              </a:tblPr>
              <a:tblGrid>
                <a:gridCol w="2637365"/>
                <a:gridCol w="2091505"/>
                <a:gridCol w="2490844"/>
                <a:gridCol w="1284206"/>
              </a:tblGrid>
              <a:tr h="365760">
                <a:tc>
                  <a:txBody>
                    <a:bodyPr/>
                    <a:lstStyle/>
                    <a:p>
                      <a:pPr algn="ctr" rtl="1">
                        <a:spcAft>
                          <a:spcPts val="300"/>
                        </a:spcAft>
                      </a:pPr>
                      <a:r>
                        <a:rPr lang="fa-IR" sz="1600" dirty="0">
                          <a:effectLst/>
                          <a:cs typeface="B Nazanin" panose="00000400000000000000" pitchFamily="2" charset="-78"/>
                        </a:rPr>
                        <a:t>پژوهش</a:t>
                      </a:r>
                      <a:endParaRPr lang="en-US" sz="1600" dirty="0">
                        <a:effectLst/>
                        <a:latin typeface="Times New Roman" panose="02020603050405020304" pitchFamily="18" charset="0"/>
                        <a:ea typeface="Times New Roman" panose="02020603050405020304" pitchFamily="18" charset="0"/>
                        <a:cs typeface="B Nazanin" panose="00000400000000000000" pitchFamily="2" charset="-78"/>
                      </a:endParaRPr>
                    </a:p>
                  </a:txBody>
                  <a:tcPr marL="68580" marR="68580" marT="0" marB="0" anchor="ctr">
                    <a:solidFill>
                      <a:srgbClr val="BD867C"/>
                    </a:solidFill>
                  </a:tcPr>
                </a:tc>
                <a:tc>
                  <a:txBody>
                    <a:bodyPr/>
                    <a:lstStyle/>
                    <a:p>
                      <a:pPr algn="ctr" rtl="1">
                        <a:spcAft>
                          <a:spcPts val="300"/>
                        </a:spcAft>
                      </a:pPr>
                      <a:r>
                        <a:rPr lang="ar-SA" sz="1600" dirty="0">
                          <a:effectLst/>
                          <a:cs typeface="B Nazanin" panose="00000400000000000000" pitchFamily="2" charset="-78"/>
                        </a:rPr>
                        <a:t>زمان اتمام همسان‌سازی (</a:t>
                      </a:r>
                      <a:r>
                        <a:rPr lang="en-US" sz="1600" dirty="0">
                          <a:effectLst/>
                          <a:cs typeface="B Nazanin" panose="00000400000000000000" pitchFamily="2" charset="-78"/>
                        </a:rPr>
                        <a:t>S</a:t>
                      </a:r>
                      <a:r>
                        <a:rPr lang="ar-SA" sz="1600" dirty="0">
                          <a:effectLst/>
                          <a:cs typeface="B Nazanin" panose="00000400000000000000" pitchFamily="2" charset="-78"/>
                        </a:rPr>
                        <a:t>)</a:t>
                      </a:r>
                      <a:endParaRPr lang="en-US" sz="1600" dirty="0">
                        <a:effectLst/>
                        <a:latin typeface="Times New Roman" panose="02020603050405020304" pitchFamily="18" charset="0"/>
                        <a:ea typeface="Times New Roman" panose="02020603050405020304" pitchFamily="18" charset="0"/>
                        <a:cs typeface="B Nazanin" panose="00000400000000000000" pitchFamily="2" charset="-78"/>
                      </a:endParaRPr>
                    </a:p>
                  </a:txBody>
                  <a:tcPr marL="68580" marR="68580" marT="0" marB="0" anchor="ctr">
                    <a:solidFill>
                      <a:srgbClr val="BD867C"/>
                    </a:solidFill>
                  </a:tcPr>
                </a:tc>
                <a:tc>
                  <a:txBody>
                    <a:bodyPr/>
                    <a:lstStyle/>
                    <a:p>
                      <a:pPr algn="ctr" rtl="1">
                        <a:spcAft>
                          <a:spcPts val="300"/>
                        </a:spcAft>
                      </a:pPr>
                      <a:r>
                        <a:rPr lang="ar-SA" sz="1600" dirty="0">
                          <a:effectLst/>
                          <a:cs typeface="B Nazanin" panose="00000400000000000000" pitchFamily="2" charset="-78"/>
                        </a:rPr>
                        <a:t>ناهمسانی نهایی (%)</a:t>
                      </a:r>
                      <a:endParaRPr lang="en-US" sz="1600" dirty="0">
                        <a:effectLst/>
                        <a:latin typeface="Times New Roman" panose="02020603050405020304" pitchFamily="18" charset="0"/>
                        <a:ea typeface="Times New Roman" panose="02020603050405020304" pitchFamily="18" charset="0"/>
                        <a:cs typeface="B Nazanin" panose="00000400000000000000" pitchFamily="2" charset="-78"/>
                      </a:endParaRPr>
                    </a:p>
                  </a:txBody>
                  <a:tcPr marL="68580" marR="68580" marT="0" marB="0" anchor="ctr">
                    <a:solidFill>
                      <a:srgbClr val="BD867C"/>
                    </a:solidFill>
                  </a:tcPr>
                </a:tc>
                <a:tc>
                  <a:txBody>
                    <a:bodyPr/>
                    <a:lstStyle/>
                    <a:p>
                      <a:pPr algn="ctr" rtl="1">
                        <a:spcAft>
                          <a:spcPts val="300"/>
                        </a:spcAft>
                      </a:pPr>
                      <a:r>
                        <a:rPr lang="ar-SA" sz="1600" dirty="0">
                          <a:effectLst/>
                          <a:cs typeface="B Nazanin" panose="00000400000000000000" pitchFamily="2" charset="-78"/>
                        </a:rPr>
                        <a:t>روی‌هم رفت (%)</a:t>
                      </a:r>
                      <a:endParaRPr lang="en-US" sz="1600" dirty="0">
                        <a:effectLst/>
                        <a:latin typeface="Times New Roman" panose="02020603050405020304" pitchFamily="18" charset="0"/>
                        <a:ea typeface="Times New Roman" panose="02020603050405020304" pitchFamily="18" charset="0"/>
                        <a:cs typeface="B Nazanin" panose="00000400000000000000" pitchFamily="2" charset="-78"/>
                      </a:endParaRPr>
                    </a:p>
                  </a:txBody>
                  <a:tcPr marL="68580" marR="68580" marT="0" marB="0" anchor="ctr">
                    <a:solidFill>
                      <a:srgbClr val="BD867C"/>
                    </a:solidFill>
                  </a:tcPr>
                </a:tc>
              </a:tr>
              <a:tr h="365760">
                <a:tc>
                  <a:txBody>
                    <a:bodyPr/>
                    <a:lstStyle/>
                    <a:p>
                      <a:pPr algn="ctr" rtl="1">
                        <a:spcAft>
                          <a:spcPts val="300"/>
                        </a:spcAft>
                      </a:pPr>
                      <a:r>
                        <a:rPr lang="ar-SA" sz="1600" dirty="0">
                          <a:effectLst/>
                          <a:cs typeface="B Nazanin" panose="00000400000000000000" pitchFamily="2" charset="-78"/>
                        </a:rPr>
                        <a:t>روش پیشنهادی </a:t>
                      </a:r>
                      <a:r>
                        <a:rPr lang="fa-IR" sz="1600" dirty="0">
                          <a:effectLst/>
                          <a:cs typeface="B Nazanin" panose="00000400000000000000" pitchFamily="2" charset="-78"/>
                        </a:rPr>
                        <a:t>(</a:t>
                      </a:r>
                      <a:r>
                        <a:rPr lang="en-US" sz="1600" kern="1200" dirty="0">
                          <a:solidFill>
                            <a:schemeClr val="tx1"/>
                          </a:solidFill>
                          <a:effectLst/>
                          <a:latin typeface="Times New Roman" panose="02020603050405020304" pitchFamily="18" charset="0"/>
                          <a:ea typeface="+mn-ea"/>
                          <a:cs typeface="Times New Roman" panose="02020603050405020304" pitchFamily="18" charset="0"/>
                        </a:rPr>
                        <a:t>PSO-DBSCAN</a:t>
                      </a:r>
                      <a:r>
                        <a:rPr lang="fa-IR" sz="1600" dirty="0">
                          <a:effectLst/>
                          <a:cs typeface="B Nazanin" panose="00000400000000000000" pitchFamily="2" charset="-78"/>
                        </a:rPr>
                        <a:t>)</a:t>
                      </a:r>
                      <a:endParaRPr lang="en-US" sz="1600" dirty="0">
                        <a:effectLst/>
                        <a:latin typeface="Times New Roman" panose="02020603050405020304" pitchFamily="18" charset="0"/>
                        <a:ea typeface="Times New Roman" panose="02020603050405020304" pitchFamily="18" charset="0"/>
                        <a:cs typeface="B Nazanin" panose="00000400000000000000" pitchFamily="2" charset="-78"/>
                      </a:endParaRPr>
                    </a:p>
                  </a:txBody>
                  <a:tcPr marL="68580" marR="68580" marT="0" marB="0" anchor="ctr"/>
                </a:tc>
                <a:tc>
                  <a:txBody>
                    <a:bodyPr/>
                    <a:lstStyle/>
                    <a:p>
                      <a:pPr algn="ctr" rtl="1">
                        <a:spcAft>
                          <a:spcPts val="300"/>
                        </a:spcAft>
                      </a:pPr>
                      <a:r>
                        <a:rPr lang="fa-IR" sz="1600" dirty="0">
                          <a:effectLst/>
                          <a:latin typeface="Times New Roman" panose="02020603050405020304" pitchFamily="18" charset="0"/>
                          <a:ea typeface="Times New Roman" panose="02020603050405020304" pitchFamily="18" charset="0"/>
                          <a:cs typeface="B Nazanin" panose="00000400000000000000" pitchFamily="2" charset="-78"/>
                        </a:rPr>
                        <a:t>1099</a:t>
                      </a:r>
                      <a:endParaRPr lang="en-US" sz="1600" dirty="0">
                        <a:effectLst/>
                        <a:latin typeface="Times New Roman" panose="02020603050405020304" pitchFamily="18" charset="0"/>
                        <a:ea typeface="Times New Roman" panose="02020603050405020304" pitchFamily="18" charset="0"/>
                        <a:cs typeface="B Nazanin" panose="00000400000000000000" pitchFamily="2" charset="-78"/>
                      </a:endParaRPr>
                    </a:p>
                  </a:txBody>
                  <a:tcPr marL="68580" marR="68580" marT="0" marB="0" anchor="ctr">
                    <a:solidFill>
                      <a:srgbClr val="B9FFB9"/>
                    </a:solidFill>
                  </a:tcPr>
                </a:tc>
                <a:tc>
                  <a:txBody>
                    <a:bodyPr/>
                    <a:lstStyle/>
                    <a:p>
                      <a:pPr algn="ctr" rtl="1">
                        <a:spcAft>
                          <a:spcPts val="300"/>
                        </a:spcAft>
                      </a:pPr>
                      <a:r>
                        <a:rPr lang="fa-IR" sz="1600" dirty="0" smtClean="0">
                          <a:effectLst/>
                          <a:latin typeface="Times New Roman" panose="02020603050405020304" pitchFamily="18" charset="0"/>
                          <a:ea typeface="Times New Roman" panose="02020603050405020304" pitchFamily="18" charset="0"/>
                          <a:cs typeface="B Nazanin" panose="00000400000000000000" pitchFamily="2" charset="-78"/>
                        </a:rPr>
                        <a:t>0/2</a:t>
                      </a:r>
                      <a:endParaRPr lang="en-US" sz="1600" dirty="0">
                        <a:effectLst/>
                        <a:latin typeface="Times New Roman" panose="02020603050405020304" pitchFamily="18" charset="0"/>
                        <a:ea typeface="Times New Roman" panose="02020603050405020304" pitchFamily="18" charset="0"/>
                        <a:cs typeface="B Nazanin" panose="00000400000000000000" pitchFamily="2" charset="-78"/>
                      </a:endParaRPr>
                    </a:p>
                  </a:txBody>
                  <a:tcPr marL="68580" marR="68580" marT="0" marB="0" anchor="ctr">
                    <a:solidFill>
                      <a:srgbClr val="B9FFB9"/>
                    </a:solidFill>
                  </a:tcPr>
                </a:tc>
                <a:tc>
                  <a:txBody>
                    <a:bodyPr/>
                    <a:lstStyle/>
                    <a:p>
                      <a:pPr algn="ctr" rtl="1">
                        <a:spcAft>
                          <a:spcPts val="300"/>
                        </a:spcAft>
                      </a:pPr>
                      <a:r>
                        <a:rPr lang="ar-SA" sz="1600" dirty="0">
                          <a:effectLst/>
                          <a:latin typeface="Times New Roman" panose="02020603050405020304" pitchFamily="18" charset="0"/>
                          <a:ea typeface="Times New Roman" panose="02020603050405020304" pitchFamily="18" charset="0"/>
                          <a:cs typeface="B Nazanin" panose="00000400000000000000" pitchFamily="2" charset="-78"/>
                        </a:rPr>
                        <a:t>2/2</a:t>
                      </a:r>
                      <a:endParaRPr lang="en-US" sz="1600" dirty="0">
                        <a:effectLst/>
                        <a:latin typeface="Times New Roman" panose="02020603050405020304" pitchFamily="18" charset="0"/>
                        <a:ea typeface="Times New Roman" panose="02020603050405020304" pitchFamily="18" charset="0"/>
                        <a:cs typeface="B Nazanin" panose="00000400000000000000" pitchFamily="2" charset="-78"/>
                      </a:endParaRPr>
                    </a:p>
                  </a:txBody>
                  <a:tcPr marL="68580" marR="68580" marT="0" marB="0" anchor="ctr">
                    <a:solidFill>
                      <a:srgbClr val="B9FFB9"/>
                    </a:solidFill>
                  </a:tcPr>
                </a:tc>
              </a:tr>
              <a:tr h="365760">
                <a:tc>
                  <a:txBody>
                    <a:bodyPr/>
                    <a:lstStyle/>
                    <a:p>
                      <a:pPr algn="ctr" rtl="1">
                        <a:spcAft>
                          <a:spcPts val="300"/>
                        </a:spcAft>
                      </a:pPr>
                      <a:r>
                        <a:rPr lang="en-US" sz="1600" kern="1200" dirty="0">
                          <a:solidFill>
                            <a:schemeClr val="tx1"/>
                          </a:solidFill>
                          <a:effectLst/>
                          <a:latin typeface="Times New Roman" panose="02020603050405020304" pitchFamily="18" charset="0"/>
                          <a:ea typeface="+mn-ea"/>
                          <a:cs typeface="Times New Roman" panose="02020603050405020304" pitchFamily="18" charset="0"/>
                        </a:rPr>
                        <a:t>FLC</a:t>
                      </a:r>
                      <a:r>
                        <a:rPr lang="en-US" sz="1600" dirty="0">
                          <a:effectLst/>
                          <a:cs typeface="B Nazanin" panose="00000400000000000000" pitchFamily="2" charset="-78"/>
                        </a:rPr>
                        <a:t> </a:t>
                      </a:r>
                      <a:r>
                        <a:rPr lang="fa-IR" sz="1600" dirty="0" smtClean="0">
                          <a:effectLst/>
                          <a:cs typeface="B Nazanin" panose="00000400000000000000" pitchFamily="2" charset="-78"/>
                        </a:rPr>
                        <a:t> </a:t>
                      </a:r>
                      <a:r>
                        <a:rPr lang="fa-IR" sz="1600" dirty="0" smtClean="0">
                          <a:solidFill>
                            <a:srgbClr val="61D6FF"/>
                          </a:solidFill>
                          <a:latin typeface="Times New Roman" panose="02020603050405020304" pitchFamily="18" charset="0"/>
                          <a:ea typeface="Calibri" panose="020F0502020204030204" pitchFamily="34" charset="0"/>
                          <a:cs typeface="B Nazanin" panose="00000400000000000000" pitchFamily="2" charset="-78"/>
                        </a:rPr>
                        <a:t>[2]</a:t>
                      </a:r>
                      <a:endParaRPr lang="en-US" sz="1600" dirty="0">
                        <a:effectLst/>
                        <a:latin typeface="Times New Roman" panose="02020603050405020304" pitchFamily="18" charset="0"/>
                        <a:ea typeface="Times New Roman" panose="02020603050405020304" pitchFamily="18" charset="0"/>
                        <a:cs typeface="B Nazanin" panose="00000400000000000000" pitchFamily="2" charset="-78"/>
                      </a:endParaRPr>
                    </a:p>
                  </a:txBody>
                  <a:tcPr marL="68580" marR="68580" marT="0" marB="0" anchor="ctr"/>
                </a:tc>
                <a:tc>
                  <a:txBody>
                    <a:bodyPr/>
                    <a:lstStyle/>
                    <a:p>
                      <a:pPr algn="ctr" rtl="1">
                        <a:spcAft>
                          <a:spcPts val="300"/>
                        </a:spcAft>
                      </a:pPr>
                      <a:r>
                        <a:rPr lang="ar-SA" sz="1600" dirty="0">
                          <a:effectLst/>
                          <a:latin typeface="Times New Roman" panose="02020603050405020304" pitchFamily="18" charset="0"/>
                          <a:ea typeface="Times New Roman" panose="02020603050405020304" pitchFamily="18" charset="0"/>
                          <a:cs typeface="B Nazanin" panose="00000400000000000000" pitchFamily="2" charset="-78"/>
                        </a:rPr>
                        <a:t>2932</a:t>
                      </a:r>
                      <a:endParaRPr lang="en-US" sz="1600" dirty="0">
                        <a:effectLst/>
                        <a:latin typeface="Times New Roman" panose="02020603050405020304" pitchFamily="18" charset="0"/>
                        <a:ea typeface="Times New Roman" panose="02020603050405020304" pitchFamily="18" charset="0"/>
                        <a:cs typeface="B Nazanin" panose="00000400000000000000" pitchFamily="2" charset="-78"/>
                      </a:endParaRPr>
                    </a:p>
                  </a:txBody>
                  <a:tcPr marL="68580" marR="68580" marT="0" marB="0" anchor="ctr">
                    <a:solidFill>
                      <a:srgbClr val="B9FFB9"/>
                    </a:solidFill>
                  </a:tcPr>
                </a:tc>
                <a:tc>
                  <a:txBody>
                    <a:bodyPr/>
                    <a:lstStyle/>
                    <a:p>
                      <a:pPr algn="ctr" rtl="1">
                        <a:spcAft>
                          <a:spcPts val="300"/>
                        </a:spcAft>
                      </a:pPr>
                      <a:r>
                        <a:rPr lang="fa-IR" sz="1600" dirty="0" smtClean="0">
                          <a:effectLst/>
                          <a:latin typeface="Times New Roman" panose="02020603050405020304" pitchFamily="18" charset="0"/>
                          <a:ea typeface="Times New Roman" panose="02020603050405020304" pitchFamily="18" charset="0"/>
                          <a:cs typeface="B Nazanin" panose="00000400000000000000" pitchFamily="2" charset="-78"/>
                        </a:rPr>
                        <a:t>1/78</a:t>
                      </a:r>
                      <a:endParaRPr lang="en-US" sz="1600" dirty="0">
                        <a:effectLst/>
                        <a:latin typeface="Times New Roman" panose="02020603050405020304" pitchFamily="18" charset="0"/>
                        <a:ea typeface="Times New Roman" panose="02020603050405020304" pitchFamily="18" charset="0"/>
                        <a:cs typeface="B Nazanin" panose="00000400000000000000" pitchFamily="2" charset="-78"/>
                      </a:endParaRPr>
                    </a:p>
                  </a:txBody>
                  <a:tcPr marL="68580" marR="68580" marT="0" marB="0" anchor="ctr">
                    <a:solidFill>
                      <a:srgbClr val="FFFFCC"/>
                    </a:solidFill>
                  </a:tcPr>
                </a:tc>
                <a:tc>
                  <a:txBody>
                    <a:bodyPr/>
                    <a:lstStyle/>
                    <a:p>
                      <a:pPr algn="ctr" rtl="1">
                        <a:spcAft>
                          <a:spcPts val="300"/>
                        </a:spcAft>
                      </a:pPr>
                      <a:r>
                        <a:rPr lang="fa-IR" sz="1600" dirty="0">
                          <a:effectLst/>
                          <a:latin typeface="Times New Roman" panose="02020603050405020304" pitchFamily="18" charset="0"/>
                          <a:ea typeface="Times New Roman" panose="02020603050405020304" pitchFamily="18" charset="0"/>
                          <a:cs typeface="B Nazanin" panose="00000400000000000000" pitchFamily="2" charset="-78"/>
                        </a:rPr>
                        <a:t>10</a:t>
                      </a:r>
                      <a:endParaRPr lang="en-US" sz="1600" dirty="0">
                        <a:effectLst/>
                        <a:latin typeface="Times New Roman" panose="02020603050405020304" pitchFamily="18" charset="0"/>
                        <a:ea typeface="Times New Roman" panose="02020603050405020304" pitchFamily="18" charset="0"/>
                        <a:cs typeface="B Nazanin" panose="00000400000000000000" pitchFamily="2" charset="-78"/>
                      </a:endParaRPr>
                    </a:p>
                  </a:txBody>
                  <a:tcPr marL="68580" marR="68580" marT="0" marB="0" anchor="ctr">
                    <a:solidFill>
                      <a:srgbClr val="FFCCCC"/>
                    </a:solidFill>
                  </a:tcPr>
                </a:tc>
              </a:tr>
            </a:tbl>
          </a:graphicData>
        </a:graphic>
      </p:graphicFrame>
      <p:sp>
        <p:nvSpPr>
          <p:cNvPr id="21" name="Rectangle 20"/>
          <p:cNvSpPr/>
          <p:nvPr/>
        </p:nvSpPr>
        <p:spPr>
          <a:xfrm>
            <a:off x="250798" y="2400564"/>
            <a:ext cx="8488680" cy="338554"/>
          </a:xfrm>
          <a:prstGeom prst="rect">
            <a:avLst/>
          </a:prstGeom>
        </p:spPr>
        <p:txBody>
          <a:bodyPr wrap="square">
            <a:spAutoFit/>
          </a:bodyPr>
          <a:lstStyle/>
          <a:p>
            <a:pPr algn="ctr" rtl="1"/>
            <a:r>
              <a:rPr lang="ar-SA" sz="1600" dirty="0" smtClean="0">
                <a:latin typeface="Times New Roman" panose="02020603050405020304" pitchFamily="18" charset="0"/>
                <a:ea typeface="Times New Roman" panose="02020603050405020304" pitchFamily="18" charset="0"/>
                <a:cs typeface="B Nazanin" panose="00000400000000000000" pitchFamily="2" charset="-78"/>
              </a:rPr>
              <a:t>جدول ‏4 جدول مقایسه‌ی خروجی در همسان‌ساز پیشنهادی</a:t>
            </a:r>
            <a:r>
              <a:rPr lang="en-US" sz="1600" dirty="0" smtClean="0">
                <a:latin typeface="Times New Roman" panose="02020603050405020304" pitchFamily="18" charset="0"/>
                <a:ea typeface="Times New Roman" panose="02020603050405020304" pitchFamily="18" charset="0"/>
                <a:cs typeface="B Nazanin" panose="00000400000000000000" pitchFamily="2" charset="-78"/>
              </a:rPr>
              <a:t>PSO-DBSCAN) </a:t>
            </a:r>
            <a:r>
              <a:rPr lang="ar-SA" sz="1600" dirty="0" smtClean="0">
                <a:latin typeface="Times New Roman" panose="02020603050405020304" pitchFamily="18" charset="0"/>
                <a:ea typeface="Times New Roman" panose="02020603050405020304" pitchFamily="18" charset="0"/>
                <a:cs typeface="B Nazanin" panose="00000400000000000000" pitchFamily="2" charset="-78"/>
              </a:rPr>
              <a:t>و </a:t>
            </a:r>
            <a:r>
              <a:rPr lang="en-US" sz="1600" dirty="0" smtClean="0">
                <a:latin typeface="Times New Roman" panose="02020603050405020304" pitchFamily="18" charset="0"/>
                <a:ea typeface="Times New Roman" panose="02020603050405020304" pitchFamily="18" charset="0"/>
                <a:cs typeface="B Nazanin" panose="00000400000000000000" pitchFamily="2" charset="-78"/>
              </a:rPr>
              <a:t>FLC</a:t>
            </a:r>
            <a:r>
              <a:rPr lang="fa-IR" sz="1600" dirty="0" smtClean="0">
                <a:solidFill>
                  <a:srgbClr val="61D6FF"/>
                </a:solidFill>
                <a:latin typeface="Times New Roman" panose="02020603050405020304" pitchFamily="18" charset="0"/>
                <a:ea typeface="Calibri" panose="020F0502020204030204" pitchFamily="34" charset="0"/>
                <a:cs typeface="B Nazanin" panose="00000400000000000000" pitchFamily="2" charset="-78"/>
              </a:rPr>
              <a:t>[2]</a:t>
            </a:r>
            <a:r>
              <a:rPr lang="en-US" sz="1600" dirty="0">
                <a:latin typeface="Times New Roman" panose="02020603050405020304" pitchFamily="18" charset="0"/>
                <a:ea typeface="Calibri" panose="020F0502020204030204" pitchFamily="34" charset="0"/>
                <a:cs typeface="B Nazanin" panose="00000400000000000000" pitchFamily="2" charset="-78"/>
              </a:rPr>
              <a:t>(</a:t>
            </a:r>
            <a:endParaRPr lang="en-US" sz="1600" dirty="0">
              <a:latin typeface="Times New Roman" panose="02020603050405020304" pitchFamily="18" charset="0"/>
              <a:ea typeface="Times New Roman" panose="02020603050405020304" pitchFamily="18" charset="0"/>
              <a:cs typeface="B Nazanin" panose="00000400000000000000" pitchFamily="2" charset="-78"/>
            </a:endParaRPr>
          </a:p>
        </p:txBody>
      </p:sp>
      <p:graphicFrame>
        <p:nvGraphicFramePr>
          <p:cNvPr id="27" name="Table 26"/>
          <p:cNvGraphicFramePr>
            <a:graphicFrameLocks noGrp="1"/>
          </p:cNvGraphicFramePr>
          <p:nvPr>
            <p:extLst>
              <p:ext uri="{D42A27DB-BD31-4B8C-83A1-F6EECF244321}">
                <p14:modId xmlns:p14="http://schemas.microsoft.com/office/powerpoint/2010/main" val="2475471194"/>
              </p:ext>
            </p:extLst>
          </p:nvPr>
        </p:nvGraphicFramePr>
        <p:xfrm>
          <a:off x="250798" y="4220620"/>
          <a:ext cx="8503920" cy="1097280"/>
        </p:xfrm>
        <a:graphic>
          <a:graphicData uri="http://schemas.openxmlformats.org/drawingml/2006/table">
            <a:tbl>
              <a:tblPr rtl="1" firstRow="1" firstCol="1" bandRow="1">
                <a:tableStyleId>{5940675A-B579-460E-94D1-54222C63F5DA}</a:tableStyleId>
              </a:tblPr>
              <a:tblGrid>
                <a:gridCol w="2637365"/>
                <a:gridCol w="2091505"/>
                <a:gridCol w="2490844"/>
                <a:gridCol w="1284206"/>
              </a:tblGrid>
              <a:tr h="365760">
                <a:tc>
                  <a:txBody>
                    <a:bodyPr/>
                    <a:lstStyle/>
                    <a:p>
                      <a:pPr algn="ctr" rtl="1">
                        <a:spcAft>
                          <a:spcPts val="300"/>
                        </a:spcAft>
                      </a:pPr>
                      <a:r>
                        <a:rPr lang="fa-IR" sz="1600" dirty="0" smtClean="0">
                          <a:effectLst/>
                          <a:cs typeface="B Nazanin" panose="00000400000000000000" pitchFamily="2" charset="-78"/>
                        </a:rPr>
                        <a:t>پژوهش</a:t>
                      </a:r>
                      <a:endParaRPr lang="en-US" sz="1600" dirty="0">
                        <a:effectLst/>
                        <a:latin typeface="Times New Roman" panose="02020603050405020304" pitchFamily="18" charset="0"/>
                        <a:ea typeface="Times New Roman" panose="02020603050405020304" pitchFamily="18" charset="0"/>
                        <a:cs typeface="B Nazanin" panose="00000400000000000000" pitchFamily="2" charset="-78"/>
                      </a:endParaRPr>
                    </a:p>
                  </a:txBody>
                  <a:tcPr marL="68580" marR="68580" marT="0" marB="0" anchor="ctr">
                    <a:solidFill>
                      <a:srgbClr val="BD867C"/>
                    </a:solidFill>
                  </a:tcPr>
                </a:tc>
                <a:tc>
                  <a:txBody>
                    <a:bodyPr/>
                    <a:lstStyle/>
                    <a:p>
                      <a:pPr algn="ctr" rtl="1">
                        <a:spcAft>
                          <a:spcPts val="300"/>
                        </a:spcAft>
                      </a:pPr>
                      <a:r>
                        <a:rPr lang="ar-SA" sz="1600" dirty="0">
                          <a:effectLst/>
                          <a:cs typeface="B Nazanin" panose="00000400000000000000" pitchFamily="2" charset="-78"/>
                        </a:rPr>
                        <a:t>زمان اتمام همسان‌سازی (</a:t>
                      </a:r>
                      <a:r>
                        <a:rPr lang="en-US" sz="1600" dirty="0">
                          <a:effectLst/>
                          <a:cs typeface="B Nazanin" panose="00000400000000000000" pitchFamily="2" charset="-78"/>
                        </a:rPr>
                        <a:t>S</a:t>
                      </a:r>
                      <a:r>
                        <a:rPr lang="ar-SA" sz="1600" dirty="0">
                          <a:effectLst/>
                          <a:cs typeface="B Nazanin" panose="00000400000000000000" pitchFamily="2" charset="-78"/>
                        </a:rPr>
                        <a:t>)</a:t>
                      </a:r>
                      <a:endParaRPr lang="en-US" sz="1600" dirty="0">
                        <a:effectLst/>
                        <a:latin typeface="Times New Roman" panose="02020603050405020304" pitchFamily="18" charset="0"/>
                        <a:ea typeface="Times New Roman" panose="02020603050405020304" pitchFamily="18" charset="0"/>
                        <a:cs typeface="B Nazanin" panose="00000400000000000000" pitchFamily="2" charset="-78"/>
                      </a:endParaRPr>
                    </a:p>
                  </a:txBody>
                  <a:tcPr marL="68580" marR="68580" marT="0" marB="0" anchor="ctr">
                    <a:solidFill>
                      <a:srgbClr val="BD867C"/>
                    </a:solidFill>
                  </a:tcPr>
                </a:tc>
                <a:tc>
                  <a:txBody>
                    <a:bodyPr/>
                    <a:lstStyle/>
                    <a:p>
                      <a:pPr algn="ctr" rtl="1">
                        <a:spcAft>
                          <a:spcPts val="300"/>
                        </a:spcAft>
                      </a:pPr>
                      <a:r>
                        <a:rPr lang="ar-SA" sz="1600" dirty="0">
                          <a:effectLst/>
                          <a:cs typeface="B Nazanin" panose="00000400000000000000" pitchFamily="2" charset="-78"/>
                        </a:rPr>
                        <a:t>ناهمسانی نهایی (%)</a:t>
                      </a:r>
                      <a:endParaRPr lang="en-US" sz="1600" dirty="0">
                        <a:effectLst/>
                        <a:latin typeface="Times New Roman" panose="02020603050405020304" pitchFamily="18" charset="0"/>
                        <a:ea typeface="Times New Roman" panose="02020603050405020304" pitchFamily="18" charset="0"/>
                        <a:cs typeface="B Nazanin" panose="00000400000000000000" pitchFamily="2" charset="-78"/>
                      </a:endParaRPr>
                    </a:p>
                  </a:txBody>
                  <a:tcPr marL="68580" marR="68580" marT="0" marB="0" anchor="ctr">
                    <a:solidFill>
                      <a:srgbClr val="BD867C"/>
                    </a:solidFill>
                  </a:tcPr>
                </a:tc>
                <a:tc>
                  <a:txBody>
                    <a:bodyPr/>
                    <a:lstStyle/>
                    <a:p>
                      <a:pPr algn="ctr" rtl="1">
                        <a:spcAft>
                          <a:spcPts val="300"/>
                        </a:spcAft>
                      </a:pPr>
                      <a:r>
                        <a:rPr lang="ar-SA" sz="1600" dirty="0">
                          <a:effectLst/>
                          <a:cs typeface="B Nazanin" panose="00000400000000000000" pitchFamily="2" charset="-78"/>
                        </a:rPr>
                        <a:t>روی‌هم رفت (%)</a:t>
                      </a:r>
                      <a:endParaRPr lang="en-US" sz="1600" dirty="0">
                        <a:effectLst/>
                        <a:latin typeface="Times New Roman" panose="02020603050405020304" pitchFamily="18" charset="0"/>
                        <a:ea typeface="Times New Roman" panose="02020603050405020304" pitchFamily="18" charset="0"/>
                        <a:cs typeface="B Nazanin" panose="00000400000000000000" pitchFamily="2" charset="-78"/>
                      </a:endParaRPr>
                    </a:p>
                  </a:txBody>
                  <a:tcPr marL="68580" marR="68580" marT="0" marB="0" anchor="ctr">
                    <a:solidFill>
                      <a:srgbClr val="BD867C"/>
                    </a:solidFill>
                  </a:tcPr>
                </a:tc>
              </a:tr>
              <a:tr h="365760">
                <a:tc>
                  <a:txBody>
                    <a:bodyPr/>
                    <a:lstStyle/>
                    <a:p>
                      <a:pPr marL="0" algn="ctr" defTabSz="914400" rtl="1" eaLnBrk="1" latinLnBrk="0" hangingPunct="1">
                        <a:spcAft>
                          <a:spcPts val="300"/>
                        </a:spcAft>
                      </a:pPr>
                      <a:r>
                        <a:rPr lang="ar-SA" sz="1600" kern="1200" dirty="0">
                          <a:solidFill>
                            <a:schemeClr val="tx1"/>
                          </a:solidFill>
                          <a:effectLst/>
                          <a:latin typeface="Times New Roman" panose="02020603050405020304" pitchFamily="18" charset="0"/>
                          <a:ea typeface="Times New Roman" panose="02020603050405020304" pitchFamily="18" charset="0"/>
                          <a:cs typeface="B Nazanin" panose="00000400000000000000" pitchFamily="2" charset="-78"/>
                        </a:rPr>
                        <a:t>روش پیشنهادی </a:t>
                      </a:r>
                      <a:r>
                        <a:rPr lang="fa-IR" sz="1600" kern="1200" dirty="0">
                          <a:solidFill>
                            <a:schemeClr val="tx1"/>
                          </a:solidFill>
                          <a:effectLst/>
                          <a:latin typeface="Times New Roman" panose="02020603050405020304" pitchFamily="18" charset="0"/>
                          <a:ea typeface="Times New Roman" panose="02020603050405020304" pitchFamily="18" charset="0"/>
                          <a:cs typeface="B Nazanin" panose="00000400000000000000" pitchFamily="2" charset="-78"/>
                        </a:rPr>
                        <a:t>(</a:t>
                      </a:r>
                      <a:r>
                        <a:rPr lang="en-US" sz="1600" kern="1200" dirty="0">
                          <a:solidFill>
                            <a:schemeClr val="tx1"/>
                          </a:solidFill>
                          <a:effectLst/>
                          <a:latin typeface="Times New Roman" panose="02020603050405020304" pitchFamily="18" charset="0"/>
                          <a:ea typeface="Times New Roman" panose="02020603050405020304" pitchFamily="18" charset="0"/>
                          <a:cs typeface="B Nazanin" panose="00000400000000000000" pitchFamily="2" charset="-78"/>
                        </a:rPr>
                        <a:t>PSO-DBSCAN</a:t>
                      </a:r>
                      <a:r>
                        <a:rPr lang="fa-IR" sz="1600" kern="1200" dirty="0">
                          <a:solidFill>
                            <a:schemeClr val="tx1"/>
                          </a:solidFill>
                          <a:effectLst/>
                          <a:latin typeface="Times New Roman" panose="02020603050405020304" pitchFamily="18" charset="0"/>
                          <a:ea typeface="Times New Roman" panose="02020603050405020304" pitchFamily="18" charset="0"/>
                          <a:cs typeface="B Nazanin" panose="00000400000000000000" pitchFamily="2" charset="-78"/>
                        </a:rPr>
                        <a:t>)</a:t>
                      </a:r>
                      <a:endParaRPr lang="en-US" sz="1600" kern="1200" dirty="0">
                        <a:solidFill>
                          <a:schemeClr val="tx1"/>
                        </a:solidFill>
                        <a:effectLst/>
                        <a:latin typeface="Times New Roman" panose="02020603050405020304" pitchFamily="18" charset="0"/>
                        <a:ea typeface="Times New Roman" panose="02020603050405020304" pitchFamily="18" charset="0"/>
                        <a:cs typeface="B Nazanin" panose="00000400000000000000" pitchFamily="2" charset="-78"/>
                      </a:endParaRPr>
                    </a:p>
                  </a:txBody>
                  <a:tcPr marL="68580" marR="68580" marT="0" marB="0" anchor="ctr"/>
                </a:tc>
                <a:tc>
                  <a:txBody>
                    <a:bodyPr/>
                    <a:lstStyle/>
                    <a:p>
                      <a:pPr marL="0" algn="ctr" defTabSz="914400" rtl="1" eaLnBrk="1" latinLnBrk="0" hangingPunct="1">
                        <a:spcAft>
                          <a:spcPts val="300"/>
                        </a:spcAft>
                      </a:pPr>
                      <a:r>
                        <a:rPr lang="fa-IR" sz="1600" kern="1200" dirty="0">
                          <a:solidFill>
                            <a:schemeClr val="tx1"/>
                          </a:solidFill>
                          <a:effectLst/>
                          <a:latin typeface="Times New Roman" panose="02020603050405020304" pitchFamily="18" charset="0"/>
                          <a:ea typeface="Times New Roman" panose="02020603050405020304" pitchFamily="18" charset="0"/>
                          <a:cs typeface="B Nazanin" panose="00000400000000000000" pitchFamily="2" charset="-78"/>
                        </a:rPr>
                        <a:t>601</a:t>
                      </a:r>
                      <a:endParaRPr lang="en-US" sz="1600" kern="1200" dirty="0">
                        <a:solidFill>
                          <a:schemeClr val="tx1"/>
                        </a:solidFill>
                        <a:effectLst/>
                        <a:latin typeface="Times New Roman" panose="02020603050405020304" pitchFamily="18" charset="0"/>
                        <a:ea typeface="Times New Roman" panose="02020603050405020304" pitchFamily="18" charset="0"/>
                        <a:cs typeface="B Nazanin" panose="00000400000000000000" pitchFamily="2" charset="-78"/>
                      </a:endParaRPr>
                    </a:p>
                  </a:txBody>
                  <a:tcPr marL="68580" marR="68580" marT="0" marB="0" anchor="ctr">
                    <a:solidFill>
                      <a:srgbClr val="B9FFB9"/>
                    </a:solidFill>
                  </a:tcPr>
                </a:tc>
                <a:tc>
                  <a:txBody>
                    <a:bodyPr/>
                    <a:lstStyle/>
                    <a:p>
                      <a:pPr marL="0" algn="ctr" defTabSz="914400" rtl="1" eaLnBrk="1" latinLnBrk="0" hangingPunct="1">
                        <a:spcAft>
                          <a:spcPts val="300"/>
                        </a:spcAft>
                      </a:pPr>
                      <a:r>
                        <a:rPr lang="ar-SA" sz="1600" kern="1200" dirty="0">
                          <a:solidFill>
                            <a:schemeClr val="tx1"/>
                          </a:solidFill>
                          <a:effectLst/>
                          <a:latin typeface="Times New Roman" panose="02020603050405020304" pitchFamily="18" charset="0"/>
                          <a:ea typeface="Times New Roman" panose="02020603050405020304" pitchFamily="18" charset="0"/>
                          <a:cs typeface="B Nazanin" panose="00000400000000000000" pitchFamily="2" charset="-78"/>
                        </a:rPr>
                        <a:t>14</a:t>
                      </a:r>
                      <a:endParaRPr lang="en-US" sz="1600" kern="1200" dirty="0">
                        <a:solidFill>
                          <a:schemeClr val="tx1"/>
                        </a:solidFill>
                        <a:effectLst/>
                        <a:latin typeface="Times New Roman" panose="02020603050405020304" pitchFamily="18" charset="0"/>
                        <a:ea typeface="Times New Roman" panose="02020603050405020304" pitchFamily="18" charset="0"/>
                        <a:cs typeface="B Nazanin" panose="00000400000000000000" pitchFamily="2" charset="-78"/>
                      </a:endParaRPr>
                    </a:p>
                  </a:txBody>
                  <a:tcPr marL="68580" marR="68580" marT="0" marB="0" anchor="ctr">
                    <a:solidFill>
                      <a:srgbClr val="FFFFCC"/>
                    </a:solidFill>
                  </a:tcPr>
                </a:tc>
                <a:tc>
                  <a:txBody>
                    <a:bodyPr/>
                    <a:lstStyle/>
                    <a:p>
                      <a:pPr marL="0" algn="ctr" defTabSz="914400" rtl="1" eaLnBrk="1" latinLnBrk="0" hangingPunct="1">
                        <a:spcAft>
                          <a:spcPts val="300"/>
                        </a:spcAft>
                      </a:pPr>
                      <a:r>
                        <a:rPr lang="ar-SA" sz="1600" kern="1200" dirty="0">
                          <a:solidFill>
                            <a:schemeClr val="tx1"/>
                          </a:solidFill>
                          <a:effectLst/>
                          <a:latin typeface="Times New Roman" panose="02020603050405020304" pitchFamily="18" charset="0"/>
                          <a:ea typeface="Times New Roman" panose="02020603050405020304" pitchFamily="18" charset="0"/>
                          <a:cs typeface="B Nazanin" panose="00000400000000000000" pitchFamily="2" charset="-78"/>
                        </a:rPr>
                        <a:t>0</a:t>
                      </a:r>
                      <a:endParaRPr lang="en-US" sz="1600" kern="1200" dirty="0">
                        <a:solidFill>
                          <a:schemeClr val="tx1"/>
                        </a:solidFill>
                        <a:effectLst/>
                        <a:latin typeface="Times New Roman" panose="02020603050405020304" pitchFamily="18" charset="0"/>
                        <a:ea typeface="Times New Roman" panose="02020603050405020304" pitchFamily="18" charset="0"/>
                        <a:cs typeface="B Nazanin" panose="00000400000000000000" pitchFamily="2" charset="-78"/>
                      </a:endParaRPr>
                    </a:p>
                  </a:txBody>
                  <a:tcPr marL="68580" marR="68580" marT="0" marB="0" anchor="ctr">
                    <a:solidFill>
                      <a:srgbClr val="B9FFB9"/>
                    </a:solidFill>
                  </a:tcPr>
                </a:tc>
              </a:tr>
              <a:tr h="365760">
                <a:tc>
                  <a:txBody>
                    <a:bodyPr/>
                    <a:lstStyle/>
                    <a:p>
                      <a:pPr marL="0" algn="ctr" defTabSz="914400" rtl="1" eaLnBrk="1" latinLnBrk="0" hangingPunct="1">
                        <a:spcAft>
                          <a:spcPts val="300"/>
                        </a:spcAft>
                      </a:pPr>
                      <a:r>
                        <a:rPr lang="en-US" sz="1600" kern="1200" dirty="0" smtClean="0">
                          <a:solidFill>
                            <a:schemeClr val="tx1"/>
                          </a:solidFill>
                          <a:effectLst/>
                          <a:latin typeface="Times New Roman" panose="02020603050405020304" pitchFamily="18" charset="0"/>
                          <a:ea typeface="Times New Roman" panose="02020603050405020304" pitchFamily="18" charset="0"/>
                          <a:cs typeface="B Nazanin" panose="00000400000000000000" pitchFamily="2" charset="-78"/>
                        </a:rPr>
                        <a:t>GA</a:t>
                      </a:r>
                      <a:r>
                        <a:rPr lang="fa-IR" sz="1600" kern="1200" dirty="0" smtClean="0">
                          <a:solidFill>
                            <a:schemeClr val="tx1"/>
                          </a:solidFill>
                          <a:effectLst/>
                          <a:latin typeface="Times New Roman" panose="02020603050405020304" pitchFamily="18" charset="0"/>
                          <a:ea typeface="Times New Roman" panose="02020603050405020304" pitchFamily="18" charset="0"/>
                          <a:cs typeface="B Nazanin" panose="00000400000000000000" pitchFamily="2" charset="-78"/>
                        </a:rPr>
                        <a:t> </a:t>
                      </a:r>
                      <a:r>
                        <a:rPr lang="fa-IR" sz="1600" dirty="0" smtClean="0">
                          <a:solidFill>
                            <a:srgbClr val="61D6FF"/>
                          </a:solidFill>
                          <a:latin typeface="Times New Roman" panose="02020603050405020304" pitchFamily="18" charset="0"/>
                          <a:ea typeface="Calibri" panose="020F0502020204030204" pitchFamily="34" charset="0"/>
                          <a:cs typeface="B Nazanin" panose="00000400000000000000" pitchFamily="2" charset="-78"/>
                        </a:rPr>
                        <a:t>[3]</a:t>
                      </a:r>
                      <a:endParaRPr lang="en-US" sz="1600" kern="1200" dirty="0">
                        <a:solidFill>
                          <a:schemeClr val="tx1"/>
                        </a:solidFill>
                        <a:effectLst/>
                        <a:latin typeface="Times New Roman" panose="02020603050405020304" pitchFamily="18" charset="0"/>
                        <a:ea typeface="Times New Roman" panose="02020603050405020304" pitchFamily="18" charset="0"/>
                        <a:cs typeface="B Nazanin" panose="00000400000000000000" pitchFamily="2" charset="-78"/>
                      </a:endParaRPr>
                    </a:p>
                  </a:txBody>
                  <a:tcPr marL="68580" marR="68580" marT="0" marB="0" anchor="ctr"/>
                </a:tc>
                <a:tc>
                  <a:txBody>
                    <a:bodyPr/>
                    <a:lstStyle/>
                    <a:p>
                      <a:pPr marL="0" algn="ctr" defTabSz="914400" rtl="1" eaLnBrk="1" latinLnBrk="0" hangingPunct="1">
                        <a:spcAft>
                          <a:spcPts val="300"/>
                        </a:spcAft>
                      </a:pPr>
                      <a:r>
                        <a:rPr lang="ar-SA" sz="1600" kern="1200" dirty="0">
                          <a:solidFill>
                            <a:schemeClr val="tx1"/>
                          </a:solidFill>
                          <a:effectLst/>
                          <a:latin typeface="Times New Roman" panose="02020603050405020304" pitchFamily="18" charset="0"/>
                          <a:ea typeface="Times New Roman" panose="02020603050405020304" pitchFamily="18" charset="0"/>
                          <a:cs typeface="B Nazanin" panose="00000400000000000000" pitchFamily="2" charset="-78"/>
                        </a:rPr>
                        <a:t>1325</a:t>
                      </a:r>
                      <a:endParaRPr lang="en-US" sz="1600" kern="1200" dirty="0">
                        <a:solidFill>
                          <a:schemeClr val="tx1"/>
                        </a:solidFill>
                        <a:effectLst/>
                        <a:latin typeface="Times New Roman" panose="02020603050405020304" pitchFamily="18" charset="0"/>
                        <a:ea typeface="Times New Roman" panose="02020603050405020304" pitchFamily="18" charset="0"/>
                        <a:cs typeface="B Nazanin" panose="00000400000000000000" pitchFamily="2" charset="-78"/>
                      </a:endParaRPr>
                    </a:p>
                  </a:txBody>
                  <a:tcPr marL="68580" marR="68580" marT="0" marB="0" anchor="ctr">
                    <a:solidFill>
                      <a:srgbClr val="B9FFB9"/>
                    </a:solidFill>
                  </a:tcPr>
                </a:tc>
                <a:tc>
                  <a:txBody>
                    <a:bodyPr/>
                    <a:lstStyle/>
                    <a:p>
                      <a:pPr marL="0" algn="ctr" defTabSz="914400" rtl="1" eaLnBrk="1" latinLnBrk="0" hangingPunct="1">
                        <a:spcAft>
                          <a:spcPts val="300"/>
                        </a:spcAft>
                      </a:pPr>
                      <a:r>
                        <a:rPr lang="fa-IR" sz="1600" kern="1200" dirty="0">
                          <a:solidFill>
                            <a:schemeClr val="tx1"/>
                          </a:solidFill>
                          <a:effectLst/>
                          <a:latin typeface="Times New Roman" panose="02020603050405020304" pitchFamily="18" charset="0"/>
                          <a:ea typeface="Times New Roman" panose="02020603050405020304" pitchFamily="18" charset="0"/>
                          <a:cs typeface="B Nazanin" panose="00000400000000000000" pitchFamily="2" charset="-78"/>
                        </a:rPr>
                        <a:t>5</a:t>
                      </a:r>
                      <a:endParaRPr lang="en-US" sz="1600" kern="1200" dirty="0">
                        <a:solidFill>
                          <a:schemeClr val="tx1"/>
                        </a:solidFill>
                        <a:effectLst/>
                        <a:latin typeface="Times New Roman" panose="02020603050405020304" pitchFamily="18" charset="0"/>
                        <a:ea typeface="Times New Roman" panose="02020603050405020304" pitchFamily="18" charset="0"/>
                        <a:cs typeface="B Nazanin" panose="00000400000000000000" pitchFamily="2" charset="-78"/>
                      </a:endParaRPr>
                    </a:p>
                  </a:txBody>
                  <a:tcPr marL="68580" marR="68580" marT="0" marB="0" anchor="ctr">
                    <a:solidFill>
                      <a:srgbClr val="B9FFB9"/>
                    </a:solidFill>
                  </a:tcPr>
                </a:tc>
                <a:tc>
                  <a:txBody>
                    <a:bodyPr/>
                    <a:lstStyle/>
                    <a:p>
                      <a:pPr algn="ctr" rtl="1">
                        <a:spcAft>
                          <a:spcPts val="300"/>
                        </a:spcAft>
                      </a:pPr>
                      <a:r>
                        <a:rPr lang="fa-IR" sz="1600" dirty="0">
                          <a:effectLst/>
                          <a:latin typeface="Times New Roman" panose="02020603050405020304" pitchFamily="18" charset="0"/>
                          <a:ea typeface="Times New Roman" panose="02020603050405020304" pitchFamily="18" charset="0"/>
                          <a:cs typeface="B Nazanin" panose="00000400000000000000" pitchFamily="2" charset="-78"/>
                        </a:rPr>
                        <a:t>نامشخص</a:t>
                      </a:r>
                      <a:endParaRPr lang="en-US" sz="1600" dirty="0">
                        <a:effectLst/>
                        <a:latin typeface="Times New Roman" panose="02020603050405020304" pitchFamily="18" charset="0"/>
                        <a:ea typeface="Times New Roman" panose="02020603050405020304" pitchFamily="18" charset="0"/>
                        <a:cs typeface="B Nazanin" panose="00000400000000000000" pitchFamily="2" charset="-78"/>
                      </a:endParaRPr>
                    </a:p>
                  </a:txBody>
                  <a:tcPr marL="68580" marR="68580" marT="0" marB="0" anchor="ctr">
                    <a:solidFill>
                      <a:srgbClr val="FFCCCC"/>
                    </a:solidFill>
                  </a:tcPr>
                </a:tc>
              </a:tr>
            </a:tbl>
          </a:graphicData>
        </a:graphic>
      </p:graphicFrame>
      <p:sp>
        <p:nvSpPr>
          <p:cNvPr id="28" name="Rectangle 27"/>
          <p:cNvSpPr/>
          <p:nvPr/>
        </p:nvSpPr>
        <p:spPr>
          <a:xfrm>
            <a:off x="250798" y="3854061"/>
            <a:ext cx="8519160" cy="584775"/>
          </a:xfrm>
          <a:prstGeom prst="rect">
            <a:avLst/>
          </a:prstGeom>
        </p:spPr>
        <p:txBody>
          <a:bodyPr wrap="square">
            <a:spAutoFit/>
          </a:bodyPr>
          <a:lstStyle/>
          <a:p>
            <a:pPr algn="ctr" rtl="1"/>
            <a:r>
              <a:rPr lang="ar-SA" sz="1600" dirty="0">
                <a:latin typeface="Times New Roman" panose="02020603050405020304" pitchFamily="18" charset="0"/>
                <a:ea typeface="Times New Roman" panose="02020603050405020304" pitchFamily="18" charset="0"/>
                <a:cs typeface="B Nazanin" panose="00000400000000000000" pitchFamily="2" charset="-78"/>
              </a:rPr>
              <a:t>جدول </a:t>
            </a:r>
            <a:r>
              <a:rPr lang="ar-SA" sz="1600" dirty="0" smtClean="0">
                <a:latin typeface="Times New Roman" panose="02020603050405020304" pitchFamily="18" charset="0"/>
                <a:ea typeface="Times New Roman" panose="02020603050405020304" pitchFamily="18" charset="0"/>
                <a:cs typeface="B Nazanin" panose="00000400000000000000" pitchFamily="2" charset="-78"/>
              </a:rPr>
              <a:t>‏</a:t>
            </a:r>
            <a:r>
              <a:rPr lang="fa-IR" sz="1600" dirty="0" smtClean="0">
                <a:latin typeface="Times New Roman" panose="02020603050405020304" pitchFamily="18" charset="0"/>
                <a:ea typeface="Times New Roman" panose="02020603050405020304" pitchFamily="18" charset="0"/>
                <a:cs typeface="B Nazanin" panose="00000400000000000000" pitchFamily="2" charset="-78"/>
              </a:rPr>
              <a:t>5 </a:t>
            </a:r>
            <a:r>
              <a:rPr lang="ar-SA" sz="1600" dirty="0" smtClean="0">
                <a:latin typeface="Times New Roman" panose="02020603050405020304" pitchFamily="18" charset="0"/>
                <a:ea typeface="Times New Roman" panose="02020603050405020304" pitchFamily="18" charset="0"/>
                <a:cs typeface="B Nazanin" panose="00000400000000000000" pitchFamily="2" charset="-78"/>
              </a:rPr>
              <a:t>جدول </a:t>
            </a:r>
            <a:r>
              <a:rPr lang="ar-SA" sz="1600" dirty="0">
                <a:latin typeface="Times New Roman" panose="02020603050405020304" pitchFamily="18" charset="0"/>
                <a:ea typeface="Times New Roman" panose="02020603050405020304" pitchFamily="18" charset="0"/>
                <a:cs typeface="B Nazanin" panose="00000400000000000000" pitchFamily="2" charset="-78"/>
              </a:rPr>
              <a:t>مقایسه‌ی خروجی در همسان‌ساز پیشنهادی</a:t>
            </a:r>
            <a:r>
              <a:rPr lang="en-US" sz="1600" dirty="0" smtClean="0">
                <a:latin typeface="Times New Roman" panose="02020603050405020304" pitchFamily="18" charset="0"/>
                <a:ea typeface="Times New Roman" panose="02020603050405020304" pitchFamily="18" charset="0"/>
                <a:cs typeface="B Nazanin" panose="00000400000000000000" pitchFamily="2" charset="-78"/>
              </a:rPr>
              <a:t>PSO-DBSCAN) </a:t>
            </a:r>
            <a:r>
              <a:rPr lang="fa-IR" sz="1600" dirty="0" smtClean="0">
                <a:latin typeface="Times New Roman" panose="02020603050405020304" pitchFamily="18" charset="0"/>
                <a:ea typeface="Times New Roman" panose="02020603050405020304" pitchFamily="18" charset="0"/>
                <a:cs typeface="B Nazanin" panose="00000400000000000000" pitchFamily="2" charset="-78"/>
              </a:rPr>
              <a:t> </a:t>
            </a:r>
            <a:r>
              <a:rPr lang="ar-SA" sz="1600" dirty="0" smtClean="0">
                <a:latin typeface="Times New Roman" panose="02020603050405020304" pitchFamily="18" charset="0"/>
                <a:ea typeface="Times New Roman" panose="02020603050405020304" pitchFamily="18" charset="0"/>
                <a:cs typeface="B Nazanin" panose="00000400000000000000" pitchFamily="2" charset="-78"/>
              </a:rPr>
              <a:t>و </a:t>
            </a:r>
            <a:r>
              <a:rPr lang="en-US" sz="1600" dirty="0" smtClean="0">
                <a:latin typeface="Times New Roman" panose="02020603050405020304" pitchFamily="18" charset="0"/>
                <a:ea typeface="Times New Roman" panose="02020603050405020304" pitchFamily="18" charset="0"/>
                <a:cs typeface="B Nazanin" panose="00000400000000000000" pitchFamily="2" charset="-78"/>
              </a:rPr>
              <a:t>GA</a:t>
            </a:r>
            <a:r>
              <a:rPr lang="fa-IR" sz="1600" dirty="0" smtClean="0">
                <a:solidFill>
                  <a:srgbClr val="61D6FF"/>
                </a:solidFill>
                <a:latin typeface="Times New Roman" panose="02020603050405020304" pitchFamily="18" charset="0"/>
                <a:ea typeface="Calibri" panose="020F0502020204030204" pitchFamily="34" charset="0"/>
                <a:cs typeface="B Nazanin" panose="00000400000000000000" pitchFamily="2" charset="-78"/>
              </a:rPr>
              <a:t>[3]</a:t>
            </a:r>
            <a:r>
              <a:rPr lang="en-US" sz="1600" dirty="0" smtClean="0">
                <a:latin typeface="Times New Roman" panose="02020603050405020304" pitchFamily="18" charset="0"/>
                <a:ea typeface="Calibri" panose="020F0502020204030204" pitchFamily="34" charset="0"/>
                <a:cs typeface="B Nazanin" panose="00000400000000000000" pitchFamily="2" charset="-78"/>
              </a:rPr>
              <a:t>(</a:t>
            </a:r>
            <a:endParaRPr lang="en-US" sz="1600" dirty="0">
              <a:latin typeface="Times New Roman" panose="02020603050405020304" pitchFamily="18" charset="0"/>
              <a:ea typeface="Times New Roman" panose="02020603050405020304" pitchFamily="18" charset="0"/>
              <a:cs typeface="B Nazanin" panose="00000400000000000000" pitchFamily="2" charset="-78"/>
            </a:endParaRPr>
          </a:p>
          <a:p>
            <a:pPr algn="ctr" rtl="1"/>
            <a:endParaRPr lang="en-US" sz="1600" dirty="0">
              <a:latin typeface="Times New Roman" panose="02020603050405020304" pitchFamily="18" charset="0"/>
              <a:ea typeface="Times New Roman" panose="02020603050405020304" pitchFamily="18" charset="0"/>
              <a:cs typeface="B Nazanin" panose="00000400000000000000" pitchFamily="2" charset="-78"/>
            </a:endParaRPr>
          </a:p>
        </p:txBody>
      </p:sp>
      <p:sp>
        <p:nvSpPr>
          <p:cNvPr id="22" name="Rectangle 21"/>
          <p:cNvSpPr/>
          <p:nvPr/>
        </p:nvSpPr>
        <p:spPr>
          <a:xfrm>
            <a:off x="347382" y="5370458"/>
            <a:ext cx="8725328" cy="1277273"/>
          </a:xfrm>
          <a:prstGeom prst="rect">
            <a:avLst/>
          </a:prstGeom>
        </p:spPr>
        <p:txBody>
          <a:bodyPr wrap="square">
            <a:spAutoFit/>
          </a:bodyPr>
          <a:lstStyle/>
          <a:p>
            <a:pPr lvl="0">
              <a:defRPr/>
            </a:pPr>
            <a:r>
              <a:rPr lang="en-US" sz="1100" dirty="0">
                <a:latin typeface="Times New Roman" panose="02020603050405020304" pitchFamily="18" charset="0"/>
                <a:cs typeface="B Nazanin" panose="00000400000000000000" pitchFamily="2" charset="-78"/>
              </a:rPr>
              <a:t>[1]	W. </a:t>
            </a:r>
            <a:r>
              <a:rPr lang="en-US" sz="1100" dirty="0" err="1">
                <a:latin typeface="Times New Roman" panose="02020603050405020304" pitchFamily="18" charset="0"/>
                <a:cs typeface="B Nazanin" panose="00000400000000000000" pitchFamily="2" charset="-78"/>
              </a:rPr>
              <a:t>Lujun</a:t>
            </a:r>
            <a:r>
              <a:rPr lang="en-US" sz="1100" i="1" dirty="0">
                <a:latin typeface="Times New Roman" panose="02020603050405020304" pitchFamily="18" charset="0"/>
                <a:cs typeface="B Nazanin" panose="00000400000000000000" pitchFamily="2" charset="-78"/>
              </a:rPr>
              <a:t> et al.</a:t>
            </a:r>
            <a:r>
              <a:rPr lang="en-US" sz="1100" dirty="0">
                <a:latin typeface="Times New Roman" panose="02020603050405020304" pitchFamily="18" charset="0"/>
                <a:cs typeface="B Nazanin" panose="00000400000000000000" pitchFamily="2" charset="-78"/>
              </a:rPr>
              <a:t>, "Efficient and fast active equalization method for retired battery pack using wide voltage range bidirectional converter and DBSCAN clustering algorithm," </a:t>
            </a:r>
            <a:r>
              <a:rPr lang="en-US" sz="1100" i="1" dirty="0">
                <a:latin typeface="Times New Roman" panose="02020603050405020304" pitchFamily="18" charset="0"/>
                <a:cs typeface="B Nazanin" panose="00000400000000000000" pitchFamily="2" charset="-78"/>
              </a:rPr>
              <a:t>IEEE Transactions on Power Electronics, </a:t>
            </a:r>
            <a:r>
              <a:rPr lang="en-US" sz="1100" dirty="0">
                <a:latin typeface="Times New Roman" panose="02020603050405020304" pitchFamily="18" charset="0"/>
                <a:cs typeface="B Nazanin" panose="00000400000000000000" pitchFamily="2" charset="-78"/>
              </a:rPr>
              <a:t>vol. 37, no. 11, pp. 13824-13833, 2022</a:t>
            </a:r>
            <a:r>
              <a:rPr lang="en-US" sz="1100" dirty="0" smtClean="0">
                <a:latin typeface="Times New Roman" panose="02020603050405020304" pitchFamily="18" charset="0"/>
                <a:cs typeface="B Nazanin" panose="00000400000000000000" pitchFamily="2" charset="-78"/>
              </a:rPr>
              <a:t>.</a:t>
            </a:r>
          </a:p>
          <a:p>
            <a:pPr lvl="0">
              <a:defRPr/>
            </a:pPr>
            <a:r>
              <a:rPr lang="en-US" sz="1100" dirty="0" smtClean="0">
                <a:latin typeface="Times New Roman" panose="02020603050405020304" pitchFamily="18" charset="0"/>
                <a:cs typeface="B Nazanin" panose="00000400000000000000" pitchFamily="2" charset="-78"/>
              </a:rPr>
              <a:t>[2]	L. Liao and H. Chen, "Research on two-stage equalization strategy based on fuzzy logic control for lithium-ion battery packs," </a:t>
            </a:r>
            <a:r>
              <a:rPr lang="en-US" sz="1100" i="1" dirty="0" smtClean="0">
                <a:latin typeface="Times New Roman" panose="02020603050405020304" pitchFamily="18" charset="0"/>
                <a:cs typeface="B Nazanin" panose="00000400000000000000" pitchFamily="2" charset="-78"/>
              </a:rPr>
              <a:t>Journal of Energy Storage, </a:t>
            </a:r>
            <a:r>
              <a:rPr lang="nl-NL" sz="1100" dirty="0" smtClean="0">
                <a:latin typeface="Times New Roman" panose="02020603050405020304" pitchFamily="18" charset="0"/>
                <a:cs typeface="B Nazanin" panose="00000400000000000000" pitchFamily="2" charset="-78"/>
              </a:rPr>
              <a:t>vol. 50, p. 104321, 2022.</a:t>
            </a:r>
          </a:p>
          <a:p>
            <a:pPr lvl="0">
              <a:defRPr/>
            </a:pPr>
            <a:r>
              <a:rPr lang="en-US" sz="1100" dirty="0" smtClean="0">
                <a:latin typeface="Times New Roman" panose="02020603050405020304" pitchFamily="18" charset="0"/>
                <a:cs typeface="B Nazanin" panose="00000400000000000000" pitchFamily="2" charset="-78"/>
              </a:rPr>
              <a:t>[3]	S. </a:t>
            </a:r>
            <a:r>
              <a:rPr lang="en-US" sz="1100" dirty="0" err="1" smtClean="0">
                <a:latin typeface="Times New Roman" panose="02020603050405020304" pitchFamily="18" charset="0"/>
                <a:cs typeface="B Nazanin" panose="00000400000000000000" pitchFamily="2" charset="-78"/>
              </a:rPr>
              <a:t>Jinlei</a:t>
            </a:r>
            <a:r>
              <a:rPr lang="en-US" sz="1100" dirty="0" smtClean="0">
                <a:latin typeface="Times New Roman" panose="02020603050405020304" pitchFamily="18" charset="0"/>
                <a:cs typeface="B Nazanin" panose="00000400000000000000" pitchFamily="2" charset="-78"/>
              </a:rPr>
              <a:t>, L. Wei, T. </a:t>
            </a:r>
            <a:r>
              <a:rPr lang="en-US" sz="1100" dirty="0" err="1" smtClean="0">
                <a:latin typeface="Times New Roman" panose="02020603050405020304" pitchFamily="18" charset="0"/>
                <a:cs typeface="B Nazanin" panose="00000400000000000000" pitchFamily="2" charset="-78"/>
              </a:rPr>
              <a:t>Chuanyu</a:t>
            </a:r>
            <a:r>
              <a:rPr lang="en-US" sz="1100" dirty="0" smtClean="0">
                <a:latin typeface="Times New Roman" panose="02020603050405020304" pitchFamily="18" charset="0"/>
                <a:cs typeface="B Nazanin" panose="00000400000000000000" pitchFamily="2" charset="-78"/>
              </a:rPr>
              <a:t>, W. </a:t>
            </a:r>
            <a:r>
              <a:rPr lang="en-US" sz="1100" dirty="0" err="1" smtClean="0">
                <a:latin typeface="Times New Roman" panose="02020603050405020304" pitchFamily="18" charset="0"/>
                <a:cs typeface="B Nazanin" panose="00000400000000000000" pitchFamily="2" charset="-78"/>
              </a:rPr>
              <a:t>Tianru</a:t>
            </a:r>
            <a:r>
              <a:rPr lang="en-US" sz="1100" dirty="0" smtClean="0">
                <a:latin typeface="Times New Roman" panose="02020603050405020304" pitchFamily="18" charset="0"/>
                <a:cs typeface="B Nazanin" panose="00000400000000000000" pitchFamily="2" charset="-78"/>
              </a:rPr>
              <a:t>, J. Tao, and T. Yong, "A novel active equalization method for series-connected battery packs based on clustering analysis with genetic algorithm," </a:t>
            </a:r>
            <a:r>
              <a:rPr lang="en-US" sz="1100" i="1" dirty="0" smtClean="0">
                <a:latin typeface="Times New Roman" panose="02020603050405020304" pitchFamily="18" charset="0"/>
                <a:cs typeface="B Nazanin" panose="00000400000000000000" pitchFamily="2" charset="-78"/>
              </a:rPr>
              <a:t>IEEE Transactions on Power Electronics, </a:t>
            </a:r>
            <a:r>
              <a:rPr lang="en-US" sz="1100" dirty="0" smtClean="0">
                <a:latin typeface="Times New Roman" panose="02020603050405020304" pitchFamily="18" charset="0"/>
                <a:cs typeface="B Nazanin" panose="00000400000000000000" pitchFamily="2" charset="-78"/>
              </a:rPr>
              <a:t>vol. 36, no. 7, pp. 7853-7865, 2021.</a:t>
            </a:r>
          </a:p>
          <a:p>
            <a:pPr lvl="0">
              <a:defRPr/>
            </a:pPr>
            <a:endParaRPr lang="en-US" sz="1100" i="1" dirty="0">
              <a:latin typeface="Times New Roman" panose="02020603050405020304" pitchFamily="18" charset="0"/>
              <a:cs typeface="B Nazanin" panose="00000400000000000000" pitchFamily="2" charset="-78"/>
            </a:endParaRPr>
          </a:p>
        </p:txBody>
      </p:sp>
      <p:sp>
        <p:nvSpPr>
          <p:cNvPr id="23" name="AutoShape 3">
            <a:extLst>
              <a:ext uri="{FF2B5EF4-FFF2-40B4-BE49-F238E27FC236}">
                <a16:creationId xmlns="" xmlns:a16="http://schemas.microsoft.com/office/drawing/2014/main" id="{2E7CFF1D-4628-454A-8E3A-7632D84A13A7}"/>
              </a:ext>
            </a:extLst>
          </p:cNvPr>
          <p:cNvSpPr>
            <a:spLocks noChangeArrowheads="1"/>
          </p:cNvSpPr>
          <p:nvPr/>
        </p:nvSpPr>
        <p:spPr bwMode="gray">
          <a:xfrm flipH="1">
            <a:off x="173132" y="59232"/>
            <a:ext cx="2426749" cy="649224"/>
          </a:xfrm>
          <a:prstGeom prst="chevron">
            <a:avLst>
              <a:gd name="adj" fmla="val 17009"/>
            </a:avLst>
          </a:prstGeom>
          <a:solidFill>
            <a:srgbClr val="2842AE"/>
          </a:solidFill>
          <a:ln w="38100">
            <a:solidFill>
              <a:srgbClr val="EAEAEA"/>
            </a:solidFill>
            <a:miter lim="800000"/>
            <a:headEnd/>
            <a:tailEnd/>
          </a:ln>
          <a:effectLst>
            <a:outerShdw dist="109250" dir="3267739" algn="ctr" rotWithShape="0">
              <a:srgbClr val="333333">
                <a:alpha val="50000"/>
              </a:srgbClr>
            </a:outerShdw>
          </a:effectLst>
        </p:spPr>
        <p:txBody>
          <a:bodyPr wrap="square" anchor="ctr">
            <a:spAutoFit/>
          </a:bodyPr>
          <a:lstStyle/>
          <a:p>
            <a:pPr algn="ctr" fontAlgn="base">
              <a:spcBef>
                <a:spcPct val="0"/>
              </a:spcBef>
              <a:spcAft>
                <a:spcPct val="0"/>
              </a:spcAft>
            </a:pPr>
            <a:endParaRPr lang="en-US" kern="0">
              <a:solidFill>
                <a:srgbClr val="3D81BF"/>
              </a:solidFill>
            </a:endParaRPr>
          </a:p>
        </p:txBody>
      </p:sp>
      <p:pic>
        <p:nvPicPr>
          <p:cNvPr id="24" name="Picture 23" descr="پرونده:Azad University logo.png - ویکی‌پدیا، دانشنامهٔ آزاد">
            <a:extLst>
              <a:ext uri="{FF2B5EF4-FFF2-40B4-BE49-F238E27FC236}">
                <a16:creationId xmlns="" xmlns:a16="http://schemas.microsoft.com/office/drawing/2014/main" id="{2F67C891-7A76-4BAB-A300-B54DFBDD9870}"/>
              </a:ext>
            </a:extLst>
          </p:cNvPr>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8610600" y="0"/>
            <a:ext cx="533400" cy="822959"/>
          </a:xfrm>
          <a:prstGeom prst="rect">
            <a:avLst/>
          </a:prstGeom>
          <a:noFill/>
          <a:ln>
            <a:noFill/>
          </a:ln>
        </p:spPr>
      </p:pic>
      <p:sp>
        <p:nvSpPr>
          <p:cNvPr id="25" name="AutoShape 10">
            <a:extLst>
              <a:ext uri="{FF2B5EF4-FFF2-40B4-BE49-F238E27FC236}">
                <a16:creationId xmlns="" xmlns:a16="http://schemas.microsoft.com/office/drawing/2014/main" id="{2A2EA850-A064-4A9D-9C26-C017D368DF1D}"/>
              </a:ext>
            </a:extLst>
          </p:cNvPr>
          <p:cNvSpPr>
            <a:spLocks noChangeArrowheads="1"/>
          </p:cNvSpPr>
          <p:nvPr/>
        </p:nvSpPr>
        <p:spPr bwMode="gray">
          <a:xfrm flipH="1">
            <a:off x="6246677" y="59426"/>
            <a:ext cx="2057400" cy="649224"/>
          </a:xfrm>
          <a:prstGeom prst="chevron">
            <a:avLst>
              <a:gd name="adj" fmla="val 17842"/>
            </a:avLst>
          </a:prstGeom>
          <a:gradFill rotWithShape="1">
            <a:gsLst>
              <a:gs pos="0">
                <a:srgbClr val="84B09A">
                  <a:gamma/>
                  <a:shade val="46275"/>
                  <a:invGamma/>
                </a:srgbClr>
              </a:gs>
              <a:gs pos="50000">
                <a:srgbClr val="84B09A"/>
              </a:gs>
              <a:gs pos="100000">
                <a:srgbClr val="84B09A">
                  <a:gamma/>
                  <a:shade val="46275"/>
                  <a:invGamma/>
                </a:srgbClr>
              </a:gs>
            </a:gsLst>
            <a:lin ang="2700000" scaled="1"/>
          </a:gradFill>
          <a:ln w="38100">
            <a:solidFill>
              <a:srgbClr val="EAEAEA"/>
            </a:solidFill>
            <a:miter lim="800000"/>
            <a:headEnd/>
            <a:tailEnd/>
          </a:ln>
          <a:effectLst>
            <a:outerShdw dist="109250" dir="3267739" algn="ctr" rotWithShape="0">
              <a:srgbClr val="333333">
                <a:alpha val="50000"/>
              </a:srgbClr>
            </a:outerShdw>
          </a:effectLst>
        </p:spPr>
        <p:txBody>
          <a:bodyPr wrap="square" anchor="ctr">
            <a:spAutoFit/>
          </a:bodyPr>
          <a:lstStyle/>
          <a:p>
            <a:pPr algn="ctr" fontAlgn="base">
              <a:spcBef>
                <a:spcPct val="0"/>
              </a:spcBef>
              <a:spcAft>
                <a:spcPct val="0"/>
              </a:spcAft>
            </a:pPr>
            <a:endParaRPr lang="en-US" kern="0" dirty="0">
              <a:solidFill>
                <a:srgbClr val="3D81BF"/>
              </a:solidFill>
            </a:endParaRPr>
          </a:p>
        </p:txBody>
      </p:sp>
      <p:sp>
        <p:nvSpPr>
          <p:cNvPr id="29" name="AutoShape 3">
            <a:extLst>
              <a:ext uri="{FF2B5EF4-FFF2-40B4-BE49-F238E27FC236}">
                <a16:creationId xmlns="" xmlns:a16="http://schemas.microsoft.com/office/drawing/2014/main" id="{B742D6B4-C2BA-456D-8EF1-01FC0D22E95C}"/>
              </a:ext>
            </a:extLst>
          </p:cNvPr>
          <p:cNvSpPr>
            <a:spLocks noChangeArrowheads="1"/>
          </p:cNvSpPr>
          <p:nvPr/>
        </p:nvSpPr>
        <p:spPr bwMode="gray">
          <a:xfrm flipH="1">
            <a:off x="4200083" y="65559"/>
            <a:ext cx="2056086" cy="649224"/>
          </a:xfrm>
          <a:prstGeom prst="chevron">
            <a:avLst>
              <a:gd name="adj" fmla="val 17009"/>
            </a:avLst>
          </a:prstGeom>
          <a:gradFill rotWithShape="1">
            <a:gsLst>
              <a:gs pos="0">
                <a:srgbClr val="84B09A">
                  <a:gamma/>
                  <a:shade val="46275"/>
                  <a:invGamma/>
                </a:srgbClr>
              </a:gs>
              <a:gs pos="50000">
                <a:srgbClr val="84B09A"/>
              </a:gs>
              <a:gs pos="100000">
                <a:srgbClr val="84B09A">
                  <a:gamma/>
                  <a:shade val="46275"/>
                  <a:invGamma/>
                </a:srgbClr>
              </a:gs>
            </a:gsLst>
            <a:lin ang="2700000" scaled="1"/>
          </a:gradFill>
          <a:ln w="38100">
            <a:solidFill>
              <a:srgbClr val="EAEAEA"/>
            </a:solidFill>
            <a:miter lim="800000"/>
            <a:headEnd/>
            <a:tailEnd/>
          </a:ln>
          <a:effectLst>
            <a:outerShdw dist="109250" dir="3267739" algn="ctr" rotWithShape="0">
              <a:srgbClr val="333333">
                <a:alpha val="50000"/>
              </a:srgbClr>
            </a:outerShdw>
          </a:effectLst>
        </p:spPr>
        <p:txBody>
          <a:bodyPr wrap="square" anchor="ctr">
            <a:spAutoFit/>
          </a:bodyPr>
          <a:lstStyle/>
          <a:p>
            <a:pPr algn="ctr" fontAlgn="base">
              <a:spcBef>
                <a:spcPct val="0"/>
              </a:spcBef>
              <a:spcAft>
                <a:spcPct val="0"/>
              </a:spcAft>
            </a:pPr>
            <a:endParaRPr lang="en-US" kern="0" dirty="0">
              <a:solidFill>
                <a:srgbClr val="3D81BF"/>
              </a:solidFill>
            </a:endParaRPr>
          </a:p>
        </p:txBody>
      </p:sp>
      <p:sp>
        <p:nvSpPr>
          <p:cNvPr id="31" name="AutoShape 3">
            <a:extLst>
              <a:ext uri="{FF2B5EF4-FFF2-40B4-BE49-F238E27FC236}">
                <a16:creationId xmlns="" xmlns:a16="http://schemas.microsoft.com/office/drawing/2014/main" id="{A5531835-C6DF-4085-9BDC-A727B5CE3B64}"/>
              </a:ext>
            </a:extLst>
          </p:cNvPr>
          <p:cNvSpPr>
            <a:spLocks noChangeArrowheads="1"/>
          </p:cNvSpPr>
          <p:nvPr/>
        </p:nvSpPr>
        <p:spPr bwMode="gray">
          <a:xfrm flipH="1">
            <a:off x="2599881" y="59232"/>
            <a:ext cx="1600202" cy="649224"/>
          </a:xfrm>
          <a:prstGeom prst="chevron">
            <a:avLst>
              <a:gd name="adj" fmla="val 17009"/>
            </a:avLst>
          </a:prstGeom>
          <a:gradFill rotWithShape="1">
            <a:gsLst>
              <a:gs pos="0">
                <a:srgbClr val="84B09A">
                  <a:gamma/>
                  <a:shade val="46275"/>
                  <a:invGamma/>
                </a:srgbClr>
              </a:gs>
              <a:gs pos="50000">
                <a:srgbClr val="84B09A"/>
              </a:gs>
              <a:gs pos="100000">
                <a:srgbClr val="84B09A">
                  <a:gamma/>
                  <a:shade val="46275"/>
                  <a:invGamma/>
                </a:srgbClr>
              </a:gs>
            </a:gsLst>
            <a:lin ang="2700000" scaled="1"/>
          </a:gradFill>
          <a:ln w="38100">
            <a:solidFill>
              <a:srgbClr val="EAEAEA"/>
            </a:solidFill>
            <a:miter lim="800000"/>
            <a:headEnd/>
            <a:tailEnd/>
          </a:ln>
          <a:effectLst>
            <a:outerShdw dist="109250" dir="3267739" algn="ctr" rotWithShape="0">
              <a:srgbClr val="333333">
                <a:alpha val="50000"/>
              </a:srgbClr>
            </a:outerShdw>
          </a:effectLst>
        </p:spPr>
        <p:txBody>
          <a:bodyPr wrap="square" anchor="ctr">
            <a:spAutoFit/>
          </a:bodyPr>
          <a:lstStyle/>
          <a:p>
            <a:pPr algn="ctr" fontAlgn="base">
              <a:spcBef>
                <a:spcPct val="0"/>
              </a:spcBef>
              <a:spcAft>
                <a:spcPct val="0"/>
              </a:spcAft>
            </a:pPr>
            <a:endParaRPr lang="en-US" kern="0">
              <a:solidFill>
                <a:srgbClr val="3D81BF"/>
              </a:solidFill>
            </a:endParaRPr>
          </a:p>
        </p:txBody>
      </p:sp>
      <p:sp>
        <p:nvSpPr>
          <p:cNvPr id="32" name="Rectangle 31">
            <a:extLst>
              <a:ext uri="{FF2B5EF4-FFF2-40B4-BE49-F238E27FC236}">
                <a16:creationId xmlns="" xmlns:a16="http://schemas.microsoft.com/office/drawing/2014/main" id="{B51F10B5-E430-4BC2-858C-405C3B009988}"/>
              </a:ext>
            </a:extLst>
          </p:cNvPr>
          <p:cNvSpPr/>
          <p:nvPr/>
        </p:nvSpPr>
        <p:spPr>
          <a:xfrm>
            <a:off x="403231" y="91457"/>
            <a:ext cx="2056085" cy="584775"/>
          </a:xfrm>
          <a:prstGeom prst="rect">
            <a:avLst/>
          </a:prstGeom>
        </p:spPr>
        <p:txBody>
          <a:bodyPr wrap="square">
            <a:spAutoFit/>
          </a:bodyPr>
          <a:lstStyle/>
          <a:p>
            <a:pPr lvl="0" algn="ctr" rtl="1" fontAlgn="base">
              <a:spcBef>
                <a:spcPct val="0"/>
              </a:spcBef>
              <a:spcAft>
                <a:spcPct val="0"/>
              </a:spcAft>
            </a:pPr>
            <a:r>
              <a:rPr lang="fa-IR" sz="1600" b="1" dirty="0" smtClean="0">
                <a:solidFill>
                  <a:srgbClr val="FFFFFF"/>
                </a:solidFill>
                <a:latin typeface="Times New Roman" panose="02020603050405020304" pitchFamily="18" charset="0"/>
                <a:cs typeface="B Nazanin" panose="00000400000000000000" pitchFamily="2" charset="-78"/>
              </a:rPr>
              <a:t> پیاده سازی و ارزیابی همسان ساز پیشنهادی</a:t>
            </a:r>
            <a:endParaRPr lang="fa-IR" sz="1600" b="1" dirty="0">
              <a:solidFill>
                <a:srgbClr val="FFFFFF"/>
              </a:solidFill>
              <a:latin typeface="Times New Roman" panose="02020603050405020304" pitchFamily="18" charset="0"/>
              <a:cs typeface="B Nazanin" panose="00000400000000000000" pitchFamily="2" charset="-78"/>
            </a:endParaRPr>
          </a:p>
        </p:txBody>
      </p:sp>
      <p:sp>
        <p:nvSpPr>
          <p:cNvPr id="33" name="Rectangle 32">
            <a:extLst>
              <a:ext uri="{FF2B5EF4-FFF2-40B4-BE49-F238E27FC236}">
                <a16:creationId xmlns="" xmlns:a16="http://schemas.microsoft.com/office/drawing/2014/main" id="{BA7FD763-7392-4FB3-B13F-EF9D935A7C24}"/>
              </a:ext>
            </a:extLst>
          </p:cNvPr>
          <p:cNvSpPr/>
          <p:nvPr/>
        </p:nvSpPr>
        <p:spPr>
          <a:xfrm>
            <a:off x="2636749" y="78259"/>
            <a:ext cx="1600200" cy="584775"/>
          </a:xfrm>
          <a:prstGeom prst="rect">
            <a:avLst/>
          </a:prstGeom>
        </p:spPr>
        <p:txBody>
          <a:bodyPr wrap="square">
            <a:spAutoFit/>
          </a:bodyPr>
          <a:lstStyle/>
          <a:p>
            <a:pPr lvl="0" algn="ctr" rtl="1" fontAlgn="base">
              <a:spcBef>
                <a:spcPct val="0"/>
              </a:spcBef>
              <a:spcAft>
                <a:spcPct val="0"/>
              </a:spcAft>
            </a:pPr>
            <a:r>
              <a:rPr lang="fa-IR" sz="1600" b="1" dirty="0">
                <a:solidFill>
                  <a:srgbClr val="FFFFFF"/>
                </a:solidFill>
                <a:latin typeface="Times New Roman" panose="02020603050405020304" pitchFamily="18" charset="0"/>
                <a:cs typeface="B Nazanin" panose="00000400000000000000" pitchFamily="2" charset="-78"/>
              </a:rPr>
              <a:t>همسان سازی پیشنهادی</a:t>
            </a:r>
          </a:p>
        </p:txBody>
      </p:sp>
      <p:sp>
        <p:nvSpPr>
          <p:cNvPr id="34" name="Rectangle 33">
            <a:extLst>
              <a:ext uri="{FF2B5EF4-FFF2-40B4-BE49-F238E27FC236}">
                <a16:creationId xmlns="" xmlns:a16="http://schemas.microsoft.com/office/drawing/2014/main" id="{4E566E01-C2D9-408C-9484-C0EBBF4D2C33}"/>
              </a:ext>
            </a:extLst>
          </p:cNvPr>
          <p:cNvSpPr/>
          <p:nvPr/>
        </p:nvSpPr>
        <p:spPr>
          <a:xfrm>
            <a:off x="4495138" y="91457"/>
            <a:ext cx="1443038" cy="584775"/>
          </a:xfrm>
          <a:prstGeom prst="rect">
            <a:avLst/>
          </a:prstGeom>
        </p:spPr>
        <p:txBody>
          <a:bodyPr wrap="square">
            <a:spAutoFit/>
          </a:bodyPr>
          <a:lstStyle/>
          <a:p>
            <a:pPr lvl="0" algn="ctr" rtl="1" fontAlgn="base">
              <a:spcBef>
                <a:spcPct val="0"/>
              </a:spcBef>
              <a:spcAft>
                <a:spcPct val="0"/>
              </a:spcAft>
            </a:pPr>
            <a:r>
              <a:rPr lang="fa-IR" sz="1600" b="1" dirty="0">
                <a:solidFill>
                  <a:srgbClr val="FFFFFF"/>
                </a:solidFill>
                <a:latin typeface="Times New Roman" panose="02020603050405020304" pitchFamily="18" charset="0"/>
                <a:cs typeface="B Nazanin" panose="00000400000000000000" pitchFamily="2" charset="-78"/>
              </a:rPr>
              <a:t>همسان سازی باتری</a:t>
            </a:r>
          </a:p>
        </p:txBody>
      </p:sp>
      <p:sp>
        <p:nvSpPr>
          <p:cNvPr id="42" name="Rectangle 41">
            <a:extLst>
              <a:ext uri="{FF2B5EF4-FFF2-40B4-BE49-F238E27FC236}">
                <a16:creationId xmlns="" xmlns:a16="http://schemas.microsoft.com/office/drawing/2014/main" id="{4574B186-F112-4A6C-ADFE-E46D302B236B}"/>
              </a:ext>
            </a:extLst>
          </p:cNvPr>
          <p:cNvSpPr/>
          <p:nvPr/>
        </p:nvSpPr>
        <p:spPr>
          <a:xfrm>
            <a:off x="6499957" y="197162"/>
            <a:ext cx="1626786" cy="323165"/>
          </a:xfrm>
          <a:prstGeom prst="rect">
            <a:avLst/>
          </a:prstGeom>
        </p:spPr>
        <p:txBody>
          <a:bodyPr wrap="square">
            <a:spAutoFit/>
          </a:bodyPr>
          <a:lstStyle/>
          <a:p>
            <a:pPr lvl="0" algn="ctr" fontAlgn="base">
              <a:spcBef>
                <a:spcPct val="0"/>
              </a:spcBef>
              <a:spcAft>
                <a:spcPct val="0"/>
              </a:spcAft>
              <a:defRPr/>
            </a:pPr>
            <a:r>
              <a:rPr lang="fa-IR" sz="1500" b="1" kern="0" dirty="0">
                <a:solidFill>
                  <a:srgbClr val="FFFFFF"/>
                </a:solidFill>
                <a:latin typeface="Times New Roman" panose="02020603050405020304" pitchFamily="18" charset="0"/>
                <a:cs typeface="B Nazanin" pitchFamily="2" charset="-78"/>
              </a:rPr>
              <a:t>باتری ها</a:t>
            </a:r>
            <a:endParaRPr lang="en-US" sz="1500" b="1" kern="0" dirty="0">
              <a:solidFill>
                <a:srgbClr val="FFFFFF"/>
              </a:solidFill>
              <a:latin typeface="Times New Roman" panose="02020603050405020304" pitchFamily="18" charset="0"/>
              <a:cs typeface="B Nazanin" pitchFamily="2" charset="-78"/>
            </a:endParaRPr>
          </a:p>
        </p:txBody>
      </p:sp>
    </p:spTree>
    <p:extLst>
      <p:ext uri="{BB962C8B-B14F-4D97-AF65-F5344CB8AC3E}">
        <p14:creationId xmlns:p14="http://schemas.microsoft.com/office/powerpoint/2010/main" val="3351099534"/>
      </p:ext>
    </p:extLst>
  </p:cSld>
  <p:clrMapOvr>
    <a:masterClrMapping/>
  </p:clrMapOvr>
  <p:timing>
    <p:tnLst>
      <p:par>
        <p:cTn id="1" dur="indefinite" restart="never" nodeType="tmRoot"/>
      </p:par>
    </p:tnLst>
  </p:timing>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0" name="Picture 29" descr="پرونده:Azad University logo.png - ویکی‌پدیا، دانشنامهٔ آزاد">
            <a:extLst>
              <a:ext uri="{FF2B5EF4-FFF2-40B4-BE49-F238E27FC236}">
                <a16:creationId xmlns="" xmlns:a16="http://schemas.microsoft.com/office/drawing/2014/main" id="{B260B773-F2C5-485B-BA12-93452E166218}"/>
              </a:ext>
            </a:extLst>
          </p:cNvPr>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8610600" y="0"/>
            <a:ext cx="533400" cy="822959"/>
          </a:xfrm>
          <a:prstGeom prst="rect">
            <a:avLst/>
          </a:prstGeom>
          <a:noFill/>
          <a:ln>
            <a:noFill/>
          </a:ln>
        </p:spPr>
      </p:pic>
      <p:sp>
        <p:nvSpPr>
          <p:cNvPr id="2" name="Rectangle 1"/>
          <p:cNvSpPr/>
          <p:nvPr/>
        </p:nvSpPr>
        <p:spPr>
          <a:xfrm>
            <a:off x="1930091" y="2967335"/>
            <a:ext cx="5283819" cy="923330"/>
          </a:xfrm>
          <a:prstGeom prst="rect">
            <a:avLst/>
          </a:prstGeom>
          <a:noFill/>
        </p:spPr>
        <p:txBody>
          <a:bodyPr wrap="none" lIns="91440" tIns="45720" rIns="91440" bIns="45720">
            <a:spAutoFit/>
          </a:bodyPr>
          <a:lstStyle/>
          <a:p>
            <a:pPr algn="ctr"/>
            <a:r>
              <a:rPr lang="fa-IR" sz="5400" b="1" dirty="0">
                <a:ln w="9525">
                  <a:solidFill>
                    <a:schemeClr val="bg1"/>
                  </a:solidFill>
                  <a:prstDash val="solid"/>
                </a:ln>
                <a:solidFill>
                  <a:schemeClr val="accent1">
                    <a:lumMod val="75000"/>
                  </a:schemeClr>
                </a:solidFill>
                <a:effectLst>
                  <a:outerShdw blurRad="12700" dist="38100" dir="2700000" algn="tl" rotWithShape="0">
                    <a:schemeClr val="bg1">
                      <a:lumMod val="50000"/>
                    </a:schemeClr>
                  </a:outerShdw>
                </a:effectLst>
                <a:cs typeface="B Nazanin" panose="00000400000000000000" pitchFamily="2" charset="-78"/>
              </a:rPr>
              <a:t>سپاس از همراهی شما</a:t>
            </a:r>
            <a:endParaRPr lang="en-US" sz="5400" b="1" dirty="0">
              <a:ln w="9525">
                <a:solidFill>
                  <a:schemeClr val="bg1"/>
                </a:solidFill>
                <a:prstDash val="solid"/>
              </a:ln>
              <a:solidFill>
                <a:schemeClr val="accent1">
                  <a:lumMod val="75000"/>
                </a:schemeClr>
              </a:solidFill>
              <a:effectLst>
                <a:outerShdw blurRad="12700" dist="38100" dir="2700000" algn="tl" rotWithShape="0">
                  <a:schemeClr val="bg1">
                    <a:lumMod val="50000"/>
                  </a:schemeClr>
                </a:outerShdw>
              </a:effectLst>
              <a:cs typeface="B Nazanin" panose="00000400000000000000" pitchFamily="2" charset="-78"/>
            </a:endParaRPr>
          </a:p>
        </p:txBody>
      </p:sp>
      <p:sp>
        <p:nvSpPr>
          <p:cNvPr id="5" name="Slide Number Placeholder 3">
            <a:extLst>
              <a:ext uri="{FF2B5EF4-FFF2-40B4-BE49-F238E27FC236}">
                <a16:creationId xmlns="" xmlns:a16="http://schemas.microsoft.com/office/drawing/2014/main" id="{FEFB061F-8AAB-4535-B272-1BA4D5A77191}"/>
              </a:ext>
            </a:extLst>
          </p:cNvPr>
          <p:cNvSpPr txBox="1">
            <a:spLocks/>
          </p:cNvSpPr>
          <p:nvPr/>
        </p:nvSpPr>
        <p:spPr>
          <a:xfrm>
            <a:off x="8965" y="6090313"/>
            <a:ext cx="676835" cy="767687"/>
          </a:xfrm>
          <a:prstGeom prst="rect">
            <a:avLst/>
          </a:prstGeom>
        </p:spPr>
        <p:txBody>
          <a:bodyPr vert="horz" lIns="91440" tIns="45720" rIns="91440" bIns="45720" rtlCol="0" anchor="ctr"/>
          <a:lstStyle>
            <a:defPPr>
              <a:defRPr lang="en-US"/>
            </a:defPPr>
            <a:lvl1pPr marL="0" algn="l" defTabSz="914400" rtl="0" eaLnBrk="1" latinLnBrk="0" hangingPunct="1">
              <a:defRPr sz="1400" b="1" kern="1200">
                <a:solidFill>
                  <a:srgbClr val="FFFFFF"/>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rtl="1"/>
            <a:fld id="{E8ADF199-8047-440E-B02B-E80683B392F2}" type="slidenum">
              <a:rPr lang="fa-IR" sz="1800" smtClean="0">
                <a:solidFill>
                  <a:schemeClr val="tx1"/>
                </a:solidFill>
                <a:cs typeface="B Lotus" panose="00000400000000000000" pitchFamily="2" charset="-78"/>
              </a:rPr>
              <a:pPr rtl="1"/>
              <a:t>24</a:t>
            </a:fld>
            <a:endParaRPr lang="fa-IR" sz="1800" dirty="0">
              <a:solidFill>
                <a:schemeClr val="tx1"/>
              </a:solidFill>
              <a:cs typeface="B Lotus" panose="00000400000000000000" pitchFamily="2" charset="-78"/>
            </a:endParaRPr>
          </a:p>
        </p:txBody>
      </p:sp>
    </p:spTree>
    <p:extLst>
      <p:ext uri="{BB962C8B-B14F-4D97-AF65-F5344CB8AC3E}">
        <p14:creationId xmlns:p14="http://schemas.microsoft.com/office/powerpoint/2010/main" val="3951866815"/>
      </p:ext>
    </p:extLst>
  </p:cSld>
  <p:clrMapOvr>
    <a:masterClrMapping/>
  </p:clrMapOvr>
  <p:timing>
    <p:tnLst>
      <p:par>
        <p:cTn id="1" dur="indefinite" restart="never" nodeType="tmRoot"/>
      </p:par>
    </p:tnLst>
  </p:timing>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3" name="AutoShape 3">
            <a:extLst>
              <a:ext uri="{FF2B5EF4-FFF2-40B4-BE49-F238E27FC236}">
                <a16:creationId xmlns="" xmlns:a16="http://schemas.microsoft.com/office/drawing/2014/main" id="{2E7CFF1D-4628-454A-8E3A-7632D84A13A7}"/>
              </a:ext>
            </a:extLst>
          </p:cNvPr>
          <p:cNvSpPr>
            <a:spLocks noChangeArrowheads="1"/>
          </p:cNvSpPr>
          <p:nvPr/>
        </p:nvSpPr>
        <p:spPr bwMode="gray">
          <a:xfrm flipH="1">
            <a:off x="173132" y="59232"/>
            <a:ext cx="2426749" cy="649224"/>
          </a:xfrm>
          <a:prstGeom prst="chevron">
            <a:avLst>
              <a:gd name="adj" fmla="val 17009"/>
            </a:avLst>
          </a:prstGeom>
          <a:solidFill>
            <a:srgbClr val="2842AE"/>
          </a:solidFill>
          <a:ln w="38100">
            <a:solidFill>
              <a:srgbClr val="EAEAEA"/>
            </a:solidFill>
            <a:miter lim="800000"/>
            <a:headEnd/>
            <a:tailEnd/>
          </a:ln>
          <a:effectLst>
            <a:outerShdw dist="109250" dir="3267739" algn="ctr" rotWithShape="0">
              <a:srgbClr val="333333">
                <a:alpha val="50000"/>
              </a:srgbClr>
            </a:outerShdw>
          </a:effectLst>
        </p:spPr>
        <p:txBody>
          <a:bodyPr wrap="square" anchor="ctr">
            <a:spAutoFit/>
          </a:bodyPr>
          <a:lstStyle/>
          <a:p>
            <a:pPr algn="ctr" fontAlgn="base">
              <a:spcBef>
                <a:spcPct val="0"/>
              </a:spcBef>
              <a:spcAft>
                <a:spcPct val="0"/>
              </a:spcAft>
            </a:pPr>
            <a:endParaRPr lang="en-US" kern="0">
              <a:solidFill>
                <a:srgbClr val="3D81BF"/>
              </a:solidFill>
            </a:endParaRPr>
          </a:p>
        </p:txBody>
      </p:sp>
      <p:sp>
        <p:nvSpPr>
          <p:cNvPr id="26" name="Slide Number Placeholder 3">
            <a:extLst>
              <a:ext uri="{FF2B5EF4-FFF2-40B4-BE49-F238E27FC236}">
                <a16:creationId xmlns="" xmlns:a16="http://schemas.microsoft.com/office/drawing/2014/main" id="{FEFB061F-8AAB-4535-B272-1BA4D5A77191}"/>
              </a:ext>
            </a:extLst>
          </p:cNvPr>
          <p:cNvSpPr txBox="1">
            <a:spLocks/>
          </p:cNvSpPr>
          <p:nvPr/>
        </p:nvSpPr>
        <p:spPr>
          <a:xfrm>
            <a:off x="8965" y="6090313"/>
            <a:ext cx="676835" cy="767687"/>
          </a:xfrm>
          <a:prstGeom prst="rect">
            <a:avLst/>
          </a:prstGeom>
        </p:spPr>
        <p:txBody>
          <a:bodyPr vert="horz" lIns="91440" tIns="45720" rIns="91440" bIns="45720" rtlCol="0" anchor="ctr"/>
          <a:lstStyle>
            <a:defPPr>
              <a:defRPr lang="en-US"/>
            </a:defPPr>
            <a:lvl1pPr marL="0" algn="l" defTabSz="914400" rtl="0" eaLnBrk="1" latinLnBrk="0" hangingPunct="1">
              <a:defRPr sz="1400" b="1" kern="1200">
                <a:solidFill>
                  <a:srgbClr val="FFFFFF"/>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rtl="1"/>
            <a:fld id="{E8ADF199-8047-440E-B02B-E80683B392F2}" type="slidenum">
              <a:rPr lang="fa-IR" sz="1800" smtClean="0">
                <a:solidFill>
                  <a:schemeClr val="tx1"/>
                </a:solidFill>
                <a:cs typeface="B Lotus" panose="00000400000000000000" pitchFamily="2" charset="-78"/>
              </a:rPr>
              <a:pPr rtl="1"/>
              <a:t>25</a:t>
            </a:fld>
            <a:endParaRPr lang="fa-IR" sz="1800" dirty="0">
              <a:solidFill>
                <a:schemeClr val="tx1"/>
              </a:solidFill>
              <a:cs typeface="B Lotus" panose="00000400000000000000" pitchFamily="2" charset="-78"/>
            </a:endParaRPr>
          </a:p>
        </p:txBody>
      </p:sp>
      <p:pic>
        <p:nvPicPr>
          <p:cNvPr id="30" name="Picture 29" descr="پرونده:Azad University logo.png - ویکی‌پدیا، دانشنامهٔ آزاد">
            <a:extLst>
              <a:ext uri="{FF2B5EF4-FFF2-40B4-BE49-F238E27FC236}">
                <a16:creationId xmlns="" xmlns:a16="http://schemas.microsoft.com/office/drawing/2014/main" id="{2F67C891-7A76-4BAB-A300-B54DFBDD9870}"/>
              </a:ext>
            </a:extLst>
          </p:cNvPr>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8610600" y="0"/>
            <a:ext cx="533400" cy="822959"/>
          </a:xfrm>
          <a:prstGeom prst="rect">
            <a:avLst/>
          </a:prstGeom>
          <a:noFill/>
          <a:ln>
            <a:noFill/>
          </a:ln>
        </p:spPr>
      </p:pic>
      <p:sp>
        <p:nvSpPr>
          <p:cNvPr id="35" name="AutoShape 10">
            <a:extLst>
              <a:ext uri="{FF2B5EF4-FFF2-40B4-BE49-F238E27FC236}">
                <a16:creationId xmlns="" xmlns:a16="http://schemas.microsoft.com/office/drawing/2014/main" id="{2A2EA850-A064-4A9D-9C26-C017D368DF1D}"/>
              </a:ext>
            </a:extLst>
          </p:cNvPr>
          <p:cNvSpPr>
            <a:spLocks noChangeArrowheads="1"/>
          </p:cNvSpPr>
          <p:nvPr/>
        </p:nvSpPr>
        <p:spPr bwMode="gray">
          <a:xfrm flipH="1">
            <a:off x="6246677" y="59426"/>
            <a:ext cx="2057400" cy="649224"/>
          </a:xfrm>
          <a:prstGeom prst="chevron">
            <a:avLst>
              <a:gd name="adj" fmla="val 17842"/>
            </a:avLst>
          </a:prstGeom>
          <a:gradFill rotWithShape="1">
            <a:gsLst>
              <a:gs pos="0">
                <a:srgbClr val="84B09A">
                  <a:gamma/>
                  <a:shade val="46275"/>
                  <a:invGamma/>
                </a:srgbClr>
              </a:gs>
              <a:gs pos="50000">
                <a:srgbClr val="84B09A"/>
              </a:gs>
              <a:gs pos="100000">
                <a:srgbClr val="84B09A">
                  <a:gamma/>
                  <a:shade val="46275"/>
                  <a:invGamma/>
                </a:srgbClr>
              </a:gs>
            </a:gsLst>
            <a:lin ang="2700000" scaled="1"/>
          </a:gradFill>
          <a:ln w="38100">
            <a:solidFill>
              <a:srgbClr val="EAEAEA"/>
            </a:solidFill>
            <a:miter lim="800000"/>
            <a:headEnd/>
            <a:tailEnd/>
          </a:ln>
          <a:effectLst>
            <a:outerShdw dist="109250" dir="3267739" algn="ctr" rotWithShape="0">
              <a:srgbClr val="333333">
                <a:alpha val="50000"/>
              </a:srgbClr>
            </a:outerShdw>
          </a:effectLst>
        </p:spPr>
        <p:txBody>
          <a:bodyPr wrap="square" anchor="ctr">
            <a:spAutoFit/>
          </a:bodyPr>
          <a:lstStyle/>
          <a:p>
            <a:pPr algn="ctr" fontAlgn="base">
              <a:spcBef>
                <a:spcPct val="0"/>
              </a:spcBef>
              <a:spcAft>
                <a:spcPct val="0"/>
              </a:spcAft>
            </a:pPr>
            <a:endParaRPr lang="en-US" kern="0" dirty="0">
              <a:solidFill>
                <a:srgbClr val="3D81BF"/>
              </a:solidFill>
            </a:endParaRPr>
          </a:p>
        </p:txBody>
      </p:sp>
      <p:sp>
        <p:nvSpPr>
          <p:cNvPr id="36" name="AutoShape 3">
            <a:extLst>
              <a:ext uri="{FF2B5EF4-FFF2-40B4-BE49-F238E27FC236}">
                <a16:creationId xmlns="" xmlns:a16="http://schemas.microsoft.com/office/drawing/2014/main" id="{B742D6B4-C2BA-456D-8EF1-01FC0D22E95C}"/>
              </a:ext>
            </a:extLst>
          </p:cNvPr>
          <p:cNvSpPr>
            <a:spLocks noChangeArrowheads="1"/>
          </p:cNvSpPr>
          <p:nvPr/>
        </p:nvSpPr>
        <p:spPr bwMode="gray">
          <a:xfrm flipH="1">
            <a:off x="4200083" y="65559"/>
            <a:ext cx="2056086" cy="649224"/>
          </a:xfrm>
          <a:prstGeom prst="chevron">
            <a:avLst>
              <a:gd name="adj" fmla="val 17009"/>
            </a:avLst>
          </a:prstGeom>
          <a:gradFill rotWithShape="1">
            <a:gsLst>
              <a:gs pos="0">
                <a:srgbClr val="84B09A">
                  <a:gamma/>
                  <a:shade val="46275"/>
                  <a:invGamma/>
                </a:srgbClr>
              </a:gs>
              <a:gs pos="50000">
                <a:srgbClr val="84B09A"/>
              </a:gs>
              <a:gs pos="100000">
                <a:srgbClr val="84B09A">
                  <a:gamma/>
                  <a:shade val="46275"/>
                  <a:invGamma/>
                </a:srgbClr>
              </a:gs>
            </a:gsLst>
            <a:lin ang="2700000" scaled="1"/>
          </a:gradFill>
          <a:ln w="38100">
            <a:solidFill>
              <a:srgbClr val="EAEAEA"/>
            </a:solidFill>
            <a:miter lim="800000"/>
            <a:headEnd/>
            <a:tailEnd/>
          </a:ln>
          <a:effectLst>
            <a:outerShdw dist="109250" dir="3267739" algn="ctr" rotWithShape="0">
              <a:srgbClr val="333333">
                <a:alpha val="50000"/>
              </a:srgbClr>
            </a:outerShdw>
          </a:effectLst>
        </p:spPr>
        <p:txBody>
          <a:bodyPr wrap="square" anchor="ctr">
            <a:spAutoFit/>
          </a:bodyPr>
          <a:lstStyle/>
          <a:p>
            <a:pPr algn="ctr" fontAlgn="base">
              <a:spcBef>
                <a:spcPct val="0"/>
              </a:spcBef>
              <a:spcAft>
                <a:spcPct val="0"/>
              </a:spcAft>
            </a:pPr>
            <a:endParaRPr lang="en-US" kern="0" dirty="0">
              <a:solidFill>
                <a:srgbClr val="3D81BF"/>
              </a:solidFill>
            </a:endParaRPr>
          </a:p>
        </p:txBody>
      </p:sp>
      <p:sp>
        <p:nvSpPr>
          <p:cNvPr id="37" name="AutoShape 3">
            <a:extLst>
              <a:ext uri="{FF2B5EF4-FFF2-40B4-BE49-F238E27FC236}">
                <a16:creationId xmlns="" xmlns:a16="http://schemas.microsoft.com/office/drawing/2014/main" id="{A5531835-C6DF-4085-9BDC-A727B5CE3B64}"/>
              </a:ext>
            </a:extLst>
          </p:cNvPr>
          <p:cNvSpPr>
            <a:spLocks noChangeArrowheads="1"/>
          </p:cNvSpPr>
          <p:nvPr/>
        </p:nvSpPr>
        <p:spPr bwMode="gray">
          <a:xfrm flipH="1">
            <a:off x="2599881" y="59232"/>
            <a:ext cx="1600202" cy="649224"/>
          </a:xfrm>
          <a:prstGeom prst="chevron">
            <a:avLst>
              <a:gd name="adj" fmla="val 17009"/>
            </a:avLst>
          </a:prstGeom>
          <a:gradFill rotWithShape="1">
            <a:gsLst>
              <a:gs pos="0">
                <a:srgbClr val="84B09A">
                  <a:gamma/>
                  <a:shade val="46275"/>
                  <a:invGamma/>
                </a:srgbClr>
              </a:gs>
              <a:gs pos="50000">
                <a:srgbClr val="84B09A"/>
              </a:gs>
              <a:gs pos="100000">
                <a:srgbClr val="84B09A">
                  <a:gamma/>
                  <a:shade val="46275"/>
                  <a:invGamma/>
                </a:srgbClr>
              </a:gs>
            </a:gsLst>
            <a:lin ang="2700000" scaled="1"/>
          </a:gradFill>
          <a:ln w="38100">
            <a:solidFill>
              <a:srgbClr val="EAEAEA"/>
            </a:solidFill>
            <a:miter lim="800000"/>
            <a:headEnd/>
            <a:tailEnd/>
          </a:ln>
          <a:effectLst>
            <a:outerShdw dist="109250" dir="3267739" algn="ctr" rotWithShape="0">
              <a:srgbClr val="333333">
                <a:alpha val="50000"/>
              </a:srgbClr>
            </a:outerShdw>
          </a:effectLst>
        </p:spPr>
        <p:txBody>
          <a:bodyPr wrap="square" anchor="ctr">
            <a:spAutoFit/>
          </a:bodyPr>
          <a:lstStyle/>
          <a:p>
            <a:pPr algn="ctr" fontAlgn="base">
              <a:spcBef>
                <a:spcPct val="0"/>
              </a:spcBef>
              <a:spcAft>
                <a:spcPct val="0"/>
              </a:spcAft>
            </a:pPr>
            <a:endParaRPr lang="en-US" kern="0">
              <a:solidFill>
                <a:srgbClr val="3D81BF"/>
              </a:solidFill>
            </a:endParaRPr>
          </a:p>
        </p:txBody>
      </p:sp>
      <p:sp>
        <p:nvSpPr>
          <p:cNvPr id="38" name="Rectangle 37">
            <a:extLst>
              <a:ext uri="{FF2B5EF4-FFF2-40B4-BE49-F238E27FC236}">
                <a16:creationId xmlns="" xmlns:a16="http://schemas.microsoft.com/office/drawing/2014/main" id="{B51F10B5-E430-4BC2-858C-405C3B009988}"/>
              </a:ext>
            </a:extLst>
          </p:cNvPr>
          <p:cNvSpPr/>
          <p:nvPr/>
        </p:nvSpPr>
        <p:spPr>
          <a:xfrm>
            <a:off x="403231" y="91457"/>
            <a:ext cx="2056085" cy="584775"/>
          </a:xfrm>
          <a:prstGeom prst="rect">
            <a:avLst/>
          </a:prstGeom>
        </p:spPr>
        <p:txBody>
          <a:bodyPr wrap="square">
            <a:spAutoFit/>
          </a:bodyPr>
          <a:lstStyle/>
          <a:p>
            <a:pPr lvl="0" algn="ctr" rtl="1" fontAlgn="base">
              <a:spcBef>
                <a:spcPct val="0"/>
              </a:spcBef>
              <a:spcAft>
                <a:spcPct val="0"/>
              </a:spcAft>
            </a:pPr>
            <a:r>
              <a:rPr lang="fa-IR" sz="1600" b="1" dirty="0" smtClean="0">
                <a:solidFill>
                  <a:srgbClr val="FFFFFF"/>
                </a:solidFill>
                <a:latin typeface="Times New Roman" panose="02020603050405020304" pitchFamily="18" charset="0"/>
                <a:cs typeface="B Nazanin" panose="00000400000000000000" pitchFamily="2" charset="-78"/>
              </a:rPr>
              <a:t> پیاده سازی و ارزیابی همسان ساز پیشنهادی</a:t>
            </a:r>
            <a:endParaRPr lang="fa-IR" sz="1600" b="1" dirty="0">
              <a:solidFill>
                <a:srgbClr val="FFFFFF"/>
              </a:solidFill>
              <a:latin typeface="Times New Roman" panose="02020603050405020304" pitchFamily="18" charset="0"/>
              <a:cs typeface="B Nazanin" panose="00000400000000000000" pitchFamily="2" charset="-78"/>
            </a:endParaRPr>
          </a:p>
        </p:txBody>
      </p:sp>
      <p:sp>
        <p:nvSpPr>
          <p:cNvPr id="39" name="Rectangle 38">
            <a:extLst>
              <a:ext uri="{FF2B5EF4-FFF2-40B4-BE49-F238E27FC236}">
                <a16:creationId xmlns="" xmlns:a16="http://schemas.microsoft.com/office/drawing/2014/main" id="{BA7FD763-7392-4FB3-B13F-EF9D935A7C24}"/>
              </a:ext>
            </a:extLst>
          </p:cNvPr>
          <p:cNvSpPr/>
          <p:nvPr/>
        </p:nvSpPr>
        <p:spPr>
          <a:xfrm>
            <a:off x="2636749" y="78259"/>
            <a:ext cx="1600200" cy="584775"/>
          </a:xfrm>
          <a:prstGeom prst="rect">
            <a:avLst/>
          </a:prstGeom>
        </p:spPr>
        <p:txBody>
          <a:bodyPr wrap="square">
            <a:spAutoFit/>
          </a:bodyPr>
          <a:lstStyle/>
          <a:p>
            <a:pPr lvl="0" algn="ctr" rtl="1" fontAlgn="base">
              <a:spcBef>
                <a:spcPct val="0"/>
              </a:spcBef>
              <a:spcAft>
                <a:spcPct val="0"/>
              </a:spcAft>
            </a:pPr>
            <a:r>
              <a:rPr lang="fa-IR" sz="1600" b="1" dirty="0">
                <a:solidFill>
                  <a:srgbClr val="FFFFFF"/>
                </a:solidFill>
                <a:latin typeface="Times New Roman" panose="02020603050405020304" pitchFamily="18" charset="0"/>
                <a:cs typeface="B Nazanin" panose="00000400000000000000" pitchFamily="2" charset="-78"/>
              </a:rPr>
              <a:t>همسان سازی پیشنهادی</a:t>
            </a:r>
          </a:p>
        </p:txBody>
      </p:sp>
      <p:sp>
        <p:nvSpPr>
          <p:cNvPr id="40" name="Rectangle 39">
            <a:extLst>
              <a:ext uri="{FF2B5EF4-FFF2-40B4-BE49-F238E27FC236}">
                <a16:creationId xmlns="" xmlns:a16="http://schemas.microsoft.com/office/drawing/2014/main" id="{4E566E01-C2D9-408C-9484-C0EBBF4D2C33}"/>
              </a:ext>
            </a:extLst>
          </p:cNvPr>
          <p:cNvSpPr/>
          <p:nvPr/>
        </p:nvSpPr>
        <p:spPr>
          <a:xfrm>
            <a:off x="4495138" y="91457"/>
            <a:ext cx="1443038" cy="584775"/>
          </a:xfrm>
          <a:prstGeom prst="rect">
            <a:avLst/>
          </a:prstGeom>
        </p:spPr>
        <p:txBody>
          <a:bodyPr wrap="square">
            <a:spAutoFit/>
          </a:bodyPr>
          <a:lstStyle/>
          <a:p>
            <a:pPr lvl="0" algn="ctr" rtl="1" fontAlgn="base">
              <a:spcBef>
                <a:spcPct val="0"/>
              </a:spcBef>
              <a:spcAft>
                <a:spcPct val="0"/>
              </a:spcAft>
            </a:pPr>
            <a:r>
              <a:rPr lang="fa-IR" sz="1600" b="1" dirty="0">
                <a:solidFill>
                  <a:srgbClr val="FFFFFF"/>
                </a:solidFill>
                <a:latin typeface="Times New Roman" panose="02020603050405020304" pitchFamily="18" charset="0"/>
                <a:cs typeface="B Nazanin" panose="00000400000000000000" pitchFamily="2" charset="-78"/>
              </a:rPr>
              <a:t>همسان سازی باتری</a:t>
            </a:r>
          </a:p>
        </p:txBody>
      </p:sp>
      <p:sp>
        <p:nvSpPr>
          <p:cNvPr id="41" name="Rectangle 40">
            <a:extLst>
              <a:ext uri="{FF2B5EF4-FFF2-40B4-BE49-F238E27FC236}">
                <a16:creationId xmlns="" xmlns:a16="http://schemas.microsoft.com/office/drawing/2014/main" id="{4574B186-F112-4A6C-ADFE-E46D302B236B}"/>
              </a:ext>
            </a:extLst>
          </p:cNvPr>
          <p:cNvSpPr/>
          <p:nvPr/>
        </p:nvSpPr>
        <p:spPr>
          <a:xfrm>
            <a:off x="6499957" y="197162"/>
            <a:ext cx="1626786" cy="323165"/>
          </a:xfrm>
          <a:prstGeom prst="rect">
            <a:avLst/>
          </a:prstGeom>
        </p:spPr>
        <p:txBody>
          <a:bodyPr wrap="square">
            <a:spAutoFit/>
          </a:bodyPr>
          <a:lstStyle/>
          <a:p>
            <a:pPr lvl="0" algn="ctr" fontAlgn="base">
              <a:spcBef>
                <a:spcPct val="0"/>
              </a:spcBef>
              <a:spcAft>
                <a:spcPct val="0"/>
              </a:spcAft>
              <a:defRPr/>
            </a:pPr>
            <a:r>
              <a:rPr lang="fa-IR" sz="1500" b="1" kern="0" dirty="0">
                <a:solidFill>
                  <a:srgbClr val="FFFFFF"/>
                </a:solidFill>
                <a:latin typeface="Times New Roman" panose="02020603050405020304" pitchFamily="18" charset="0"/>
                <a:cs typeface="B Nazanin" pitchFamily="2" charset="-78"/>
              </a:rPr>
              <a:t>باتری ها</a:t>
            </a:r>
            <a:endParaRPr lang="en-US" sz="1500" b="1" kern="0" dirty="0">
              <a:solidFill>
                <a:srgbClr val="FFFFFF"/>
              </a:solidFill>
              <a:latin typeface="Times New Roman" panose="02020603050405020304" pitchFamily="18" charset="0"/>
              <a:cs typeface="B Nazanin" pitchFamily="2" charset="-78"/>
            </a:endParaRPr>
          </a:p>
        </p:txBody>
      </p:sp>
      <p:sp>
        <p:nvSpPr>
          <p:cNvPr id="42" name="Rounded Rectangle 175">
            <a:extLst>
              <a:ext uri="{FF2B5EF4-FFF2-40B4-BE49-F238E27FC236}">
                <a16:creationId xmlns="" xmlns:a16="http://schemas.microsoft.com/office/drawing/2014/main" id="{72F1F36F-BC0F-4EAB-B733-3BEB63BA174F}"/>
              </a:ext>
            </a:extLst>
          </p:cNvPr>
          <p:cNvSpPr/>
          <p:nvPr/>
        </p:nvSpPr>
        <p:spPr bwMode="auto">
          <a:xfrm>
            <a:off x="5181600" y="1066930"/>
            <a:ext cx="4065494" cy="418072"/>
          </a:xfrm>
          <a:prstGeom prst="roundRect">
            <a:avLst/>
          </a:prstGeom>
          <a:solidFill>
            <a:srgbClr val="3D81BF">
              <a:lumMod val="75000"/>
            </a:srgbClr>
          </a:solidFill>
          <a:ln w="9525" cap="flat" cmpd="sng" algn="ctr">
            <a:solidFill>
              <a:srgbClr val="000000"/>
            </a:solidFill>
            <a:prstDash val="solid"/>
            <a:round/>
            <a:headEnd type="none" w="med" len="med"/>
            <a:tailEnd type="none" w="med" len="med"/>
          </a:ln>
          <a:effectLst>
            <a:reflection blurRad="6350" stA="50000" endA="300" endPos="55000" dir="5400000" sy="-100000" algn="bl" rotWithShape="0"/>
          </a:effectLst>
          <a:scene3d>
            <a:camera prst="isometricOffAxis2Left"/>
            <a:lightRig rig="threePt" dir="t"/>
          </a:scene3d>
        </p:spPr>
        <p:txBody>
          <a:bodyPr vert="horz" wrap="square" lIns="91440" tIns="45720" rIns="91440" bIns="45720" numCol="1" rtlCol="0" anchor="t" anchorCtr="0" compatLnSpc="1">
            <a:prstTxWarp prst="textNoShape">
              <a:avLst/>
            </a:prstTxWarp>
          </a:bodyPr>
          <a:lstStyle/>
          <a:p>
            <a:pPr lvl="0" algn="ctr" rtl="1" fontAlgn="base">
              <a:spcBef>
                <a:spcPct val="0"/>
              </a:spcBef>
              <a:spcAft>
                <a:spcPct val="0"/>
              </a:spcAft>
            </a:pPr>
            <a:r>
              <a:rPr lang="fa-IR" sz="2000" b="1" dirty="0" smtClean="0">
                <a:solidFill>
                  <a:srgbClr val="FFFFFF"/>
                </a:solidFill>
                <a:latin typeface="Times New Roman" panose="02020603050405020304" pitchFamily="18" charset="0"/>
                <a:cs typeface="B Nazanin" panose="00000400000000000000" pitchFamily="2" charset="-78"/>
              </a:rPr>
              <a:t> پیاده سازی و ارزیابی همسان ساز پیشنهادی</a:t>
            </a:r>
            <a:endParaRPr lang="fa-IR" sz="2000" b="1" dirty="0">
              <a:solidFill>
                <a:srgbClr val="FFFFFF"/>
              </a:solidFill>
              <a:latin typeface="Times New Roman" panose="02020603050405020304" pitchFamily="18" charset="0"/>
              <a:cs typeface="B Nazanin" panose="00000400000000000000" pitchFamily="2" charset="-78"/>
            </a:endParaRPr>
          </a:p>
        </p:txBody>
      </p:sp>
      <mc:AlternateContent xmlns:mc="http://schemas.openxmlformats.org/markup-compatibility/2006" xmlns:a14="http://schemas.microsoft.com/office/drawing/2010/main">
        <mc:Choice Requires="a14">
          <p:graphicFrame>
            <p:nvGraphicFramePr>
              <p:cNvPr id="22" name="Table 21"/>
              <p:cNvGraphicFramePr>
                <a:graphicFrameLocks noGrp="1"/>
              </p:cNvGraphicFramePr>
              <p:nvPr>
                <p:extLst>
                  <p:ext uri="{D42A27DB-BD31-4B8C-83A1-F6EECF244321}">
                    <p14:modId xmlns:p14="http://schemas.microsoft.com/office/powerpoint/2010/main" val="1050813322"/>
                  </p:ext>
                </p:extLst>
              </p:nvPr>
            </p:nvGraphicFramePr>
            <p:xfrm>
              <a:off x="173132" y="2895600"/>
              <a:ext cx="8869680" cy="1905000"/>
            </p:xfrm>
            <a:graphic>
              <a:graphicData uri="http://schemas.openxmlformats.org/drawingml/2006/table">
                <a:tbl>
                  <a:tblPr rtl="1" firstRow="1" firstCol="1" bandRow="1"/>
                  <a:tblGrid>
                    <a:gridCol w="2360886"/>
                    <a:gridCol w="932156">
                      <a:extLst>
                        <a:ext uri="{9D8B030D-6E8A-4147-A177-3AD203B41FA5}">
                          <a16:colId xmlns="" xmlns:a16="http://schemas.microsoft.com/office/drawing/2014/main" val="20001"/>
                        </a:ext>
                      </a:extLst>
                    </a:gridCol>
                    <a:gridCol w="1248792">
                      <a:extLst>
                        <a:ext uri="{9D8B030D-6E8A-4147-A177-3AD203B41FA5}">
                          <a16:colId xmlns="" xmlns:a16="http://schemas.microsoft.com/office/drawing/2014/main" val="20002"/>
                        </a:ext>
                      </a:extLst>
                    </a:gridCol>
                    <a:gridCol w="1446320">
                      <a:extLst>
                        <a:ext uri="{9D8B030D-6E8A-4147-A177-3AD203B41FA5}">
                          <a16:colId xmlns="" xmlns:a16="http://schemas.microsoft.com/office/drawing/2014/main" val="20003"/>
                        </a:ext>
                      </a:extLst>
                    </a:gridCol>
                    <a:gridCol w="1172592">
                      <a:extLst>
                        <a:ext uri="{9D8B030D-6E8A-4147-A177-3AD203B41FA5}">
                          <a16:colId xmlns="" xmlns:a16="http://schemas.microsoft.com/office/drawing/2014/main" val="20004"/>
                        </a:ext>
                      </a:extLst>
                    </a:gridCol>
                    <a:gridCol w="1708934">
                      <a:extLst>
                        <a:ext uri="{9D8B030D-6E8A-4147-A177-3AD203B41FA5}">
                          <a16:colId xmlns="" xmlns:a16="http://schemas.microsoft.com/office/drawing/2014/main" val="20005"/>
                        </a:ext>
                      </a:extLst>
                    </a:gridCol>
                  </a:tblGrid>
                  <a:tr h="381000">
                    <a:tc>
                      <a:txBody>
                        <a:bodyPr/>
                        <a:lstStyle/>
                        <a:p>
                          <a:pPr marL="0" algn="ctr" defTabSz="914400" rtl="1" eaLnBrk="1" latinLnBrk="0" hangingPunct="1">
                            <a:spcAft>
                              <a:spcPts val="300"/>
                            </a:spcAft>
                          </a:pPr>
                          <a:r>
                            <a:rPr lang="fa-IR" sz="1800" kern="1200" dirty="0" smtClean="0">
                              <a:solidFill>
                                <a:schemeClr val="tx1"/>
                              </a:solidFill>
                              <a:effectLst/>
                              <a:latin typeface="Times New Roman" panose="02020603050405020304" pitchFamily="18" charset="0"/>
                              <a:ea typeface="Times New Roman" panose="02020603050405020304" pitchFamily="18" charset="0"/>
                              <a:cs typeface="B Nazanin" panose="00000400000000000000" pitchFamily="2" charset="-78"/>
                            </a:rPr>
                            <a:t>ضرایب</a:t>
                          </a:r>
                          <a:endParaRPr lang="en-US" sz="1800" kern="1200" dirty="0">
                            <a:solidFill>
                              <a:schemeClr val="tx1"/>
                            </a:solidFill>
                            <a:effectLst/>
                            <a:latin typeface="Times New Roman" panose="02020603050405020304" pitchFamily="18" charset="0"/>
                            <a:ea typeface="Times New Roman" panose="02020603050405020304" pitchFamily="18" charset="0"/>
                            <a:cs typeface="B Nazanin" panose="00000400000000000000" pitchFamily="2" charset="-78"/>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chemeClr val="accent6">
                            <a:lumMod val="60000"/>
                            <a:lumOff val="40000"/>
                          </a:schemeClr>
                        </a:solidFill>
                      </a:tcPr>
                    </a:tc>
                    <a:tc>
                      <a:txBody>
                        <a:bodyPr/>
                        <a:lstStyle/>
                        <a:p>
                          <a:pPr marL="0" algn="ctr" defTabSz="914400" rtl="1" eaLnBrk="1" latinLnBrk="0" hangingPunct="1">
                            <a:spcAft>
                              <a:spcPts val="300"/>
                            </a:spcAft>
                          </a:pPr>
                          <a:r>
                            <a:rPr lang="ar-SA" sz="1800" kern="1200" smtClean="0">
                              <a:solidFill>
                                <a:schemeClr val="tx1"/>
                              </a:solidFill>
                              <a:effectLst/>
                              <a:latin typeface="Times New Roman" panose="02020603050405020304" pitchFamily="18" charset="0"/>
                              <a:ea typeface="Times New Roman" panose="02020603050405020304" pitchFamily="18" charset="0"/>
                              <a:cs typeface="B Nazanin" panose="00000400000000000000" pitchFamily="2" charset="-78"/>
                            </a:rPr>
                            <a:t> بهترین </a:t>
                          </a:r>
                          <a:r>
                            <a:rPr lang="en-US" sz="1800" kern="1200" smtClean="0">
                              <a:solidFill>
                                <a:schemeClr val="tx1"/>
                              </a:solidFill>
                              <a:effectLst/>
                              <a:latin typeface="Times New Roman" panose="02020603050405020304" pitchFamily="18" charset="0"/>
                              <a:ea typeface="Times New Roman" panose="02020603050405020304" pitchFamily="18" charset="0"/>
                              <a:cs typeface="B Nazanin" panose="00000400000000000000" pitchFamily="2" charset="-78"/>
                            </a:rPr>
                            <a:t>ε </a:t>
                          </a:r>
                          <a:endParaRPr lang="en-US" sz="1800" kern="1200" dirty="0">
                            <a:solidFill>
                              <a:schemeClr val="tx1"/>
                            </a:solidFill>
                            <a:effectLst/>
                            <a:latin typeface="Times New Roman" panose="02020603050405020304" pitchFamily="18" charset="0"/>
                            <a:ea typeface="Times New Roman" panose="02020603050405020304" pitchFamily="18" charset="0"/>
                            <a:cs typeface="B Nazanin" panose="00000400000000000000" pitchFamily="2" charset="-78"/>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chemeClr val="accent6">
                            <a:lumMod val="60000"/>
                            <a:lumOff val="40000"/>
                          </a:schemeClr>
                        </a:solidFill>
                      </a:tcPr>
                    </a:tc>
                    <a:tc>
                      <a:txBody>
                        <a:bodyPr/>
                        <a:lstStyle/>
                        <a:p>
                          <a:pPr marL="0" algn="ctr" defTabSz="914400" rtl="1" eaLnBrk="1" latinLnBrk="0" hangingPunct="1">
                            <a:spcAft>
                              <a:spcPts val="300"/>
                            </a:spcAft>
                          </a:pPr>
                          <a:r>
                            <a:rPr lang="ar-SA" sz="1800" kern="1200" dirty="0">
                              <a:solidFill>
                                <a:schemeClr val="tx1"/>
                              </a:solidFill>
                              <a:effectLst/>
                              <a:latin typeface="Times New Roman" panose="02020603050405020304" pitchFamily="18" charset="0"/>
                              <a:ea typeface="Times New Roman" panose="02020603050405020304" pitchFamily="18" charset="0"/>
                              <a:cs typeface="B Nazanin" panose="00000400000000000000" pitchFamily="2" charset="-78"/>
                            </a:rPr>
                            <a:t>بهترین هزینه </a:t>
                          </a:r>
                          <a:endParaRPr lang="en-US" sz="1800" kern="1200" dirty="0">
                            <a:solidFill>
                              <a:schemeClr val="tx1"/>
                            </a:solidFill>
                            <a:effectLst/>
                            <a:latin typeface="Times New Roman" panose="02020603050405020304" pitchFamily="18" charset="0"/>
                            <a:ea typeface="Times New Roman" panose="02020603050405020304" pitchFamily="18" charset="0"/>
                            <a:cs typeface="B Nazanin" panose="00000400000000000000" pitchFamily="2" charset="-78"/>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chemeClr val="accent6">
                            <a:lumMod val="60000"/>
                            <a:lumOff val="40000"/>
                          </a:schemeClr>
                        </a:solidFill>
                      </a:tcPr>
                    </a:tc>
                    <a:tc>
                      <a:txBody>
                        <a:bodyPr/>
                        <a:lstStyle/>
                        <a:p>
                          <a:pPr marL="0" algn="ctr" defTabSz="914400" rtl="1" eaLnBrk="1" latinLnBrk="0" hangingPunct="1">
                            <a:spcAft>
                              <a:spcPts val="300"/>
                            </a:spcAft>
                          </a:pPr>
                          <a:r>
                            <a:rPr lang="ar-SA" sz="1800" kern="1200" dirty="0">
                              <a:solidFill>
                                <a:schemeClr val="tx1"/>
                              </a:solidFill>
                              <a:effectLst/>
                              <a:latin typeface="Times New Roman" panose="02020603050405020304" pitchFamily="18" charset="0"/>
                              <a:ea typeface="Times New Roman" panose="02020603050405020304" pitchFamily="18" charset="0"/>
                              <a:cs typeface="B Nazanin" panose="00000400000000000000" pitchFamily="2" charset="-78"/>
                            </a:rPr>
                            <a:t>روی‌هم‌رفت (%)</a:t>
                          </a:r>
                          <a:endParaRPr lang="en-US" sz="1800" kern="1200" dirty="0">
                            <a:solidFill>
                              <a:schemeClr val="tx1"/>
                            </a:solidFill>
                            <a:effectLst/>
                            <a:latin typeface="Times New Roman" panose="02020603050405020304" pitchFamily="18" charset="0"/>
                            <a:ea typeface="Times New Roman" panose="02020603050405020304" pitchFamily="18" charset="0"/>
                            <a:cs typeface="B Nazanin" panose="00000400000000000000" pitchFamily="2" charset="-78"/>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6">
                            <a:lumMod val="60000"/>
                            <a:lumOff val="40000"/>
                          </a:schemeClr>
                        </a:solidFill>
                      </a:tcPr>
                    </a:tc>
                    <a:tc>
                      <a:txBody>
                        <a:bodyPr/>
                        <a:lstStyle/>
                        <a:p>
                          <a:pPr marL="0" algn="ctr" defTabSz="914400" rtl="1" eaLnBrk="1" latinLnBrk="0" hangingPunct="1">
                            <a:spcAft>
                              <a:spcPts val="300"/>
                            </a:spcAft>
                          </a:pPr>
                          <a:r>
                            <a:rPr lang="ar-SA" sz="1800" kern="1200" dirty="0">
                              <a:solidFill>
                                <a:schemeClr val="tx1"/>
                              </a:solidFill>
                              <a:effectLst/>
                              <a:latin typeface="Times New Roman" panose="02020603050405020304" pitchFamily="18" charset="0"/>
                              <a:ea typeface="Times New Roman" panose="02020603050405020304" pitchFamily="18" charset="0"/>
                              <a:cs typeface="B Nazanin" panose="00000400000000000000" pitchFamily="2" charset="-78"/>
                            </a:rPr>
                            <a:t>ناهمسانی (%)</a:t>
                          </a:r>
                          <a:endParaRPr lang="en-US" sz="1800" kern="1200" dirty="0">
                            <a:solidFill>
                              <a:schemeClr val="tx1"/>
                            </a:solidFill>
                            <a:effectLst/>
                            <a:latin typeface="Times New Roman" panose="02020603050405020304" pitchFamily="18" charset="0"/>
                            <a:ea typeface="Times New Roman" panose="02020603050405020304" pitchFamily="18" charset="0"/>
                            <a:cs typeface="B Nazanin" panose="00000400000000000000" pitchFamily="2" charset="-78"/>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chemeClr val="accent6">
                            <a:lumMod val="60000"/>
                            <a:lumOff val="40000"/>
                          </a:schemeClr>
                        </a:solidFill>
                      </a:tcPr>
                    </a:tc>
                    <a:tc>
                      <a:txBody>
                        <a:bodyPr/>
                        <a:lstStyle/>
                        <a:p>
                          <a:pPr marL="0" algn="ctr" defTabSz="914400" rtl="1" eaLnBrk="1" latinLnBrk="0" hangingPunct="1">
                            <a:spcAft>
                              <a:spcPts val="300"/>
                            </a:spcAft>
                          </a:pPr>
                          <a:r>
                            <a:rPr lang="ar-SA" sz="1800" kern="1200" dirty="0">
                              <a:solidFill>
                                <a:schemeClr val="tx1"/>
                              </a:solidFill>
                              <a:effectLst/>
                              <a:latin typeface="Times New Roman" panose="02020603050405020304" pitchFamily="18" charset="0"/>
                              <a:ea typeface="Times New Roman" panose="02020603050405020304" pitchFamily="18" charset="0"/>
                              <a:cs typeface="B Nazanin" panose="00000400000000000000" pitchFamily="2" charset="-78"/>
                            </a:rPr>
                            <a:t>زمان </a:t>
                          </a:r>
                          <a:r>
                            <a:rPr lang="ar-SA" sz="1800" kern="1200" dirty="0" smtClean="0">
                              <a:solidFill>
                                <a:schemeClr val="tx1"/>
                              </a:solidFill>
                              <a:effectLst/>
                              <a:latin typeface="Times New Roman" panose="02020603050405020304" pitchFamily="18" charset="0"/>
                              <a:ea typeface="Times New Roman" panose="02020603050405020304" pitchFamily="18" charset="0"/>
                              <a:cs typeface="B Nazanin" panose="00000400000000000000" pitchFamily="2" charset="-78"/>
                            </a:rPr>
                            <a:t>فرآیند </a:t>
                          </a:r>
                          <a:r>
                            <a:rPr lang="ar-SA" sz="1800" kern="1200" dirty="0">
                              <a:solidFill>
                                <a:schemeClr val="tx1"/>
                              </a:solidFill>
                              <a:effectLst/>
                              <a:latin typeface="Times New Roman" panose="02020603050405020304" pitchFamily="18" charset="0"/>
                              <a:ea typeface="Times New Roman" panose="02020603050405020304" pitchFamily="18" charset="0"/>
                              <a:cs typeface="B Nazanin" panose="00000400000000000000" pitchFamily="2" charset="-78"/>
                            </a:rPr>
                            <a:t>(</a:t>
                          </a:r>
                          <a:r>
                            <a:rPr lang="en-US" sz="1800" kern="1200" dirty="0">
                              <a:solidFill>
                                <a:schemeClr val="tx1"/>
                              </a:solidFill>
                              <a:effectLst/>
                              <a:latin typeface="Times New Roman" panose="02020603050405020304" pitchFamily="18" charset="0"/>
                              <a:ea typeface="Times New Roman" panose="02020603050405020304" pitchFamily="18" charset="0"/>
                              <a:cs typeface="B Nazanin" panose="00000400000000000000" pitchFamily="2" charset="-78"/>
                            </a:rPr>
                            <a:t>S</a:t>
                          </a:r>
                          <a:r>
                            <a:rPr lang="ar-SA" sz="1800" kern="1200" dirty="0">
                              <a:solidFill>
                                <a:schemeClr val="tx1"/>
                              </a:solidFill>
                              <a:effectLst/>
                              <a:latin typeface="Times New Roman" panose="02020603050405020304" pitchFamily="18" charset="0"/>
                              <a:ea typeface="Times New Roman" panose="02020603050405020304" pitchFamily="18" charset="0"/>
                              <a:cs typeface="B Nazanin" panose="00000400000000000000" pitchFamily="2" charset="-78"/>
                            </a:rPr>
                            <a:t>)</a:t>
                          </a:r>
                          <a:endParaRPr lang="en-US" sz="1800" kern="1200" dirty="0">
                            <a:solidFill>
                              <a:schemeClr val="tx1"/>
                            </a:solidFill>
                            <a:effectLst/>
                            <a:latin typeface="Times New Roman" panose="02020603050405020304" pitchFamily="18" charset="0"/>
                            <a:ea typeface="Times New Roman" panose="02020603050405020304" pitchFamily="18" charset="0"/>
                            <a:cs typeface="B Nazanin" panose="00000400000000000000" pitchFamily="2" charset="-78"/>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chemeClr val="accent6">
                            <a:lumMod val="60000"/>
                            <a:lumOff val="40000"/>
                          </a:schemeClr>
                        </a:solidFill>
                      </a:tcPr>
                    </a:tc>
                    <a:extLst>
                      <a:ext uri="{0D108BD9-81ED-4DB2-BD59-A6C34878D82A}">
                        <a16:rowId xmlns="" xmlns:a16="http://schemas.microsoft.com/office/drawing/2014/main" val="10000"/>
                      </a:ext>
                    </a:extLst>
                  </a:tr>
                  <a:tr h="381000">
                    <a:tc>
                      <a:txBody>
                        <a:bodyPr/>
                        <a:lstStyle/>
                        <a:p>
                          <a:pPr marL="0" marR="0" lvl="0" indent="0" algn="ctr" defTabSz="914400" rtl="1" eaLnBrk="1" fontAlgn="auto" latinLnBrk="0" hangingPunct="1">
                            <a:lnSpc>
                              <a:spcPct val="100000"/>
                            </a:lnSpc>
                            <a:spcBef>
                              <a:spcPts val="0"/>
                            </a:spcBef>
                            <a:spcAft>
                              <a:spcPts val="300"/>
                            </a:spcAft>
                            <a:buClrTx/>
                            <a:buSzTx/>
                            <a:buFontTx/>
                            <a:buNone/>
                            <a:tabLst/>
                            <a:defRPr/>
                          </a:pPr>
                          <a:r>
                            <a:rPr lang="fa-IR" sz="1800" kern="1200" dirty="0" smtClean="0">
                              <a:solidFill>
                                <a:schemeClr val="tx1"/>
                              </a:solidFill>
                              <a:effectLst/>
                              <a:latin typeface="Times New Roman" panose="02020603050405020304" pitchFamily="18" charset="0"/>
                              <a:ea typeface="Times New Roman" panose="02020603050405020304" pitchFamily="18" charset="0"/>
                              <a:cs typeface="B Nazanin" panose="00000400000000000000" pitchFamily="2" charset="-78"/>
                            </a:rPr>
                            <a:t>0/1</a:t>
                          </a:r>
                          <a:r>
                            <a:rPr lang="fa-IR" sz="1800" kern="1200" baseline="0" dirty="0" smtClean="0">
                              <a:solidFill>
                                <a:schemeClr val="tx1"/>
                              </a:solidFill>
                              <a:effectLst/>
                              <a:latin typeface="Times New Roman" panose="02020603050405020304" pitchFamily="18" charset="0"/>
                              <a:ea typeface="Times New Roman" panose="02020603050405020304" pitchFamily="18" charset="0"/>
                              <a:cs typeface="B Nazanin" panose="00000400000000000000" pitchFamily="2" charset="-78"/>
                            </a:rPr>
                            <a:t>=</a:t>
                          </a:r>
                          <a14:m>
                            <m:oMath xmlns:m="http://schemas.openxmlformats.org/officeDocument/2006/math">
                              <m:r>
                                <a:rPr lang="en-US" sz="1800" i="1" smtClean="0">
                                  <a:effectLst/>
                                  <a:latin typeface="Cambria Math" panose="02040503050406030204" pitchFamily="18" charset="0"/>
                                  <a:ea typeface="Times New Roman" panose="02020603050405020304" pitchFamily="18" charset="0"/>
                                  <a:cs typeface="B Nazanin" panose="00000400000000000000" pitchFamily="2" charset="-78"/>
                                </a:rPr>
                                <m:t>𝛾</m:t>
                              </m:r>
                            </m:oMath>
                          </a14:m>
                          <a:r>
                            <a:rPr lang="fa-IR" sz="1800" kern="1200" baseline="0" dirty="0" smtClean="0">
                              <a:solidFill>
                                <a:schemeClr val="tx1"/>
                              </a:solidFill>
                              <a:effectLst/>
                              <a:latin typeface="Times New Roman" panose="02020603050405020304" pitchFamily="18" charset="0"/>
                              <a:ea typeface="Times New Roman" panose="02020603050405020304" pitchFamily="18" charset="0"/>
                              <a:cs typeface="B Nazanin" panose="00000400000000000000" pitchFamily="2" charset="-78"/>
                            </a:rPr>
                            <a:t>، 0/8=</a:t>
                          </a:r>
                          <a14:m>
                            <m:oMath xmlns:m="http://schemas.openxmlformats.org/officeDocument/2006/math">
                              <m:r>
                                <a:rPr lang="en-US" sz="1800" i="1" smtClean="0">
                                  <a:effectLst/>
                                  <a:latin typeface="Cambria Math" panose="02040503050406030204" pitchFamily="18" charset="0"/>
                                  <a:ea typeface="Times New Roman" panose="02020603050405020304" pitchFamily="18" charset="0"/>
                                  <a:cs typeface="B Nazanin" panose="00000400000000000000" pitchFamily="2" charset="-78"/>
                                </a:rPr>
                                <m:t>𝛽</m:t>
                              </m:r>
                            </m:oMath>
                          </a14:m>
                          <a:r>
                            <a:rPr lang="fa-IR" sz="1800" kern="1200" baseline="0" dirty="0" smtClean="0">
                              <a:solidFill>
                                <a:schemeClr val="tx1"/>
                              </a:solidFill>
                              <a:effectLst/>
                              <a:latin typeface="Times New Roman" panose="02020603050405020304" pitchFamily="18" charset="0"/>
                              <a:ea typeface="Times New Roman" panose="02020603050405020304" pitchFamily="18" charset="0"/>
                              <a:cs typeface="B Nazanin" panose="00000400000000000000" pitchFamily="2" charset="-78"/>
                            </a:rPr>
                            <a:t> و 0/1=</a:t>
                          </a:r>
                          <a14:m>
                            <m:oMath xmlns:m="http://schemas.openxmlformats.org/officeDocument/2006/math">
                              <m:r>
                                <a:rPr lang="en-US" sz="1800" i="1" smtClean="0">
                                  <a:effectLst/>
                                  <a:latin typeface="Cambria Math" panose="02040503050406030204" pitchFamily="18" charset="0"/>
                                  <a:ea typeface="Times New Roman" panose="02020603050405020304" pitchFamily="18" charset="0"/>
                                  <a:cs typeface="B Nazanin" panose="00000400000000000000" pitchFamily="2" charset="-78"/>
                                </a:rPr>
                                <m:t>𝛼</m:t>
                              </m:r>
                            </m:oMath>
                          </a14:m>
                          <a:endParaRPr lang="en-US" sz="1800" kern="1200" dirty="0">
                            <a:solidFill>
                              <a:schemeClr val="tx1"/>
                            </a:solidFill>
                            <a:effectLst/>
                            <a:latin typeface="Times New Roman" panose="02020603050405020304" pitchFamily="18" charset="0"/>
                            <a:ea typeface="Times New Roman" panose="02020603050405020304" pitchFamily="18" charset="0"/>
                            <a:cs typeface="B Nazanin" panose="00000400000000000000" pitchFamily="2" charset="-78"/>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algn="ctr" rtl="1">
                            <a:spcAft>
                              <a:spcPts val="300"/>
                            </a:spcAft>
                          </a:pPr>
                          <a:r>
                            <a:rPr lang="fa-IR" sz="1800" kern="1200" smtClean="0">
                              <a:solidFill>
                                <a:schemeClr val="tx1"/>
                              </a:solidFill>
                              <a:effectLst/>
                              <a:latin typeface="Times New Roman" panose="02020603050405020304" pitchFamily="18" charset="0"/>
                              <a:ea typeface="Times New Roman" panose="02020603050405020304" pitchFamily="18" charset="0"/>
                              <a:cs typeface="B Nazanin" panose="00000400000000000000" pitchFamily="2" charset="-78"/>
                            </a:rPr>
                            <a:t>2/5</a:t>
                          </a:r>
                          <a:endParaRPr lang="en-US" sz="1800" kern="1200" dirty="0">
                            <a:solidFill>
                              <a:schemeClr val="tx1"/>
                            </a:solidFill>
                            <a:effectLst/>
                            <a:latin typeface="Times New Roman" panose="02020603050405020304" pitchFamily="18" charset="0"/>
                            <a:ea typeface="Times New Roman" panose="02020603050405020304" pitchFamily="18" charset="0"/>
                            <a:cs typeface="B Nazanin" panose="00000400000000000000" pitchFamily="2" charset="-78"/>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algn="ctr" rtl="1">
                            <a:spcAft>
                              <a:spcPts val="300"/>
                            </a:spcAft>
                          </a:pPr>
                          <a:r>
                            <a:rPr lang="fa-IR" sz="1800" kern="1200" dirty="0" smtClean="0">
                              <a:solidFill>
                                <a:schemeClr val="tx1"/>
                              </a:solidFill>
                              <a:effectLst/>
                              <a:latin typeface="Times New Roman" panose="02020603050405020304" pitchFamily="18" charset="0"/>
                              <a:ea typeface="Times New Roman" panose="02020603050405020304" pitchFamily="18" charset="0"/>
                              <a:cs typeface="B Nazanin" panose="00000400000000000000" pitchFamily="2" charset="-78"/>
                            </a:rPr>
                            <a:t>0/149</a:t>
                          </a:r>
                          <a:endParaRPr lang="en-US" sz="1800" kern="1200" dirty="0">
                            <a:solidFill>
                              <a:schemeClr val="tx1"/>
                            </a:solidFill>
                            <a:effectLst/>
                            <a:latin typeface="Times New Roman" panose="02020603050405020304" pitchFamily="18" charset="0"/>
                            <a:ea typeface="Times New Roman" panose="02020603050405020304" pitchFamily="18" charset="0"/>
                            <a:cs typeface="B Nazanin" panose="00000400000000000000" pitchFamily="2" charset="-78"/>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algn="ctr" rtl="1">
                            <a:spcAft>
                              <a:spcPts val="300"/>
                            </a:spcAft>
                          </a:pPr>
                          <a:r>
                            <a:rPr lang="fa-IR" sz="1800" kern="1200" dirty="0" smtClean="0">
                              <a:solidFill>
                                <a:schemeClr val="tx1"/>
                              </a:solidFill>
                              <a:effectLst/>
                              <a:latin typeface="Times New Roman" panose="02020603050405020304" pitchFamily="18" charset="0"/>
                              <a:ea typeface="Times New Roman" panose="02020603050405020304" pitchFamily="18" charset="0"/>
                              <a:cs typeface="B Nazanin" panose="00000400000000000000" pitchFamily="2" charset="-78"/>
                            </a:rPr>
                            <a:t>13/9</a:t>
                          </a:r>
                          <a:endParaRPr lang="en-US" sz="1800" kern="1200" dirty="0">
                            <a:solidFill>
                              <a:schemeClr val="tx1"/>
                            </a:solidFill>
                            <a:effectLst/>
                            <a:latin typeface="Times New Roman" panose="02020603050405020304" pitchFamily="18" charset="0"/>
                            <a:ea typeface="Times New Roman" panose="02020603050405020304" pitchFamily="18" charset="0"/>
                            <a:cs typeface="B Nazanin" panose="00000400000000000000" pitchFamily="2" charset="-78"/>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rtl="1">
                            <a:spcAft>
                              <a:spcPts val="300"/>
                            </a:spcAft>
                          </a:pPr>
                          <a:r>
                            <a:rPr lang="fa-IR" sz="1800" kern="1200" dirty="0" smtClean="0">
                              <a:solidFill>
                                <a:schemeClr val="tx1"/>
                              </a:solidFill>
                              <a:effectLst/>
                              <a:latin typeface="Times New Roman" panose="02020603050405020304" pitchFamily="18" charset="0"/>
                              <a:ea typeface="Times New Roman" panose="02020603050405020304" pitchFamily="18" charset="0"/>
                              <a:cs typeface="B Nazanin" panose="00000400000000000000" pitchFamily="2" charset="-78"/>
                            </a:rPr>
                            <a:t>3/67</a:t>
                          </a:r>
                          <a:endParaRPr lang="en-US" sz="1800" kern="1200" dirty="0">
                            <a:solidFill>
                              <a:schemeClr val="tx1"/>
                            </a:solidFill>
                            <a:effectLst/>
                            <a:latin typeface="Times New Roman" panose="02020603050405020304" pitchFamily="18" charset="0"/>
                            <a:ea typeface="Times New Roman" panose="02020603050405020304" pitchFamily="18" charset="0"/>
                            <a:cs typeface="B Nazanin" panose="00000400000000000000" pitchFamily="2" charset="-78"/>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algn="ctr" rtl="1">
                            <a:spcAft>
                              <a:spcPts val="300"/>
                            </a:spcAft>
                          </a:pPr>
                          <a:r>
                            <a:rPr lang="ar-SA" sz="1800" kern="1200" dirty="0" smtClean="0">
                              <a:solidFill>
                                <a:schemeClr val="tx1"/>
                              </a:solidFill>
                              <a:effectLst/>
                              <a:latin typeface="Times New Roman" panose="02020603050405020304" pitchFamily="18" charset="0"/>
                              <a:ea typeface="Times New Roman" panose="02020603050405020304" pitchFamily="18" charset="0"/>
                              <a:cs typeface="B Nazanin" panose="00000400000000000000" pitchFamily="2" charset="-78"/>
                            </a:rPr>
                            <a:t>8013</a:t>
                          </a:r>
                          <a:endParaRPr lang="en-US" sz="1800" kern="1200" dirty="0">
                            <a:solidFill>
                              <a:schemeClr val="tx1"/>
                            </a:solidFill>
                            <a:effectLst/>
                            <a:latin typeface="Times New Roman" panose="02020603050405020304" pitchFamily="18" charset="0"/>
                            <a:ea typeface="Times New Roman" panose="02020603050405020304" pitchFamily="18" charset="0"/>
                            <a:cs typeface="B Nazanin" panose="00000400000000000000" pitchFamily="2" charset="-78"/>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extLst>
                      <a:ext uri="{0D108BD9-81ED-4DB2-BD59-A6C34878D82A}">
                        <a16:rowId xmlns="" xmlns:a16="http://schemas.microsoft.com/office/drawing/2014/main" val="10004"/>
                      </a:ext>
                    </a:extLst>
                  </a:tr>
                  <a:tr h="381000">
                    <a:tc>
                      <a:txBody>
                        <a:bodyPr/>
                        <a:lstStyle/>
                        <a:p>
                          <a:pPr marL="0" marR="0" lvl="0" indent="0" algn="ctr" defTabSz="914400" rtl="1" eaLnBrk="1" fontAlgn="auto" latinLnBrk="0" hangingPunct="1">
                            <a:lnSpc>
                              <a:spcPct val="100000"/>
                            </a:lnSpc>
                            <a:spcBef>
                              <a:spcPts val="0"/>
                            </a:spcBef>
                            <a:spcAft>
                              <a:spcPts val="300"/>
                            </a:spcAft>
                            <a:buClrTx/>
                            <a:buSzTx/>
                            <a:buFontTx/>
                            <a:buNone/>
                            <a:tabLst/>
                            <a:defRPr/>
                          </a:pPr>
                          <a:r>
                            <a:rPr lang="fa-IR" sz="1800" kern="1200" dirty="0" smtClean="0">
                              <a:solidFill>
                                <a:schemeClr val="tx1"/>
                              </a:solidFill>
                              <a:effectLst/>
                              <a:latin typeface="Times New Roman" panose="02020603050405020304" pitchFamily="18" charset="0"/>
                              <a:ea typeface="Times New Roman" panose="02020603050405020304" pitchFamily="18" charset="0"/>
                              <a:cs typeface="B Nazanin" panose="00000400000000000000" pitchFamily="2" charset="-78"/>
                            </a:rPr>
                            <a:t>0/0</a:t>
                          </a:r>
                          <a:r>
                            <a:rPr lang="fa-IR" sz="1800" kern="1200" baseline="0" dirty="0" smtClean="0">
                              <a:solidFill>
                                <a:schemeClr val="tx1"/>
                              </a:solidFill>
                              <a:effectLst/>
                              <a:latin typeface="Times New Roman" panose="02020603050405020304" pitchFamily="18" charset="0"/>
                              <a:ea typeface="Times New Roman" panose="02020603050405020304" pitchFamily="18" charset="0"/>
                              <a:cs typeface="B Nazanin" panose="00000400000000000000" pitchFamily="2" charset="-78"/>
                            </a:rPr>
                            <a:t>=</a:t>
                          </a:r>
                          <a14:m>
                            <m:oMath xmlns:m="http://schemas.openxmlformats.org/officeDocument/2006/math">
                              <m:r>
                                <a:rPr lang="en-US" sz="1800" i="1" smtClean="0">
                                  <a:effectLst/>
                                  <a:latin typeface="Cambria Math" panose="02040503050406030204" pitchFamily="18" charset="0"/>
                                  <a:ea typeface="Times New Roman" panose="02020603050405020304" pitchFamily="18" charset="0"/>
                                  <a:cs typeface="B Nazanin" panose="00000400000000000000" pitchFamily="2" charset="-78"/>
                                </a:rPr>
                                <m:t>𝛾</m:t>
                              </m:r>
                            </m:oMath>
                          </a14:m>
                          <a:r>
                            <a:rPr lang="fa-IR" sz="1800" kern="1200" baseline="0" dirty="0" smtClean="0">
                              <a:solidFill>
                                <a:schemeClr val="tx1"/>
                              </a:solidFill>
                              <a:effectLst/>
                              <a:latin typeface="Times New Roman" panose="02020603050405020304" pitchFamily="18" charset="0"/>
                              <a:ea typeface="Times New Roman" panose="02020603050405020304" pitchFamily="18" charset="0"/>
                              <a:cs typeface="B Nazanin" panose="00000400000000000000" pitchFamily="2" charset="-78"/>
                            </a:rPr>
                            <a:t>، 0/5=</a:t>
                          </a:r>
                          <a14:m>
                            <m:oMath xmlns:m="http://schemas.openxmlformats.org/officeDocument/2006/math">
                              <m:r>
                                <a:rPr lang="en-US" sz="1800" i="1" smtClean="0">
                                  <a:effectLst/>
                                  <a:latin typeface="Cambria Math" panose="02040503050406030204" pitchFamily="18" charset="0"/>
                                  <a:ea typeface="Times New Roman" panose="02020603050405020304" pitchFamily="18" charset="0"/>
                                  <a:cs typeface="B Nazanin" panose="00000400000000000000" pitchFamily="2" charset="-78"/>
                                </a:rPr>
                                <m:t>𝛽</m:t>
                              </m:r>
                            </m:oMath>
                          </a14:m>
                          <a:r>
                            <a:rPr lang="fa-IR" sz="1800" kern="1200" baseline="0" dirty="0" smtClean="0">
                              <a:solidFill>
                                <a:schemeClr val="tx1"/>
                              </a:solidFill>
                              <a:effectLst/>
                              <a:latin typeface="Times New Roman" panose="02020603050405020304" pitchFamily="18" charset="0"/>
                              <a:ea typeface="Times New Roman" panose="02020603050405020304" pitchFamily="18" charset="0"/>
                              <a:cs typeface="B Nazanin" panose="00000400000000000000" pitchFamily="2" charset="-78"/>
                            </a:rPr>
                            <a:t> و 0/5=</a:t>
                          </a:r>
                          <a14:m>
                            <m:oMath xmlns:m="http://schemas.openxmlformats.org/officeDocument/2006/math">
                              <m:r>
                                <a:rPr lang="en-US" sz="1800" i="1" smtClean="0">
                                  <a:effectLst/>
                                  <a:latin typeface="Cambria Math" panose="02040503050406030204" pitchFamily="18" charset="0"/>
                                  <a:ea typeface="Times New Roman" panose="02020603050405020304" pitchFamily="18" charset="0"/>
                                  <a:cs typeface="B Nazanin" panose="00000400000000000000" pitchFamily="2" charset="-78"/>
                                </a:rPr>
                                <m:t>𝛼</m:t>
                              </m:r>
                            </m:oMath>
                          </a14:m>
                          <a:endParaRPr lang="en-US" sz="1800" kern="1200" dirty="0">
                            <a:solidFill>
                              <a:schemeClr val="tx1"/>
                            </a:solidFill>
                            <a:effectLst/>
                            <a:latin typeface="Times New Roman" panose="02020603050405020304" pitchFamily="18" charset="0"/>
                            <a:ea typeface="Times New Roman" panose="02020603050405020304" pitchFamily="18" charset="0"/>
                            <a:cs typeface="B Nazanin" panose="00000400000000000000" pitchFamily="2" charset="-78"/>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algn="ctr" rtl="1">
                            <a:spcAft>
                              <a:spcPts val="300"/>
                            </a:spcAft>
                          </a:pPr>
                          <a:r>
                            <a:rPr lang="fa-IR" sz="1800" kern="1200" smtClean="0">
                              <a:solidFill>
                                <a:schemeClr val="tx1"/>
                              </a:solidFill>
                              <a:effectLst/>
                              <a:latin typeface="Times New Roman" panose="02020603050405020304" pitchFamily="18" charset="0"/>
                              <a:ea typeface="Times New Roman" panose="02020603050405020304" pitchFamily="18" charset="0"/>
                              <a:cs typeface="B Nazanin" panose="00000400000000000000" pitchFamily="2" charset="-78"/>
                            </a:rPr>
                            <a:t>12/2</a:t>
                          </a:r>
                          <a:endParaRPr lang="en-US" sz="1800" kern="1200" dirty="0">
                            <a:solidFill>
                              <a:schemeClr val="tx1"/>
                            </a:solidFill>
                            <a:effectLst/>
                            <a:latin typeface="Times New Roman" panose="02020603050405020304" pitchFamily="18" charset="0"/>
                            <a:ea typeface="Times New Roman" panose="02020603050405020304" pitchFamily="18" charset="0"/>
                            <a:cs typeface="B Nazanin" panose="00000400000000000000" pitchFamily="2" charset="-78"/>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algn="ctr" rtl="1">
                            <a:spcAft>
                              <a:spcPts val="300"/>
                            </a:spcAft>
                          </a:pPr>
                          <a:r>
                            <a:rPr lang="fa-IR" sz="1800" kern="1200" dirty="0" smtClean="0">
                              <a:solidFill>
                                <a:schemeClr val="tx1"/>
                              </a:solidFill>
                              <a:effectLst/>
                              <a:latin typeface="Times New Roman" panose="02020603050405020304" pitchFamily="18" charset="0"/>
                              <a:ea typeface="Times New Roman" panose="02020603050405020304" pitchFamily="18" charset="0"/>
                              <a:cs typeface="B Nazanin" panose="00000400000000000000" pitchFamily="2" charset="-78"/>
                            </a:rPr>
                            <a:t>0/349</a:t>
                          </a:r>
                          <a:endParaRPr lang="en-US" sz="1800" kern="1200" dirty="0">
                            <a:solidFill>
                              <a:schemeClr val="tx1"/>
                            </a:solidFill>
                            <a:effectLst/>
                            <a:latin typeface="Times New Roman" panose="02020603050405020304" pitchFamily="18" charset="0"/>
                            <a:ea typeface="Times New Roman" panose="02020603050405020304" pitchFamily="18" charset="0"/>
                            <a:cs typeface="B Nazanin" panose="00000400000000000000" pitchFamily="2" charset="-78"/>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algn="ctr" rtl="1">
                            <a:spcAft>
                              <a:spcPts val="300"/>
                            </a:spcAft>
                          </a:pPr>
                          <a:r>
                            <a:rPr lang="fa-IR" sz="1800" kern="1200" dirty="0" smtClean="0">
                              <a:solidFill>
                                <a:schemeClr val="tx1"/>
                              </a:solidFill>
                              <a:effectLst/>
                              <a:latin typeface="Times New Roman" panose="02020603050405020304" pitchFamily="18" charset="0"/>
                              <a:ea typeface="Times New Roman" panose="02020603050405020304" pitchFamily="18" charset="0"/>
                              <a:cs typeface="B Nazanin" panose="00000400000000000000" pitchFamily="2" charset="-78"/>
                            </a:rPr>
                            <a:t>11/3</a:t>
                          </a:r>
                          <a:endParaRPr lang="en-US" sz="1800" kern="1200" dirty="0">
                            <a:solidFill>
                              <a:schemeClr val="tx1"/>
                            </a:solidFill>
                            <a:effectLst/>
                            <a:latin typeface="Times New Roman" panose="02020603050405020304" pitchFamily="18" charset="0"/>
                            <a:ea typeface="Times New Roman" panose="02020603050405020304" pitchFamily="18" charset="0"/>
                            <a:cs typeface="B Nazanin" panose="00000400000000000000" pitchFamily="2" charset="-78"/>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rtl="1">
                            <a:spcAft>
                              <a:spcPts val="300"/>
                            </a:spcAft>
                          </a:pPr>
                          <a:r>
                            <a:rPr lang="fa-IR" sz="1800" kern="1200" dirty="0" smtClean="0">
                              <a:solidFill>
                                <a:schemeClr val="tx1"/>
                              </a:solidFill>
                              <a:effectLst/>
                              <a:latin typeface="Times New Roman" panose="02020603050405020304" pitchFamily="18" charset="0"/>
                              <a:ea typeface="Times New Roman" panose="02020603050405020304" pitchFamily="18" charset="0"/>
                              <a:cs typeface="B Nazanin" panose="00000400000000000000" pitchFamily="2" charset="-78"/>
                            </a:rPr>
                            <a:t>26/3</a:t>
                          </a:r>
                          <a:endParaRPr lang="en-US" sz="1800" kern="1200" dirty="0">
                            <a:solidFill>
                              <a:schemeClr val="tx1"/>
                            </a:solidFill>
                            <a:effectLst/>
                            <a:latin typeface="Times New Roman" panose="02020603050405020304" pitchFamily="18" charset="0"/>
                            <a:ea typeface="Times New Roman" panose="02020603050405020304" pitchFamily="18" charset="0"/>
                            <a:cs typeface="B Nazanin" panose="00000400000000000000" pitchFamily="2" charset="-78"/>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algn="ctr" rtl="1">
                            <a:spcAft>
                              <a:spcPts val="300"/>
                            </a:spcAft>
                          </a:pPr>
                          <a:r>
                            <a:rPr lang="fa-IR" sz="1800" kern="1200" dirty="0" smtClean="0">
                              <a:solidFill>
                                <a:schemeClr val="tx1"/>
                              </a:solidFill>
                              <a:effectLst/>
                              <a:latin typeface="Times New Roman" panose="02020603050405020304" pitchFamily="18" charset="0"/>
                              <a:ea typeface="Times New Roman" panose="02020603050405020304" pitchFamily="18" charset="0"/>
                              <a:cs typeface="B Nazanin" panose="00000400000000000000" pitchFamily="2" charset="-78"/>
                            </a:rPr>
                            <a:t>4225</a:t>
                          </a:r>
                          <a:endParaRPr lang="en-US" sz="1800" kern="1200" dirty="0">
                            <a:solidFill>
                              <a:schemeClr val="tx1"/>
                            </a:solidFill>
                            <a:effectLst/>
                            <a:latin typeface="Times New Roman" panose="02020603050405020304" pitchFamily="18" charset="0"/>
                            <a:ea typeface="Times New Roman" panose="02020603050405020304" pitchFamily="18" charset="0"/>
                            <a:cs typeface="B Nazanin" panose="00000400000000000000" pitchFamily="2" charset="-78"/>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r>
                  <a:tr h="381000">
                    <a:tc>
                      <a:txBody>
                        <a:bodyPr/>
                        <a:lstStyle/>
                        <a:p>
                          <a:pPr marL="0" marR="0" lvl="0" indent="0" algn="ctr" defTabSz="914400" rtl="1" eaLnBrk="1" fontAlgn="auto" latinLnBrk="0" hangingPunct="1">
                            <a:lnSpc>
                              <a:spcPct val="100000"/>
                            </a:lnSpc>
                            <a:spcBef>
                              <a:spcPts val="0"/>
                            </a:spcBef>
                            <a:spcAft>
                              <a:spcPts val="300"/>
                            </a:spcAft>
                            <a:buClrTx/>
                            <a:buSzTx/>
                            <a:buFontTx/>
                            <a:buNone/>
                            <a:tabLst/>
                            <a:defRPr/>
                          </a:pPr>
                          <a:r>
                            <a:rPr lang="fa-IR" sz="1800" kern="1200" dirty="0" smtClean="0">
                              <a:solidFill>
                                <a:schemeClr val="tx1"/>
                              </a:solidFill>
                              <a:effectLst/>
                              <a:latin typeface="Times New Roman" panose="02020603050405020304" pitchFamily="18" charset="0"/>
                              <a:ea typeface="Times New Roman" panose="02020603050405020304" pitchFamily="18" charset="0"/>
                              <a:cs typeface="B Nazanin" panose="00000400000000000000" pitchFamily="2" charset="-78"/>
                            </a:rPr>
                            <a:t>0/5</a:t>
                          </a:r>
                          <a:r>
                            <a:rPr lang="fa-IR" sz="1800" kern="1200" baseline="0" dirty="0" smtClean="0">
                              <a:solidFill>
                                <a:schemeClr val="tx1"/>
                              </a:solidFill>
                              <a:effectLst/>
                              <a:latin typeface="Times New Roman" panose="02020603050405020304" pitchFamily="18" charset="0"/>
                              <a:ea typeface="Times New Roman" panose="02020603050405020304" pitchFamily="18" charset="0"/>
                              <a:cs typeface="B Nazanin" panose="00000400000000000000" pitchFamily="2" charset="-78"/>
                            </a:rPr>
                            <a:t>=</a:t>
                          </a:r>
                          <a14:m>
                            <m:oMath xmlns:m="http://schemas.openxmlformats.org/officeDocument/2006/math">
                              <m:r>
                                <a:rPr lang="en-US" sz="1800" i="1" smtClean="0">
                                  <a:effectLst/>
                                  <a:latin typeface="Cambria Math" panose="02040503050406030204" pitchFamily="18" charset="0"/>
                                  <a:ea typeface="Times New Roman" panose="02020603050405020304" pitchFamily="18" charset="0"/>
                                  <a:cs typeface="B Nazanin" panose="00000400000000000000" pitchFamily="2" charset="-78"/>
                                </a:rPr>
                                <m:t>𝛾</m:t>
                              </m:r>
                            </m:oMath>
                          </a14:m>
                          <a:r>
                            <a:rPr lang="fa-IR" sz="1800" kern="1200" baseline="0" dirty="0" smtClean="0">
                              <a:solidFill>
                                <a:schemeClr val="tx1"/>
                              </a:solidFill>
                              <a:effectLst/>
                              <a:latin typeface="Times New Roman" panose="02020603050405020304" pitchFamily="18" charset="0"/>
                              <a:ea typeface="Times New Roman" panose="02020603050405020304" pitchFamily="18" charset="0"/>
                              <a:cs typeface="B Nazanin" panose="00000400000000000000" pitchFamily="2" charset="-78"/>
                            </a:rPr>
                            <a:t>، 0/5=</a:t>
                          </a:r>
                          <a14:m>
                            <m:oMath xmlns:m="http://schemas.openxmlformats.org/officeDocument/2006/math">
                              <m:r>
                                <a:rPr lang="en-US" sz="1800" i="1" smtClean="0">
                                  <a:effectLst/>
                                  <a:latin typeface="Cambria Math" panose="02040503050406030204" pitchFamily="18" charset="0"/>
                                  <a:ea typeface="Times New Roman" panose="02020603050405020304" pitchFamily="18" charset="0"/>
                                  <a:cs typeface="B Nazanin" panose="00000400000000000000" pitchFamily="2" charset="-78"/>
                                </a:rPr>
                                <m:t>𝛽</m:t>
                              </m:r>
                            </m:oMath>
                          </a14:m>
                          <a:r>
                            <a:rPr lang="fa-IR" sz="1800" kern="1200" baseline="0" dirty="0" smtClean="0">
                              <a:solidFill>
                                <a:schemeClr val="tx1"/>
                              </a:solidFill>
                              <a:effectLst/>
                              <a:latin typeface="Times New Roman" panose="02020603050405020304" pitchFamily="18" charset="0"/>
                              <a:ea typeface="Times New Roman" panose="02020603050405020304" pitchFamily="18" charset="0"/>
                              <a:cs typeface="B Nazanin" panose="00000400000000000000" pitchFamily="2" charset="-78"/>
                            </a:rPr>
                            <a:t> و 0/0=</a:t>
                          </a:r>
                          <a14:m>
                            <m:oMath xmlns:m="http://schemas.openxmlformats.org/officeDocument/2006/math">
                              <m:r>
                                <a:rPr lang="en-US" sz="1800" i="1" smtClean="0">
                                  <a:effectLst/>
                                  <a:latin typeface="Cambria Math" panose="02040503050406030204" pitchFamily="18" charset="0"/>
                                  <a:ea typeface="Times New Roman" panose="02020603050405020304" pitchFamily="18" charset="0"/>
                                  <a:cs typeface="B Nazanin" panose="00000400000000000000" pitchFamily="2" charset="-78"/>
                                </a:rPr>
                                <m:t>𝛼</m:t>
                              </m:r>
                            </m:oMath>
                          </a14:m>
                          <a:endParaRPr lang="en-US" sz="1800" kern="1200" dirty="0">
                            <a:solidFill>
                              <a:schemeClr val="tx1"/>
                            </a:solidFill>
                            <a:effectLst/>
                            <a:latin typeface="Times New Roman" panose="02020603050405020304" pitchFamily="18" charset="0"/>
                            <a:ea typeface="Times New Roman" panose="02020603050405020304" pitchFamily="18" charset="0"/>
                            <a:cs typeface="B Nazanin" panose="00000400000000000000" pitchFamily="2" charset="-78"/>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algn="ctr" rtl="1">
                            <a:spcAft>
                              <a:spcPts val="300"/>
                            </a:spcAft>
                          </a:pPr>
                          <a:r>
                            <a:rPr lang="fa-IR" sz="1800" kern="1200" smtClean="0">
                              <a:solidFill>
                                <a:schemeClr val="tx1"/>
                              </a:solidFill>
                              <a:effectLst/>
                              <a:latin typeface="Times New Roman" panose="02020603050405020304" pitchFamily="18" charset="0"/>
                              <a:ea typeface="Times New Roman" panose="02020603050405020304" pitchFamily="18" charset="0"/>
                              <a:cs typeface="B Nazanin" panose="00000400000000000000" pitchFamily="2" charset="-78"/>
                            </a:rPr>
                            <a:t>9/1</a:t>
                          </a:r>
                          <a:endParaRPr lang="en-US" sz="1800" kern="1200" dirty="0">
                            <a:solidFill>
                              <a:schemeClr val="tx1"/>
                            </a:solidFill>
                            <a:effectLst/>
                            <a:latin typeface="Times New Roman" panose="02020603050405020304" pitchFamily="18" charset="0"/>
                            <a:ea typeface="Times New Roman" panose="02020603050405020304" pitchFamily="18" charset="0"/>
                            <a:cs typeface="B Nazanin" panose="00000400000000000000" pitchFamily="2" charset="-78"/>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algn="ctr" rtl="1">
                            <a:spcAft>
                              <a:spcPts val="300"/>
                            </a:spcAft>
                          </a:pPr>
                          <a:r>
                            <a:rPr lang="fa-IR" sz="1800" kern="1200" dirty="0" smtClean="0">
                              <a:solidFill>
                                <a:schemeClr val="tx1"/>
                              </a:solidFill>
                              <a:effectLst/>
                              <a:latin typeface="Times New Roman" panose="02020603050405020304" pitchFamily="18" charset="0"/>
                              <a:ea typeface="Times New Roman" panose="02020603050405020304" pitchFamily="18" charset="0"/>
                              <a:cs typeface="B Nazanin" panose="00000400000000000000" pitchFamily="2" charset="-78"/>
                            </a:rPr>
                            <a:t>0/148</a:t>
                          </a:r>
                          <a:endParaRPr lang="en-US" sz="1800" kern="1200" dirty="0">
                            <a:solidFill>
                              <a:schemeClr val="tx1"/>
                            </a:solidFill>
                            <a:effectLst/>
                            <a:latin typeface="Times New Roman" panose="02020603050405020304" pitchFamily="18" charset="0"/>
                            <a:ea typeface="Times New Roman" panose="02020603050405020304" pitchFamily="18" charset="0"/>
                            <a:cs typeface="B Nazanin" panose="00000400000000000000" pitchFamily="2" charset="-78"/>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algn="ctr" rtl="1">
                            <a:spcAft>
                              <a:spcPts val="300"/>
                            </a:spcAft>
                          </a:pPr>
                          <a:r>
                            <a:rPr lang="ar-SA" sz="1800" kern="1200" dirty="0">
                              <a:solidFill>
                                <a:schemeClr val="tx1"/>
                              </a:solidFill>
                              <a:effectLst/>
                              <a:latin typeface="Times New Roman" panose="02020603050405020304" pitchFamily="18" charset="0"/>
                              <a:ea typeface="Times New Roman" panose="02020603050405020304" pitchFamily="18" charset="0"/>
                              <a:cs typeface="B Nazanin" panose="00000400000000000000" pitchFamily="2" charset="-78"/>
                            </a:rPr>
                            <a:t>0</a:t>
                          </a:r>
                          <a:endParaRPr lang="en-US" sz="1800" kern="1200" dirty="0">
                            <a:solidFill>
                              <a:schemeClr val="tx1"/>
                            </a:solidFill>
                            <a:effectLst/>
                            <a:latin typeface="Times New Roman" panose="02020603050405020304" pitchFamily="18" charset="0"/>
                            <a:ea typeface="Times New Roman" panose="02020603050405020304" pitchFamily="18" charset="0"/>
                            <a:cs typeface="B Nazanin" panose="00000400000000000000" pitchFamily="2" charset="-78"/>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rtl="1">
                            <a:spcAft>
                              <a:spcPts val="300"/>
                            </a:spcAft>
                          </a:pPr>
                          <a:r>
                            <a:rPr lang="fa-IR" sz="1800" kern="1200" dirty="0" smtClean="0">
                              <a:solidFill>
                                <a:schemeClr val="tx1"/>
                              </a:solidFill>
                              <a:effectLst/>
                              <a:latin typeface="Times New Roman" panose="02020603050405020304" pitchFamily="18" charset="0"/>
                              <a:ea typeface="Times New Roman" panose="02020603050405020304" pitchFamily="18" charset="0"/>
                              <a:cs typeface="B Nazanin" panose="00000400000000000000" pitchFamily="2" charset="-78"/>
                            </a:rPr>
                            <a:t>28/9</a:t>
                          </a:r>
                          <a:endParaRPr lang="en-US" sz="1800" kern="1200" dirty="0">
                            <a:solidFill>
                              <a:schemeClr val="tx1"/>
                            </a:solidFill>
                            <a:effectLst/>
                            <a:latin typeface="Times New Roman" panose="02020603050405020304" pitchFamily="18" charset="0"/>
                            <a:ea typeface="Times New Roman" panose="02020603050405020304" pitchFamily="18" charset="0"/>
                            <a:cs typeface="B Nazanin" panose="00000400000000000000" pitchFamily="2" charset="-78"/>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algn="ctr" rtl="1">
                            <a:spcAft>
                              <a:spcPts val="300"/>
                            </a:spcAft>
                          </a:pPr>
                          <a:r>
                            <a:rPr lang="ar-SA" sz="1800" kern="1200" dirty="0">
                              <a:solidFill>
                                <a:schemeClr val="tx1"/>
                              </a:solidFill>
                              <a:effectLst/>
                              <a:latin typeface="Times New Roman" panose="02020603050405020304" pitchFamily="18" charset="0"/>
                              <a:ea typeface="Times New Roman" panose="02020603050405020304" pitchFamily="18" charset="0"/>
                              <a:cs typeface="B Nazanin" panose="00000400000000000000" pitchFamily="2" charset="-78"/>
                            </a:rPr>
                            <a:t>4396</a:t>
                          </a:r>
                          <a:endParaRPr lang="en-US" sz="1800" kern="1200" dirty="0">
                            <a:solidFill>
                              <a:schemeClr val="tx1"/>
                            </a:solidFill>
                            <a:effectLst/>
                            <a:latin typeface="Times New Roman" panose="02020603050405020304" pitchFamily="18" charset="0"/>
                            <a:ea typeface="Times New Roman" panose="02020603050405020304" pitchFamily="18" charset="0"/>
                            <a:cs typeface="B Nazanin" panose="00000400000000000000" pitchFamily="2" charset="-78"/>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r>
                  <a:tr h="381000">
                    <a:tc>
                      <a:txBody>
                        <a:bodyPr/>
                        <a:lstStyle/>
                        <a:p>
                          <a:pPr marL="0" marR="0" lvl="0" indent="0" algn="ctr" defTabSz="914400" rtl="1" eaLnBrk="1" fontAlgn="auto" latinLnBrk="0" hangingPunct="1">
                            <a:lnSpc>
                              <a:spcPct val="100000"/>
                            </a:lnSpc>
                            <a:spcBef>
                              <a:spcPts val="0"/>
                            </a:spcBef>
                            <a:spcAft>
                              <a:spcPts val="300"/>
                            </a:spcAft>
                            <a:buClrTx/>
                            <a:buSzTx/>
                            <a:buFontTx/>
                            <a:buNone/>
                            <a:tabLst/>
                            <a:defRPr/>
                          </a:pPr>
                          <a:r>
                            <a:rPr lang="fa-IR" sz="1800" kern="1200" dirty="0" smtClean="0">
                              <a:solidFill>
                                <a:schemeClr val="tx1"/>
                              </a:solidFill>
                              <a:effectLst/>
                              <a:latin typeface="Times New Roman" panose="02020603050405020304" pitchFamily="18" charset="0"/>
                              <a:ea typeface="Times New Roman" panose="02020603050405020304" pitchFamily="18" charset="0"/>
                              <a:cs typeface="B Nazanin" panose="00000400000000000000" pitchFamily="2" charset="-78"/>
                            </a:rPr>
                            <a:t>0/33</a:t>
                          </a:r>
                          <a:r>
                            <a:rPr lang="fa-IR" sz="1800" kern="1200" baseline="0" dirty="0" smtClean="0">
                              <a:solidFill>
                                <a:schemeClr val="tx1"/>
                              </a:solidFill>
                              <a:effectLst/>
                              <a:latin typeface="Times New Roman" panose="02020603050405020304" pitchFamily="18" charset="0"/>
                              <a:ea typeface="Times New Roman" panose="02020603050405020304" pitchFamily="18" charset="0"/>
                              <a:cs typeface="B Nazanin" panose="00000400000000000000" pitchFamily="2" charset="-78"/>
                            </a:rPr>
                            <a:t>=</a:t>
                          </a:r>
                          <a14:m>
                            <m:oMath xmlns:m="http://schemas.openxmlformats.org/officeDocument/2006/math">
                              <m:r>
                                <a:rPr lang="en-US" sz="1800" i="1" smtClean="0">
                                  <a:effectLst/>
                                  <a:latin typeface="Cambria Math" panose="02040503050406030204" pitchFamily="18" charset="0"/>
                                  <a:ea typeface="Times New Roman" panose="02020603050405020304" pitchFamily="18" charset="0"/>
                                  <a:cs typeface="B Nazanin" panose="00000400000000000000" pitchFamily="2" charset="-78"/>
                                </a:rPr>
                                <m:t>𝛾</m:t>
                              </m:r>
                            </m:oMath>
                          </a14:m>
                          <a:r>
                            <a:rPr lang="fa-IR" sz="1800" kern="1200" baseline="0" dirty="0" smtClean="0">
                              <a:solidFill>
                                <a:schemeClr val="tx1"/>
                              </a:solidFill>
                              <a:effectLst/>
                              <a:latin typeface="Times New Roman" panose="02020603050405020304" pitchFamily="18" charset="0"/>
                              <a:ea typeface="Times New Roman" panose="02020603050405020304" pitchFamily="18" charset="0"/>
                              <a:cs typeface="B Nazanin" panose="00000400000000000000" pitchFamily="2" charset="-78"/>
                            </a:rPr>
                            <a:t>، 0/33=</a:t>
                          </a:r>
                          <a14:m>
                            <m:oMath xmlns:m="http://schemas.openxmlformats.org/officeDocument/2006/math">
                              <m:r>
                                <a:rPr lang="en-US" sz="1800" i="1" smtClean="0">
                                  <a:effectLst/>
                                  <a:latin typeface="Cambria Math" panose="02040503050406030204" pitchFamily="18" charset="0"/>
                                  <a:ea typeface="Times New Roman" panose="02020603050405020304" pitchFamily="18" charset="0"/>
                                  <a:cs typeface="B Nazanin" panose="00000400000000000000" pitchFamily="2" charset="-78"/>
                                </a:rPr>
                                <m:t>𝛽</m:t>
                              </m:r>
                            </m:oMath>
                          </a14:m>
                          <a:r>
                            <a:rPr lang="fa-IR" sz="1800" kern="1200" baseline="0" dirty="0" smtClean="0">
                              <a:solidFill>
                                <a:schemeClr val="tx1"/>
                              </a:solidFill>
                              <a:effectLst/>
                              <a:latin typeface="Times New Roman" panose="02020603050405020304" pitchFamily="18" charset="0"/>
                              <a:ea typeface="Times New Roman" panose="02020603050405020304" pitchFamily="18" charset="0"/>
                              <a:cs typeface="B Nazanin" panose="00000400000000000000" pitchFamily="2" charset="-78"/>
                            </a:rPr>
                            <a:t> و 0/33=</a:t>
                          </a:r>
                          <a14:m>
                            <m:oMath xmlns:m="http://schemas.openxmlformats.org/officeDocument/2006/math">
                              <m:r>
                                <a:rPr lang="en-US" sz="1800" i="1" smtClean="0">
                                  <a:effectLst/>
                                  <a:latin typeface="Cambria Math" panose="02040503050406030204" pitchFamily="18" charset="0"/>
                                  <a:ea typeface="Times New Roman" panose="02020603050405020304" pitchFamily="18" charset="0"/>
                                  <a:cs typeface="B Nazanin" panose="00000400000000000000" pitchFamily="2" charset="-78"/>
                                </a:rPr>
                                <m:t>𝛼</m:t>
                              </m:r>
                            </m:oMath>
                          </a14:m>
                          <a:endParaRPr lang="en-US" sz="1800" kern="1200" dirty="0">
                            <a:solidFill>
                              <a:schemeClr val="tx1"/>
                            </a:solidFill>
                            <a:effectLst/>
                            <a:latin typeface="Times New Roman" panose="02020603050405020304" pitchFamily="18" charset="0"/>
                            <a:ea typeface="Times New Roman" panose="02020603050405020304" pitchFamily="18" charset="0"/>
                            <a:cs typeface="B Nazanin" panose="00000400000000000000" pitchFamily="2" charset="-78"/>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marL="0" algn="ctr" defTabSz="914400" rtl="1" eaLnBrk="1" latinLnBrk="0" hangingPunct="1">
                            <a:spcAft>
                              <a:spcPts val="300"/>
                            </a:spcAft>
                          </a:pPr>
                          <a:r>
                            <a:rPr lang="fa-IR" sz="1800" kern="1200" dirty="0" smtClean="0">
                              <a:solidFill>
                                <a:schemeClr val="tx1"/>
                              </a:solidFill>
                              <a:effectLst/>
                              <a:latin typeface="Times New Roman" panose="02020603050405020304" pitchFamily="18" charset="0"/>
                              <a:ea typeface="Times New Roman" panose="02020603050405020304" pitchFamily="18" charset="0"/>
                              <a:cs typeface="B Nazanin" panose="00000400000000000000" pitchFamily="2" charset="-78"/>
                            </a:rPr>
                            <a:t>14/9</a:t>
                          </a:r>
                          <a:endParaRPr lang="en-US" sz="1800" kern="1200" dirty="0">
                            <a:solidFill>
                              <a:schemeClr val="tx1"/>
                            </a:solidFill>
                            <a:effectLst/>
                            <a:latin typeface="Times New Roman" panose="02020603050405020304" pitchFamily="18" charset="0"/>
                            <a:ea typeface="Times New Roman" panose="02020603050405020304" pitchFamily="18" charset="0"/>
                            <a:cs typeface="B Nazanin" panose="00000400000000000000" pitchFamily="2" charset="-78"/>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marL="0" algn="ctr" defTabSz="914400" rtl="1" eaLnBrk="1" latinLnBrk="0" hangingPunct="1">
                            <a:spcAft>
                              <a:spcPts val="300"/>
                            </a:spcAft>
                          </a:pPr>
                          <a:r>
                            <a:rPr lang="fa-IR" sz="1800" kern="1200" dirty="0" smtClean="0">
                              <a:solidFill>
                                <a:schemeClr val="tx1"/>
                              </a:solidFill>
                              <a:effectLst/>
                              <a:latin typeface="Times New Roman" panose="02020603050405020304" pitchFamily="18" charset="0"/>
                              <a:ea typeface="Times New Roman" panose="02020603050405020304" pitchFamily="18" charset="0"/>
                              <a:cs typeface="B Nazanin" panose="00000400000000000000" pitchFamily="2" charset="-78"/>
                            </a:rPr>
                            <a:t>0/264</a:t>
                          </a:r>
                          <a:endParaRPr lang="en-US" sz="1800" kern="1200" dirty="0">
                            <a:solidFill>
                              <a:schemeClr val="tx1"/>
                            </a:solidFill>
                            <a:effectLst/>
                            <a:latin typeface="Times New Roman" panose="02020603050405020304" pitchFamily="18" charset="0"/>
                            <a:ea typeface="Times New Roman" panose="02020603050405020304" pitchFamily="18" charset="0"/>
                            <a:cs typeface="B Nazanin" panose="00000400000000000000" pitchFamily="2" charset="-78"/>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marL="0" algn="ctr" defTabSz="914400" rtl="1" eaLnBrk="1" latinLnBrk="0" hangingPunct="1">
                            <a:spcAft>
                              <a:spcPts val="300"/>
                            </a:spcAft>
                          </a:pPr>
                          <a:r>
                            <a:rPr lang="ar-SA" sz="1800" kern="1200" dirty="0">
                              <a:solidFill>
                                <a:schemeClr val="tx1"/>
                              </a:solidFill>
                              <a:effectLst/>
                              <a:latin typeface="Times New Roman" panose="02020603050405020304" pitchFamily="18" charset="0"/>
                              <a:ea typeface="Times New Roman" panose="02020603050405020304" pitchFamily="18" charset="0"/>
                              <a:cs typeface="B Nazanin" panose="00000400000000000000" pitchFamily="2" charset="-78"/>
                            </a:rPr>
                            <a:t>0</a:t>
                          </a:r>
                          <a:endParaRPr lang="en-US" sz="1800" kern="1200" dirty="0">
                            <a:solidFill>
                              <a:schemeClr val="tx1"/>
                            </a:solidFill>
                            <a:effectLst/>
                            <a:latin typeface="Times New Roman" panose="02020603050405020304" pitchFamily="18" charset="0"/>
                            <a:ea typeface="Times New Roman" panose="02020603050405020304" pitchFamily="18" charset="0"/>
                            <a:cs typeface="B Nazanin" panose="00000400000000000000" pitchFamily="2" charset="-78"/>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algn="ctr" defTabSz="914400" rtl="1" eaLnBrk="1" latinLnBrk="0" hangingPunct="1">
                            <a:spcAft>
                              <a:spcPts val="300"/>
                            </a:spcAft>
                          </a:pPr>
                          <a:r>
                            <a:rPr lang="fa-IR" sz="1800" kern="1200" dirty="0" smtClean="0">
                              <a:solidFill>
                                <a:schemeClr val="tx1"/>
                              </a:solidFill>
                              <a:effectLst/>
                              <a:latin typeface="Times New Roman" panose="02020603050405020304" pitchFamily="18" charset="0"/>
                              <a:ea typeface="Times New Roman" panose="02020603050405020304" pitchFamily="18" charset="0"/>
                              <a:cs typeface="B Nazanin" panose="00000400000000000000" pitchFamily="2" charset="-78"/>
                            </a:rPr>
                            <a:t>36/3</a:t>
                          </a:r>
                          <a:endParaRPr lang="en-US" sz="1800" kern="1200" dirty="0">
                            <a:solidFill>
                              <a:schemeClr val="tx1"/>
                            </a:solidFill>
                            <a:effectLst/>
                            <a:latin typeface="Times New Roman" panose="02020603050405020304" pitchFamily="18" charset="0"/>
                            <a:ea typeface="Times New Roman" panose="02020603050405020304" pitchFamily="18" charset="0"/>
                            <a:cs typeface="B Nazanin" panose="00000400000000000000" pitchFamily="2" charset="-78"/>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marL="0" algn="ctr" defTabSz="914400" rtl="1" eaLnBrk="1" latinLnBrk="0" hangingPunct="1">
                            <a:spcAft>
                              <a:spcPts val="300"/>
                            </a:spcAft>
                          </a:pPr>
                          <a:r>
                            <a:rPr lang="ar-SA" sz="1800" kern="1200" dirty="0">
                              <a:solidFill>
                                <a:schemeClr val="tx1"/>
                              </a:solidFill>
                              <a:effectLst/>
                              <a:latin typeface="Times New Roman" panose="02020603050405020304" pitchFamily="18" charset="0"/>
                              <a:ea typeface="Times New Roman" panose="02020603050405020304" pitchFamily="18" charset="0"/>
                              <a:cs typeface="B Nazanin" panose="00000400000000000000" pitchFamily="2" charset="-78"/>
                            </a:rPr>
                            <a:t>3540</a:t>
                          </a:r>
                          <a:endParaRPr lang="en-US" sz="1800" kern="1200" dirty="0">
                            <a:solidFill>
                              <a:schemeClr val="tx1"/>
                            </a:solidFill>
                            <a:effectLst/>
                            <a:latin typeface="Times New Roman" panose="02020603050405020304" pitchFamily="18" charset="0"/>
                            <a:ea typeface="Times New Roman" panose="02020603050405020304" pitchFamily="18" charset="0"/>
                            <a:cs typeface="B Nazanin" panose="00000400000000000000" pitchFamily="2" charset="-78"/>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r>
                </a:tbl>
              </a:graphicData>
            </a:graphic>
          </p:graphicFrame>
        </mc:Choice>
        <mc:Fallback xmlns="">
          <p:graphicFrame>
            <p:nvGraphicFramePr>
              <p:cNvPr id="22" name="Table 21"/>
              <p:cNvGraphicFramePr>
                <a:graphicFrameLocks noGrp="1"/>
              </p:cNvGraphicFramePr>
              <p:nvPr>
                <p:extLst>
                  <p:ext uri="{D42A27DB-BD31-4B8C-83A1-F6EECF244321}">
                    <p14:modId xmlns:p14="http://schemas.microsoft.com/office/powerpoint/2010/main" val="1050813322"/>
                  </p:ext>
                </p:extLst>
              </p:nvPr>
            </p:nvGraphicFramePr>
            <p:xfrm>
              <a:off x="173132" y="2895600"/>
              <a:ext cx="8869680" cy="1905000"/>
            </p:xfrm>
            <a:graphic>
              <a:graphicData uri="http://schemas.openxmlformats.org/drawingml/2006/table">
                <a:tbl>
                  <a:tblPr rtl="1" firstRow="1" firstCol="1" bandRow="1"/>
                  <a:tblGrid>
                    <a:gridCol w="2360886"/>
                    <a:gridCol w="932156">
                      <a:extLst>
                        <a:ext uri="{9D8B030D-6E8A-4147-A177-3AD203B41FA5}">
                          <a16:colId xmlns:a16="http://schemas.microsoft.com/office/drawing/2014/main" xmlns="" xmlns:a14="http://schemas.microsoft.com/office/drawing/2010/main" val="20001"/>
                        </a:ext>
                      </a:extLst>
                    </a:gridCol>
                    <a:gridCol w="1248792">
                      <a:extLst>
                        <a:ext uri="{9D8B030D-6E8A-4147-A177-3AD203B41FA5}">
                          <a16:colId xmlns:a16="http://schemas.microsoft.com/office/drawing/2014/main" xmlns="" xmlns:a14="http://schemas.microsoft.com/office/drawing/2010/main" val="20002"/>
                        </a:ext>
                      </a:extLst>
                    </a:gridCol>
                    <a:gridCol w="1446320">
                      <a:extLst>
                        <a:ext uri="{9D8B030D-6E8A-4147-A177-3AD203B41FA5}">
                          <a16:colId xmlns:a16="http://schemas.microsoft.com/office/drawing/2014/main" xmlns="" xmlns:a14="http://schemas.microsoft.com/office/drawing/2010/main" val="20003"/>
                        </a:ext>
                      </a:extLst>
                    </a:gridCol>
                    <a:gridCol w="1172592">
                      <a:extLst>
                        <a:ext uri="{9D8B030D-6E8A-4147-A177-3AD203B41FA5}">
                          <a16:colId xmlns:a16="http://schemas.microsoft.com/office/drawing/2014/main" xmlns="" xmlns:a14="http://schemas.microsoft.com/office/drawing/2010/main" val="20004"/>
                        </a:ext>
                      </a:extLst>
                    </a:gridCol>
                    <a:gridCol w="1708934">
                      <a:extLst>
                        <a:ext uri="{9D8B030D-6E8A-4147-A177-3AD203B41FA5}">
                          <a16:colId xmlns:a16="http://schemas.microsoft.com/office/drawing/2014/main" xmlns="" xmlns:a14="http://schemas.microsoft.com/office/drawing/2010/main" val="20005"/>
                        </a:ext>
                      </a:extLst>
                    </a:gridCol>
                  </a:tblGrid>
                  <a:tr h="381000">
                    <a:tc>
                      <a:txBody>
                        <a:bodyPr/>
                        <a:lstStyle/>
                        <a:p>
                          <a:pPr marL="0" algn="ctr" defTabSz="914400" rtl="1" eaLnBrk="1" latinLnBrk="0" hangingPunct="1">
                            <a:spcAft>
                              <a:spcPts val="300"/>
                            </a:spcAft>
                          </a:pPr>
                          <a:r>
                            <a:rPr lang="fa-IR" sz="1800" kern="1200" dirty="0" smtClean="0">
                              <a:solidFill>
                                <a:schemeClr val="tx1"/>
                              </a:solidFill>
                              <a:effectLst/>
                              <a:latin typeface="Times New Roman" panose="02020603050405020304" pitchFamily="18" charset="0"/>
                              <a:ea typeface="Times New Roman" panose="02020603050405020304" pitchFamily="18" charset="0"/>
                              <a:cs typeface="B Nazanin" panose="00000400000000000000" pitchFamily="2" charset="-78"/>
                            </a:rPr>
                            <a:t>ضرایب</a:t>
                          </a:r>
                          <a:endParaRPr lang="en-US" sz="1800" kern="1200" dirty="0">
                            <a:solidFill>
                              <a:schemeClr val="tx1"/>
                            </a:solidFill>
                            <a:effectLst/>
                            <a:latin typeface="Times New Roman" panose="02020603050405020304" pitchFamily="18" charset="0"/>
                            <a:ea typeface="Times New Roman" panose="02020603050405020304" pitchFamily="18" charset="0"/>
                            <a:cs typeface="B Nazanin" panose="00000400000000000000" pitchFamily="2" charset="-78"/>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chemeClr val="accent6">
                            <a:lumMod val="60000"/>
                            <a:lumOff val="40000"/>
                          </a:schemeClr>
                        </a:solidFill>
                      </a:tcPr>
                    </a:tc>
                    <a:tc>
                      <a:txBody>
                        <a:bodyPr/>
                        <a:lstStyle/>
                        <a:p>
                          <a:pPr marL="0" algn="ctr" defTabSz="914400" rtl="1" eaLnBrk="1" latinLnBrk="0" hangingPunct="1">
                            <a:spcAft>
                              <a:spcPts val="300"/>
                            </a:spcAft>
                          </a:pPr>
                          <a:r>
                            <a:rPr lang="ar-SA" sz="1800" kern="1200" smtClean="0">
                              <a:solidFill>
                                <a:schemeClr val="tx1"/>
                              </a:solidFill>
                              <a:effectLst/>
                              <a:latin typeface="Times New Roman" panose="02020603050405020304" pitchFamily="18" charset="0"/>
                              <a:ea typeface="Times New Roman" panose="02020603050405020304" pitchFamily="18" charset="0"/>
                              <a:cs typeface="B Nazanin" panose="00000400000000000000" pitchFamily="2" charset="-78"/>
                            </a:rPr>
                            <a:t> بهترین </a:t>
                          </a:r>
                          <a:r>
                            <a:rPr lang="en-US" sz="1800" kern="1200" smtClean="0">
                              <a:solidFill>
                                <a:schemeClr val="tx1"/>
                              </a:solidFill>
                              <a:effectLst/>
                              <a:latin typeface="Times New Roman" panose="02020603050405020304" pitchFamily="18" charset="0"/>
                              <a:ea typeface="Times New Roman" panose="02020603050405020304" pitchFamily="18" charset="0"/>
                              <a:cs typeface="B Nazanin" panose="00000400000000000000" pitchFamily="2" charset="-78"/>
                            </a:rPr>
                            <a:t>ε </a:t>
                          </a:r>
                          <a:endParaRPr lang="en-US" sz="1800" kern="1200" dirty="0">
                            <a:solidFill>
                              <a:schemeClr val="tx1"/>
                            </a:solidFill>
                            <a:effectLst/>
                            <a:latin typeface="Times New Roman" panose="02020603050405020304" pitchFamily="18" charset="0"/>
                            <a:ea typeface="Times New Roman" panose="02020603050405020304" pitchFamily="18" charset="0"/>
                            <a:cs typeface="B Nazanin" panose="00000400000000000000" pitchFamily="2" charset="-78"/>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chemeClr val="accent6">
                            <a:lumMod val="60000"/>
                            <a:lumOff val="40000"/>
                          </a:schemeClr>
                        </a:solidFill>
                      </a:tcPr>
                    </a:tc>
                    <a:tc>
                      <a:txBody>
                        <a:bodyPr/>
                        <a:lstStyle/>
                        <a:p>
                          <a:pPr marL="0" algn="ctr" defTabSz="914400" rtl="1" eaLnBrk="1" latinLnBrk="0" hangingPunct="1">
                            <a:spcAft>
                              <a:spcPts val="300"/>
                            </a:spcAft>
                          </a:pPr>
                          <a:r>
                            <a:rPr lang="ar-SA" sz="1800" kern="1200" dirty="0">
                              <a:solidFill>
                                <a:schemeClr val="tx1"/>
                              </a:solidFill>
                              <a:effectLst/>
                              <a:latin typeface="Times New Roman" panose="02020603050405020304" pitchFamily="18" charset="0"/>
                              <a:ea typeface="Times New Roman" panose="02020603050405020304" pitchFamily="18" charset="0"/>
                              <a:cs typeface="B Nazanin" panose="00000400000000000000" pitchFamily="2" charset="-78"/>
                            </a:rPr>
                            <a:t>بهترین هزینه </a:t>
                          </a:r>
                          <a:endParaRPr lang="en-US" sz="1800" kern="1200" dirty="0">
                            <a:solidFill>
                              <a:schemeClr val="tx1"/>
                            </a:solidFill>
                            <a:effectLst/>
                            <a:latin typeface="Times New Roman" panose="02020603050405020304" pitchFamily="18" charset="0"/>
                            <a:ea typeface="Times New Roman" panose="02020603050405020304" pitchFamily="18" charset="0"/>
                            <a:cs typeface="B Nazanin" panose="00000400000000000000" pitchFamily="2" charset="-78"/>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chemeClr val="accent6">
                            <a:lumMod val="60000"/>
                            <a:lumOff val="40000"/>
                          </a:schemeClr>
                        </a:solidFill>
                      </a:tcPr>
                    </a:tc>
                    <a:tc>
                      <a:txBody>
                        <a:bodyPr/>
                        <a:lstStyle/>
                        <a:p>
                          <a:pPr marL="0" algn="ctr" defTabSz="914400" rtl="1" eaLnBrk="1" latinLnBrk="0" hangingPunct="1">
                            <a:spcAft>
                              <a:spcPts val="300"/>
                            </a:spcAft>
                          </a:pPr>
                          <a:r>
                            <a:rPr lang="ar-SA" sz="1800" kern="1200" dirty="0">
                              <a:solidFill>
                                <a:schemeClr val="tx1"/>
                              </a:solidFill>
                              <a:effectLst/>
                              <a:latin typeface="Times New Roman" panose="02020603050405020304" pitchFamily="18" charset="0"/>
                              <a:ea typeface="Times New Roman" panose="02020603050405020304" pitchFamily="18" charset="0"/>
                              <a:cs typeface="B Nazanin" panose="00000400000000000000" pitchFamily="2" charset="-78"/>
                            </a:rPr>
                            <a:t>روی‌هم‌رفت (%)</a:t>
                          </a:r>
                          <a:endParaRPr lang="en-US" sz="1800" kern="1200" dirty="0">
                            <a:solidFill>
                              <a:schemeClr val="tx1"/>
                            </a:solidFill>
                            <a:effectLst/>
                            <a:latin typeface="Times New Roman" panose="02020603050405020304" pitchFamily="18" charset="0"/>
                            <a:ea typeface="Times New Roman" panose="02020603050405020304" pitchFamily="18" charset="0"/>
                            <a:cs typeface="B Nazanin" panose="00000400000000000000" pitchFamily="2" charset="-78"/>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6">
                            <a:lumMod val="60000"/>
                            <a:lumOff val="40000"/>
                          </a:schemeClr>
                        </a:solidFill>
                      </a:tcPr>
                    </a:tc>
                    <a:tc>
                      <a:txBody>
                        <a:bodyPr/>
                        <a:lstStyle/>
                        <a:p>
                          <a:pPr marL="0" algn="ctr" defTabSz="914400" rtl="1" eaLnBrk="1" latinLnBrk="0" hangingPunct="1">
                            <a:spcAft>
                              <a:spcPts val="300"/>
                            </a:spcAft>
                          </a:pPr>
                          <a:r>
                            <a:rPr lang="ar-SA" sz="1800" kern="1200" dirty="0">
                              <a:solidFill>
                                <a:schemeClr val="tx1"/>
                              </a:solidFill>
                              <a:effectLst/>
                              <a:latin typeface="Times New Roman" panose="02020603050405020304" pitchFamily="18" charset="0"/>
                              <a:ea typeface="Times New Roman" panose="02020603050405020304" pitchFamily="18" charset="0"/>
                              <a:cs typeface="B Nazanin" panose="00000400000000000000" pitchFamily="2" charset="-78"/>
                            </a:rPr>
                            <a:t>ناهمسانی (%)</a:t>
                          </a:r>
                          <a:endParaRPr lang="en-US" sz="1800" kern="1200" dirty="0">
                            <a:solidFill>
                              <a:schemeClr val="tx1"/>
                            </a:solidFill>
                            <a:effectLst/>
                            <a:latin typeface="Times New Roman" panose="02020603050405020304" pitchFamily="18" charset="0"/>
                            <a:ea typeface="Times New Roman" panose="02020603050405020304" pitchFamily="18" charset="0"/>
                            <a:cs typeface="B Nazanin" panose="00000400000000000000" pitchFamily="2" charset="-78"/>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chemeClr val="accent6">
                            <a:lumMod val="60000"/>
                            <a:lumOff val="40000"/>
                          </a:schemeClr>
                        </a:solidFill>
                      </a:tcPr>
                    </a:tc>
                    <a:tc>
                      <a:txBody>
                        <a:bodyPr/>
                        <a:lstStyle/>
                        <a:p>
                          <a:pPr marL="0" algn="ctr" defTabSz="914400" rtl="1" eaLnBrk="1" latinLnBrk="0" hangingPunct="1">
                            <a:spcAft>
                              <a:spcPts val="300"/>
                            </a:spcAft>
                          </a:pPr>
                          <a:r>
                            <a:rPr lang="ar-SA" sz="1800" kern="1200" dirty="0">
                              <a:solidFill>
                                <a:schemeClr val="tx1"/>
                              </a:solidFill>
                              <a:effectLst/>
                              <a:latin typeface="Times New Roman" panose="02020603050405020304" pitchFamily="18" charset="0"/>
                              <a:ea typeface="Times New Roman" panose="02020603050405020304" pitchFamily="18" charset="0"/>
                              <a:cs typeface="B Nazanin" panose="00000400000000000000" pitchFamily="2" charset="-78"/>
                            </a:rPr>
                            <a:t>زمان </a:t>
                          </a:r>
                          <a:r>
                            <a:rPr lang="ar-SA" sz="1800" kern="1200" dirty="0" smtClean="0">
                              <a:solidFill>
                                <a:schemeClr val="tx1"/>
                              </a:solidFill>
                              <a:effectLst/>
                              <a:latin typeface="Times New Roman" panose="02020603050405020304" pitchFamily="18" charset="0"/>
                              <a:ea typeface="Times New Roman" panose="02020603050405020304" pitchFamily="18" charset="0"/>
                              <a:cs typeface="B Nazanin" panose="00000400000000000000" pitchFamily="2" charset="-78"/>
                            </a:rPr>
                            <a:t>فرآیند </a:t>
                          </a:r>
                          <a:r>
                            <a:rPr lang="ar-SA" sz="1800" kern="1200" dirty="0">
                              <a:solidFill>
                                <a:schemeClr val="tx1"/>
                              </a:solidFill>
                              <a:effectLst/>
                              <a:latin typeface="Times New Roman" panose="02020603050405020304" pitchFamily="18" charset="0"/>
                              <a:ea typeface="Times New Roman" panose="02020603050405020304" pitchFamily="18" charset="0"/>
                              <a:cs typeface="B Nazanin" panose="00000400000000000000" pitchFamily="2" charset="-78"/>
                            </a:rPr>
                            <a:t>(</a:t>
                          </a:r>
                          <a:r>
                            <a:rPr lang="en-US" sz="1800" kern="1200" dirty="0">
                              <a:solidFill>
                                <a:schemeClr val="tx1"/>
                              </a:solidFill>
                              <a:effectLst/>
                              <a:latin typeface="Times New Roman" panose="02020603050405020304" pitchFamily="18" charset="0"/>
                              <a:ea typeface="Times New Roman" panose="02020603050405020304" pitchFamily="18" charset="0"/>
                              <a:cs typeface="B Nazanin" panose="00000400000000000000" pitchFamily="2" charset="-78"/>
                            </a:rPr>
                            <a:t>S</a:t>
                          </a:r>
                          <a:r>
                            <a:rPr lang="ar-SA" sz="1800" kern="1200" dirty="0">
                              <a:solidFill>
                                <a:schemeClr val="tx1"/>
                              </a:solidFill>
                              <a:effectLst/>
                              <a:latin typeface="Times New Roman" panose="02020603050405020304" pitchFamily="18" charset="0"/>
                              <a:ea typeface="Times New Roman" panose="02020603050405020304" pitchFamily="18" charset="0"/>
                              <a:cs typeface="B Nazanin" panose="00000400000000000000" pitchFamily="2" charset="-78"/>
                            </a:rPr>
                            <a:t>)</a:t>
                          </a:r>
                          <a:endParaRPr lang="en-US" sz="1800" kern="1200" dirty="0">
                            <a:solidFill>
                              <a:schemeClr val="tx1"/>
                            </a:solidFill>
                            <a:effectLst/>
                            <a:latin typeface="Times New Roman" panose="02020603050405020304" pitchFamily="18" charset="0"/>
                            <a:ea typeface="Times New Roman" panose="02020603050405020304" pitchFamily="18" charset="0"/>
                            <a:cs typeface="B Nazanin" panose="00000400000000000000" pitchFamily="2" charset="-78"/>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chemeClr val="accent6">
                            <a:lumMod val="60000"/>
                            <a:lumOff val="40000"/>
                          </a:schemeClr>
                        </a:solidFill>
                      </a:tcPr>
                    </a:tc>
                    <a:extLst>
                      <a:ext uri="{0D108BD9-81ED-4DB2-BD59-A6C34878D82A}">
                        <a16:rowId xmlns:a16="http://schemas.microsoft.com/office/drawing/2014/main" xmlns="" xmlns:a14="http://schemas.microsoft.com/office/drawing/2010/main" val="10000"/>
                      </a:ext>
                    </a:extLst>
                  </a:tr>
                  <a:tr h="381000">
                    <a:tc>
                      <a:txBody>
                        <a:bodyPr/>
                        <a:lstStyle/>
                        <a:p>
                          <a:endParaRPr lang="en-US"/>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blipFill rotWithShape="0">
                          <a:blip r:embed="rId4"/>
                          <a:stretch>
                            <a:fillRect l="-258" t="-114516" r="-275773" b="-330645"/>
                          </a:stretch>
                        </a:blipFill>
                      </a:tcPr>
                    </a:tc>
                    <a:tc>
                      <a:txBody>
                        <a:bodyPr/>
                        <a:lstStyle/>
                        <a:p>
                          <a:pPr algn="ctr" rtl="1">
                            <a:spcAft>
                              <a:spcPts val="300"/>
                            </a:spcAft>
                          </a:pPr>
                          <a:r>
                            <a:rPr lang="fa-IR" sz="1800" kern="1200" smtClean="0">
                              <a:solidFill>
                                <a:schemeClr val="tx1"/>
                              </a:solidFill>
                              <a:effectLst/>
                              <a:latin typeface="Times New Roman" panose="02020603050405020304" pitchFamily="18" charset="0"/>
                              <a:ea typeface="Times New Roman" panose="02020603050405020304" pitchFamily="18" charset="0"/>
                              <a:cs typeface="B Nazanin" panose="00000400000000000000" pitchFamily="2" charset="-78"/>
                            </a:rPr>
                            <a:t>2/5</a:t>
                          </a:r>
                          <a:endParaRPr lang="en-US" sz="1800" kern="1200" dirty="0">
                            <a:solidFill>
                              <a:schemeClr val="tx1"/>
                            </a:solidFill>
                            <a:effectLst/>
                            <a:latin typeface="Times New Roman" panose="02020603050405020304" pitchFamily="18" charset="0"/>
                            <a:ea typeface="Times New Roman" panose="02020603050405020304" pitchFamily="18" charset="0"/>
                            <a:cs typeface="B Nazanin" panose="00000400000000000000" pitchFamily="2" charset="-78"/>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algn="ctr" rtl="1">
                            <a:spcAft>
                              <a:spcPts val="300"/>
                            </a:spcAft>
                          </a:pPr>
                          <a:r>
                            <a:rPr lang="fa-IR" sz="1800" kern="1200" dirty="0" smtClean="0">
                              <a:solidFill>
                                <a:schemeClr val="tx1"/>
                              </a:solidFill>
                              <a:effectLst/>
                              <a:latin typeface="Times New Roman" panose="02020603050405020304" pitchFamily="18" charset="0"/>
                              <a:ea typeface="Times New Roman" panose="02020603050405020304" pitchFamily="18" charset="0"/>
                              <a:cs typeface="B Nazanin" panose="00000400000000000000" pitchFamily="2" charset="-78"/>
                            </a:rPr>
                            <a:t>0/149</a:t>
                          </a:r>
                          <a:endParaRPr lang="en-US" sz="1800" kern="1200" dirty="0">
                            <a:solidFill>
                              <a:schemeClr val="tx1"/>
                            </a:solidFill>
                            <a:effectLst/>
                            <a:latin typeface="Times New Roman" panose="02020603050405020304" pitchFamily="18" charset="0"/>
                            <a:ea typeface="Times New Roman" panose="02020603050405020304" pitchFamily="18" charset="0"/>
                            <a:cs typeface="B Nazanin" panose="00000400000000000000" pitchFamily="2" charset="-78"/>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algn="ctr" rtl="1">
                            <a:spcAft>
                              <a:spcPts val="300"/>
                            </a:spcAft>
                          </a:pPr>
                          <a:r>
                            <a:rPr lang="fa-IR" sz="1800" kern="1200" dirty="0" smtClean="0">
                              <a:solidFill>
                                <a:schemeClr val="tx1"/>
                              </a:solidFill>
                              <a:effectLst/>
                              <a:latin typeface="Times New Roman" panose="02020603050405020304" pitchFamily="18" charset="0"/>
                              <a:ea typeface="Times New Roman" panose="02020603050405020304" pitchFamily="18" charset="0"/>
                              <a:cs typeface="B Nazanin" panose="00000400000000000000" pitchFamily="2" charset="-78"/>
                            </a:rPr>
                            <a:t>13/9</a:t>
                          </a:r>
                          <a:endParaRPr lang="en-US" sz="1800" kern="1200" dirty="0">
                            <a:solidFill>
                              <a:schemeClr val="tx1"/>
                            </a:solidFill>
                            <a:effectLst/>
                            <a:latin typeface="Times New Roman" panose="02020603050405020304" pitchFamily="18" charset="0"/>
                            <a:ea typeface="Times New Roman" panose="02020603050405020304" pitchFamily="18" charset="0"/>
                            <a:cs typeface="B Nazanin" panose="00000400000000000000" pitchFamily="2" charset="-78"/>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rtl="1">
                            <a:spcAft>
                              <a:spcPts val="300"/>
                            </a:spcAft>
                          </a:pPr>
                          <a:r>
                            <a:rPr lang="fa-IR" sz="1800" kern="1200" dirty="0" smtClean="0">
                              <a:solidFill>
                                <a:schemeClr val="tx1"/>
                              </a:solidFill>
                              <a:effectLst/>
                              <a:latin typeface="Times New Roman" panose="02020603050405020304" pitchFamily="18" charset="0"/>
                              <a:ea typeface="Times New Roman" panose="02020603050405020304" pitchFamily="18" charset="0"/>
                              <a:cs typeface="B Nazanin" panose="00000400000000000000" pitchFamily="2" charset="-78"/>
                            </a:rPr>
                            <a:t>3/67</a:t>
                          </a:r>
                          <a:endParaRPr lang="en-US" sz="1800" kern="1200" dirty="0">
                            <a:solidFill>
                              <a:schemeClr val="tx1"/>
                            </a:solidFill>
                            <a:effectLst/>
                            <a:latin typeface="Times New Roman" panose="02020603050405020304" pitchFamily="18" charset="0"/>
                            <a:ea typeface="Times New Roman" panose="02020603050405020304" pitchFamily="18" charset="0"/>
                            <a:cs typeface="B Nazanin" panose="00000400000000000000" pitchFamily="2" charset="-78"/>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algn="ctr" rtl="1">
                            <a:spcAft>
                              <a:spcPts val="300"/>
                            </a:spcAft>
                          </a:pPr>
                          <a:r>
                            <a:rPr lang="ar-SA" sz="1800" kern="1200" dirty="0" smtClean="0">
                              <a:solidFill>
                                <a:schemeClr val="tx1"/>
                              </a:solidFill>
                              <a:effectLst/>
                              <a:latin typeface="Times New Roman" panose="02020603050405020304" pitchFamily="18" charset="0"/>
                              <a:ea typeface="Times New Roman" panose="02020603050405020304" pitchFamily="18" charset="0"/>
                              <a:cs typeface="B Nazanin" panose="00000400000000000000" pitchFamily="2" charset="-78"/>
                            </a:rPr>
                            <a:t>8013</a:t>
                          </a:r>
                          <a:endParaRPr lang="en-US" sz="1800" kern="1200" dirty="0">
                            <a:solidFill>
                              <a:schemeClr val="tx1"/>
                            </a:solidFill>
                            <a:effectLst/>
                            <a:latin typeface="Times New Roman" panose="02020603050405020304" pitchFamily="18" charset="0"/>
                            <a:ea typeface="Times New Roman" panose="02020603050405020304" pitchFamily="18" charset="0"/>
                            <a:cs typeface="B Nazanin" panose="00000400000000000000" pitchFamily="2" charset="-78"/>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extLst>
                      <a:ext uri="{0D108BD9-81ED-4DB2-BD59-A6C34878D82A}">
                        <a16:rowId xmlns:a16="http://schemas.microsoft.com/office/drawing/2014/main" xmlns="" xmlns:a14="http://schemas.microsoft.com/office/drawing/2010/main" val="10004"/>
                      </a:ext>
                    </a:extLst>
                  </a:tr>
                  <a:tr h="381000">
                    <a:tc>
                      <a:txBody>
                        <a:bodyPr/>
                        <a:lstStyle/>
                        <a:p>
                          <a:endParaRPr lang="en-US"/>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blipFill rotWithShape="0">
                          <a:blip r:embed="rId4"/>
                          <a:stretch>
                            <a:fillRect l="-258" t="-211111" r="-275773" b="-225397"/>
                          </a:stretch>
                        </a:blipFill>
                      </a:tcPr>
                    </a:tc>
                    <a:tc>
                      <a:txBody>
                        <a:bodyPr/>
                        <a:lstStyle/>
                        <a:p>
                          <a:pPr algn="ctr" rtl="1">
                            <a:spcAft>
                              <a:spcPts val="300"/>
                            </a:spcAft>
                          </a:pPr>
                          <a:r>
                            <a:rPr lang="fa-IR" sz="1800" kern="1200" smtClean="0">
                              <a:solidFill>
                                <a:schemeClr val="tx1"/>
                              </a:solidFill>
                              <a:effectLst/>
                              <a:latin typeface="Times New Roman" panose="02020603050405020304" pitchFamily="18" charset="0"/>
                              <a:ea typeface="Times New Roman" panose="02020603050405020304" pitchFamily="18" charset="0"/>
                              <a:cs typeface="B Nazanin" panose="00000400000000000000" pitchFamily="2" charset="-78"/>
                            </a:rPr>
                            <a:t>12/2</a:t>
                          </a:r>
                          <a:endParaRPr lang="en-US" sz="1800" kern="1200" dirty="0">
                            <a:solidFill>
                              <a:schemeClr val="tx1"/>
                            </a:solidFill>
                            <a:effectLst/>
                            <a:latin typeface="Times New Roman" panose="02020603050405020304" pitchFamily="18" charset="0"/>
                            <a:ea typeface="Times New Roman" panose="02020603050405020304" pitchFamily="18" charset="0"/>
                            <a:cs typeface="B Nazanin" panose="00000400000000000000" pitchFamily="2" charset="-78"/>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algn="ctr" rtl="1">
                            <a:spcAft>
                              <a:spcPts val="300"/>
                            </a:spcAft>
                          </a:pPr>
                          <a:r>
                            <a:rPr lang="fa-IR" sz="1800" kern="1200" dirty="0" smtClean="0">
                              <a:solidFill>
                                <a:schemeClr val="tx1"/>
                              </a:solidFill>
                              <a:effectLst/>
                              <a:latin typeface="Times New Roman" panose="02020603050405020304" pitchFamily="18" charset="0"/>
                              <a:ea typeface="Times New Roman" panose="02020603050405020304" pitchFamily="18" charset="0"/>
                              <a:cs typeface="B Nazanin" panose="00000400000000000000" pitchFamily="2" charset="-78"/>
                            </a:rPr>
                            <a:t>0/349</a:t>
                          </a:r>
                          <a:endParaRPr lang="en-US" sz="1800" kern="1200" dirty="0">
                            <a:solidFill>
                              <a:schemeClr val="tx1"/>
                            </a:solidFill>
                            <a:effectLst/>
                            <a:latin typeface="Times New Roman" panose="02020603050405020304" pitchFamily="18" charset="0"/>
                            <a:ea typeface="Times New Roman" panose="02020603050405020304" pitchFamily="18" charset="0"/>
                            <a:cs typeface="B Nazanin" panose="00000400000000000000" pitchFamily="2" charset="-78"/>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algn="ctr" rtl="1">
                            <a:spcAft>
                              <a:spcPts val="300"/>
                            </a:spcAft>
                          </a:pPr>
                          <a:r>
                            <a:rPr lang="fa-IR" sz="1800" kern="1200" dirty="0" smtClean="0">
                              <a:solidFill>
                                <a:schemeClr val="tx1"/>
                              </a:solidFill>
                              <a:effectLst/>
                              <a:latin typeface="Times New Roman" panose="02020603050405020304" pitchFamily="18" charset="0"/>
                              <a:ea typeface="Times New Roman" panose="02020603050405020304" pitchFamily="18" charset="0"/>
                              <a:cs typeface="B Nazanin" panose="00000400000000000000" pitchFamily="2" charset="-78"/>
                            </a:rPr>
                            <a:t>11/3</a:t>
                          </a:r>
                          <a:endParaRPr lang="en-US" sz="1800" kern="1200" dirty="0">
                            <a:solidFill>
                              <a:schemeClr val="tx1"/>
                            </a:solidFill>
                            <a:effectLst/>
                            <a:latin typeface="Times New Roman" panose="02020603050405020304" pitchFamily="18" charset="0"/>
                            <a:ea typeface="Times New Roman" panose="02020603050405020304" pitchFamily="18" charset="0"/>
                            <a:cs typeface="B Nazanin" panose="00000400000000000000" pitchFamily="2" charset="-78"/>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rtl="1">
                            <a:spcAft>
                              <a:spcPts val="300"/>
                            </a:spcAft>
                          </a:pPr>
                          <a:r>
                            <a:rPr lang="fa-IR" sz="1800" kern="1200" dirty="0" smtClean="0">
                              <a:solidFill>
                                <a:schemeClr val="tx1"/>
                              </a:solidFill>
                              <a:effectLst/>
                              <a:latin typeface="Times New Roman" panose="02020603050405020304" pitchFamily="18" charset="0"/>
                              <a:ea typeface="Times New Roman" panose="02020603050405020304" pitchFamily="18" charset="0"/>
                              <a:cs typeface="B Nazanin" panose="00000400000000000000" pitchFamily="2" charset="-78"/>
                            </a:rPr>
                            <a:t>26/3</a:t>
                          </a:r>
                          <a:endParaRPr lang="en-US" sz="1800" kern="1200" dirty="0">
                            <a:solidFill>
                              <a:schemeClr val="tx1"/>
                            </a:solidFill>
                            <a:effectLst/>
                            <a:latin typeface="Times New Roman" panose="02020603050405020304" pitchFamily="18" charset="0"/>
                            <a:ea typeface="Times New Roman" panose="02020603050405020304" pitchFamily="18" charset="0"/>
                            <a:cs typeface="B Nazanin" panose="00000400000000000000" pitchFamily="2" charset="-78"/>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algn="ctr" rtl="1">
                            <a:spcAft>
                              <a:spcPts val="300"/>
                            </a:spcAft>
                          </a:pPr>
                          <a:r>
                            <a:rPr lang="fa-IR" sz="1800" kern="1200" dirty="0" smtClean="0">
                              <a:solidFill>
                                <a:schemeClr val="tx1"/>
                              </a:solidFill>
                              <a:effectLst/>
                              <a:latin typeface="Times New Roman" panose="02020603050405020304" pitchFamily="18" charset="0"/>
                              <a:ea typeface="Times New Roman" panose="02020603050405020304" pitchFamily="18" charset="0"/>
                              <a:cs typeface="B Nazanin" panose="00000400000000000000" pitchFamily="2" charset="-78"/>
                            </a:rPr>
                            <a:t>4225</a:t>
                          </a:r>
                          <a:endParaRPr lang="en-US" sz="1800" kern="1200" dirty="0">
                            <a:solidFill>
                              <a:schemeClr val="tx1"/>
                            </a:solidFill>
                            <a:effectLst/>
                            <a:latin typeface="Times New Roman" panose="02020603050405020304" pitchFamily="18" charset="0"/>
                            <a:ea typeface="Times New Roman" panose="02020603050405020304" pitchFamily="18" charset="0"/>
                            <a:cs typeface="B Nazanin" panose="00000400000000000000" pitchFamily="2" charset="-78"/>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r>
                  <a:tr h="381000">
                    <a:tc>
                      <a:txBody>
                        <a:bodyPr/>
                        <a:lstStyle/>
                        <a:p>
                          <a:endParaRPr lang="en-US"/>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blipFill rotWithShape="0">
                          <a:blip r:embed="rId4"/>
                          <a:stretch>
                            <a:fillRect l="-258" t="-316129" r="-275773" b="-129032"/>
                          </a:stretch>
                        </a:blipFill>
                      </a:tcPr>
                    </a:tc>
                    <a:tc>
                      <a:txBody>
                        <a:bodyPr/>
                        <a:lstStyle/>
                        <a:p>
                          <a:pPr algn="ctr" rtl="1">
                            <a:spcAft>
                              <a:spcPts val="300"/>
                            </a:spcAft>
                          </a:pPr>
                          <a:r>
                            <a:rPr lang="fa-IR" sz="1800" kern="1200" smtClean="0">
                              <a:solidFill>
                                <a:schemeClr val="tx1"/>
                              </a:solidFill>
                              <a:effectLst/>
                              <a:latin typeface="Times New Roman" panose="02020603050405020304" pitchFamily="18" charset="0"/>
                              <a:ea typeface="Times New Roman" panose="02020603050405020304" pitchFamily="18" charset="0"/>
                              <a:cs typeface="B Nazanin" panose="00000400000000000000" pitchFamily="2" charset="-78"/>
                            </a:rPr>
                            <a:t>9/1</a:t>
                          </a:r>
                          <a:endParaRPr lang="en-US" sz="1800" kern="1200" dirty="0">
                            <a:solidFill>
                              <a:schemeClr val="tx1"/>
                            </a:solidFill>
                            <a:effectLst/>
                            <a:latin typeface="Times New Roman" panose="02020603050405020304" pitchFamily="18" charset="0"/>
                            <a:ea typeface="Times New Roman" panose="02020603050405020304" pitchFamily="18" charset="0"/>
                            <a:cs typeface="B Nazanin" panose="00000400000000000000" pitchFamily="2" charset="-78"/>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algn="ctr" rtl="1">
                            <a:spcAft>
                              <a:spcPts val="300"/>
                            </a:spcAft>
                          </a:pPr>
                          <a:r>
                            <a:rPr lang="fa-IR" sz="1800" kern="1200" dirty="0" smtClean="0">
                              <a:solidFill>
                                <a:schemeClr val="tx1"/>
                              </a:solidFill>
                              <a:effectLst/>
                              <a:latin typeface="Times New Roman" panose="02020603050405020304" pitchFamily="18" charset="0"/>
                              <a:ea typeface="Times New Roman" panose="02020603050405020304" pitchFamily="18" charset="0"/>
                              <a:cs typeface="B Nazanin" panose="00000400000000000000" pitchFamily="2" charset="-78"/>
                            </a:rPr>
                            <a:t>0/148</a:t>
                          </a:r>
                          <a:endParaRPr lang="en-US" sz="1800" kern="1200" dirty="0">
                            <a:solidFill>
                              <a:schemeClr val="tx1"/>
                            </a:solidFill>
                            <a:effectLst/>
                            <a:latin typeface="Times New Roman" panose="02020603050405020304" pitchFamily="18" charset="0"/>
                            <a:ea typeface="Times New Roman" panose="02020603050405020304" pitchFamily="18" charset="0"/>
                            <a:cs typeface="B Nazanin" panose="00000400000000000000" pitchFamily="2" charset="-78"/>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algn="ctr" rtl="1">
                            <a:spcAft>
                              <a:spcPts val="300"/>
                            </a:spcAft>
                          </a:pPr>
                          <a:r>
                            <a:rPr lang="ar-SA" sz="1800" kern="1200" dirty="0">
                              <a:solidFill>
                                <a:schemeClr val="tx1"/>
                              </a:solidFill>
                              <a:effectLst/>
                              <a:latin typeface="Times New Roman" panose="02020603050405020304" pitchFamily="18" charset="0"/>
                              <a:ea typeface="Times New Roman" panose="02020603050405020304" pitchFamily="18" charset="0"/>
                              <a:cs typeface="B Nazanin" panose="00000400000000000000" pitchFamily="2" charset="-78"/>
                            </a:rPr>
                            <a:t>0</a:t>
                          </a:r>
                          <a:endParaRPr lang="en-US" sz="1800" kern="1200" dirty="0">
                            <a:solidFill>
                              <a:schemeClr val="tx1"/>
                            </a:solidFill>
                            <a:effectLst/>
                            <a:latin typeface="Times New Roman" panose="02020603050405020304" pitchFamily="18" charset="0"/>
                            <a:ea typeface="Times New Roman" panose="02020603050405020304" pitchFamily="18" charset="0"/>
                            <a:cs typeface="B Nazanin" panose="00000400000000000000" pitchFamily="2" charset="-78"/>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rtl="1">
                            <a:spcAft>
                              <a:spcPts val="300"/>
                            </a:spcAft>
                          </a:pPr>
                          <a:r>
                            <a:rPr lang="fa-IR" sz="1800" kern="1200" dirty="0" smtClean="0">
                              <a:solidFill>
                                <a:schemeClr val="tx1"/>
                              </a:solidFill>
                              <a:effectLst/>
                              <a:latin typeface="Times New Roman" panose="02020603050405020304" pitchFamily="18" charset="0"/>
                              <a:ea typeface="Times New Roman" panose="02020603050405020304" pitchFamily="18" charset="0"/>
                              <a:cs typeface="B Nazanin" panose="00000400000000000000" pitchFamily="2" charset="-78"/>
                            </a:rPr>
                            <a:t>28/9</a:t>
                          </a:r>
                          <a:endParaRPr lang="en-US" sz="1800" kern="1200" dirty="0">
                            <a:solidFill>
                              <a:schemeClr val="tx1"/>
                            </a:solidFill>
                            <a:effectLst/>
                            <a:latin typeface="Times New Roman" panose="02020603050405020304" pitchFamily="18" charset="0"/>
                            <a:ea typeface="Times New Roman" panose="02020603050405020304" pitchFamily="18" charset="0"/>
                            <a:cs typeface="B Nazanin" panose="00000400000000000000" pitchFamily="2" charset="-78"/>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algn="ctr" rtl="1">
                            <a:spcAft>
                              <a:spcPts val="300"/>
                            </a:spcAft>
                          </a:pPr>
                          <a:r>
                            <a:rPr lang="ar-SA" sz="1800" kern="1200" dirty="0">
                              <a:solidFill>
                                <a:schemeClr val="tx1"/>
                              </a:solidFill>
                              <a:effectLst/>
                              <a:latin typeface="Times New Roman" panose="02020603050405020304" pitchFamily="18" charset="0"/>
                              <a:ea typeface="Times New Roman" panose="02020603050405020304" pitchFamily="18" charset="0"/>
                              <a:cs typeface="B Nazanin" panose="00000400000000000000" pitchFamily="2" charset="-78"/>
                            </a:rPr>
                            <a:t>4396</a:t>
                          </a:r>
                          <a:endParaRPr lang="en-US" sz="1800" kern="1200" dirty="0">
                            <a:solidFill>
                              <a:schemeClr val="tx1"/>
                            </a:solidFill>
                            <a:effectLst/>
                            <a:latin typeface="Times New Roman" panose="02020603050405020304" pitchFamily="18" charset="0"/>
                            <a:ea typeface="Times New Roman" panose="02020603050405020304" pitchFamily="18" charset="0"/>
                            <a:cs typeface="B Nazanin" panose="00000400000000000000" pitchFamily="2" charset="-78"/>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r>
                  <a:tr h="381000">
                    <a:tc>
                      <a:txBody>
                        <a:bodyPr/>
                        <a:lstStyle/>
                        <a:p>
                          <a:endParaRPr lang="en-US"/>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blipFill rotWithShape="0">
                          <a:blip r:embed="rId4"/>
                          <a:stretch>
                            <a:fillRect l="-258" t="-409524" r="-275773" b="-26984"/>
                          </a:stretch>
                        </a:blipFill>
                      </a:tcPr>
                    </a:tc>
                    <a:tc>
                      <a:txBody>
                        <a:bodyPr/>
                        <a:lstStyle/>
                        <a:p>
                          <a:pPr marL="0" algn="ctr" defTabSz="914400" rtl="1" eaLnBrk="1" latinLnBrk="0" hangingPunct="1">
                            <a:spcAft>
                              <a:spcPts val="300"/>
                            </a:spcAft>
                          </a:pPr>
                          <a:r>
                            <a:rPr lang="fa-IR" sz="1800" kern="1200" dirty="0" smtClean="0">
                              <a:solidFill>
                                <a:schemeClr val="tx1"/>
                              </a:solidFill>
                              <a:effectLst/>
                              <a:latin typeface="Times New Roman" panose="02020603050405020304" pitchFamily="18" charset="0"/>
                              <a:ea typeface="Times New Roman" panose="02020603050405020304" pitchFamily="18" charset="0"/>
                              <a:cs typeface="B Nazanin" panose="00000400000000000000" pitchFamily="2" charset="-78"/>
                            </a:rPr>
                            <a:t>14/9</a:t>
                          </a:r>
                          <a:endParaRPr lang="en-US" sz="1800" kern="1200" dirty="0">
                            <a:solidFill>
                              <a:schemeClr val="tx1"/>
                            </a:solidFill>
                            <a:effectLst/>
                            <a:latin typeface="Times New Roman" panose="02020603050405020304" pitchFamily="18" charset="0"/>
                            <a:ea typeface="Times New Roman" panose="02020603050405020304" pitchFamily="18" charset="0"/>
                            <a:cs typeface="B Nazanin" panose="00000400000000000000" pitchFamily="2" charset="-78"/>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marL="0" algn="ctr" defTabSz="914400" rtl="1" eaLnBrk="1" latinLnBrk="0" hangingPunct="1">
                            <a:spcAft>
                              <a:spcPts val="300"/>
                            </a:spcAft>
                          </a:pPr>
                          <a:r>
                            <a:rPr lang="fa-IR" sz="1800" kern="1200" dirty="0" smtClean="0">
                              <a:solidFill>
                                <a:schemeClr val="tx1"/>
                              </a:solidFill>
                              <a:effectLst/>
                              <a:latin typeface="Times New Roman" panose="02020603050405020304" pitchFamily="18" charset="0"/>
                              <a:ea typeface="Times New Roman" panose="02020603050405020304" pitchFamily="18" charset="0"/>
                              <a:cs typeface="B Nazanin" panose="00000400000000000000" pitchFamily="2" charset="-78"/>
                            </a:rPr>
                            <a:t>0/264</a:t>
                          </a:r>
                          <a:endParaRPr lang="en-US" sz="1800" kern="1200" dirty="0">
                            <a:solidFill>
                              <a:schemeClr val="tx1"/>
                            </a:solidFill>
                            <a:effectLst/>
                            <a:latin typeface="Times New Roman" panose="02020603050405020304" pitchFamily="18" charset="0"/>
                            <a:ea typeface="Times New Roman" panose="02020603050405020304" pitchFamily="18" charset="0"/>
                            <a:cs typeface="B Nazanin" panose="00000400000000000000" pitchFamily="2" charset="-78"/>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marL="0" algn="ctr" defTabSz="914400" rtl="1" eaLnBrk="1" latinLnBrk="0" hangingPunct="1">
                            <a:spcAft>
                              <a:spcPts val="300"/>
                            </a:spcAft>
                          </a:pPr>
                          <a:r>
                            <a:rPr lang="ar-SA" sz="1800" kern="1200" dirty="0">
                              <a:solidFill>
                                <a:schemeClr val="tx1"/>
                              </a:solidFill>
                              <a:effectLst/>
                              <a:latin typeface="Times New Roman" panose="02020603050405020304" pitchFamily="18" charset="0"/>
                              <a:ea typeface="Times New Roman" panose="02020603050405020304" pitchFamily="18" charset="0"/>
                              <a:cs typeface="B Nazanin" panose="00000400000000000000" pitchFamily="2" charset="-78"/>
                            </a:rPr>
                            <a:t>0</a:t>
                          </a:r>
                          <a:endParaRPr lang="en-US" sz="1800" kern="1200" dirty="0">
                            <a:solidFill>
                              <a:schemeClr val="tx1"/>
                            </a:solidFill>
                            <a:effectLst/>
                            <a:latin typeface="Times New Roman" panose="02020603050405020304" pitchFamily="18" charset="0"/>
                            <a:ea typeface="Times New Roman" panose="02020603050405020304" pitchFamily="18" charset="0"/>
                            <a:cs typeface="B Nazanin" panose="00000400000000000000" pitchFamily="2" charset="-78"/>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algn="ctr" defTabSz="914400" rtl="1" eaLnBrk="1" latinLnBrk="0" hangingPunct="1">
                            <a:spcAft>
                              <a:spcPts val="300"/>
                            </a:spcAft>
                          </a:pPr>
                          <a:r>
                            <a:rPr lang="fa-IR" sz="1800" kern="1200" dirty="0" smtClean="0">
                              <a:solidFill>
                                <a:schemeClr val="tx1"/>
                              </a:solidFill>
                              <a:effectLst/>
                              <a:latin typeface="Times New Roman" panose="02020603050405020304" pitchFamily="18" charset="0"/>
                              <a:ea typeface="Times New Roman" panose="02020603050405020304" pitchFamily="18" charset="0"/>
                              <a:cs typeface="B Nazanin" panose="00000400000000000000" pitchFamily="2" charset="-78"/>
                            </a:rPr>
                            <a:t>36/3</a:t>
                          </a:r>
                          <a:endParaRPr lang="en-US" sz="1800" kern="1200" dirty="0">
                            <a:solidFill>
                              <a:schemeClr val="tx1"/>
                            </a:solidFill>
                            <a:effectLst/>
                            <a:latin typeface="Times New Roman" panose="02020603050405020304" pitchFamily="18" charset="0"/>
                            <a:ea typeface="Times New Roman" panose="02020603050405020304" pitchFamily="18" charset="0"/>
                            <a:cs typeface="B Nazanin" panose="00000400000000000000" pitchFamily="2" charset="-78"/>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marL="0" algn="ctr" defTabSz="914400" rtl="1" eaLnBrk="1" latinLnBrk="0" hangingPunct="1">
                            <a:spcAft>
                              <a:spcPts val="300"/>
                            </a:spcAft>
                          </a:pPr>
                          <a:r>
                            <a:rPr lang="ar-SA" sz="1800" kern="1200" dirty="0">
                              <a:solidFill>
                                <a:schemeClr val="tx1"/>
                              </a:solidFill>
                              <a:effectLst/>
                              <a:latin typeface="Times New Roman" panose="02020603050405020304" pitchFamily="18" charset="0"/>
                              <a:ea typeface="Times New Roman" panose="02020603050405020304" pitchFamily="18" charset="0"/>
                              <a:cs typeface="B Nazanin" panose="00000400000000000000" pitchFamily="2" charset="-78"/>
                            </a:rPr>
                            <a:t>3540</a:t>
                          </a:r>
                          <a:endParaRPr lang="en-US" sz="1800" kern="1200" dirty="0">
                            <a:solidFill>
                              <a:schemeClr val="tx1"/>
                            </a:solidFill>
                            <a:effectLst/>
                            <a:latin typeface="Times New Roman" panose="02020603050405020304" pitchFamily="18" charset="0"/>
                            <a:ea typeface="Times New Roman" panose="02020603050405020304" pitchFamily="18" charset="0"/>
                            <a:cs typeface="B Nazanin" panose="00000400000000000000" pitchFamily="2" charset="-78"/>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r>
                </a:tbl>
              </a:graphicData>
            </a:graphic>
          </p:graphicFrame>
        </mc:Fallback>
      </mc:AlternateContent>
      <p:sp>
        <p:nvSpPr>
          <p:cNvPr id="2" name="Rectangle 1"/>
          <p:cNvSpPr/>
          <p:nvPr/>
        </p:nvSpPr>
        <p:spPr>
          <a:xfrm>
            <a:off x="173132" y="2506212"/>
            <a:ext cx="8869680" cy="369332"/>
          </a:xfrm>
          <a:prstGeom prst="rect">
            <a:avLst/>
          </a:prstGeom>
        </p:spPr>
        <p:txBody>
          <a:bodyPr wrap="square">
            <a:spAutoFit/>
          </a:bodyPr>
          <a:lstStyle/>
          <a:p>
            <a:pPr algn="ctr" rtl="1"/>
            <a:r>
              <a:rPr lang="ar-SA" dirty="0" smtClean="0">
                <a:latin typeface="Times New Roman" panose="02020603050405020304" pitchFamily="18" charset="0"/>
                <a:ea typeface="Times New Roman" panose="02020603050405020304" pitchFamily="18" charset="0"/>
                <a:cs typeface="B Nazanin" panose="00000400000000000000" pitchFamily="2" charset="-78"/>
              </a:rPr>
              <a:t>خروجی</a:t>
            </a:r>
            <a:r>
              <a:rPr lang="fa-IR" dirty="0" smtClean="0">
                <a:latin typeface="Times New Roman" panose="02020603050405020304" pitchFamily="18" charset="0"/>
                <a:ea typeface="Times New Roman" panose="02020603050405020304" pitchFamily="18" charset="0"/>
                <a:cs typeface="B Nazanin" panose="00000400000000000000" pitchFamily="2" charset="-78"/>
              </a:rPr>
              <a:t> نهایی</a:t>
            </a:r>
            <a:r>
              <a:rPr lang="ar-SA" dirty="0" smtClean="0">
                <a:latin typeface="Times New Roman" panose="02020603050405020304" pitchFamily="18" charset="0"/>
                <a:ea typeface="Times New Roman" panose="02020603050405020304" pitchFamily="18" charset="0"/>
                <a:cs typeface="B Nazanin" panose="00000400000000000000" pitchFamily="2" charset="-78"/>
              </a:rPr>
              <a:t> </a:t>
            </a:r>
            <a:r>
              <a:rPr lang="ar-SA" dirty="0">
                <a:latin typeface="Times New Roman" panose="02020603050405020304" pitchFamily="18" charset="0"/>
                <a:ea typeface="Times New Roman" panose="02020603050405020304" pitchFamily="18" charset="0"/>
                <a:cs typeface="B Nazanin" panose="00000400000000000000" pitchFamily="2" charset="-78"/>
              </a:rPr>
              <a:t>به دست آمده توسط الگوریتم </a:t>
            </a:r>
            <a:r>
              <a:rPr lang="ar-SA" dirty="0" smtClean="0">
                <a:latin typeface="Times New Roman" panose="02020603050405020304" pitchFamily="18" charset="0"/>
                <a:ea typeface="Times New Roman" panose="02020603050405020304" pitchFamily="18" charset="0"/>
                <a:cs typeface="B Nazanin" panose="00000400000000000000" pitchFamily="2" charset="-78"/>
              </a:rPr>
              <a:t>پیشنهادی</a:t>
            </a:r>
            <a:r>
              <a:rPr lang="fa-IR" dirty="0" smtClean="0">
                <a:latin typeface="Times New Roman" panose="02020603050405020304" pitchFamily="18" charset="0"/>
                <a:ea typeface="Times New Roman" panose="02020603050405020304" pitchFamily="18" charset="0"/>
                <a:cs typeface="B Nazanin" panose="00000400000000000000" pitchFamily="2" charset="-78"/>
              </a:rPr>
              <a:t> به ازای ضرایب مختلف</a:t>
            </a:r>
            <a:endParaRPr lang="en-US" dirty="0"/>
          </a:p>
        </p:txBody>
      </p:sp>
    </p:spTree>
    <p:extLst>
      <p:ext uri="{BB962C8B-B14F-4D97-AF65-F5344CB8AC3E}">
        <p14:creationId xmlns:p14="http://schemas.microsoft.com/office/powerpoint/2010/main" val="1233497511"/>
      </p:ext>
    </p:extLst>
  </p:cSld>
  <p:clrMapOvr>
    <a:masterClrMapping/>
  </p:clrMapOvr>
  <p:timing>
    <p:tnLst>
      <p:par>
        <p:cTn id="1" dur="indefinite" restart="never" nodeType="tmRoot"/>
      </p:par>
    </p:tnLst>
  </p:timing>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 name="AutoShape 2">
            <a:extLst>
              <a:ext uri="{FF2B5EF4-FFF2-40B4-BE49-F238E27FC236}">
                <a16:creationId xmlns="" xmlns:a16="http://schemas.microsoft.com/office/drawing/2014/main" id="{497A908A-E454-4B9F-A07D-96505D4C7818}"/>
              </a:ext>
            </a:extLst>
          </p:cNvPr>
          <p:cNvSpPr>
            <a:spLocks noChangeAspect="1" noChangeArrowheads="1"/>
          </p:cNvSpPr>
          <p:nvPr/>
        </p:nvSpPr>
        <p:spPr bwMode="ltGray">
          <a:xfrm rot="16200000" flipH="1">
            <a:off x="6766533" y="1703388"/>
            <a:ext cx="4824413" cy="4770438"/>
          </a:xfrm>
          <a:custGeom>
            <a:avLst/>
            <a:gdLst>
              <a:gd name="G0" fmla="+- 10478 0 0"/>
              <a:gd name="G1" fmla="+- -11739500 0 0"/>
              <a:gd name="G2" fmla="+- 0 0 -11739500"/>
              <a:gd name="T0" fmla="*/ 0 256 1"/>
              <a:gd name="T1" fmla="*/ 180 256 1"/>
              <a:gd name="G3" fmla="+- -11739500 T0 T1"/>
              <a:gd name="T2" fmla="*/ 0 256 1"/>
              <a:gd name="T3" fmla="*/ 90 256 1"/>
              <a:gd name="G4" fmla="+- -11739500 T2 T3"/>
              <a:gd name="G5" fmla="*/ G4 2 1"/>
              <a:gd name="T4" fmla="*/ 90 256 1"/>
              <a:gd name="T5" fmla="*/ 0 256 1"/>
              <a:gd name="G6" fmla="+- -11739500 T4 T5"/>
              <a:gd name="G7" fmla="*/ G6 2 1"/>
              <a:gd name="G8" fmla="abs -11739500"/>
              <a:gd name="T6" fmla="*/ 0 256 1"/>
              <a:gd name="T7" fmla="*/ 90 256 1"/>
              <a:gd name="G9" fmla="+- G8 T6 T7"/>
              <a:gd name="G10" fmla="?: G9 G7 G5"/>
              <a:gd name="T8" fmla="*/ 0 256 1"/>
              <a:gd name="T9" fmla="*/ 360 256 1"/>
              <a:gd name="G11" fmla="+- G10 T8 T9"/>
              <a:gd name="G12" fmla="?: G10 G11 G10"/>
              <a:gd name="T10" fmla="*/ 0 256 1"/>
              <a:gd name="T11" fmla="*/ 360 256 1"/>
              <a:gd name="G13" fmla="+- G12 T10 T11"/>
              <a:gd name="G14" fmla="?: G12 G13 G12"/>
              <a:gd name="G15" fmla="+- 0 0 G14"/>
              <a:gd name="G16" fmla="+- 10800 0 0"/>
              <a:gd name="G17" fmla="+- 10800 0 10478"/>
              <a:gd name="G18" fmla="*/ 10478 1 2"/>
              <a:gd name="G19" fmla="+- G18 5400 0"/>
              <a:gd name="G20" fmla="cos G19 -11739500"/>
              <a:gd name="G21" fmla="sin G19 -11739500"/>
              <a:gd name="G22" fmla="+- G20 10800 0"/>
              <a:gd name="G23" fmla="+- G21 10800 0"/>
              <a:gd name="G24" fmla="+- 10800 0 G20"/>
              <a:gd name="G25" fmla="+- 10478 10800 0"/>
              <a:gd name="G26" fmla="?: G9 G17 G25"/>
              <a:gd name="G27" fmla="?: G9 0 21600"/>
              <a:gd name="G28" fmla="cos 10800 -11739500"/>
              <a:gd name="G29" fmla="sin 10800 -11739500"/>
              <a:gd name="G30" fmla="sin 10478 -11739500"/>
              <a:gd name="G31" fmla="+- G28 10800 0"/>
              <a:gd name="G32" fmla="+- G29 10800 0"/>
              <a:gd name="G33" fmla="+- G30 10800 0"/>
              <a:gd name="G34" fmla="?: G4 0 G31"/>
              <a:gd name="G35" fmla="?: -11739500 G34 0"/>
              <a:gd name="G36" fmla="?: G6 G35 G31"/>
              <a:gd name="G37" fmla="+- 21600 0 G36"/>
              <a:gd name="G38" fmla="?: G4 0 G33"/>
              <a:gd name="G39" fmla="?: -11739500 G38 G32"/>
              <a:gd name="G40" fmla="?: G6 G39 0"/>
              <a:gd name="G41" fmla="?: G4 G32 21600"/>
              <a:gd name="G42" fmla="?: G6 G41 G33"/>
              <a:gd name="T12" fmla="*/ 10800 w 21600"/>
              <a:gd name="T13" fmla="*/ 0 h 21600"/>
              <a:gd name="T14" fmla="*/ 162 w 21600"/>
              <a:gd name="T15" fmla="*/ 10638 h 21600"/>
              <a:gd name="T16" fmla="*/ 10800 w 21600"/>
              <a:gd name="T17" fmla="*/ 322 h 21600"/>
              <a:gd name="T18" fmla="*/ 21438 w 21600"/>
              <a:gd name="T19" fmla="*/ 10638 h 21600"/>
              <a:gd name="T20" fmla="*/ G36 w 21600"/>
              <a:gd name="T21" fmla="*/ G40 h 21600"/>
              <a:gd name="T22" fmla="*/ G37 w 21600"/>
              <a:gd name="T23" fmla="*/ G42 h 21600"/>
            </a:gdLst>
            <a:ahLst/>
            <a:cxnLst>
              <a:cxn ang="0">
                <a:pos x="T12" y="T13"/>
              </a:cxn>
              <a:cxn ang="0">
                <a:pos x="T14" y="T15"/>
              </a:cxn>
              <a:cxn ang="0">
                <a:pos x="T16" y="T17"/>
              </a:cxn>
              <a:cxn ang="0">
                <a:pos x="T18" y="T19"/>
              </a:cxn>
            </a:cxnLst>
            <a:rect l="T20" t="T21" r="T22" b="T23"/>
            <a:pathLst>
              <a:path w="21600" h="21600">
                <a:moveTo>
                  <a:pt x="323" y="10641"/>
                </a:moveTo>
                <a:cubicBezTo>
                  <a:pt x="410" y="4916"/>
                  <a:pt x="5075" y="321"/>
                  <a:pt x="10800" y="322"/>
                </a:cubicBezTo>
                <a:cubicBezTo>
                  <a:pt x="16524" y="322"/>
                  <a:pt x="21189" y="4916"/>
                  <a:pt x="21276" y="10641"/>
                </a:cubicBezTo>
                <a:lnTo>
                  <a:pt x="21598" y="10636"/>
                </a:lnTo>
                <a:cubicBezTo>
                  <a:pt x="21509" y="4736"/>
                  <a:pt x="16700" y="-1"/>
                  <a:pt x="10799" y="0"/>
                </a:cubicBezTo>
                <a:cubicBezTo>
                  <a:pt x="4899" y="0"/>
                  <a:pt x="90" y="4736"/>
                  <a:pt x="1" y="10636"/>
                </a:cubicBezTo>
                <a:close/>
              </a:path>
            </a:pathLst>
          </a:custGeom>
          <a:gradFill rotWithShape="0">
            <a:gsLst>
              <a:gs pos="0">
                <a:srgbClr val="B0BAD8">
                  <a:gamma/>
                  <a:tint val="45490"/>
                  <a:invGamma/>
                </a:srgbClr>
              </a:gs>
              <a:gs pos="100000">
                <a:srgbClr val="B0BAD8"/>
              </a:gs>
            </a:gsLst>
            <a:lin ang="0" scaled="1"/>
          </a:gradFill>
          <a:ln w="9525" algn="ctr">
            <a:noFill/>
            <a:miter lim="800000"/>
            <a:headEnd/>
            <a:tailEnd/>
          </a:ln>
          <a:effectLst/>
        </p:spPr>
        <p:txBody>
          <a:bodyPr wrap="none" anchor="ct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endParaRPr>
          </a:p>
        </p:txBody>
      </p:sp>
      <p:sp>
        <p:nvSpPr>
          <p:cNvPr id="14" name="AutoShape 3">
            <a:extLst>
              <a:ext uri="{FF2B5EF4-FFF2-40B4-BE49-F238E27FC236}">
                <a16:creationId xmlns="" xmlns:a16="http://schemas.microsoft.com/office/drawing/2014/main" id="{481E592A-A902-40E8-8D57-EEB2C886C06E}"/>
              </a:ext>
            </a:extLst>
          </p:cNvPr>
          <p:cNvSpPr>
            <a:spLocks noChangeAspect="1" noChangeArrowheads="1"/>
          </p:cNvSpPr>
          <p:nvPr/>
        </p:nvSpPr>
        <p:spPr bwMode="ltGray">
          <a:xfrm rot="16200000">
            <a:off x="7128181" y="2139156"/>
            <a:ext cx="4032250" cy="3929063"/>
          </a:xfrm>
          <a:custGeom>
            <a:avLst/>
            <a:gdLst>
              <a:gd name="G0" fmla="+- 56 0 0"/>
              <a:gd name="G1" fmla="+- 11796480 0 0"/>
              <a:gd name="G2" fmla="+- 0 0 11796480"/>
              <a:gd name="T0" fmla="*/ 0 256 1"/>
              <a:gd name="T1" fmla="*/ 180 256 1"/>
              <a:gd name="G3" fmla="+- 11796480 T0 T1"/>
              <a:gd name="T2" fmla="*/ 0 256 1"/>
              <a:gd name="T3" fmla="*/ 90 256 1"/>
              <a:gd name="G4" fmla="+- 11796480 T2 T3"/>
              <a:gd name="G5" fmla="*/ G4 2 1"/>
              <a:gd name="T4" fmla="*/ 90 256 1"/>
              <a:gd name="T5" fmla="*/ 0 256 1"/>
              <a:gd name="G6" fmla="+- 11796480 T4 T5"/>
              <a:gd name="G7" fmla="*/ G6 2 1"/>
              <a:gd name="G8" fmla="abs 11796480"/>
              <a:gd name="T6" fmla="*/ 0 256 1"/>
              <a:gd name="T7" fmla="*/ 90 256 1"/>
              <a:gd name="G9" fmla="+- G8 T6 T7"/>
              <a:gd name="G10" fmla="?: G9 G7 G5"/>
              <a:gd name="T8" fmla="*/ 0 256 1"/>
              <a:gd name="T9" fmla="*/ 360 256 1"/>
              <a:gd name="G11" fmla="+- G10 T8 T9"/>
              <a:gd name="G12" fmla="?: G10 G11 G10"/>
              <a:gd name="T10" fmla="*/ 0 256 1"/>
              <a:gd name="T11" fmla="*/ 360 256 1"/>
              <a:gd name="G13" fmla="+- G12 T10 T11"/>
              <a:gd name="G14" fmla="?: G12 G13 G12"/>
              <a:gd name="G15" fmla="+- 0 0 G14"/>
              <a:gd name="G16" fmla="+- 10800 0 0"/>
              <a:gd name="G17" fmla="+- 10800 0 56"/>
              <a:gd name="G18" fmla="*/ 56 1 2"/>
              <a:gd name="G19" fmla="+- G18 5400 0"/>
              <a:gd name="G20" fmla="cos G19 11796480"/>
              <a:gd name="G21" fmla="sin G19 11796480"/>
              <a:gd name="G22" fmla="+- G20 10800 0"/>
              <a:gd name="G23" fmla="+- G21 10800 0"/>
              <a:gd name="G24" fmla="+- 10800 0 G20"/>
              <a:gd name="G25" fmla="+- 56 10800 0"/>
              <a:gd name="G26" fmla="?: G9 G17 G25"/>
              <a:gd name="G27" fmla="?: G9 0 21600"/>
              <a:gd name="G28" fmla="cos 10800 11796480"/>
              <a:gd name="G29" fmla="sin 10800 11796480"/>
              <a:gd name="G30" fmla="sin 56 11796480"/>
              <a:gd name="G31" fmla="+- G28 10800 0"/>
              <a:gd name="G32" fmla="+- G29 10800 0"/>
              <a:gd name="G33" fmla="+- G30 10800 0"/>
              <a:gd name="G34" fmla="?: G4 0 G31"/>
              <a:gd name="G35" fmla="?: 11796480 G34 0"/>
              <a:gd name="G36" fmla="?: G6 G35 G31"/>
              <a:gd name="G37" fmla="+- 21600 0 G36"/>
              <a:gd name="G38" fmla="?: G4 0 G33"/>
              <a:gd name="G39" fmla="?: 11796480 G38 G32"/>
              <a:gd name="G40" fmla="?: G6 G39 0"/>
              <a:gd name="G41" fmla="?: G4 G32 21600"/>
              <a:gd name="G42" fmla="?: G6 G41 G33"/>
              <a:gd name="T12" fmla="*/ 10800 w 21600"/>
              <a:gd name="T13" fmla="*/ 0 h 21600"/>
              <a:gd name="T14" fmla="*/ 5372 w 21600"/>
              <a:gd name="T15" fmla="*/ 10800 h 21600"/>
              <a:gd name="T16" fmla="*/ 10800 w 21600"/>
              <a:gd name="T17" fmla="*/ 10744 h 21600"/>
              <a:gd name="T18" fmla="*/ 16228 w 21600"/>
              <a:gd name="T19" fmla="*/ 10800 h 21600"/>
              <a:gd name="T20" fmla="*/ G36 w 21600"/>
              <a:gd name="T21" fmla="*/ G40 h 21600"/>
              <a:gd name="T22" fmla="*/ G37 w 21600"/>
              <a:gd name="T23" fmla="*/ G42 h 21600"/>
            </a:gdLst>
            <a:ahLst/>
            <a:cxnLst>
              <a:cxn ang="0">
                <a:pos x="T12" y="T13"/>
              </a:cxn>
              <a:cxn ang="0">
                <a:pos x="T14" y="T15"/>
              </a:cxn>
              <a:cxn ang="0">
                <a:pos x="T16" y="T17"/>
              </a:cxn>
              <a:cxn ang="0">
                <a:pos x="T18" y="T19"/>
              </a:cxn>
            </a:cxnLst>
            <a:rect l="T20" t="T21" r="T22" b="T23"/>
            <a:pathLst>
              <a:path w="21600" h="21600">
                <a:moveTo>
                  <a:pt x="10744" y="10800"/>
                </a:moveTo>
                <a:cubicBezTo>
                  <a:pt x="10744" y="10769"/>
                  <a:pt x="10769" y="10744"/>
                  <a:pt x="10800" y="10744"/>
                </a:cubicBezTo>
                <a:cubicBezTo>
                  <a:pt x="10830" y="10743"/>
                  <a:pt x="10855" y="10769"/>
                  <a:pt x="10856" y="10799"/>
                </a:cubicBezTo>
                <a:lnTo>
                  <a:pt x="21600" y="10800"/>
                </a:lnTo>
                <a:cubicBezTo>
                  <a:pt x="21600" y="4835"/>
                  <a:pt x="16764" y="0"/>
                  <a:pt x="10800" y="0"/>
                </a:cubicBezTo>
                <a:cubicBezTo>
                  <a:pt x="4835" y="0"/>
                  <a:pt x="0" y="4835"/>
                  <a:pt x="0" y="10800"/>
                </a:cubicBezTo>
                <a:close/>
              </a:path>
            </a:pathLst>
          </a:custGeom>
          <a:gradFill rotWithShape="0">
            <a:gsLst>
              <a:gs pos="0">
                <a:srgbClr val="B8CCFE">
                  <a:gamma/>
                  <a:tint val="39216"/>
                  <a:invGamma/>
                </a:srgbClr>
              </a:gs>
              <a:gs pos="100000">
                <a:srgbClr val="B8CCFE"/>
              </a:gs>
            </a:gsLst>
            <a:lin ang="0" scaled="1"/>
          </a:gradFill>
          <a:ln w="0" algn="ctr">
            <a:noFill/>
            <a:miter lim="800000"/>
            <a:headEnd/>
            <a:tailEnd/>
          </a:ln>
          <a:effectLst/>
        </p:spPr>
        <p:txBody>
          <a:bodyPr wrap="none" anchor="ct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endParaRPr>
          </a:p>
        </p:txBody>
      </p:sp>
      <p:sp>
        <p:nvSpPr>
          <p:cNvPr id="16" name="AutoShape 5">
            <a:extLst>
              <a:ext uri="{FF2B5EF4-FFF2-40B4-BE49-F238E27FC236}">
                <a16:creationId xmlns="" xmlns:a16="http://schemas.microsoft.com/office/drawing/2014/main" id="{A1924C9B-0919-470E-9298-E5DFCF302DF3}"/>
              </a:ext>
            </a:extLst>
          </p:cNvPr>
          <p:cNvSpPr>
            <a:spLocks noChangeAspect="1" noChangeArrowheads="1"/>
          </p:cNvSpPr>
          <p:nvPr/>
        </p:nvSpPr>
        <p:spPr bwMode="gray">
          <a:xfrm>
            <a:off x="3397853" y="5484630"/>
            <a:ext cx="3920947" cy="508000"/>
          </a:xfrm>
          <a:prstGeom prst="roundRect">
            <a:avLst>
              <a:gd name="adj" fmla="val 50000"/>
            </a:avLst>
          </a:prstGeom>
          <a:gradFill flip="none" rotWithShape="1">
            <a:gsLst>
              <a:gs pos="0">
                <a:srgbClr val="C4E59F">
                  <a:tint val="66000"/>
                  <a:satMod val="160000"/>
                </a:srgbClr>
              </a:gs>
              <a:gs pos="50000">
                <a:srgbClr val="C4E59F">
                  <a:tint val="44500"/>
                  <a:satMod val="160000"/>
                </a:srgbClr>
              </a:gs>
              <a:gs pos="100000">
                <a:srgbClr val="C4E59F">
                  <a:tint val="23500"/>
                  <a:satMod val="160000"/>
                </a:srgbClr>
              </a:gs>
            </a:gsLst>
            <a:lin ang="0" scaled="1"/>
            <a:tileRect/>
          </a:gradFill>
          <a:ln w="28575" algn="ctr">
            <a:solidFill>
              <a:srgbClr val="C4E59F"/>
            </a:solidFill>
            <a:round/>
            <a:headEnd/>
            <a:tailEnd/>
          </a:ln>
          <a:effectLst/>
        </p:spPr>
        <p:txBody>
          <a:bodyPr wrap="none" anchor="ctr"/>
          <a:lstStyle/>
          <a:p>
            <a:pPr algn="r" fontAlgn="base">
              <a:spcBef>
                <a:spcPct val="0"/>
              </a:spcBef>
              <a:spcAft>
                <a:spcPct val="0"/>
              </a:spcAft>
            </a:pPr>
            <a:r>
              <a:rPr lang="fa-IR" b="1" dirty="0" smtClean="0">
                <a:solidFill>
                  <a:srgbClr val="FF0000"/>
                </a:solidFill>
                <a:latin typeface="Times New Roman" panose="02020603050405020304" pitchFamily="18" charset="0"/>
                <a:cs typeface="B Nazanin" pitchFamily="2" charset="-78"/>
              </a:rPr>
              <a:t> </a:t>
            </a:r>
            <a:r>
              <a:rPr lang="en-US" b="1" dirty="0">
                <a:solidFill>
                  <a:srgbClr val="FF0000"/>
                </a:solidFill>
                <a:latin typeface="Times New Roman" panose="02020603050405020304" pitchFamily="18" charset="0"/>
                <a:cs typeface="B Nazanin" pitchFamily="2" charset="-78"/>
              </a:rPr>
              <a:t>[67] (DBSCAN)</a:t>
            </a:r>
            <a:endParaRPr lang="en-US" b="1" dirty="0">
              <a:solidFill>
                <a:srgbClr val="FF0000"/>
              </a:solidFill>
              <a:latin typeface="Times New Roman" panose="02020603050405020304" pitchFamily="18" charset="0"/>
              <a:cs typeface="Times New Roman" panose="02020603050405020304" pitchFamily="18" charset="0"/>
            </a:endParaRPr>
          </a:p>
        </p:txBody>
      </p:sp>
      <p:sp>
        <p:nvSpPr>
          <p:cNvPr id="17" name="AutoShape 6">
            <a:extLst>
              <a:ext uri="{FF2B5EF4-FFF2-40B4-BE49-F238E27FC236}">
                <a16:creationId xmlns="" xmlns:a16="http://schemas.microsoft.com/office/drawing/2014/main" id="{1F8AE669-1568-4178-BF56-57E58EA0C127}"/>
              </a:ext>
            </a:extLst>
          </p:cNvPr>
          <p:cNvSpPr>
            <a:spLocks noChangeAspect="1" noChangeArrowheads="1"/>
          </p:cNvSpPr>
          <p:nvPr/>
        </p:nvSpPr>
        <p:spPr bwMode="gray">
          <a:xfrm>
            <a:off x="2373921" y="4483708"/>
            <a:ext cx="4461912" cy="508000"/>
          </a:xfrm>
          <a:prstGeom prst="roundRect">
            <a:avLst>
              <a:gd name="adj" fmla="val 50000"/>
            </a:avLst>
          </a:prstGeom>
          <a:gradFill flip="none" rotWithShape="1">
            <a:gsLst>
              <a:gs pos="0">
                <a:srgbClr val="B7E7FF">
                  <a:gamma/>
                  <a:tint val="0"/>
                  <a:invGamma/>
                </a:srgbClr>
              </a:gs>
              <a:gs pos="100000">
                <a:srgbClr val="B7E7FF"/>
              </a:gs>
            </a:gsLst>
            <a:lin ang="10800000" scaled="1"/>
            <a:tileRect/>
          </a:gradFill>
          <a:ln w="28575" algn="ctr">
            <a:solidFill>
              <a:srgbClr val="C4E59F"/>
            </a:solidFill>
            <a:round/>
            <a:headEnd/>
            <a:tailEnd/>
          </a:ln>
          <a:effectLst/>
        </p:spPr>
        <p:txBody>
          <a:bodyPr wrap="none" anchor="ctr"/>
          <a:lstStyle/>
          <a:p>
            <a:pPr algn="r" rtl="1" fontAlgn="base">
              <a:spcBef>
                <a:spcPct val="0"/>
              </a:spcBef>
              <a:spcAft>
                <a:spcPct val="0"/>
              </a:spcAft>
            </a:pPr>
            <a:r>
              <a:rPr lang="en-US" b="1" dirty="0" smtClean="0">
                <a:solidFill>
                  <a:srgbClr val="000000"/>
                </a:solidFill>
                <a:latin typeface="Times New Roman" panose="02020603050405020304" pitchFamily="18" charset="0"/>
                <a:cs typeface="B Nazanin" pitchFamily="2" charset="-78"/>
              </a:rPr>
              <a:t>FLC</a:t>
            </a:r>
            <a:endParaRPr lang="en-US" b="1" dirty="0">
              <a:solidFill>
                <a:srgbClr val="000000"/>
              </a:solidFill>
              <a:latin typeface="Times New Roman" panose="02020603050405020304" pitchFamily="18" charset="0"/>
              <a:cs typeface="B Nazanin" pitchFamily="2" charset="-78"/>
            </a:endParaRPr>
          </a:p>
        </p:txBody>
      </p:sp>
      <p:sp>
        <p:nvSpPr>
          <p:cNvPr id="18" name="AutoShape 7">
            <a:extLst>
              <a:ext uri="{FF2B5EF4-FFF2-40B4-BE49-F238E27FC236}">
                <a16:creationId xmlns="" xmlns:a16="http://schemas.microsoft.com/office/drawing/2014/main" id="{3C597848-6C50-46C7-91D1-A520128CFE55}"/>
              </a:ext>
            </a:extLst>
          </p:cNvPr>
          <p:cNvSpPr>
            <a:spLocks noChangeAspect="1" noChangeArrowheads="1"/>
          </p:cNvSpPr>
          <p:nvPr/>
        </p:nvSpPr>
        <p:spPr bwMode="gray">
          <a:xfrm>
            <a:off x="2373920" y="3405732"/>
            <a:ext cx="4419600" cy="508000"/>
          </a:xfrm>
          <a:prstGeom prst="roundRect">
            <a:avLst>
              <a:gd name="adj" fmla="val 50000"/>
            </a:avLst>
          </a:prstGeom>
          <a:gradFill flip="none" rotWithShape="1">
            <a:gsLst>
              <a:gs pos="0">
                <a:srgbClr val="C4E59F">
                  <a:tint val="66000"/>
                  <a:satMod val="160000"/>
                </a:srgbClr>
              </a:gs>
              <a:gs pos="50000">
                <a:srgbClr val="C4E59F">
                  <a:tint val="44500"/>
                  <a:satMod val="160000"/>
                </a:srgbClr>
              </a:gs>
              <a:gs pos="100000">
                <a:srgbClr val="C4E59F">
                  <a:tint val="23500"/>
                  <a:satMod val="160000"/>
                </a:srgbClr>
              </a:gs>
            </a:gsLst>
            <a:lin ang="0" scaled="1"/>
            <a:tileRect/>
          </a:gradFill>
          <a:ln w="28575" algn="ctr">
            <a:solidFill>
              <a:srgbClr val="C4E59F"/>
            </a:solidFill>
            <a:round/>
            <a:headEnd/>
            <a:tailEnd/>
          </a:ln>
          <a:effectLst/>
        </p:spPr>
        <p:txBody>
          <a:bodyPr wrap="none" anchor="ctr"/>
          <a:lstStyle/>
          <a:p>
            <a:pPr algn="r" rtl="1" fontAlgn="base">
              <a:spcBef>
                <a:spcPct val="0"/>
              </a:spcBef>
              <a:spcAft>
                <a:spcPct val="0"/>
              </a:spcAft>
            </a:pPr>
            <a:r>
              <a:rPr lang="en-US" b="1" dirty="0" smtClean="0">
                <a:solidFill>
                  <a:srgbClr val="000000"/>
                </a:solidFill>
                <a:latin typeface="Times New Roman" panose="02020603050405020304" pitchFamily="18" charset="0"/>
                <a:cs typeface="B Nazanin" pitchFamily="2" charset="-78"/>
              </a:rPr>
              <a:t>GA</a:t>
            </a:r>
            <a:endParaRPr lang="en-US" b="1" dirty="0">
              <a:solidFill>
                <a:srgbClr val="000000"/>
              </a:solidFill>
              <a:latin typeface="Times New Roman" panose="02020603050405020304" pitchFamily="18" charset="0"/>
              <a:cs typeface="B Nazanin" pitchFamily="2" charset="-78"/>
            </a:endParaRPr>
          </a:p>
        </p:txBody>
      </p:sp>
      <p:sp>
        <p:nvSpPr>
          <p:cNvPr id="19" name="AutoShape 8">
            <a:extLst>
              <a:ext uri="{FF2B5EF4-FFF2-40B4-BE49-F238E27FC236}">
                <a16:creationId xmlns="" xmlns:a16="http://schemas.microsoft.com/office/drawing/2014/main" id="{CF9E5B87-43A1-4646-AE69-F01C6BAFAD06}"/>
              </a:ext>
            </a:extLst>
          </p:cNvPr>
          <p:cNvSpPr>
            <a:spLocks noChangeAspect="1" noChangeArrowheads="1"/>
          </p:cNvSpPr>
          <p:nvPr/>
        </p:nvSpPr>
        <p:spPr bwMode="gray">
          <a:xfrm>
            <a:off x="3397854" y="2317319"/>
            <a:ext cx="3929065" cy="508000"/>
          </a:xfrm>
          <a:prstGeom prst="roundRect">
            <a:avLst>
              <a:gd name="adj" fmla="val 50000"/>
            </a:avLst>
          </a:prstGeom>
          <a:gradFill flip="none" rotWithShape="1">
            <a:gsLst>
              <a:gs pos="0">
                <a:srgbClr val="B7E7FF">
                  <a:gamma/>
                  <a:tint val="0"/>
                  <a:invGamma/>
                </a:srgbClr>
              </a:gs>
              <a:gs pos="100000">
                <a:srgbClr val="B7E7FF"/>
              </a:gs>
            </a:gsLst>
            <a:lin ang="10800000" scaled="1"/>
            <a:tileRect/>
          </a:gradFill>
          <a:ln w="28575" algn="ctr">
            <a:solidFill>
              <a:srgbClr val="C4E59F"/>
            </a:solidFill>
            <a:round/>
            <a:headEnd/>
            <a:tailEnd/>
          </a:ln>
          <a:effectLst/>
        </p:spPr>
        <p:txBody>
          <a:bodyPr wrap="none" anchor="ctr"/>
          <a:lstStyle/>
          <a:p>
            <a:pPr algn="r" rtl="1" fontAlgn="base">
              <a:spcBef>
                <a:spcPct val="0"/>
              </a:spcBef>
              <a:spcAft>
                <a:spcPct val="0"/>
              </a:spcAft>
            </a:pPr>
            <a:r>
              <a:rPr lang="en-US" b="1" dirty="0" smtClean="0">
                <a:solidFill>
                  <a:srgbClr val="FF0000"/>
                </a:solidFill>
                <a:latin typeface="Times New Roman" panose="02020603050405020304" pitchFamily="18" charset="0"/>
                <a:cs typeface="B Nazanin" pitchFamily="2" charset="-78"/>
              </a:rPr>
              <a:t>PSO-DBSCAN</a:t>
            </a:r>
            <a:endParaRPr lang="en-US" b="1" dirty="0">
              <a:solidFill>
                <a:srgbClr val="FF0000"/>
              </a:solidFill>
              <a:latin typeface="Times New Roman" panose="02020603050405020304" pitchFamily="18" charset="0"/>
              <a:cs typeface="B Nazanin" pitchFamily="2" charset="-78"/>
            </a:endParaRPr>
          </a:p>
        </p:txBody>
      </p:sp>
      <p:grpSp>
        <p:nvGrpSpPr>
          <p:cNvPr id="20" name="Group 9">
            <a:extLst>
              <a:ext uri="{FF2B5EF4-FFF2-40B4-BE49-F238E27FC236}">
                <a16:creationId xmlns="" xmlns:a16="http://schemas.microsoft.com/office/drawing/2014/main" id="{51B5EA01-02D3-45B4-9350-81B3B8CE0AC3}"/>
              </a:ext>
            </a:extLst>
          </p:cNvPr>
          <p:cNvGrpSpPr>
            <a:grpSpLocks noChangeAspect="1"/>
          </p:cNvGrpSpPr>
          <p:nvPr/>
        </p:nvGrpSpPr>
        <p:grpSpPr bwMode="auto">
          <a:xfrm>
            <a:off x="7206270" y="2381173"/>
            <a:ext cx="381000" cy="381000"/>
            <a:chOff x="2078" y="1680"/>
            <a:chExt cx="1615" cy="1615"/>
          </a:xfrm>
        </p:grpSpPr>
        <p:sp>
          <p:nvSpPr>
            <p:cNvPr id="21" name="Oval 10">
              <a:extLst>
                <a:ext uri="{FF2B5EF4-FFF2-40B4-BE49-F238E27FC236}">
                  <a16:creationId xmlns="" xmlns:a16="http://schemas.microsoft.com/office/drawing/2014/main" id="{951593A2-3CCA-4150-9C26-8F0E2FB50DBC}"/>
                </a:ext>
              </a:extLst>
            </p:cNvPr>
            <p:cNvSpPr>
              <a:spLocks noChangeArrowheads="1"/>
            </p:cNvSpPr>
            <p:nvPr/>
          </p:nvSpPr>
          <p:spPr bwMode="gray">
            <a:xfrm>
              <a:off x="2078" y="1680"/>
              <a:ext cx="1615" cy="1615"/>
            </a:xfrm>
            <a:prstGeom prst="ellipse">
              <a:avLst/>
            </a:prstGeom>
            <a:gradFill rotWithShape="1">
              <a:gsLst>
                <a:gs pos="0">
                  <a:srgbClr val="FFFFFF">
                    <a:gamma/>
                    <a:shade val="46275"/>
                    <a:invGamma/>
                  </a:srgbClr>
                </a:gs>
                <a:gs pos="50000">
                  <a:srgbClr val="FFFFFF"/>
                </a:gs>
                <a:gs pos="100000">
                  <a:srgbClr val="FFFFFF">
                    <a:gamma/>
                    <a:shade val="46275"/>
                    <a:invGamma/>
                  </a:srgbClr>
                </a:gs>
              </a:gsLst>
              <a:lin ang="5400000" scaled="1"/>
            </a:gradFill>
            <a:ln w="57150" algn="ctr">
              <a:noFill/>
              <a:round/>
              <a:headEnd/>
              <a:tailEnd/>
            </a:ln>
            <a:effectLst/>
          </p:spPr>
          <p:txBody>
            <a:bodyPr wrap="none" anchor="ct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latin typeface="Arial" pitchFamily="34" charset="0"/>
              </a:endParaRPr>
            </a:p>
          </p:txBody>
        </p:sp>
        <p:sp>
          <p:nvSpPr>
            <p:cNvPr id="22" name="Oval 11">
              <a:extLst>
                <a:ext uri="{FF2B5EF4-FFF2-40B4-BE49-F238E27FC236}">
                  <a16:creationId xmlns="" xmlns:a16="http://schemas.microsoft.com/office/drawing/2014/main" id="{974192FD-32BD-4151-BC3E-0B42B578C87B}"/>
                </a:ext>
              </a:extLst>
            </p:cNvPr>
            <p:cNvSpPr>
              <a:spLocks noChangeArrowheads="1"/>
            </p:cNvSpPr>
            <p:nvPr/>
          </p:nvSpPr>
          <p:spPr bwMode="gray">
            <a:xfrm>
              <a:off x="2170" y="1771"/>
              <a:ext cx="1430" cy="1430"/>
            </a:xfrm>
            <a:prstGeom prst="ellipse">
              <a:avLst/>
            </a:prstGeom>
            <a:gradFill rotWithShape="1">
              <a:gsLst>
                <a:gs pos="0">
                  <a:srgbClr val="FFFFFF">
                    <a:gamma/>
                    <a:shade val="63529"/>
                    <a:invGamma/>
                  </a:srgbClr>
                </a:gs>
                <a:gs pos="50000">
                  <a:srgbClr val="FFFFFF"/>
                </a:gs>
                <a:gs pos="100000">
                  <a:srgbClr val="FFFFFF">
                    <a:gamma/>
                    <a:shade val="63529"/>
                    <a:invGamma/>
                  </a:srgbClr>
                </a:gs>
              </a:gsLst>
              <a:lin ang="0" scaled="1"/>
            </a:gradFill>
            <a:ln w="9525" algn="ctr">
              <a:noFill/>
              <a:round/>
              <a:headEnd/>
              <a:tailEnd/>
            </a:ln>
            <a:effectLst/>
          </p:spPr>
          <p:txBody>
            <a:bodyPr wrap="none" anchor="ct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latin typeface="Arial" pitchFamily="34" charset="0"/>
              </a:endParaRPr>
            </a:p>
          </p:txBody>
        </p:sp>
        <p:sp>
          <p:nvSpPr>
            <p:cNvPr id="23" name="Oval 12">
              <a:extLst>
                <a:ext uri="{FF2B5EF4-FFF2-40B4-BE49-F238E27FC236}">
                  <a16:creationId xmlns="" xmlns:a16="http://schemas.microsoft.com/office/drawing/2014/main" id="{BDD4DA04-B88B-4B07-BF6E-B1C272F0F4CC}"/>
                </a:ext>
              </a:extLst>
            </p:cNvPr>
            <p:cNvSpPr>
              <a:spLocks noChangeArrowheads="1"/>
            </p:cNvSpPr>
            <p:nvPr/>
          </p:nvSpPr>
          <p:spPr bwMode="gray">
            <a:xfrm>
              <a:off x="2254" y="1856"/>
              <a:ext cx="1262" cy="1264"/>
            </a:xfrm>
            <a:prstGeom prst="ellipse">
              <a:avLst/>
            </a:prstGeom>
            <a:gradFill rotWithShape="1">
              <a:gsLst>
                <a:gs pos="0">
                  <a:srgbClr val="8AD4CD">
                    <a:gamma/>
                    <a:tint val="0"/>
                    <a:invGamma/>
                  </a:srgbClr>
                </a:gs>
                <a:gs pos="50000">
                  <a:srgbClr val="8AD4CD"/>
                </a:gs>
                <a:gs pos="100000">
                  <a:srgbClr val="8AD4CD">
                    <a:gamma/>
                    <a:tint val="0"/>
                    <a:invGamma/>
                  </a:srgbClr>
                </a:gs>
              </a:gsLst>
              <a:lin ang="2700000" scaled="1"/>
            </a:gradFill>
            <a:ln w="38100" algn="ctr">
              <a:noFill/>
              <a:round/>
              <a:headEnd/>
              <a:tailEnd/>
            </a:ln>
            <a:effectLst/>
          </p:spPr>
          <p:txBody>
            <a:bodyPr wrap="none" anchor="ctr">
              <a:spAutoFit/>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latin typeface="Arial" pitchFamily="34" charset="0"/>
              </a:endParaRPr>
            </a:p>
          </p:txBody>
        </p:sp>
        <p:sp>
          <p:nvSpPr>
            <p:cNvPr id="24" name="Oval 13">
              <a:extLst>
                <a:ext uri="{FF2B5EF4-FFF2-40B4-BE49-F238E27FC236}">
                  <a16:creationId xmlns="" xmlns:a16="http://schemas.microsoft.com/office/drawing/2014/main" id="{7DDEB6C7-DF12-4B56-A15E-5719879C0767}"/>
                </a:ext>
              </a:extLst>
            </p:cNvPr>
            <p:cNvSpPr>
              <a:spLocks noChangeArrowheads="1"/>
            </p:cNvSpPr>
            <p:nvPr/>
          </p:nvSpPr>
          <p:spPr bwMode="gray">
            <a:xfrm>
              <a:off x="2254" y="1856"/>
              <a:ext cx="1262" cy="1264"/>
            </a:xfrm>
            <a:prstGeom prst="ellipse">
              <a:avLst/>
            </a:prstGeom>
            <a:gradFill rotWithShape="1">
              <a:gsLst>
                <a:gs pos="0">
                  <a:srgbClr val="FFCC00">
                    <a:gamma/>
                    <a:shade val="0"/>
                    <a:invGamma/>
                  </a:srgbClr>
                </a:gs>
                <a:gs pos="100000">
                  <a:srgbClr val="FFCC00"/>
                </a:gs>
              </a:gsLst>
              <a:lin ang="2700000" scaled="1"/>
            </a:gradFill>
            <a:ln w="38100" algn="ctr">
              <a:noFill/>
              <a:round/>
              <a:headEnd/>
              <a:tailEnd/>
            </a:ln>
            <a:effectLst/>
          </p:spPr>
          <p:txBody>
            <a:bodyPr wrap="none" anchor="ctr">
              <a:spAutoFit/>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latin typeface="Arial" pitchFamily="34" charset="0"/>
              </a:endParaRPr>
            </a:p>
          </p:txBody>
        </p:sp>
        <p:sp>
          <p:nvSpPr>
            <p:cNvPr id="25" name="Oval 14">
              <a:extLst>
                <a:ext uri="{FF2B5EF4-FFF2-40B4-BE49-F238E27FC236}">
                  <a16:creationId xmlns="" xmlns:a16="http://schemas.microsoft.com/office/drawing/2014/main" id="{05CB5150-2AB3-496D-9A01-7BD9677B178F}"/>
                </a:ext>
              </a:extLst>
            </p:cNvPr>
            <p:cNvSpPr>
              <a:spLocks noChangeArrowheads="1"/>
            </p:cNvSpPr>
            <p:nvPr/>
          </p:nvSpPr>
          <p:spPr bwMode="gray">
            <a:xfrm>
              <a:off x="2337" y="1939"/>
              <a:ext cx="1096" cy="1098"/>
            </a:xfrm>
            <a:prstGeom prst="ellipse">
              <a:avLst/>
            </a:prstGeom>
            <a:gradFill rotWithShape="1">
              <a:gsLst>
                <a:gs pos="0">
                  <a:srgbClr val="8AD4CD">
                    <a:gamma/>
                    <a:shade val="54118"/>
                    <a:invGamma/>
                  </a:srgbClr>
                </a:gs>
                <a:gs pos="50000">
                  <a:srgbClr val="8AD4CD"/>
                </a:gs>
                <a:gs pos="100000">
                  <a:srgbClr val="8AD4CD">
                    <a:gamma/>
                    <a:shade val="54118"/>
                    <a:invGamma/>
                  </a:srgbClr>
                </a:gs>
              </a:gsLst>
              <a:lin ang="18900000" scaled="1"/>
            </a:gradFill>
            <a:ln w="38100" algn="ctr">
              <a:noFill/>
              <a:round/>
              <a:headEnd/>
              <a:tailEnd/>
            </a:ln>
            <a:effectLst/>
          </p:spPr>
          <p:txBody>
            <a:bodyPr anchor="ctr">
              <a:spAutoFit/>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latin typeface="Arial" pitchFamily="34" charset="0"/>
              </a:endParaRPr>
            </a:p>
          </p:txBody>
        </p:sp>
        <p:sp>
          <p:nvSpPr>
            <p:cNvPr id="26" name="Oval 15">
              <a:extLst>
                <a:ext uri="{FF2B5EF4-FFF2-40B4-BE49-F238E27FC236}">
                  <a16:creationId xmlns="" xmlns:a16="http://schemas.microsoft.com/office/drawing/2014/main" id="{CF5DA36E-72FD-4186-95B0-3E592580924C}"/>
                </a:ext>
              </a:extLst>
            </p:cNvPr>
            <p:cNvSpPr>
              <a:spLocks noChangeArrowheads="1"/>
            </p:cNvSpPr>
            <p:nvPr/>
          </p:nvSpPr>
          <p:spPr bwMode="gray">
            <a:xfrm>
              <a:off x="2337" y="1939"/>
              <a:ext cx="1096" cy="1098"/>
            </a:xfrm>
            <a:prstGeom prst="ellipse">
              <a:avLst/>
            </a:prstGeom>
            <a:gradFill rotWithShape="1">
              <a:gsLst>
                <a:gs pos="0">
                  <a:srgbClr val="FFCC00"/>
                </a:gs>
                <a:gs pos="100000">
                  <a:srgbClr val="FFCC00">
                    <a:gamma/>
                    <a:shade val="48627"/>
                    <a:invGamma/>
                  </a:srgbClr>
                </a:gs>
              </a:gsLst>
              <a:lin ang="2700000" scaled="1"/>
            </a:gradFill>
            <a:ln w="38100" algn="ctr">
              <a:noFill/>
              <a:round/>
              <a:headEnd/>
              <a:tailEnd/>
            </a:ln>
            <a:effectLst/>
          </p:spPr>
          <p:txBody>
            <a:bodyPr anchor="ctr">
              <a:spAutoFit/>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latin typeface="Arial" pitchFamily="34" charset="0"/>
              </a:endParaRPr>
            </a:p>
          </p:txBody>
        </p:sp>
      </p:grpSp>
      <p:grpSp>
        <p:nvGrpSpPr>
          <p:cNvPr id="27" name="Group 16">
            <a:extLst>
              <a:ext uri="{FF2B5EF4-FFF2-40B4-BE49-F238E27FC236}">
                <a16:creationId xmlns="" xmlns:a16="http://schemas.microsoft.com/office/drawing/2014/main" id="{804576A5-4B7C-42A1-81B7-81F80837382F}"/>
              </a:ext>
            </a:extLst>
          </p:cNvPr>
          <p:cNvGrpSpPr>
            <a:grpSpLocks noChangeAspect="1"/>
          </p:cNvGrpSpPr>
          <p:nvPr/>
        </p:nvGrpSpPr>
        <p:grpSpPr bwMode="auto">
          <a:xfrm>
            <a:off x="6682346" y="3445241"/>
            <a:ext cx="381000" cy="381000"/>
            <a:chOff x="2078" y="1680"/>
            <a:chExt cx="1615" cy="1615"/>
          </a:xfrm>
        </p:grpSpPr>
        <p:sp>
          <p:nvSpPr>
            <p:cNvPr id="29" name="Oval 17">
              <a:extLst>
                <a:ext uri="{FF2B5EF4-FFF2-40B4-BE49-F238E27FC236}">
                  <a16:creationId xmlns="" xmlns:a16="http://schemas.microsoft.com/office/drawing/2014/main" id="{6398C46E-DA7F-490D-9472-87BE268989FB}"/>
                </a:ext>
              </a:extLst>
            </p:cNvPr>
            <p:cNvSpPr>
              <a:spLocks noChangeArrowheads="1"/>
            </p:cNvSpPr>
            <p:nvPr/>
          </p:nvSpPr>
          <p:spPr bwMode="gray">
            <a:xfrm>
              <a:off x="2078" y="1680"/>
              <a:ext cx="1615" cy="1615"/>
            </a:xfrm>
            <a:prstGeom prst="ellipse">
              <a:avLst/>
            </a:prstGeom>
            <a:gradFill rotWithShape="1">
              <a:gsLst>
                <a:gs pos="0">
                  <a:srgbClr val="FFFFFF">
                    <a:gamma/>
                    <a:shade val="46275"/>
                    <a:invGamma/>
                  </a:srgbClr>
                </a:gs>
                <a:gs pos="50000">
                  <a:srgbClr val="FFFFFF"/>
                </a:gs>
                <a:gs pos="100000">
                  <a:srgbClr val="FFFFFF">
                    <a:gamma/>
                    <a:shade val="46275"/>
                    <a:invGamma/>
                  </a:srgbClr>
                </a:gs>
              </a:gsLst>
              <a:lin ang="5400000" scaled="1"/>
            </a:gradFill>
            <a:ln w="57150" algn="ctr">
              <a:noFill/>
              <a:round/>
              <a:headEnd/>
              <a:tailEnd/>
            </a:ln>
            <a:effectLst/>
          </p:spPr>
          <p:txBody>
            <a:bodyPr wrap="none" anchor="ct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latin typeface="Arial" pitchFamily="34" charset="0"/>
              </a:endParaRPr>
            </a:p>
          </p:txBody>
        </p:sp>
        <p:sp>
          <p:nvSpPr>
            <p:cNvPr id="32" name="Oval 18">
              <a:extLst>
                <a:ext uri="{FF2B5EF4-FFF2-40B4-BE49-F238E27FC236}">
                  <a16:creationId xmlns="" xmlns:a16="http://schemas.microsoft.com/office/drawing/2014/main" id="{E110742C-193F-493E-9A71-A02F844D2828}"/>
                </a:ext>
              </a:extLst>
            </p:cNvPr>
            <p:cNvSpPr>
              <a:spLocks noChangeArrowheads="1"/>
            </p:cNvSpPr>
            <p:nvPr/>
          </p:nvSpPr>
          <p:spPr bwMode="gray">
            <a:xfrm>
              <a:off x="2170" y="1771"/>
              <a:ext cx="1430" cy="1430"/>
            </a:xfrm>
            <a:prstGeom prst="ellipse">
              <a:avLst/>
            </a:prstGeom>
            <a:gradFill rotWithShape="1">
              <a:gsLst>
                <a:gs pos="0">
                  <a:srgbClr val="FFFFFF">
                    <a:gamma/>
                    <a:shade val="63529"/>
                    <a:invGamma/>
                  </a:srgbClr>
                </a:gs>
                <a:gs pos="50000">
                  <a:srgbClr val="FFFFFF"/>
                </a:gs>
                <a:gs pos="100000">
                  <a:srgbClr val="FFFFFF">
                    <a:gamma/>
                    <a:shade val="63529"/>
                    <a:invGamma/>
                  </a:srgbClr>
                </a:gs>
              </a:gsLst>
              <a:lin ang="0" scaled="1"/>
            </a:gradFill>
            <a:ln w="9525" algn="ctr">
              <a:noFill/>
              <a:round/>
              <a:headEnd/>
              <a:tailEnd/>
            </a:ln>
            <a:effectLst/>
          </p:spPr>
          <p:txBody>
            <a:bodyPr wrap="none" anchor="ct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latin typeface="Arial" pitchFamily="34" charset="0"/>
              </a:endParaRPr>
            </a:p>
          </p:txBody>
        </p:sp>
        <p:sp>
          <p:nvSpPr>
            <p:cNvPr id="33" name="Oval 19">
              <a:extLst>
                <a:ext uri="{FF2B5EF4-FFF2-40B4-BE49-F238E27FC236}">
                  <a16:creationId xmlns="" xmlns:a16="http://schemas.microsoft.com/office/drawing/2014/main" id="{36CD726D-CF07-41C5-B7A4-710136BAB1FC}"/>
                </a:ext>
              </a:extLst>
            </p:cNvPr>
            <p:cNvSpPr>
              <a:spLocks noChangeArrowheads="1"/>
            </p:cNvSpPr>
            <p:nvPr/>
          </p:nvSpPr>
          <p:spPr bwMode="gray">
            <a:xfrm>
              <a:off x="2254" y="1856"/>
              <a:ext cx="1262" cy="1264"/>
            </a:xfrm>
            <a:prstGeom prst="ellipse">
              <a:avLst/>
            </a:prstGeom>
            <a:gradFill rotWithShape="1">
              <a:gsLst>
                <a:gs pos="0">
                  <a:srgbClr val="8AD4CD">
                    <a:gamma/>
                    <a:tint val="0"/>
                    <a:invGamma/>
                  </a:srgbClr>
                </a:gs>
                <a:gs pos="50000">
                  <a:srgbClr val="8AD4CD"/>
                </a:gs>
                <a:gs pos="100000">
                  <a:srgbClr val="8AD4CD">
                    <a:gamma/>
                    <a:tint val="0"/>
                    <a:invGamma/>
                  </a:srgbClr>
                </a:gs>
              </a:gsLst>
              <a:lin ang="2700000" scaled="1"/>
            </a:gradFill>
            <a:ln w="38100" algn="ctr">
              <a:noFill/>
              <a:round/>
              <a:headEnd/>
              <a:tailEnd/>
            </a:ln>
            <a:effectLst/>
          </p:spPr>
          <p:txBody>
            <a:bodyPr wrap="none" anchor="ctr">
              <a:spAutoFit/>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latin typeface="Arial" pitchFamily="34" charset="0"/>
              </a:endParaRPr>
            </a:p>
          </p:txBody>
        </p:sp>
        <p:sp>
          <p:nvSpPr>
            <p:cNvPr id="34" name="Oval 20">
              <a:extLst>
                <a:ext uri="{FF2B5EF4-FFF2-40B4-BE49-F238E27FC236}">
                  <a16:creationId xmlns="" xmlns:a16="http://schemas.microsoft.com/office/drawing/2014/main" id="{9D8BE50C-A6BB-4D5D-B7FF-3AEBD6CD7D2E}"/>
                </a:ext>
              </a:extLst>
            </p:cNvPr>
            <p:cNvSpPr>
              <a:spLocks noChangeArrowheads="1"/>
            </p:cNvSpPr>
            <p:nvPr/>
          </p:nvSpPr>
          <p:spPr bwMode="gray">
            <a:xfrm>
              <a:off x="2254" y="1856"/>
              <a:ext cx="1262" cy="1264"/>
            </a:xfrm>
            <a:prstGeom prst="ellipse">
              <a:avLst/>
            </a:prstGeom>
            <a:gradFill rotWithShape="1">
              <a:gsLst>
                <a:gs pos="0">
                  <a:srgbClr val="48BE67">
                    <a:gamma/>
                    <a:shade val="0"/>
                    <a:invGamma/>
                  </a:srgbClr>
                </a:gs>
                <a:gs pos="100000">
                  <a:srgbClr val="48BE67"/>
                </a:gs>
              </a:gsLst>
              <a:lin ang="2700000" scaled="1"/>
            </a:gradFill>
            <a:ln w="38100" algn="ctr">
              <a:noFill/>
              <a:round/>
              <a:headEnd/>
              <a:tailEnd/>
            </a:ln>
            <a:effectLst/>
          </p:spPr>
          <p:txBody>
            <a:bodyPr wrap="none" anchor="ctr">
              <a:spAutoFit/>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latin typeface="Arial" pitchFamily="34" charset="0"/>
              </a:endParaRPr>
            </a:p>
          </p:txBody>
        </p:sp>
        <p:sp>
          <p:nvSpPr>
            <p:cNvPr id="35" name="Oval 21">
              <a:extLst>
                <a:ext uri="{FF2B5EF4-FFF2-40B4-BE49-F238E27FC236}">
                  <a16:creationId xmlns="" xmlns:a16="http://schemas.microsoft.com/office/drawing/2014/main" id="{96AB8031-737F-41E7-9E4B-34DC61B7FA4B}"/>
                </a:ext>
              </a:extLst>
            </p:cNvPr>
            <p:cNvSpPr>
              <a:spLocks noChangeArrowheads="1"/>
            </p:cNvSpPr>
            <p:nvPr/>
          </p:nvSpPr>
          <p:spPr bwMode="gray">
            <a:xfrm>
              <a:off x="2337" y="1939"/>
              <a:ext cx="1096" cy="1098"/>
            </a:xfrm>
            <a:prstGeom prst="ellipse">
              <a:avLst/>
            </a:prstGeom>
            <a:gradFill rotWithShape="1">
              <a:gsLst>
                <a:gs pos="0">
                  <a:srgbClr val="8AD4CD">
                    <a:gamma/>
                    <a:shade val="54118"/>
                    <a:invGamma/>
                  </a:srgbClr>
                </a:gs>
                <a:gs pos="50000">
                  <a:srgbClr val="8AD4CD"/>
                </a:gs>
                <a:gs pos="100000">
                  <a:srgbClr val="8AD4CD">
                    <a:gamma/>
                    <a:shade val="54118"/>
                    <a:invGamma/>
                  </a:srgbClr>
                </a:gs>
              </a:gsLst>
              <a:lin ang="18900000" scaled="1"/>
            </a:gradFill>
            <a:ln w="38100" algn="ctr">
              <a:noFill/>
              <a:round/>
              <a:headEnd/>
              <a:tailEnd/>
            </a:ln>
            <a:effectLst/>
          </p:spPr>
          <p:txBody>
            <a:bodyPr anchor="ctr">
              <a:spAutoFit/>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latin typeface="Arial" pitchFamily="34" charset="0"/>
              </a:endParaRPr>
            </a:p>
          </p:txBody>
        </p:sp>
        <p:sp>
          <p:nvSpPr>
            <p:cNvPr id="36" name="Oval 22">
              <a:extLst>
                <a:ext uri="{FF2B5EF4-FFF2-40B4-BE49-F238E27FC236}">
                  <a16:creationId xmlns="" xmlns:a16="http://schemas.microsoft.com/office/drawing/2014/main" id="{8500B833-9307-4836-B55A-C402EA8CFDAC}"/>
                </a:ext>
              </a:extLst>
            </p:cNvPr>
            <p:cNvSpPr>
              <a:spLocks noChangeArrowheads="1"/>
            </p:cNvSpPr>
            <p:nvPr/>
          </p:nvSpPr>
          <p:spPr bwMode="gray">
            <a:xfrm>
              <a:off x="2337" y="1939"/>
              <a:ext cx="1096" cy="1098"/>
            </a:xfrm>
            <a:prstGeom prst="ellipse">
              <a:avLst/>
            </a:prstGeom>
            <a:gradFill rotWithShape="1">
              <a:gsLst>
                <a:gs pos="0">
                  <a:srgbClr val="48BE67"/>
                </a:gs>
                <a:gs pos="100000">
                  <a:srgbClr val="48BE67">
                    <a:gamma/>
                    <a:shade val="48627"/>
                    <a:invGamma/>
                  </a:srgbClr>
                </a:gs>
              </a:gsLst>
              <a:lin ang="2700000" scaled="1"/>
            </a:gradFill>
            <a:ln w="38100" algn="ctr">
              <a:noFill/>
              <a:round/>
              <a:headEnd/>
              <a:tailEnd/>
            </a:ln>
            <a:effectLst/>
          </p:spPr>
          <p:txBody>
            <a:bodyPr anchor="ctr">
              <a:spAutoFit/>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latin typeface="Arial" pitchFamily="34" charset="0"/>
              </a:endParaRPr>
            </a:p>
          </p:txBody>
        </p:sp>
      </p:grpSp>
      <p:grpSp>
        <p:nvGrpSpPr>
          <p:cNvPr id="37" name="Group 23">
            <a:extLst>
              <a:ext uri="{FF2B5EF4-FFF2-40B4-BE49-F238E27FC236}">
                <a16:creationId xmlns="" xmlns:a16="http://schemas.microsoft.com/office/drawing/2014/main" id="{A77ECBC8-8907-49C6-B868-8715395CD4AB}"/>
              </a:ext>
            </a:extLst>
          </p:cNvPr>
          <p:cNvGrpSpPr>
            <a:grpSpLocks noChangeAspect="1"/>
          </p:cNvGrpSpPr>
          <p:nvPr/>
        </p:nvGrpSpPr>
        <p:grpSpPr bwMode="auto">
          <a:xfrm>
            <a:off x="6689262" y="4509223"/>
            <a:ext cx="381000" cy="381000"/>
            <a:chOff x="2078" y="1680"/>
            <a:chExt cx="1615" cy="1615"/>
          </a:xfrm>
        </p:grpSpPr>
        <p:sp>
          <p:nvSpPr>
            <p:cNvPr id="38" name="Oval 24">
              <a:extLst>
                <a:ext uri="{FF2B5EF4-FFF2-40B4-BE49-F238E27FC236}">
                  <a16:creationId xmlns="" xmlns:a16="http://schemas.microsoft.com/office/drawing/2014/main" id="{1501B9F0-1BD0-4587-A5DA-8504002448CD}"/>
                </a:ext>
              </a:extLst>
            </p:cNvPr>
            <p:cNvSpPr>
              <a:spLocks noChangeArrowheads="1"/>
            </p:cNvSpPr>
            <p:nvPr/>
          </p:nvSpPr>
          <p:spPr bwMode="gray">
            <a:xfrm>
              <a:off x="2078" y="1680"/>
              <a:ext cx="1615" cy="1615"/>
            </a:xfrm>
            <a:prstGeom prst="ellipse">
              <a:avLst/>
            </a:prstGeom>
            <a:gradFill rotWithShape="1">
              <a:gsLst>
                <a:gs pos="0">
                  <a:srgbClr val="FFFFFF">
                    <a:gamma/>
                    <a:shade val="46275"/>
                    <a:invGamma/>
                  </a:srgbClr>
                </a:gs>
                <a:gs pos="50000">
                  <a:srgbClr val="FFFFFF"/>
                </a:gs>
                <a:gs pos="100000">
                  <a:srgbClr val="FFFFFF">
                    <a:gamma/>
                    <a:shade val="46275"/>
                    <a:invGamma/>
                  </a:srgbClr>
                </a:gs>
              </a:gsLst>
              <a:lin ang="5400000" scaled="1"/>
            </a:gradFill>
            <a:ln w="57150" algn="ctr">
              <a:noFill/>
              <a:round/>
              <a:headEnd/>
              <a:tailEnd/>
            </a:ln>
            <a:effectLst/>
          </p:spPr>
          <p:txBody>
            <a:bodyPr wrap="none" anchor="ct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latin typeface="Arial" pitchFamily="34" charset="0"/>
              </a:endParaRPr>
            </a:p>
          </p:txBody>
        </p:sp>
        <p:sp>
          <p:nvSpPr>
            <p:cNvPr id="39" name="Oval 25">
              <a:extLst>
                <a:ext uri="{FF2B5EF4-FFF2-40B4-BE49-F238E27FC236}">
                  <a16:creationId xmlns="" xmlns:a16="http://schemas.microsoft.com/office/drawing/2014/main" id="{909C959D-95E6-47AB-BA03-A36E5558C646}"/>
                </a:ext>
              </a:extLst>
            </p:cNvPr>
            <p:cNvSpPr>
              <a:spLocks noChangeArrowheads="1"/>
            </p:cNvSpPr>
            <p:nvPr/>
          </p:nvSpPr>
          <p:spPr bwMode="gray">
            <a:xfrm>
              <a:off x="2170" y="1771"/>
              <a:ext cx="1430" cy="1430"/>
            </a:xfrm>
            <a:prstGeom prst="ellipse">
              <a:avLst/>
            </a:prstGeom>
            <a:gradFill rotWithShape="1">
              <a:gsLst>
                <a:gs pos="0">
                  <a:srgbClr val="FFFFFF">
                    <a:gamma/>
                    <a:shade val="63529"/>
                    <a:invGamma/>
                  </a:srgbClr>
                </a:gs>
                <a:gs pos="50000">
                  <a:srgbClr val="FFFFFF"/>
                </a:gs>
                <a:gs pos="100000">
                  <a:srgbClr val="FFFFFF">
                    <a:gamma/>
                    <a:shade val="63529"/>
                    <a:invGamma/>
                  </a:srgbClr>
                </a:gs>
              </a:gsLst>
              <a:lin ang="0" scaled="1"/>
            </a:gradFill>
            <a:ln w="9525" algn="ctr">
              <a:noFill/>
              <a:round/>
              <a:headEnd/>
              <a:tailEnd/>
            </a:ln>
            <a:effectLst/>
          </p:spPr>
          <p:txBody>
            <a:bodyPr wrap="none" anchor="ct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latin typeface="Arial" pitchFamily="34" charset="0"/>
              </a:endParaRPr>
            </a:p>
          </p:txBody>
        </p:sp>
        <p:sp>
          <p:nvSpPr>
            <p:cNvPr id="40" name="Oval 26">
              <a:extLst>
                <a:ext uri="{FF2B5EF4-FFF2-40B4-BE49-F238E27FC236}">
                  <a16:creationId xmlns="" xmlns:a16="http://schemas.microsoft.com/office/drawing/2014/main" id="{DBE4DAAC-D3AA-4C03-8635-E677788322CA}"/>
                </a:ext>
              </a:extLst>
            </p:cNvPr>
            <p:cNvSpPr>
              <a:spLocks noChangeArrowheads="1"/>
            </p:cNvSpPr>
            <p:nvPr/>
          </p:nvSpPr>
          <p:spPr bwMode="gray">
            <a:xfrm>
              <a:off x="2254" y="1856"/>
              <a:ext cx="1262" cy="1264"/>
            </a:xfrm>
            <a:prstGeom prst="ellipse">
              <a:avLst/>
            </a:prstGeom>
            <a:gradFill rotWithShape="1">
              <a:gsLst>
                <a:gs pos="0">
                  <a:srgbClr val="8AD4CD">
                    <a:gamma/>
                    <a:tint val="0"/>
                    <a:invGamma/>
                  </a:srgbClr>
                </a:gs>
                <a:gs pos="50000">
                  <a:srgbClr val="8AD4CD"/>
                </a:gs>
                <a:gs pos="100000">
                  <a:srgbClr val="8AD4CD">
                    <a:gamma/>
                    <a:tint val="0"/>
                    <a:invGamma/>
                  </a:srgbClr>
                </a:gs>
              </a:gsLst>
              <a:lin ang="2700000" scaled="1"/>
            </a:gradFill>
            <a:ln w="38100" algn="ctr">
              <a:noFill/>
              <a:round/>
              <a:headEnd/>
              <a:tailEnd/>
            </a:ln>
            <a:effectLst/>
          </p:spPr>
          <p:txBody>
            <a:bodyPr wrap="none" anchor="ctr">
              <a:spAutoFit/>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latin typeface="Arial" pitchFamily="34" charset="0"/>
              </a:endParaRPr>
            </a:p>
          </p:txBody>
        </p:sp>
        <p:sp>
          <p:nvSpPr>
            <p:cNvPr id="41" name="Oval 27">
              <a:extLst>
                <a:ext uri="{FF2B5EF4-FFF2-40B4-BE49-F238E27FC236}">
                  <a16:creationId xmlns="" xmlns:a16="http://schemas.microsoft.com/office/drawing/2014/main" id="{503A22F7-588D-4C3B-990F-521D103C8785}"/>
                </a:ext>
              </a:extLst>
            </p:cNvPr>
            <p:cNvSpPr>
              <a:spLocks noChangeArrowheads="1"/>
            </p:cNvSpPr>
            <p:nvPr/>
          </p:nvSpPr>
          <p:spPr bwMode="gray">
            <a:xfrm>
              <a:off x="2254" y="1856"/>
              <a:ext cx="1262" cy="1264"/>
            </a:xfrm>
            <a:prstGeom prst="ellipse">
              <a:avLst/>
            </a:prstGeom>
            <a:gradFill rotWithShape="1">
              <a:gsLst>
                <a:gs pos="0">
                  <a:srgbClr val="21B3E1"/>
                </a:gs>
                <a:gs pos="100000">
                  <a:srgbClr val="21B3E1">
                    <a:gamma/>
                    <a:shade val="46275"/>
                    <a:invGamma/>
                  </a:srgbClr>
                </a:gs>
              </a:gsLst>
              <a:lin ang="5400000" scaled="1"/>
            </a:gradFill>
            <a:ln w="38100" algn="ctr">
              <a:noFill/>
              <a:round/>
              <a:headEnd/>
              <a:tailEnd/>
            </a:ln>
            <a:effectLst/>
          </p:spPr>
          <p:txBody>
            <a:bodyPr wrap="none" anchor="ctr">
              <a:spAutoFit/>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latin typeface="Arial" pitchFamily="34" charset="0"/>
              </a:endParaRPr>
            </a:p>
          </p:txBody>
        </p:sp>
        <p:sp>
          <p:nvSpPr>
            <p:cNvPr id="42" name="Oval 28">
              <a:extLst>
                <a:ext uri="{FF2B5EF4-FFF2-40B4-BE49-F238E27FC236}">
                  <a16:creationId xmlns="" xmlns:a16="http://schemas.microsoft.com/office/drawing/2014/main" id="{DB14B947-3B24-4D3C-8BA6-1CDE3B23E877}"/>
                </a:ext>
              </a:extLst>
            </p:cNvPr>
            <p:cNvSpPr>
              <a:spLocks noChangeArrowheads="1"/>
            </p:cNvSpPr>
            <p:nvPr/>
          </p:nvSpPr>
          <p:spPr bwMode="gray">
            <a:xfrm>
              <a:off x="2337" y="1939"/>
              <a:ext cx="1096" cy="1098"/>
            </a:xfrm>
            <a:prstGeom prst="ellipse">
              <a:avLst/>
            </a:prstGeom>
            <a:gradFill rotWithShape="1">
              <a:gsLst>
                <a:gs pos="0">
                  <a:srgbClr val="8AD4CD">
                    <a:gamma/>
                    <a:shade val="54118"/>
                    <a:invGamma/>
                  </a:srgbClr>
                </a:gs>
                <a:gs pos="50000">
                  <a:srgbClr val="8AD4CD"/>
                </a:gs>
                <a:gs pos="100000">
                  <a:srgbClr val="8AD4CD">
                    <a:gamma/>
                    <a:shade val="54118"/>
                    <a:invGamma/>
                  </a:srgbClr>
                </a:gs>
              </a:gsLst>
              <a:lin ang="18900000" scaled="1"/>
            </a:gradFill>
            <a:ln w="38100" algn="ctr">
              <a:noFill/>
              <a:round/>
              <a:headEnd/>
              <a:tailEnd/>
            </a:ln>
            <a:effectLst/>
          </p:spPr>
          <p:txBody>
            <a:bodyPr anchor="ctr">
              <a:spAutoFit/>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latin typeface="Arial" pitchFamily="34" charset="0"/>
              </a:endParaRPr>
            </a:p>
          </p:txBody>
        </p:sp>
        <p:sp>
          <p:nvSpPr>
            <p:cNvPr id="43" name="Oval 29">
              <a:extLst>
                <a:ext uri="{FF2B5EF4-FFF2-40B4-BE49-F238E27FC236}">
                  <a16:creationId xmlns="" xmlns:a16="http://schemas.microsoft.com/office/drawing/2014/main" id="{EC52A3D0-6BC6-4E5D-88F2-AA4F423555B2}"/>
                </a:ext>
              </a:extLst>
            </p:cNvPr>
            <p:cNvSpPr>
              <a:spLocks noChangeArrowheads="1"/>
            </p:cNvSpPr>
            <p:nvPr/>
          </p:nvSpPr>
          <p:spPr bwMode="gray">
            <a:xfrm>
              <a:off x="2337" y="1939"/>
              <a:ext cx="1096" cy="1098"/>
            </a:xfrm>
            <a:prstGeom prst="ellipse">
              <a:avLst/>
            </a:prstGeom>
            <a:gradFill rotWithShape="1">
              <a:gsLst>
                <a:gs pos="0">
                  <a:srgbClr val="21B3E1"/>
                </a:gs>
                <a:gs pos="100000">
                  <a:srgbClr val="21B3E1">
                    <a:gamma/>
                    <a:shade val="48627"/>
                    <a:invGamma/>
                  </a:srgbClr>
                </a:gs>
              </a:gsLst>
              <a:lin ang="2700000" scaled="1"/>
            </a:gradFill>
            <a:ln w="38100" algn="ctr">
              <a:noFill/>
              <a:round/>
              <a:headEnd/>
              <a:tailEnd/>
            </a:ln>
            <a:effectLst/>
          </p:spPr>
          <p:txBody>
            <a:bodyPr anchor="ctr">
              <a:spAutoFit/>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latin typeface="Arial" pitchFamily="34" charset="0"/>
              </a:endParaRPr>
            </a:p>
          </p:txBody>
        </p:sp>
      </p:grpSp>
      <p:grpSp>
        <p:nvGrpSpPr>
          <p:cNvPr id="44" name="Group 30">
            <a:extLst>
              <a:ext uri="{FF2B5EF4-FFF2-40B4-BE49-F238E27FC236}">
                <a16:creationId xmlns="" xmlns:a16="http://schemas.microsoft.com/office/drawing/2014/main" id="{D8A0650F-6DD3-4C51-ACCA-8D5BB33B1046}"/>
              </a:ext>
            </a:extLst>
          </p:cNvPr>
          <p:cNvGrpSpPr>
            <a:grpSpLocks noChangeAspect="1"/>
          </p:cNvGrpSpPr>
          <p:nvPr/>
        </p:nvGrpSpPr>
        <p:grpSpPr bwMode="auto">
          <a:xfrm>
            <a:off x="7206152" y="5557868"/>
            <a:ext cx="381000" cy="381000"/>
            <a:chOff x="2078" y="1680"/>
            <a:chExt cx="1615" cy="1615"/>
          </a:xfrm>
        </p:grpSpPr>
        <p:sp>
          <p:nvSpPr>
            <p:cNvPr id="45" name="Oval 31">
              <a:extLst>
                <a:ext uri="{FF2B5EF4-FFF2-40B4-BE49-F238E27FC236}">
                  <a16:creationId xmlns="" xmlns:a16="http://schemas.microsoft.com/office/drawing/2014/main" id="{25288F4D-41F2-42AF-B1C2-9A7B3EF5B7D3}"/>
                </a:ext>
              </a:extLst>
            </p:cNvPr>
            <p:cNvSpPr>
              <a:spLocks noChangeArrowheads="1"/>
            </p:cNvSpPr>
            <p:nvPr/>
          </p:nvSpPr>
          <p:spPr bwMode="gray">
            <a:xfrm>
              <a:off x="2078" y="1680"/>
              <a:ext cx="1615" cy="1615"/>
            </a:xfrm>
            <a:prstGeom prst="ellipse">
              <a:avLst/>
            </a:prstGeom>
            <a:gradFill rotWithShape="1">
              <a:gsLst>
                <a:gs pos="0">
                  <a:srgbClr val="FFFFFF">
                    <a:gamma/>
                    <a:shade val="46275"/>
                    <a:invGamma/>
                  </a:srgbClr>
                </a:gs>
                <a:gs pos="50000">
                  <a:srgbClr val="FFFFFF"/>
                </a:gs>
                <a:gs pos="100000">
                  <a:srgbClr val="FFFFFF">
                    <a:gamma/>
                    <a:shade val="46275"/>
                    <a:invGamma/>
                  </a:srgbClr>
                </a:gs>
              </a:gsLst>
              <a:lin ang="5400000" scaled="1"/>
            </a:gradFill>
            <a:ln w="57150" algn="ctr">
              <a:noFill/>
              <a:round/>
              <a:headEnd/>
              <a:tailEnd/>
            </a:ln>
            <a:effectLst/>
          </p:spPr>
          <p:txBody>
            <a:bodyPr wrap="none" anchor="ct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latin typeface="Arial" pitchFamily="34" charset="0"/>
              </a:endParaRPr>
            </a:p>
          </p:txBody>
        </p:sp>
        <p:sp>
          <p:nvSpPr>
            <p:cNvPr id="46" name="Oval 32">
              <a:extLst>
                <a:ext uri="{FF2B5EF4-FFF2-40B4-BE49-F238E27FC236}">
                  <a16:creationId xmlns="" xmlns:a16="http://schemas.microsoft.com/office/drawing/2014/main" id="{CF97BF37-BB79-4B18-9D98-AF071CF14C1A}"/>
                </a:ext>
              </a:extLst>
            </p:cNvPr>
            <p:cNvSpPr>
              <a:spLocks noChangeArrowheads="1"/>
            </p:cNvSpPr>
            <p:nvPr/>
          </p:nvSpPr>
          <p:spPr bwMode="gray">
            <a:xfrm>
              <a:off x="2170" y="1771"/>
              <a:ext cx="1430" cy="1430"/>
            </a:xfrm>
            <a:prstGeom prst="ellipse">
              <a:avLst/>
            </a:prstGeom>
            <a:gradFill rotWithShape="1">
              <a:gsLst>
                <a:gs pos="0">
                  <a:srgbClr val="FFFFFF">
                    <a:gamma/>
                    <a:shade val="63529"/>
                    <a:invGamma/>
                  </a:srgbClr>
                </a:gs>
                <a:gs pos="50000">
                  <a:srgbClr val="FFFFFF"/>
                </a:gs>
                <a:gs pos="100000">
                  <a:srgbClr val="FFFFFF">
                    <a:gamma/>
                    <a:shade val="63529"/>
                    <a:invGamma/>
                  </a:srgbClr>
                </a:gs>
              </a:gsLst>
              <a:lin ang="0" scaled="1"/>
            </a:gradFill>
            <a:ln w="9525" algn="ctr">
              <a:noFill/>
              <a:round/>
              <a:headEnd/>
              <a:tailEnd/>
            </a:ln>
            <a:effectLst/>
          </p:spPr>
          <p:txBody>
            <a:bodyPr wrap="none" anchor="ct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latin typeface="Arial" pitchFamily="34" charset="0"/>
              </a:endParaRPr>
            </a:p>
          </p:txBody>
        </p:sp>
        <p:sp>
          <p:nvSpPr>
            <p:cNvPr id="47" name="Oval 33">
              <a:extLst>
                <a:ext uri="{FF2B5EF4-FFF2-40B4-BE49-F238E27FC236}">
                  <a16:creationId xmlns="" xmlns:a16="http://schemas.microsoft.com/office/drawing/2014/main" id="{7279C661-406B-43C8-92AE-751AD25DED0A}"/>
                </a:ext>
              </a:extLst>
            </p:cNvPr>
            <p:cNvSpPr>
              <a:spLocks noChangeArrowheads="1"/>
            </p:cNvSpPr>
            <p:nvPr/>
          </p:nvSpPr>
          <p:spPr bwMode="gray">
            <a:xfrm>
              <a:off x="2254" y="1856"/>
              <a:ext cx="1262" cy="1264"/>
            </a:xfrm>
            <a:prstGeom prst="ellipse">
              <a:avLst/>
            </a:prstGeom>
            <a:gradFill rotWithShape="1">
              <a:gsLst>
                <a:gs pos="0">
                  <a:srgbClr val="8AD4CD">
                    <a:gamma/>
                    <a:tint val="0"/>
                    <a:invGamma/>
                  </a:srgbClr>
                </a:gs>
                <a:gs pos="50000">
                  <a:srgbClr val="8AD4CD"/>
                </a:gs>
                <a:gs pos="100000">
                  <a:srgbClr val="8AD4CD">
                    <a:gamma/>
                    <a:tint val="0"/>
                    <a:invGamma/>
                  </a:srgbClr>
                </a:gs>
              </a:gsLst>
              <a:lin ang="2700000" scaled="1"/>
            </a:gradFill>
            <a:ln w="38100" algn="ctr">
              <a:noFill/>
              <a:round/>
              <a:headEnd/>
              <a:tailEnd/>
            </a:ln>
            <a:effectLst/>
          </p:spPr>
          <p:txBody>
            <a:bodyPr wrap="none" anchor="ctr">
              <a:spAutoFit/>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latin typeface="Arial" pitchFamily="34" charset="0"/>
              </a:endParaRPr>
            </a:p>
          </p:txBody>
        </p:sp>
        <p:sp>
          <p:nvSpPr>
            <p:cNvPr id="48" name="Oval 34">
              <a:extLst>
                <a:ext uri="{FF2B5EF4-FFF2-40B4-BE49-F238E27FC236}">
                  <a16:creationId xmlns="" xmlns:a16="http://schemas.microsoft.com/office/drawing/2014/main" id="{E99053BE-A9C7-411F-ADC0-7B78C2D5F070}"/>
                </a:ext>
              </a:extLst>
            </p:cNvPr>
            <p:cNvSpPr>
              <a:spLocks noChangeArrowheads="1"/>
            </p:cNvSpPr>
            <p:nvPr/>
          </p:nvSpPr>
          <p:spPr bwMode="gray">
            <a:xfrm>
              <a:off x="2254" y="1856"/>
              <a:ext cx="1262" cy="1264"/>
            </a:xfrm>
            <a:prstGeom prst="ellipse">
              <a:avLst/>
            </a:prstGeom>
            <a:gradFill rotWithShape="1">
              <a:gsLst>
                <a:gs pos="0">
                  <a:srgbClr val="8D67E1">
                    <a:gamma/>
                    <a:shade val="0"/>
                    <a:invGamma/>
                  </a:srgbClr>
                </a:gs>
                <a:gs pos="100000">
                  <a:srgbClr val="8D67E1"/>
                </a:gs>
              </a:gsLst>
              <a:lin ang="2700000" scaled="1"/>
            </a:gradFill>
            <a:ln w="38100" algn="ctr">
              <a:noFill/>
              <a:round/>
              <a:headEnd/>
              <a:tailEnd/>
            </a:ln>
            <a:effectLst/>
          </p:spPr>
          <p:txBody>
            <a:bodyPr wrap="none" anchor="ctr">
              <a:spAutoFit/>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latin typeface="Arial" pitchFamily="34" charset="0"/>
              </a:endParaRPr>
            </a:p>
          </p:txBody>
        </p:sp>
        <p:sp>
          <p:nvSpPr>
            <p:cNvPr id="49" name="Oval 35">
              <a:extLst>
                <a:ext uri="{FF2B5EF4-FFF2-40B4-BE49-F238E27FC236}">
                  <a16:creationId xmlns="" xmlns:a16="http://schemas.microsoft.com/office/drawing/2014/main" id="{A01C5860-00E7-4C78-9CF1-950C8C0864A1}"/>
                </a:ext>
              </a:extLst>
            </p:cNvPr>
            <p:cNvSpPr>
              <a:spLocks noChangeArrowheads="1"/>
            </p:cNvSpPr>
            <p:nvPr/>
          </p:nvSpPr>
          <p:spPr bwMode="gray">
            <a:xfrm>
              <a:off x="2337" y="1939"/>
              <a:ext cx="1096" cy="1098"/>
            </a:xfrm>
            <a:prstGeom prst="ellipse">
              <a:avLst/>
            </a:prstGeom>
            <a:gradFill rotWithShape="1">
              <a:gsLst>
                <a:gs pos="0">
                  <a:srgbClr val="8AD4CD">
                    <a:gamma/>
                    <a:shade val="54118"/>
                    <a:invGamma/>
                  </a:srgbClr>
                </a:gs>
                <a:gs pos="50000">
                  <a:srgbClr val="8AD4CD"/>
                </a:gs>
                <a:gs pos="100000">
                  <a:srgbClr val="8AD4CD">
                    <a:gamma/>
                    <a:shade val="54118"/>
                    <a:invGamma/>
                  </a:srgbClr>
                </a:gs>
              </a:gsLst>
              <a:lin ang="18900000" scaled="1"/>
            </a:gradFill>
            <a:ln w="38100" algn="ctr">
              <a:noFill/>
              <a:round/>
              <a:headEnd/>
              <a:tailEnd/>
            </a:ln>
            <a:effectLst/>
          </p:spPr>
          <p:txBody>
            <a:bodyPr anchor="ctr">
              <a:spAutoFit/>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latin typeface="Arial" pitchFamily="34" charset="0"/>
              </a:endParaRPr>
            </a:p>
          </p:txBody>
        </p:sp>
        <p:sp>
          <p:nvSpPr>
            <p:cNvPr id="50" name="Oval 36">
              <a:extLst>
                <a:ext uri="{FF2B5EF4-FFF2-40B4-BE49-F238E27FC236}">
                  <a16:creationId xmlns="" xmlns:a16="http://schemas.microsoft.com/office/drawing/2014/main" id="{474AA11F-5B14-4FC0-974D-5499A704DD68}"/>
                </a:ext>
              </a:extLst>
            </p:cNvPr>
            <p:cNvSpPr>
              <a:spLocks noChangeArrowheads="1"/>
            </p:cNvSpPr>
            <p:nvPr/>
          </p:nvSpPr>
          <p:spPr bwMode="gray">
            <a:xfrm>
              <a:off x="2337" y="1939"/>
              <a:ext cx="1096" cy="1098"/>
            </a:xfrm>
            <a:prstGeom prst="ellipse">
              <a:avLst/>
            </a:prstGeom>
            <a:gradFill rotWithShape="1">
              <a:gsLst>
                <a:gs pos="0">
                  <a:srgbClr val="8D67E1"/>
                </a:gs>
                <a:gs pos="100000">
                  <a:srgbClr val="8D67E1">
                    <a:gamma/>
                    <a:shade val="48627"/>
                    <a:invGamma/>
                  </a:srgbClr>
                </a:gs>
              </a:gsLst>
              <a:lin ang="2700000" scaled="1"/>
            </a:gradFill>
            <a:ln w="38100" algn="ctr">
              <a:noFill/>
              <a:round/>
              <a:headEnd/>
              <a:tailEnd/>
            </a:ln>
            <a:effectLst/>
          </p:spPr>
          <p:txBody>
            <a:bodyPr anchor="ctr">
              <a:spAutoFit/>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latin typeface="Arial" pitchFamily="34" charset="0"/>
              </a:endParaRPr>
            </a:p>
          </p:txBody>
        </p:sp>
      </p:grpSp>
      <p:sp>
        <p:nvSpPr>
          <p:cNvPr id="51" name="TextBox 50">
            <a:extLst>
              <a:ext uri="{FF2B5EF4-FFF2-40B4-BE49-F238E27FC236}">
                <a16:creationId xmlns="" xmlns:a16="http://schemas.microsoft.com/office/drawing/2014/main" id="{0D7C9433-5674-4BC9-A282-6D982E5B3065}"/>
              </a:ext>
            </a:extLst>
          </p:cNvPr>
          <p:cNvSpPr txBox="1"/>
          <p:nvPr/>
        </p:nvSpPr>
        <p:spPr>
          <a:xfrm>
            <a:off x="4119282" y="2971800"/>
            <a:ext cx="65" cy="276999"/>
          </a:xfrm>
          <a:prstGeom prst="rect">
            <a:avLst/>
          </a:prstGeom>
          <a:noFill/>
        </p:spPr>
        <p:txBody>
          <a:bodyPr wrap="none" lIns="0" tIns="0" rIns="0" bIns="0" rtlCol="0">
            <a:spAutoFit/>
          </a:bodyPr>
          <a:lstStyle/>
          <a:p>
            <a:endParaRPr lang="en-US" dirty="0"/>
          </a:p>
        </p:txBody>
      </p:sp>
      <p:sp>
        <p:nvSpPr>
          <p:cNvPr id="56" name="Slide Number Placeholder 3">
            <a:extLst>
              <a:ext uri="{FF2B5EF4-FFF2-40B4-BE49-F238E27FC236}">
                <a16:creationId xmlns="" xmlns:a16="http://schemas.microsoft.com/office/drawing/2014/main" id="{FEFB061F-8AAB-4535-B272-1BA4D5A77191}"/>
              </a:ext>
            </a:extLst>
          </p:cNvPr>
          <p:cNvSpPr>
            <a:spLocks noGrp="1"/>
          </p:cNvSpPr>
          <p:nvPr>
            <p:ph type="sldNum" sz="quarter" idx="12"/>
          </p:nvPr>
        </p:nvSpPr>
        <p:spPr>
          <a:xfrm>
            <a:off x="8965" y="6090313"/>
            <a:ext cx="676835" cy="767687"/>
          </a:xfrm>
        </p:spPr>
        <p:txBody>
          <a:bodyPr/>
          <a:lstStyle/>
          <a:p>
            <a:pPr rtl="1"/>
            <a:fld id="{E8ADF199-8047-440E-B02B-E80683B392F2}" type="slidenum">
              <a:rPr lang="fa-IR" sz="1800" smtClean="0">
                <a:solidFill>
                  <a:schemeClr val="tx1"/>
                </a:solidFill>
                <a:cs typeface="B Lotus" panose="00000400000000000000" pitchFamily="2" charset="-78"/>
              </a:rPr>
              <a:t>26</a:t>
            </a:fld>
            <a:endParaRPr lang="fa-IR" sz="1800" dirty="0">
              <a:solidFill>
                <a:schemeClr val="tx1"/>
              </a:solidFill>
              <a:cs typeface="B Lotus" panose="00000400000000000000" pitchFamily="2" charset="-78"/>
            </a:endParaRPr>
          </a:p>
        </p:txBody>
      </p:sp>
      <p:sp>
        <p:nvSpPr>
          <p:cNvPr id="65" name="AutoShape 3">
            <a:extLst>
              <a:ext uri="{FF2B5EF4-FFF2-40B4-BE49-F238E27FC236}">
                <a16:creationId xmlns="" xmlns:a16="http://schemas.microsoft.com/office/drawing/2014/main" id="{2E7CFF1D-4628-454A-8E3A-7632D84A13A7}"/>
              </a:ext>
            </a:extLst>
          </p:cNvPr>
          <p:cNvSpPr>
            <a:spLocks noChangeArrowheads="1"/>
          </p:cNvSpPr>
          <p:nvPr/>
        </p:nvSpPr>
        <p:spPr bwMode="gray">
          <a:xfrm flipH="1">
            <a:off x="173132" y="59232"/>
            <a:ext cx="2426749" cy="649224"/>
          </a:xfrm>
          <a:prstGeom prst="chevron">
            <a:avLst>
              <a:gd name="adj" fmla="val 17009"/>
            </a:avLst>
          </a:prstGeom>
          <a:solidFill>
            <a:srgbClr val="2842AE"/>
          </a:solidFill>
          <a:ln w="38100">
            <a:solidFill>
              <a:srgbClr val="EAEAEA"/>
            </a:solidFill>
            <a:miter lim="800000"/>
            <a:headEnd/>
            <a:tailEnd/>
          </a:ln>
          <a:effectLst>
            <a:outerShdw dist="109250" dir="3267739" algn="ctr" rotWithShape="0">
              <a:srgbClr val="333333">
                <a:alpha val="50000"/>
              </a:srgbClr>
            </a:outerShdw>
          </a:effectLst>
        </p:spPr>
        <p:txBody>
          <a:bodyPr wrap="square" anchor="ctr">
            <a:spAutoFit/>
          </a:bodyPr>
          <a:lstStyle/>
          <a:p>
            <a:pPr algn="ctr" fontAlgn="base">
              <a:spcBef>
                <a:spcPct val="0"/>
              </a:spcBef>
              <a:spcAft>
                <a:spcPct val="0"/>
              </a:spcAft>
            </a:pPr>
            <a:endParaRPr lang="en-US" kern="0">
              <a:solidFill>
                <a:srgbClr val="3D81BF"/>
              </a:solidFill>
            </a:endParaRPr>
          </a:p>
        </p:txBody>
      </p:sp>
      <p:pic>
        <p:nvPicPr>
          <p:cNvPr id="66" name="Picture 65" descr="پرونده:Azad University logo.png - ویکی‌پدیا، دانشنامهٔ آزاد">
            <a:extLst>
              <a:ext uri="{FF2B5EF4-FFF2-40B4-BE49-F238E27FC236}">
                <a16:creationId xmlns="" xmlns:a16="http://schemas.microsoft.com/office/drawing/2014/main" id="{2F67C891-7A76-4BAB-A300-B54DFBDD9870}"/>
              </a:ext>
            </a:extLst>
          </p:cNvPr>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8610600" y="0"/>
            <a:ext cx="533400" cy="822959"/>
          </a:xfrm>
          <a:prstGeom prst="rect">
            <a:avLst/>
          </a:prstGeom>
          <a:noFill/>
          <a:ln>
            <a:noFill/>
          </a:ln>
        </p:spPr>
      </p:pic>
      <p:sp>
        <p:nvSpPr>
          <p:cNvPr id="67" name="AutoShape 10">
            <a:extLst>
              <a:ext uri="{FF2B5EF4-FFF2-40B4-BE49-F238E27FC236}">
                <a16:creationId xmlns="" xmlns:a16="http://schemas.microsoft.com/office/drawing/2014/main" id="{2A2EA850-A064-4A9D-9C26-C017D368DF1D}"/>
              </a:ext>
            </a:extLst>
          </p:cNvPr>
          <p:cNvSpPr>
            <a:spLocks noChangeArrowheads="1"/>
          </p:cNvSpPr>
          <p:nvPr/>
        </p:nvSpPr>
        <p:spPr bwMode="gray">
          <a:xfrm flipH="1">
            <a:off x="6246677" y="59426"/>
            <a:ext cx="2057400" cy="649224"/>
          </a:xfrm>
          <a:prstGeom prst="chevron">
            <a:avLst>
              <a:gd name="adj" fmla="val 17842"/>
            </a:avLst>
          </a:prstGeom>
          <a:gradFill rotWithShape="1">
            <a:gsLst>
              <a:gs pos="0">
                <a:srgbClr val="84B09A">
                  <a:gamma/>
                  <a:shade val="46275"/>
                  <a:invGamma/>
                </a:srgbClr>
              </a:gs>
              <a:gs pos="50000">
                <a:srgbClr val="84B09A"/>
              </a:gs>
              <a:gs pos="100000">
                <a:srgbClr val="84B09A">
                  <a:gamma/>
                  <a:shade val="46275"/>
                  <a:invGamma/>
                </a:srgbClr>
              </a:gs>
            </a:gsLst>
            <a:lin ang="2700000" scaled="1"/>
          </a:gradFill>
          <a:ln w="38100">
            <a:solidFill>
              <a:srgbClr val="EAEAEA"/>
            </a:solidFill>
            <a:miter lim="800000"/>
            <a:headEnd/>
            <a:tailEnd/>
          </a:ln>
          <a:effectLst>
            <a:outerShdw dist="109250" dir="3267739" algn="ctr" rotWithShape="0">
              <a:srgbClr val="333333">
                <a:alpha val="50000"/>
              </a:srgbClr>
            </a:outerShdw>
          </a:effectLst>
        </p:spPr>
        <p:txBody>
          <a:bodyPr wrap="square" anchor="ctr">
            <a:spAutoFit/>
          </a:bodyPr>
          <a:lstStyle/>
          <a:p>
            <a:pPr algn="ctr" fontAlgn="base">
              <a:spcBef>
                <a:spcPct val="0"/>
              </a:spcBef>
              <a:spcAft>
                <a:spcPct val="0"/>
              </a:spcAft>
            </a:pPr>
            <a:endParaRPr lang="en-US" kern="0" dirty="0">
              <a:solidFill>
                <a:srgbClr val="3D81BF"/>
              </a:solidFill>
            </a:endParaRPr>
          </a:p>
        </p:txBody>
      </p:sp>
      <p:sp>
        <p:nvSpPr>
          <p:cNvPr id="68" name="AutoShape 3">
            <a:extLst>
              <a:ext uri="{FF2B5EF4-FFF2-40B4-BE49-F238E27FC236}">
                <a16:creationId xmlns="" xmlns:a16="http://schemas.microsoft.com/office/drawing/2014/main" id="{B742D6B4-C2BA-456D-8EF1-01FC0D22E95C}"/>
              </a:ext>
            </a:extLst>
          </p:cNvPr>
          <p:cNvSpPr>
            <a:spLocks noChangeArrowheads="1"/>
          </p:cNvSpPr>
          <p:nvPr/>
        </p:nvSpPr>
        <p:spPr bwMode="gray">
          <a:xfrm flipH="1">
            <a:off x="4200083" y="65559"/>
            <a:ext cx="2056086" cy="649224"/>
          </a:xfrm>
          <a:prstGeom prst="chevron">
            <a:avLst>
              <a:gd name="adj" fmla="val 17009"/>
            </a:avLst>
          </a:prstGeom>
          <a:gradFill rotWithShape="1">
            <a:gsLst>
              <a:gs pos="0">
                <a:srgbClr val="84B09A">
                  <a:gamma/>
                  <a:shade val="46275"/>
                  <a:invGamma/>
                </a:srgbClr>
              </a:gs>
              <a:gs pos="50000">
                <a:srgbClr val="84B09A"/>
              </a:gs>
              <a:gs pos="100000">
                <a:srgbClr val="84B09A">
                  <a:gamma/>
                  <a:shade val="46275"/>
                  <a:invGamma/>
                </a:srgbClr>
              </a:gs>
            </a:gsLst>
            <a:lin ang="2700000" scaled="1"/>
          </a:gradFill>
          <a:ln w="38100">
            <a:solidFill>
              <a:srgbClr val="EAEAEA"/>
            </a:solidFill>
            <a:miter lim="800000"/>
            <a:headEnd/>
            <a:tailEnd/>
          </a:ln>
          <a:effectLst>
            <a:outerShdw dist="109250" dir="3267739" algn="ctr" rotWithShape="0">
              <a:srgbClr val="333333">
                <a:alpha val="50000"/>
              </a:srgbClr>
            </a:outerShdw>
          </a:effectLst>
        </p:spPr>
        <p:txBody>
          <a:bodyPr wrap="square" anchor="ctr">
            <a:spAutoFit/>
          </a:bodyPr>
          <a:lstStyle/>
          <a:p>
            <a:pPr algn="ctr" fontAlgn="base">
              <a:spcBef>
                <a:spcPct val="0"/>
              </a:spcBef>
              <a:spcAft>
                <a:spcPct val="0"/>
              </a:spcAft>
            </a:pPr>
            <a:endParaRPr lang="en-US" kern="0" dirty="0">
              <a:solidFill>
                <a:srgbClr val="3D81BF"/>
              </a:solidFill>
            </a:endParaRPr>
          </a:p>
        </p:txBody>
      </p:sp>
      <p:sp>
        <p:nvSpPr>
          <p:cNvPr id="69" name="AutoShape 3">
            <a:extLst>
              <a:ext uri="{FF2B5EF4-FFF2-40B4-BE49-F238E27FC236}">
                <a16:creationId xmlns="" xmlns:a16="http://schemas.microsoft.com/office/drawing/2014/main" id="{A5531835-C6DF-4085-9BDC-A727B5CE3B64}"/>
              </a:ext>
            </a:extLst>
          </p:cNvPr>
          <p:cNvSpPr>
            <a:spLocks noChangeArrowheads="1"/>
          </p:cNvSpPr>
          <p:nvPr/>
        </p:nvSpPr>
        <p:spPr bwMode="gray">
          <a:xfrm flipH="1">
            <a:off x="2599881" y="59232"/>
            <a:ext cx="1600202" cy="649224"/>
          </a:xfrm>
          <a:prstGeom prst="chevron">
            <a:avLst>
              <a:gd name="adj" fmla="val 17009"/>
            </a:avLst>
          </a:prstGeom>
          <a:gradFill rotWithShape="1">
            <a:gsLst>
              <a:gs pos="0">
                <a:srgbClr val="84B09A">
                  <a:gamma/>
                  <a:shade val="46275"/>
                  <a:invGamma/>
                </a:srgbClr>
              </a:gs>
              <a:gs pos="50000">
                <a:srgbClr val="84B09A"/>
              </a:gs>
              <a:gs pos="100000">
                <a:srgbClr val="84B09A">
                  <a:gamma/>
                  <a:shade val="46275"/>
                  <a:invGamma/>
                </a:srgbClr>
              </a:gs>
            </a:gsLst>
            <a:lin ang="2700000" scaled="1"/>
          </a:gradFill>
          <a:ln w="38100">
            <a:solidFill>
              <a:srgbClr val="EAEAEA"/>
            </a:solidFill>
            <a:miter lim="800000"/>
            <a:headEnd/>
            <a:tailEnd/>
          </a:ln>
          <a:effectLst>
            <a:outerShdw dist="109250" dir="3267739" algn="ctr" rotWithShape="0">
              <a:srgbClr val="333333">
                <a:alpha val="50000"/>
              </a:srgbClr>
            </a:outerShdw>
          </a:effectLst>
        </p:spPr>
        <p:txBody>
          <a:bodyPr wrap="square" anchor="ctr">
            <a:spAutoFit/>
          </a:bodyPr>
          <a:lstStyle/>
          <a:p>
            <a:pPr algn="ctr" fontAlgn="base">
              <a:spcBef>
                <a:spcPct val="0"/>
              </a:spcBef>
              <a:spcAft>
                <a:spcPct val="0"/>
              </a:spcAft>
            </a:pPr>
            <a:endParaRPr lang="en-US" kern="0">
              <a:solidFill>
                <a:srgbClr val="3D81BF"/>
              </a:solidFill>
            </a:endParaRPr>
          </a:p>
        </p:txBody>
      </p:sp>
      <p:sp>
        <p:nvSpPr>
          <p:cNvPr id="70" name="Rectangle 69">
            <a:extLst>
              <a:ext uri="{FF2B5EF4-FFF2-40B4-BE49-F238E27FC236}">
                <a16:creationId xmlns="" xmlns:a16="http://schemas.microsoft.com/office/drawing/2014/main" id="{B51F10B5-E430-4BC2-858C-405C3B009988}"/>
              </a:ext>
            </a:extLst>
          </p:cNvPr>
          <p:cNvSpPr/>
          <p:nvPr/>
        </p:nvSpPr>
        <p:spPr>
          <a:xfrm>
            <a:off x="403231" y="91457"/>
            <a:ext cx="2056085" cy="584775"/>
          </a:xfrm>
          <a:prstGeom prst="rect">
            <a:avLst/>
          </a:prstGeom>
        </p:spPr>
        <p:txBody>
          <a:bodyPr wrap="square">
            <a:spAutoFit/>
          </a:bodyPr>
          <a:lstStyle/>
          <a:p>
            <a:pPr lvl="0" algn="ctr" rtl="1" fontAlgn="base">
              <a:spcBef>
                <a:spcPct val="0"/>
              </a:spcBef>
              <a:spcAft>
                <a:spcPct val="0"/>
              </a:spcAft>
            </a:pPr>
            <a:r>
              <a:rPr lang="fa-IR" sz="1600" b="1" dirty="0" smtClean="0">
                <a:solidFill>
                  <a:srgbClr val="FFFFFF"/>
                </a:solidFill>
                <a:latin typeface="Times New Roman" panose="02020603050405020304" pitchFamily="18" charset="0"/>
                <a:cs typeface="B Nazanin" panose="00000400000000000000" pitchFamily="2" charset="-78"/>
              </a:rPr>
              <a:t> پیاده سازی و ارزیابی همسان ساز پیشنهادی</a:t>
            </a:r>
            <a:endParaRPr lang="fa-IR" sz="1600" b="1" dirty="0">
              <a:solidFill>
                <a:srgbClr val="FFFFFF"/>
              </a:solidFill>
              <a:latin typeface="Times New Roman" panose="02020603050405020304" pitchFamily="18" charset="0"/>
              <a:cs typeface="B Nazanin" panose="00000400000000000000" pitchFamily="2" charset="-78"/>
            </a:endParaRPr>
          </a:p>
        </p:txBody>
      </p:sp>
      <p:sp>
        <p:nvSpPr>
          <p:cNvPr id="71" name="Rectangle 70">
            <a:extLst>
              <a:ext uri="{FF2B5EF4-FFF2-40B4-BE49-F238E27FC236}">
                <a16:creationId xmlns="" xmlns:a16="http://schemas.microsoft.com/office/drawing/2014/main" id="{BA7FD763-7392-4FB3-B13F-EF9D935A7C24}"/>
              </a:ext>
            </a:extLst>
          </p:cNvPr>
          <p:cNvSpPr/>
          <p:nvPr/>
        </p:nvSpPr>
        <p:spPr>
          <a:xfrm>
            <a:off x="2636749" y="78259"/>
            <a:ext cx="1600200" cy="584775"/>
          </a:xfrm>
          <a:prstGeom prst="rect">
            <a:avLst/>
          </a:prstGeom>
        </p:spPr>
        <p:txBody>
          <a:bodyPr wrap="square">
            <a:spAutoFit/>
          </a:bodyPr>
          <a:lstStyle/>
          <a:p>
            <a:pPr lvl="0" algn="ctr" rtl="1" fontAlgn="base">
              <a:spcBef>
                <a:spcPct val="0"/>
              </a:spcBef>
              <a:spcAft>
                <a:spcPct val="0"/>
              </a:spcAft>
            </a:pPr>
            <a:r>
              <a:rPr lang="fa-IR" sz="1600" b="1" dirty="0">
                <a:solidFill>
                  <a:srgbClr val="FFFFFF"/>
                </a:solidFill>
                <a:latin typeface="Times New Roman" panose="02020603050405020304" pitchFamily="18" charset="0"/>
                <a:cs typeface="B Nazanin" panose="00000400000000000000" pitchFamily="2" charset="-78"/>
              </a:rPr>
              <a:t>همسان سازی پیشنهادی</a:t>
            </a:r>
          </a:p>
        </p:txBody>
      </p:sp>
      <p:sp>
        <p:nvSpPr>
          <p:cNvPr id="72" name="Rectangle 71">
            <a:extLst>
              <a:ext uri="{FF2B5EF4-FFF2-40B4-BE49-F238E27FC236}">
                <a16:creationId xmlns="" xmlns:a16="http://schemas.microsoft.com/office/drawing/2014/main" id="{4E566E01-C2D9-408C-9484-C0EBBF4D2C33}"/>
              </a:ext>
            </a:extLst>
          </p:cNvPr>
          <p:cNvSpPr/>
          <p:nvPr/>
        </p:nvSpPr>
        <p:spPr>
          <a:xfrm>
            <a:off x="4495138" y="91457"/>
            <a:ext cx="1443038" cy="584775"/>
          </a:xfrm>
          <a:prstGeom prst="rect">
            <a:avLst/>
          </a:prstGeom>
        </p:spPr>
        <p:txBody>
          <a:bodyPr wrap="square">
            <a:spAutoFit/>
          </a:bodyPr>
          <a:lstStyle/>
          <a:p>
            <a:pPr lvl="0" algn="ctr" rtl="1" fontAlgn="base">
              <a:spcBef>
                <a:spcPct val="0"/>
              </a:spcBef>
              <a:spcAft>
                <a:spcPct val="0"/>
              </a:spcAft>
            </a:pPr>
            <a:r>
              <a:rPr lang="fa-IR" sz="1600" b="1" dirty="0">
                <a:solidFill>
                  <a:srgbClr val="FFFFFF"/>
                </a:solidFill>
                <a:latin typeface="Times New Roman" panose="02020603050405020304" pitchFamily="18" charset="0"/>
                <a:cs typeface="B Nazanin" panose="00000400000000000000" pitchFamily="2" charset="-78"/>
              </a:rPr>
              <a:t>همسان سازی باتری</a:t>
            </a:r>
          </a:p>
        </p:txBody>
      </p:sp>
      <p:sp>
        <p:nvSpPr>
          <p:cNvPr id="73" name="Rectangle 72">
            <a:extLst>
              <a:ext uri="{FF2B5EF4-FFF2-40B4-BE49-F238E27FC236}">
                <a16:creationId xmlns="" xmlns:a16="http://schemas.microsoft.com/office/drawing/2014/main" id="{4574B186-F112-4A6C-ADFE-E46D302B236B}"/>
              </a:ext>
            </a:extLst>
          </p:cNvPr>
          <p:cNvSpPr/>
          <p:nvPr/>
        </p:nvSpPr>
        <p:spPr>
          <a:xfrm>
            <a:off x="6499957" y="197162"/>
            <a:ext cx="1626786" cy="323165"/>
          </a:xfrm>
          <a:prstGeom prst="rect">
            <a:avLst/>
          </a:prstGeom>
        </p:spPr>
        <p:txBody>
          <a:bodyPr wrap="square">
            <a:spAutoFit/>
          </a:bodyPr>
          <a:lstStyle/>
          <a:p>
            <a:pPr lvl="0" algn="ctr" fontAlgn="base">
              <a:spcBef>
                <a:spcPct val="0"/>
              </a:spcBef>
              <a:spcAft>
                <a:spcPct val="0"/>
              </a:spcAft>
              <a:defRPr/>
            </a:pPr>
            <a:r>
              <a:rPr lang="fa-IR" sz="1500" b="1" kern="0" dirty="0">
                <a:solidFill>
                  <a:srgbClr val="FFFFFF"/>
                </a:solidFill>
                <a:latin typeface="Times New Roman" panose="02020603050405020304" pitchFamily="18" charset="0"/>
                <a:cs typeface="B Nazanin" pitchFamily="2" charset="-78"/>
              </a:rPr>
              <a:t>باتری ها</a:t>
            </a:r>
            <a:endParaRPr lang="en-US" sz="1500" b="1" kern="0" dirty="0">
              <a:solidFill>
                <a:srgbClr val="FFFFFF"/>
              </a:solidFill>
              <a:latin typeface="Times New Roman" panose="02020603050405020304" pitchFamily="18" charset="0"/>
              <a:cs typeface="B Nazanin" pitchFamily="2" charset="-78"/>
            </a:endParaRPr>
          </a:p>
        </p:txBody>
      </p:sp>
      <p:sp>
        <p:nvSpPr>
          <p:cNvPr id="52" name="Rounded Rectangle 175">
            <a:extLst>
              <a:ext uri="{FF2B5EF4-FFF2-40B4-BE49-F238E27FC236}">
                <a16:creationId xmlns="" xmlns:a16="http://schemas.microsoft.com/office/drawing/2014/main" id="{72F1F36F-BC0F-4EAB-B733-3BEB63BA174F}"/>
              </a:ext>
            </a:extLst>
          </p:cNvPr>
          <p:cNvSpPr/>
          <p:nvPr/>
        </p:nvSpPr>
        <p:spPr bwMode="auto">
          <a:xfrm>
            <a:off x="5181600" y="1066930"/>
            <a:ext cx="4065494" cy="418072"/>
          </a:xfrm>
          <a:prstGeom prst="roundRect">
            <a:avLst/>
          </a:prstGeom>
          <a:solidFill>
            <a:srgbClr val="3D81BF">
              <a:lumMod val="75000"/>
            </a:srgbClr>
          </a:solidFill>
          <a:ln w="9525" cap="flat" cmpd="sng" algn="ctr">
            <a:solidFill>
              <a:srgbClr val="000000"/>
            </a:solidFill>
            <a:prstDash val="solid"/>
            <a:round/>
            <a:headEnd type="none" w="med" len="med"/>
            <a:tailEnd type="none" w="med" len="med"/>
          </a:ln>
          <a:effectLst>
            <a:reflection blurRad="6350" stA="50000" endA="300" endPos="55000" dir="5400000" sy="-100000" algn="bl" rotWithShape="0"/>
          </a:effectLst>
          <a:scene3d>
            <a:camera prst="isometricOffAxis2Left"/>
            <a:lightRig rig="threePt" dir="t"/>
          </a:scene3d>
        </p:spPr>
        <p:txBody>
          <a:bodyPr vert="horz" wrap="square" lIns="91440" tIns="45720" rIns="91440" bIns="45720" numCol="1" rtlCol="0" anchor="t" anchorCtr="0" compatLnSpc="1">
            <a:prstTxWarp prst="textNoShape">
              <a:avLst/>
            </a:prstTxWarp>
          </a:bodyPr>
          <a:lstStyle/>
          <a:p>
            <a:pPr lvl="0" algn="ctr" rtl="1" fontAlgn="base">
              <a:spcBef>
                <a:spcPct val="0"/>
              </a:spcBef>
              <a:spcAft>
                <a:spcPct val="0"/>
              </a:spcAft>
            </a:pPr>
            <a:r>
              <a:rPr lang="fa-IR" sz="2000" b="1" dirty="0" smtClean="0">
                <a:solidFill>
                  <a:srgbClr val="FFFFFF"/>
                </a:solidFill>
                <a:latin typeface="Times New Roman" panose="02020603050405020304" pitchFamily="18" charset="0"/>
                <a:cs typeface="B Nazanin" panose="00000400000000000000" pitchFamily="2" charset="-78"/>
              </a:rPr>
              <a:t> پیاده سازی و ارزیابی همسان ساز پیشنهادی</a:t>
            </a:r>
            <a:endParaRPr lang="fa-IR" sz="2000" b="1" dirty="0">
              <a:solidFill>
                <a:srgbClr val="FFFFFF"/>
              </a:solidFill>
              <a:latin typeface="Times New Roman" panose="02020603050405020304" pitchFamily="18" charset="0"/>
              <a:cs typeface="B Nazanin" panose="00000400000000000000" pitchFamily="2" charset="-78"/>
            </a:endParaRPr>
          </a:p>
        </p:txBody>
      </p:sp>
    </p:spTree>
    <p:extLst>
      <p:ext uri="{BB962C8B-B14F-4D97-AF65-F5344CB8AC3E}">
        <p14:creationId xmlns:p14="http://schemas.microsoft.com/office/powerpoint/2010/main" val="1376529832"/>
      </p:ext>
    </p:extLst>
  </p:cSld>
  <p:clrMapOvr>
    <a:masterClrMapping/>
  </p:clrMapOvr>
  <p:timing>
    <p:tnLst>
      <p:par>
        <p:cTn id="1" dur="indefinite" restart="never" nodeType="tmRoot"/>
      </p:par>
    </p:tnLst>
  </p:timing>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3" name="AutoShape 3">
            <a:extLst>
              <a:ext uri="{FF2B5EF4-FFF2-40B4-BE49-F238E27FC236}">
                <a16:creationId xmlns="" xmlns:a16="http://schemas.microsoft.com/office/drawing/2014/main" id="{2E7CFF1D-4628-454A-8E3A-7632D84A13A7}"/>
              </a:ext>
            </a:extLst>
          </p:cNvPr>
          <p:cNvSpPr>
            <a:spLocks noChangeArrowheads="1"/>
          </p:cNvSpPr>
          <p:nvPr/>
        </p:nvSpPr>
        <p:spPr bwMode="gray">
          <a:xfrm flipH="1">
            <a:off x="173132" y="59232"/>
            <a:ext cx="2426749" cy="649224"/>
          </a:xfrm>
          <a:prstGeom prst="chevron">
            <a:avLst>
              <a:gd name="adj" fmla="val 17009"/>
            </a:avLst>
          </a:prstGeom>
          <a:solidFill>
            <a:srgbClr val="2842AE"/>
          </a:solidFill>
          <a:ln w="38100">
            <a:solidFill>
              <a:srgbClr val="EAEAEA"/>
            </a:solidFill>
            <a:miter lim="800000"/>
            <a:headEnd/>
            <a:tailEnd/>
          </a:ln>
          <a:effectLst>
            <a:outerShdw dist="109250" dir="3267739" algn="ctr" rotWithShape="0">
              <a:srgbClr val="333333">
                <a:alpha val="50000"/>
              </a:srgbClr>
            </a:outerShdw>
          </a:effectLst>
        </p:spPr>
        <p:txBody>
          <a:bodyPr wrap="square" anchor="ctr">
            <a:spAutoFit/>
          </a:bodyPr>
          <a:lstStyle/>
          <a:p>
            <a:pPr algn="ctr" fontAlgn="base">
              <a:spcBef>
                <a:spcPct val="0"/>
              </a:spcBef>
              <a:spcAft>
                <a:spcPct val="0"/>
              </a:spcAft>
            </a:pPr>
            <a:endParaRPr lang="en-US" kern="0">
              <a:solidFill>
                <a:srgbClr val="3D81BF"/>
              </a:solidFill>
            </a:endParaRPr>
          </a:p>
        </p:txBody>
      </p:sp>
      <p:sp>
        <p:nvSpPr>
          <p:cNvPr id="26" name="Slide Number Placeholder 3">
            <a:extLst>
              <a:ext uri="{FF2B5EF4-FFF2-40B4-BE49-F238E27FC236}">
                <a16:creationId xmlns="" xmlns:a16="http://schemas.microsoft.com/office/drawing/2014/main" id="{FEFB061F-8AAB-4535-B272-1BA4D5A77191}"/>
              </a:ext>
            </a:extLst>
          </p:cNvPr>
          <p:cNvSpPr txBox="1">
            <a:spLocks/>
          </p:cNvSpPr>
          <p:nvPr/>
        </p:nvSpPr>
        <p:spPr>
          <a:xfrm>
            <a:off x="8965" y="6090313"/>
            <a:ext cx="676835" cy="767687"/>
          </a:xfrm>
          <a:prstGeom prst="rect">
            <a:avLst/>
          </a:prstGeom>
        </p:spPr>
        <p:txBody>
          <a:bodyPr vert="horz" lIns="91440" tIns="45720" rIns="91440" bIns="45720" rtlCol="0" anchor="ctr"/>
          <a:lstStyle>
            <a:defPPr>
              <a:defRPr lang="en-US"/>
            </a:defPPr>
            <a:lvl1pPr marL="0" algn="l" defTabSz="914400" rtl="0" eaLnBrk="1" latinLnBrk="0" hangingPunct="1">
              <a:defRPr sz="1400" b="1" kern="1200">
                <a:solidFill>
                  <a:srgbClr val="FFFFFF"/>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rtl="1"/>
            <a:fld id="{E8ADF199-8047-440E-B02B-E80683B392F2}" type="slidenum">
              <a:rPr lang="fa-IR" sz="1800" smtClean="0">
                <a:solidFill>
                  <a:schemeClr val="tx1"/>
                </a:solidFill>
                <a:cs typeface="B Lotus" panose="00000400000000000000" pitchFamily="2" charset="-78"/>
              </a:rPr>
              <a:pPr rtl="1"/>
              <a:t>27</a:t>
            </a:fld>
            <a:endParaRPr lang="fa-IR" sz="1800" dirty="0">
              <a:solidFill>
                <a:schemeClr val="tx1"/>
              </a:solidFill>
              <a:cs typeface="B Lotus" panose="00000400000000000000" pitchFamily="2" charset="-78"/>
            </a:endParaRPr>
          </a:p>
        </p:txBody>
      </p:sp>
      <p:pic>
        <p:nvPicPr>
          <p:cNvPr id="30" name="Picture 29" descr="پرونده:Azad University logo.png - ویکی‌پدیا، دانشنامهٔ آزاد">
            <a:extLst>
              <a:ext uri="{FF2B5EF4-FFF2-40B4-BE49-F238E27FC236}">
                <a16:creationId xmlns="" xmlns:a16="http://schemas.microsoft.com/office/drawing/2014/main" id="{2F67C891-7A76-4BAB-A300-B54DFBDD9870}"/>
              </a:ext>
            </a:extLst>
          </p:cNvPr>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8610600" y="0"/>
            <a:ext cx="533400" cy="822959"/>
          </a:xfrm>
          <a:prstGeom prst="rect">
            <a:avLst/>
          </a:prstGeom>
          <a:noFill/>
          <a:ln>
            <a:noFill/>
          </a:ln>
        </p:spPr>
      </p:pic>
      <p:sp>
        <p:nvSpPr>
          <p:cNvPr id="35" name="AutoShape 10">
            <a:extLst>
              <a:ext uri="{FF2B5EF4-FFF2-40B4-BE49-F238E27FC236}">
                <a16:creationId xmlns="" xmlns:a16="http://schemas.microsoft.com/office/drawing/2014/main" id="{2A2EA850-A064-4A9D-9C26-C017D368DF1D}"/>
              </a:ext>
            </a:extLst>
          </p:cNvPr>
          <p:cNvSpPr>
            <a:spLocks noChangeArrowheads="1"/>
          </p:cNvSpPr>
          <p:nvPr/>
        </p:nvSpPr>
        <p:spPr bwMode="gray">
          <a:xfrm flipH="1">
            <a:off x="6246677" y="59426"/>
            <a:ext cx="2057400" cy="649224"/>
          </a:xfrm>
          <a:prstGeom prst="chevron">
            <a:avLst>
              <a:gd name="adj" fmla="val 17842"/>
            </a:avLst>
          </a:prstGeom>
          <a:gradFill rotWithShape="1">
            <a:gsLst>
              <a:gs pos="0">
                <a:srgbClr val="84B09A">
                  <a:gamma/>
                  <a:shade val="46275"/>
                  <a:invGamma/>
                </a:srgbClr>
              </a:gs>
              <a:gs pos="50000">
                <a:srgbClr val="84B09A"/>
              </a:gs>
              <a:gs pos="100000">
                <a:srgbClr val="84B09A">
                  <a:gamma/>
                  <a:shade val="46275"/>
                  <a:invGamma/>
                </a:srgbClr>
              </a:gs>
            </a:gsLst>
            <a:lin ang="2700000" scaled="1"/>
          </a:gradFill>
          <a:ln w="38100">
            <a:solidFill>
              <a:srgbClr val="EAEAEA"/>
            </a:solidFill>
            <a:miter lim="800000"/>
            <a:headEnd/>
            <a:tailEnd/>
          </a:ln>
          <a:effectLst>
            <a:outerShdw dist="109250" dir="3267739" algn="ctr" rotWithShape="0">
              <a:srgbClr val="333333">
                <a:alpha val="50000"/>
              </a:srgbClr>
            </a:outerShdw>
          </a:effectLst>
        </p:spPr>
        <p:txBody>
          <a:bodyPr wrap="square" anchor="ctr">
            <a:spAutoFit/>
          </a:bodyPr>
          <a:lstStyle/>
          <a:p>
            <a:pPr algn="ctr" fontAlgn="base">
              <a:spcBef>
                <a:spcPct val="0"/>
              </a:spcBef>
              <a:spcAft>
                <a:spcPct val="0"/>
              </a:spcAft>
            </a:pPr>
            <a:endParaRPr lang="en-US" kern="0" dirty="0">
              <a:solidFill>
                <a:srgbClr val="3D81BF"/>
              </a:solidFill>
            </a:endParaRPr>
          </a:p>
        </p:txBody>
      </p:sp>
      <p:sp>
        <p:nvSpPr>
          <p:cNvPr id="36" name="AutoShape 3">
            <a:extLst>
              <a:ext uri="{FF2B5EF4-FFF2-40B4-BE49-F238E27FC236}">
                <a16:creationId xmlns="" xmlns:a16="http://schemas.microsoft.com/office/drawing/2014/main" id="{B742D6B4-C2BA-456D-8EF1-01FC0D22E95C}"/>
              </a:ext>
            </a:extLst>
          </p:cNvPr>
          <p:cNvSpPr>
            <a:spLocks noChangeArrowheads="1"/>
          </p:cNvSpPr>
          <p:nvPr/>
        </p:nvSpPr>
        <p:spPr bwMode="gray">
          <a:xfrm flipH="1">
            <a:off x="4200083" y="65559"/>
            <a:ext cx="2056086" cy="649224"/>
          </a:xfrm>
          <a:prstGeom prst="chevron">
            <a:avLst>
              <a:gd name="adj" fmla="val 17009"/>
            </a:avLst>
          </a:prstGeom>
          <a:gradFill rotWithShape="1">
            <a:gsLst>
              <a:gs pos="0">
                <a:srgbClr val="84B09A">
                  <a:gamma/>
                  <a:shade val="46275"/>
                  <a:invGamma/>
                </a:srgbClr>
              </a:gs>
              <a:gs pos="50000">
                <a:srgbClr val="84B09A"/>
              </a:gs>
              <a:gs pos="100000">
                <a:srgbClr val="84B09A">
                  <a:gamma/>
                  <a:shade val="46275"/>
                  <a:invGamma/>
                </a:srgbClr>
              </a:gs>
            </a:gsLst>
            <a:lin ang="2700000" scaled="1"/>
          </a:gradFill>
          <a:ln w="38100">
            <a:solidFill>
              <a:srgbClr val="EAEAEA"/>
            </a:solidFill>
            <a:miter lim="800000"/>
            <a:headEnd/>
            <a:tailEnd/>
          </a:ln>
          <a:effectLst>
            <a:outerShdw dist="109250" dir="3267739" algn="ctr" rotWithShape="0">
              <a:srgbClr val="333333">
                <a:alpha val="50000"/>
              </a:srgbClr>
            </a:outerShdw>
          </a:effectLst>
        </p:spPr>
        <p:txBody>
          <a:bodyPr wrap="square" anchor="ctr">
            <a:spAutoFit/>
          </a:bodyPr>
          <a:lstStyle/>
          <a:p>
            <a:pPr algn="ctr" fontAlgn="base">
              <a:spcBef>
                <a:spcPct val="0"/>
              </a:spcBef>
              <a:spcAft>
                <a:spcPct val="0"/>
              </a:spcAft>
            </a:pPr>
            <a:endParaRPr lang="en-US" kern="0" dirty="0">
              <a:solidFill>
                <a:srgbClr val="3D81BF"/>
              </a:solidFill>
            </a:endParaRPr>
          </a:p>
        </p:txBody>
      </p:sp>
      <p:sp>
        <p:nvSpPr>
          <p:cNvPr id="37" name="AutoShape 3">
            <a:extLst>
              <a:ext uri="{FF2B5EF4-FFF2-40B4-BE49-F238E27FC236}">
                <a16:creationId xmlns="" xmlns:a16="http://schemas.microsoft.com/office/drawing/2014/main" id="{A5531835-C6DF-4085-9BDC-A727B5CE3B64}"/>
              </a:ext>
            </a:extLst>
          </p:cNvPr>
          <p:cNvSpPr>
            <a:spLocks noChangeArrowheads="1"/>
          </p:cNvSpPr>
          <p:nvPr/>
        </p:nvSpPr>
        <p:spPr bwMode="gray">
          <a:xfrm flipH="1">
            <a:off x="2599881" y="59232"/>
            <a:ext cx="1600202" cy="649224"/>
          </a:xfrm>
          <a:prstGeom prst="chevron">
            <a:avLst>
              <a:gd name="adj" fmla="val 17009"/>
            </a:avLst>
          </a:prstGeom>
          <a:gradFill rotWithShape="1">
            <a:gsLst>
              <a:gs pos="0">
                <a:srgbClr val="84B09A">
                  <a:gamma/>
                  <a:shade val="46275"/>
                  <a:invGamma/>
                </a:srgbClr>
              </a:gs>
              <a:gs pos="50000">
                <a:srgbClr val="84B09A"/>
              </a:gs>
              <a:gs pos="100000">
                <a:srgbClr val="84B09A">
                  <a:gamma/>
                  <a:shade val="46275"/>
                  <a:invGamma/>
                </a:srgbClr>
              </a:gs>
            </a:gsLst>
            <a:lin ang="2700000" scaled="1"/>
          </a:gradFill>
          <a:ln w="38100">
            <a:solidFill>
              <a:srgbClr val="EAEAEA"/>
            </a:solidFill>
            <a:miter lim="800000"/>
            <a:headEnd/>
            <a:tailEnd/>
          </a:ln>
          <a:effectLst>
            <a:outerShdw dist="109250" dir="3267739" algn="ctr" rotWithShape="0">
              <a:srgbClr val="333333">
                <a:alpha val="50000"/>
              </a:srgbClr>
            </a:outerShdw>
          </a:effectLst>
        </p:spPr>
        <p:txBody>
          <a:bodyPr wrap="square" anchor="ctr">
            <a:spAutoFit/>
          </a:bodyPr>
          <a:lstStyle/>
          <a:p>
            <a:pPr algn="ctr" fontAlgn="base">
              <a:spcBef>
                <a:spcPct val="0"/>
              </a:spcBef>
              <a:spcAft>
                <a:spcPct val="0"/>
              </a:spcAft>
            </a:pPr>
            <a:endParaRPr lang="en-US" kern="0">
              <a:solidFill>
                <a:srgbClr val="3D81BF"/>
              </a:solidFill>
            </a:endParaRPr>
          </a:p>
        </p:txBody>
      </p:sp>
      <p:sp>
        <p:nvSpPr>
          <p:cNvPr id="38" name="Rectangle 37">
            <a:extLst>
              <a:ext uri="{FF2B5EF4-FFF2-40B4-BE49-F238E27FC236}">
                <a16:creationId xmlns="" xmlns:a16="http://schemas.microsoft.com/office/drawing/2014/main" id="{B51F10B5-E430-4BC2-858C-405C3B009988}"/>
              </a:ext>
            </a:extLst>
          </p:cNvPr>
          <p:cNvSpPr/>
          <p:nvPr/>
        </p:nvSpPr>
        <p:spPr>
          <a:xfrm>
            <a:off x="403231" y="91457"/>
            <a:ext cx="2056085" cy="584775"/>
          </a:xfrm>
          <a:prstGeom prst="rect">
            <a:avLst/>
          </a:prstGeom>
        </p:spPr>
        <p:txBody>
          <a:bodyPr wrap="square">
            <a:spAutoFit/>
          </a:bodyPr>
          <a:lstStyle/>
          <a:p>
            <a:pPr lvl="0" algn="ctr" rtl="1" fontAlgn="base">
              <a:spcBef>
                <a:spcPct val="0"/>
              </a:spcBef>
              <a:spcAft>
                <a:spcPct val="0"/>
              </a:spcAft>
            </a:pPr>
            <a:r>
              <a:rPr lang="fa-IR" sz="1600" b="1" dirty="0" smtClean="0">
                <a:solidFill>
                  <a:srgbClr val="FFFFFF"/>
                </a:solidFill>
                <a:latin typeface="Times New Roman" panose="02020603050405020304" pitchFamily="18" charset="0"/>
                <a:cs typeface="B Nazanin" panose="00000400000000000000" pitchFamily="2" charset="-78"/>
              </a:rPr>
              <a:t> پیاده سازی و ارزیابی همسان ساز پیشنهادی</a:t>
            </a:r>
            <a:endParaRPr lang="fa-IR" sz="1600" b="1" dirty="0">
              <a:solidFill>
                <a:srgbClr val="FFFFFF"/>
              </a:solidFill>
              <a:latin typeface="Times New Roman" panose="02020603050405020304" pitchFamily="18" charset="0"/>
              <a:cs typeface="B Nazanin" panose="00000400000000000000" pitchFamily="2" charset="-78"/>
            </a:endParaRPr>
          </a:p>
        </p:txBody>
      </p:sp>
      <p:sp>
        <p:nvSpPr>
          <p:cNvPr id="39" name="Rectangle 38">
            <a:extLst>
              <a:ext uri="{FF2B5EF4-FFF2-40B4-BE49-F238E27FC236}">
                <a16:creationId xmlns="" xmlns:a16="http://schemas.microsoft.com/office/drawing/2014/main" id="{BA7FD763-7392-4FB3-B13F-EF9D935A7C24}"/>
              </a:ext>
            </a:extLst>
          </p:cNvPr>
          <p:cNvSpPr/>
          <p:nvPr/>
        </p:nvSpPr>
        <p:spPr>
          <a:xfrm>
            <a:off x="2636749" y="78259"/>
            <a:ext cx="1600200" cy="584775"/>
          </a:xfrm>
          <a:prstGeom prst="rect">
            <a:avLst/>
          </a:prstGeom>
        </p:spPr>
        <p:txBody>
          <a:bodyPr wrap="square">
            <a:spAutoFit/>
          </a:bodyPr>
          <a:lstStyle/>
          <a:p>
            <a:pPr lvl="0" algn="ctr" rtl="1" fontAlgn="base">
              <a:spcBef>
                <a:spcPct val="0"/>
              </a:spcBef>
              <a:spcAft>
                <a:spcPct val="0"/>
              </a:spcAft>
            </a:pPr>
            <a:r>
              <a:rPr lang="fa-IR" sz="1600" b="1" dirty="0">
                <a:solidFill>
                  <a:srgbClr val="FFFFFF"/>
                </a:solidFill>
                <a:latin typeface="Times New Roman" panose="02020603050405020304" pitchFamily="18" charset="0"/>
                <a:cs typeface="B Nazanin" panose="00000400000000000000" pitchFamily="2" charset="-78"/>
              </a:rPr>
              <a:t>همسان سازی پیشنهادی</a:t>
            </a:r>
          </a:p>
        </p:txBody>
      </p:sp>
      <p:sp>
        <p:nvSpPr>
          <p:cNvPr id="40" name="Rectangle 39">
            <a:extLst>
              <a:ext uri="{FF2B5EF4-FFF2-40B4-BE49-F238E27FC236}">
                <a16:creationId xmlns="" xmlns:a16="http://schemas.microsoft.com/office/drawing/2014/main" id="{4E566E01-C2D9-408C-9484-C0EBBF4D2C33}"/>
              </a:ext>
            </a:extLst>
          </p:cNvPr>
          <p:cNvSpPr/>
          <p:nvPr/>
        </p:nvSpPr>
        <p:spPr>
          <a:xfrm>
            <a:off x="4495138" y="91457"/>
            <a:ext cx="1443038" cy="584775"/>
          </a:xfrm>
          <a:prstGeom prst="rect">
            <a:avLst/>
          </a:prstGeom>
        </p:spPr>
        <p:txBody>
          <a:bodyPr wrap="square">
            <a:spAutoFit/>
          </a:bodyPr>
          <a:lstStyle/>
          <a:p>
            <a:pPr lvl="0" algn="ctr" rtl="1" fontAlgn="base">
              <a:spcBef>
                <a:spcPct val="0"/>
              </a:spcBef>
              <a:spcAft>
                <a:spcPct val="0"/>
              </a:spcAft>
            </a:pPr>
            <a:r>
              <a:rPr lang="fa-IR" sz="1600" b="1" dirty="0">
                <a:solidFill>
                  <a:srgbClr val="FFFFFF"/>
                </a:solidFill>
                <a:latin typeface="Times New Roman" panose="02020603050405020304" pitchFamily="18" charset="0"/>
                <a:cs typeface="B Nazanin" panose="00000400000000000000" pitchFamily="2" charset="-78"/>
              </a:rPr>
              <a:t>همسان سازی باتری</a:t>
            </a:r>
          </a:p>
        </p:txBody>
      </p:sp>
      <p:sp>
        <p:nvSpPr>
          <p:cNvPr id="41" name="Rectangle 40">
            <a:extLst>
              <a:ext uri="{FF2B5EF4-FFF2-40B4-BE49-F238E27FC236}">
                <a16:creationId xmlns="" xmlns:a16="http://schemas.microsoft.com/office/drawing/2014/main" id="{4574B186-F112-4A6C-ADFE-E46D302B236B}"/>
              </a:ext>
            </a:extLst>
          </p:cNvPr>
          <p:cNvSpPr/>
          <p:nvPr/>
        </p:nvSpPr>
        <p:spPr>
          <a:xfrm>
            <a:off x="6499957" y="197162"/>
            <a:ext cx="1626786" cy="323165"/>
          </a:xfrm>
          <a:prstGeom prst="rect">
            <a:avLst/>
          </a:prstGeom>
        </p:spPr>
        <p:txBody>
          <a:bodyPr wrap="square">
            <a:spAutoFit/>
          </a:bodyPr>
          <a:lstStyle/>
          <a:p>
            <a:pPr lvl="0" algn="ctr" fontAlgn="base">
              <a:spcBef>
                <a:spcPct val="0"/>
              </a:spcBef>
              <a:spcAft>
                <a:spcPct val="0"/>
              </a:spcAft>
              <a:defRPr/>
            </a:pPr>
            <a:r>
              <a:rPr lang="fa-IR" sz="1500" b="1" kern="0" dirty="0">
                <a:solidFill>
                  <a:srgbClr val="FFFFFF"/>
                </a:solidFill>
                <a:latin typeface="Times New Roman" panose="02020603050405020304" pitchFamily="18" charset="0"/>
                <a:cs typeface="B Nazanin" pitchFamily="2" charset="-78"/>
              </a:rPr>
              <a:t>باتری ها</a:t>
            </a:r>
            <a:endParaRPr lang="en-US" sz="1500" b="1" kern="0" dirty="0">
              <a:solidFill>
                <a:srgbClr val="FFFFFF"/>
              </a:solidFill>
              <a:latin typeface="Times New Roman" panose="02020603050405020304" pitchFamily="18" charset="0"/>
              <a:cs typeface="B Nazanin" pitchFamily="2" charset="-78"/>
            </a:endParaRPr>
          </a:p>
        </p:txBody>
      </p:sp>
      <p:sp>
        <p:nvSpPr>
          <p:cNvPr id="2" name="Rectangle 1"/>
          <p:cNvSpPr/>
          <p:nvPr/>
        </p:nvSpPr>
        <p:spPr>
          <a:xfrm>
            <a:off x="163316" y="5325003"/>
            <a:ext cx="8869680" cy="338554"/>
          </a:xfrm>
          <a:prstGeom prst="rect">
            <a:avLst/>
          </a:prstGeom>
        </p:spPr>
        <p:txBody>
          <a:bodyPr wrap="square">
            <a:spAutoFit/>
          </a:bodyPr>
          <a:lstStyle/>
          <a:p>
            <a:pPr algn="ctr" rtl="1"/>
            <a:r>
              <a:rPr lang="fa-IR" sz="1600" dirty="0" smtClean="0">
                <a:latin typeface="Times New Roman" panose="02020603050405020304" pitchFamily="18" charset="0"/>
                <a:ea typeface="Times New Roman" panose="02020603050405020304" pitchFamily="18" charset="0"/>
                <a:cs typeface="B Nazanin" panose="00000400000000000000" pitchFamily="2" charset="-78"/>
              </a:rPr>
              <a:t>شکل</a:t>
            </a:r>
            <a:r>
              <a:rPr lang="ar-SA" sz="1600" dirty="0" smtClean="0">
                <a:latin typeface="Times New Roman" panose="02020603050405020304" pitchFamily="18" charset="0"/>
                <a:ea typeface="Times New Roman" panose="02020603050405020304" pitchFamily="18" charset="0"/>
                <a:cs typeface="B Nazanin" panose="00000400000000000000" pitchFamily="2" charset="-78"/>
              </a:rPr>
              <a:t> مقایسه‌ی </a:t>
            </a:r>
            <a:r>
              <a:rPr lang="ar-SA" sz="1600" dirty="0">
                <a:latin typeface="Times New Roman" panose="02020603050405020304" pitchFamily="18" charset="0"/>
                <a:ea typeface="Times New Roman" panose="02020603050405020304" pitchFamily="18" charset="0"/>
                <a:cs typeface="B Nazanin" panose="00000400000000000000" pitchFamily="2" charset="-78"/>
              </a:rPr>
              <a:t>خروجی در همسان‌ساز پیشنهادی </a:t>
            </a:r>
            <a:r>
              <a:rPr lang="ar-SA" sz="1600" dirty="0" smtClean="0">
                <a:latin typeface="Times New Roman" panose="02020603050405020304" pitchFamily="18" charset="0"/>
                <a:ea typeface="Times New Roman" panose="02020603050405020304" pitchFamily="18" charset="0"/>
                <a:cs typeface="B Nazanin" panose="00000400000000000000" pitchFamily="2" charset="-78"/>
              </a:rPr>
              <a:t>(</a:t>
            </a:r>
            <a:r>
              <a:rPr lang="en-US" sz="1600" dirty="0" smtClean="0">
                <a:latin typeface="Times New Roman" panose="02020603050405020304" pitchFamily="18" charset="0"/>
                <a:ea typeface="Times New Roman" panose="02020603050405020304" pitchFamily="18" charset="0"/>
                <a:cs typeface="B Nazanin" panose="00000400000000000000" pitchFamily="2" charset="-78"/>
              </a:rPr>
              <a:t>PSO-DBSCAN</a:t>
            </a:r>
            <a:r>
              <a:rPr lang="en-US" sz="1600" dirty="0">
                <a:latin typeface="Times New Roman" panose="02020603050405020304" pitchFamily="18" charset="0"/>
                <a:ea typeface="Times New Roman" panose="02020603050405020304" pitchFamily="18" charset="0"/>
                <a:cs typeface="B Nazanin" panose="00000400000000000000" pitchFamily="2" charset="-78"/>
              </a:rPr>
              <a:t>) </a:t>
            </a:r>
            <a:r>
              <a:rPr lang="ar-SA" sz="1600" dirty="0">
                <a:latin typeface="Times New Roman" panose="02020603050405020304" pitchFamily="18" charset="0"/>
                <a:ea typeface="Times New Roman" panose="02020603050405020304" pitchFamily="18" charset="0"/>
                <a:cs typeface="B Nazanin" panose="00000400000000000000" pitchFamily="2" charset="-78"/>
              </a:rPr>
              <a:t>و [67] (</a:t>
            </a:r>
            <a:r>
              <a:rPr lang="en-US" sz="1600" dirty="0">
                <a:latin typeface="Times New Roman" panose="02020603050405020304" pitchFamily="18" charset="0"/>
                <a:ea typeface="Times New Roman" panose="02020603050405020304" pitchFamily="18" charset="0"/>
                <a:cs typeface="B Nazanin" panose="00000400000000000000" pitchFamily="2" charset="-78"/>
              </a:rPr>
              <a:t>DBSCAN)</a:t>
            </a:r>
            <a:endParaRPr lang="en-US" sz="1600" dirty="0"/>
          </a:p>
        </p:txBody>
      </p:sp>
      <p:sp>
        <p:nvSpPr>
          <p:cNvPr id="19" name="Rectangle 18"/>
          <p:cNvSpPr/>
          <p:nvPr/>
        </p:nvSpPr>
        <p:spPr>
          <a:xfrm>
            <a:off x="173132" y="815330"/>
            <a:ext cx="700378" cy="369332"/>
          </a:xfrm>
          <a:prstGeom prst="rect">
            <a:avLst/>
          </a:prstGeom>
        </p:spPr>
        <p:txBody>
          <a:bodyPr wrap="square">
            <a:spAutoFit/>
          </a:bodyPr>
          <a:lstStyle/>
          <a:p>
            <a:pPr algn="ctr" rtl="1"/>
            <a:r>
              <a:rPr lang="fa-IR" dirty="0" smtClean="0">
                <a:latin typeface="Times New Roman" panose="02020603050405020304" pitchFamily="18" charset="0"/>
                <a:cs typeface="B Nazanin" panose="00000400000000000000" pitchFamily="2" charset="-78"/>
              </a:rPr>
              <a:t>مقایسه</a:t>
            </a:r>
            <a:endParaRPr lang="en-US" dirty="0"/>
          </a:p>
        </p:txBody>
      </p:sp>
      <p:pic>
        <p:nvPicPr>
          <p:cNvPr id="23" name="Picture 22"/>
          <p:cNvPicPr/>
          <p:nvPr/>
        </p:nvPicPr>
        <p:blipFill rotWithShape="1">
          <a:blip r:embed="rId4" cstate="print">
            <a:extLst>
              <a:ext uri="{28A0092B-C50C-407E-A947-70E740481C1C}">
                <a14:useLocalDpi xmlns:a14="http://schemas.microsoft.com/office/drawing/2010/main" val="0"/>
              </a:ext>
            </a:extLst>
          </a:blip>
          <a:srcRect l="9374" r="6251"/>
          <a:stretch/>
        </p:blipFill>
        <p:spPr bwMode="auto">
          <a:xfrm>
            <a:off x="163316" y="2438400"/>
            <a:ext cx="4475068" cy="2651516"/>
          </a:xfrm>
          <a:prstGeom prst="rect">
            <a:avLst/>
          </a:prstGeom>
          <a:noFill/>
          <a:ln>
            <a:noFill/>
          </a:ln>
        </p:spPr>
      </p:pic>
      <p:pic>
        <p:nvPicPr>
          <p:cNvPr id="25" name="Picture 24"/>
          <p:cNvPicPr/>
          <p:nvPr/>
        </p:nvPicPr>
        <p:blipFill>
          <a:blip r:embed="rId5"/>
          <a:stretch>
            <a:fillRect/>
          </a:stretch>
        </p:blipFill>
        <p:spPr>
          <a:xfrm>
            <a:off x="4662778" y="2438400"/>
            <a:ext cx="4481222" cy="2830574"/>
          </a:xfrm>
          <a:prstGeom prst="rect">
            <a:avLst/>
          </a:prstGeom>
        </p:spPr>
      </p:pic>
    </p:spTree>
    <p:extLst>
      <p:ext uri="{BB962C8B-B14F-4D97-AF65-F5344CB8AC3E}">
        <p14:creationId xmlns:p14="http://schemas.microsoft.com/office/powerpoint/2010/main" val="2459275209"/>
      </p:ext>
    </p:extLst>
  </p:cSld>
  <p:clrMapOvr>
    <a:masterClrMapping/>
  </p:clrMapOvr>
  <p:timing>
    <p:tnLst>
      <p:par>
        <p:cTn id="1" dur="indefinite" restart="never" nodeType="tmRoot"/>
      </p:par>
    </p:tnLst>
  </p:timing>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3" name="AutoShape 3">
            <a:extLst>
              <a:ext uri="{FF2B5EF4-FFF2-40B4-BE49-F238E27FC236}">
                <a16:creationId xmlns="" xmlns:a16="http://schemas.microsoft.com/office/drawing/2014/main" id="{2E7CFF1D-4628-454A-8E3A-7632D84A13A7}"/>
              </a:ext>
            </a:extLst>
          </p:cNvPr>
          <p:cNvSpPr>
            <a:spLocks noChangeArrowheads="1"/>
          </p:cNvSpPr>
          <p:nvPr/>
        </p:nvSpPr>
        <p:spPr bwMode="gray">
          <a:xfrm flipH="1">
            <a:off x="173132" y="59232"/>
            <a:ext cx="2426749" cy="649224"/>
          </a:xfrm>
          <a:prstGeom prst="chevron">
            <a:avLst>
              <a:gd name="adj" fmla="val 17009"/>
            </a:avLst>
          </a:prstGeom>
          <a:solidFill>
            <a:srgbClr val="2842AE"/>
          </a:solidFill>
          <a:ln w="38100">
            <a:solidFill>
              <a:srgbClr val="EAEAEA"/>
            </a:solidFill>
            <a:miter lim="800000"/>
            <a:headEnd/>
            <a:tailEnd/>
          </a:ln>
          <a:effectLst>
            <a:outerShdw dist="109250" dir="3267739" algn="ctr" rotWithShape="0">
              <a:srgbClr val="333333">
                <a:alpha val="50000"/>
              </a:srgbClr>
            </a:outerShdw>
          </a:effectLst>
        </p:spPr>
        <p:txBody>
          <a:bodyPr wrap="square" anchor="ctr">
            <a:spAutoFit/>
          </a:bodyPr>
          <a:lstStyle/>
          <a:p>
            <a:pPr algn="ctr" fontAlgn="base">
              <a:spcBef>
                <a:spcPct val="0"/>
              </a:spcBef>
              <a:spcAft>
                <a:spcPct val="0"/>
              </a:spcAft>
            </a:pPr>
            <a:endParaRPr lang="en-US" kern="0">
              <a:solidFill>
                <a:srgbClr val="3D81BF"/>
              </a:solidFill>
            </a:endParaRPr>
          </a:p>
        </p:txBody>
      </p:sp>
      <p:sp>
        <p:nvSpPr>
          <p:cNvPr id="26" name="Slide Number Placeholder 3">
            <a:extLst>
              <a:ext uri="{FF2B5EF4-FFF2-40B4-BE49-F238E27FC236}">
                <a16:creationId xmlns="" xmlns:a16="http://schemas.microsoft.com/office/drawing/2014/main" id="{FEFB061F-8AAB-4535-B272-1BA4D5A77191}"/>
              </a:ext>
            </a:extLst>
          </p:cNvPr>
          <p:cNvSpPr txBox="1">
            <a:spLocks/>
          </p:cNvSpPr>
          <p:nvPr/>
        </p:nvSpPr>
        <p:spPr>
          <a:xfrm>
            <a:off x="8965" y="6090313"/>
            <a:ext cx="676835" cy="767687"/>
          </a:xfrm>
          <a:prstGeom prst="rect">
            <a:avLst/>
          </a:prstGeom>
        </p:spPr>
        <p:txBody>
          <a:bodyPr vert="horz" lIns="91440" tIns="45720" rIns="91440" bIns="45720" rtlCol="0" anchor="ctr"/>
          <a:lstStyle>
            <a:defPPr>
              <a:defRPr lang="en-US"/>
            </a:defPPr>
            <a:lvl1pPr marL="0" algn="l" defTabSz="914400" rtl="0" eaLnBrk="1" latinLnBrk="0" hangingPunct="1">
              <a:defRPr sz="1400" b="1" kern="1200">
                <a:solidFill>
                  <a:srgbClr val="FFFFFF"/>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rtl="1"/>
            <a:fld id="{E8ADF199-8047-440E-B02B-E80683B392F2}" type="slidenum">
              <a:rPr lang="fa-IR" sz="1800" smtClean="0">
                <a:solidFill>
                  <a:schemeClr val="tx1"/>
                </a:solidFill>
                <a:cs typeface="B Lotus" panose="00000400000000000000" pitchFamily="2" charset="-78"/>
              </a:rPr>
              <a:pPr rtl="1"/>
              <a:t>28</a:t>
            </a:fld>
            <a:endParaRPr lang="fa-IR" sz="1800" dirty="0">
              <a:solidFill>
                <a:schemeClr val="tx1"/>
              </a:solidFill>
              <a:cs typeface="B Lotus" panose="00000400000000000000" pitchFamily="2" charset="-78"/>
            </a:endParaRPr>
          </a:p>
        </p:txBody>
      </p:sp>
      <p:pic>
        <p:nvPicPr>
          <p:cNvPr id="30" name="Picture 29" descr="پرونده:Azad University logo.png - ویکی‌پدیا، دانشنامهٔ آزاد">
            <a:extLst>
              <a:ext uri="{FF2B5EF4-FFF2-40B4-BE49-F238E27FC236}">
                <a16:creationId xmlns="" xmlns:a16="http://schemas.microsoft.com/office/drawing/2014/main" id="{2F67C891-7A76-4BAB-A300-B54DFBDD9870}"/>
              </a:ext>
            </a:extLst>
          </p:cNvPr>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8610600" y="0"/>
            <a:ext cx="533400" cy="822959"/>
          </a:xfrm>
          <a:prstGeom prst="rect">
            <a:avLst/>
          </a:prstGeom>
          <a:noFill/>
          <a:ln>
            <a:noFill/>
          </a:ln>
        </p:spPr>
      </p:pic>
      <p:sp>
        <p:nvSpPr>
          <p:cNvPr id="35" name="AutoShape 10">
            <a:extLst>
              <a:ext uri="{FF2B5EF4-FFF2-40B4-BE49-F238E27FC236}">
                <a16:creationId xmlns="" xmlns:a16="http://schemas.microsoft.com/office/drawing/2014/main" id="{2A2EA850-A064-4A9D-9C26-C017D368DF1D}"/>
              </a:ext>
            </a:extLst>
          </p:cNvPr>
          <p:cNvSpPr>
            <a:spLocks noChangeArrowheads="1"/>
          </p:cNvSpPr>
          <p:nvPr/>
        </p:nvSpPr>
        <p:spPr bwMode="gray">
          <a:xfrm flipH="1">
            <a:off x="6246677" y="59426"/>
            <a:ext cx="2057400" cy="649224"/>
          </a:xfrm>
          <a:prstGeom prst="chevron">
            <a:avLst>
              <a:gd name="adj" fmla="val 17842"/>
            </a:avLst>
          </a:prstGeom>
          <a:gradFill rotWithShape="1">
            <a:gsLst>
              <a:gs pos="0">
                <a:srgbClr val="84B09A">
                  <a:gamma/>
                  <a:shade val="46275"/>
                  <a:invGamma/>
                </a:srgbClr>
              </a:gs>
              <a:gs pos="50000">
                <a:srgbClr val="84B09A"/>
              </a:gs>
              <a:gs pos="100000">
                <a:srgbClr val="84B09A">
                  <a:gamma/>
                  <a:shade val="46275"/>
                  <a:invGamma/>
                </a:srgbClr>
              </a:gs>
            </a:gsLst>
            <a:lin ang="2700000" scaled="1"/>
          </a:gradFill>
          <a:ln w="38100">
            <a:solidFill>
              <a:srgbClr val="EAEAEA"/>
            </a:solidFill>
            <a:miter lim="800000"/>
            <a:headEnd/>
            <a:tailEnd/>
          </a:ln>
          <a:effectLst>
            <a:outerShdw dist="109250" dir="3267739" algn="ctr" rotWithShape="0">
              <a:srgbClr val="333333">
                <a:alpha val="50000"/>
              </a:srgbClr>
            </a:outerShdw>
          </a:effectLst>
        </p:spPr>
        <p:txBody>
          <a:bodyPr wrap="square" anchor="ctr">
            <a:spAutoFit/>
          </a:bodyPr>
          <a:lstStyle/>
          <a:p>
            <a:pPr algn="ctr" fontAlgn="base">
              <a:spcBef>
                <a:spcPct val="0"/>
              </a:spcBef>
              <a:spcAft>
                <a:spcPct val="0"/>
              </a:spcAft>
            </a:pPr>
            <a:endParaRPr lang="en-US" kern="0" dirty="0">
              <a:solidFill>
                <a:srgbClr val="3D81BF"/>
              </a:solidFill>
            </a:endParaRPr>
          </a:p>
        </p:txBody>
      </p:sp>
      <p:sp>
        <p:nvSpPr>
          <p:cNvPr id="36" name="AutoShape 3">
            <a:extLst>
              <a:ext uri="{FF2B5EF4-FFF2-40B4-BE49-F238E27FC236}">
                <a16:creationId xmlns="" xmlns:a16="http://schemas.microsoft.com/office/drawing/2014/main" id="{B742D6B4-C2BA-456D-8EF1-01FC0D22E95C}"/>
              </a:ext>
            </a:extLst>
          </p:cNvPr>
          <p:cNvSpPr>
            <a:spLocks noChangeArrowheads="1"/>
          </p:cNvSpPr>
          <p:nvPr/>
        </p:nvSpPr>
        <p:spPr bwMode="gray">
          <a:xfrm flipH="1">
            <a:off x="4200083" y="65559"/>
            <a:ext cx="2056086" cy="649224"/>
          </a:xfrm>
          <a:prstGeom prst="chevron">
            <a:avLst>
              <a:gd name="adj" fmla="val 17009"/>
            </a:avLst>
          </a:prstGeom>
          <a:gradFill rotWithShape="1">
            <a:gsLst>
              <a:gs pos="0">
                <a:srgbClr val="84B09A">
                  <a:gamma/>
                  <a:shade val="46275"/>
                  <a:invGamma/>
                </a:srgbClr>
              </a:gs>
              <a:gs pos="50000">
                <a:srgbClr val="84B09A"/>
              </a:gs>
              <a:gs pos="100000">
                <a:srgbClr val="84B09A">
                  <a:gamma/>
                  <a:shade val="46275"/>
                  <a:invGamma/>
                </a:srgbClr>
              </a:gs>
            </a:gsLst>
            <a:lin ang="2700000" scaled="1"/>
          </a:gradFill>
          <a:ln w="38100">
            <a:solidFill>
              <a:srgbClr val="EAEAEA"/>
            </a:solidFill>
            <a:miter lim="800000"/>
            <a:headEnd/>
            <a:tailEnd/>
          </a:ln>
          <a:effectLst>
            <a:outerShdw dist="109250" dir="3267739" algn="ctr" rotWithShape="0">
              <a:srgbClr val="333333">
                <a:alpha val="50000"/>
              </a:srgbClr>
            </a:outerShdw>
          </a:effectLst>
        </p:spPr>
        <p:txBody>
          <a:bodyPr wrap="square" anchor="ctr">
            <a:spAutoFit/>
          </a:bodyPr>
          <a:lstStyle/>
          <a:p>
            <a:pPr algn="ctr" fontAlgn="base">
              <a:spcBef>
                <a:spcPct val="0"/>
              </a:spcBef>
              <a:spcAft>
                <a:spcPct val="0"/>
              </a:spcAft>
            </a:pPr>
            <a:endParaRPr lang="en-US" kern="0" dirty="0">
              <a:solidFill>
                <a:srgbClr val="3D81BF"/>
              </a:solidFill>
            </a:endParaRPr>
          </a:p>
        </p:txBody>
      </p:sp>
      <p:sp>
        <p:nvSpPr>
          <p:cNvPr id="37" name="AutoShape 3">
            <a:extLst>
              <a:ext uri="{FF2B5EF4-FFF2-40B4-BE49-F238E27FC236}">
                <a16:creationId xmlns="" xmlns:a16="http://schemas.microsoft.com/office/drawing/2014/main" id="{A5531835-C6DF-4085-9BDC-A727B5CE3B64}"/>
              </a:ext>
            </a:extLst>
          </p:cNvPr>
          <p:cNvSpPr>
            <a:spLocks noChangeArrowheads="1"/>
          </p:cNvSpPr>
          <p:nvPr/>
        </p:nvSpPr>
        <p:spPr bwMode="gray">
          <a:xfrm flipH="1">
            <a:off x="2599881" y="59232"/>
            <a:ext cx="1600202" cy="649224"/>
          </a:xfrm>
          <a:prstGeom prst="chevron">
            <a:avLst>
              <a:gd name="adj" fmla="val 17009"/>
            </a:avLst>
          </a:prstGeom>
          <a:gradFill rotWithShape="1">
            <a:gsLst>
              <a:gs pos="0">
                <a:srgbClr val="84B09A">
                  <a:gamma/>
                  <a:shade val="46275"/>
                  <a:invGamma/>
                </a:srgbClr>
              </a:gs>
              <a:gs pos="50000">
                <a:srgbClr val="84B09A"/>
              </a:gs>
              <a:gs pos="100000">
                <a:srgbClr val="84B09A">
                  <a:gamma/>
                  <a:shade val="46275"/>
                  <a:invGamma/>
                </a:srgbClr>
              </a:gs>
            </a:gsLst>
            <a:lin ang="2700000" scaled="1"/>
          </a:gradFill>
          <a:ln w="38100">
            <a:solidFill>
              <a:srgbClr val="EAEAEA"/>
            </a:solidFill>
            <a:miter lim="800000"/>
            <a:headEnd/>
            <a:tailEnd/>
          </a:ln>
          <a:effectLst>
            <a:outerShdw dist="109250" dir="3267739" algn="ctr" rotWithShape="0">
              <a:srgbClr val="333333">
                <a:alpha val="50000"/>
              </a:srgbClr>
            </a:outerShdw>
          </a:effectLst>
        </p:spPr>
        <p:txBody>
          <a:bodyPr wrap="square" anchor="ctr">
            <a:spAutoFit/>
          </a:bodyPr>
          <a:lstStyle/>
          <a:p>
            <a:pPr algn="ctr" fontAlgn="base">
              <a:spcBef>
                <a:spcPct val="0"/>
              </a:spcBef>
              <a:spcAft>
                <a:spcPct val="0"/>
              </a:spcAft>
            </a:pPr>
            <a:endParaRPr lang="en-US" kern="0">
              <a:solidFill>
                <a:srgbClr val="3D81BF"/>
              </a:solidFill>
            </a:endParaRPr>
          </a:p>
        </p:txBody>
      </p:sp>
      <p:sp>
        <p:nvSpPr>
          <p:cNvPr id="38" name="Rectangle 37">
            <a:extLst>
              <a:ext uri="{FF2B5EF4-FFF2-40B4-BE49-F238E27FC236}">
                <a16:creationId xmlns="" xmlns:a16="http://schemas.microsoft.com/office/drawing/2014/main" id="{B51F10B5-E430-4BC2-858C-405C3B009988}"/>
              </a:ext>
            </a:extLst>
          </p:cNvPr>
          <p:cNvSpPr/>
          <p:nvPr/>
        </p:nvSpPr>
        <p:spPr>
          <a:xfrm>
            <a:off x="403231" y="91457"/>
            <a:ext cx="2056085" cy="584775"/>
          </a:xfrm>
          <a:prstGeom prst="rect">
            <a:avLst/>
          </a:prstGeom>
        </p:spPr>
        <p:txBody>
          <a:bodyPr wrap="square">
            <a:spAutoFit/>
          </a:bodyPr>
          <a:lstStyle/>
          <a:p>
            <a:pPr lvl="0" algn="ctr" rtl="1" fontAlgn="base">
              <a:spcBef>
                <a:spcPct val="0"/>
              </a:spcBef>
              <a:spcAft>
                <a:spcPct val="0"/>
              </a:spcAft>
            </a:pPr>
            <a:r>
              <a:rPr lang="fa-IR" sz="1600" b="1" dirty="0" smtClean="0">
                <a:solidFill>
                  <a:srgbClr val="FFFFFF"/>
                </a:solidFill>
                <a:latin typeface="Times New Roman" panose="02020603050405020304" pitchFamily="18" charset="0"/>
                <a:cs typeface="B Nazanin" panose="00000400000000000000" pitchFamily="2" charset="-78"/>
              </a:rPr>
              <a:t> پیاده سازی و ارزیابی همسان ساز پیشنهادی</a:t>
            </a:r>
            <a:endParaRPr lang="fa-IR" sz="1600" b="1" dirty="0">
              <a:solidFill>
                <a:srgbClr val="FFFFFF"/>
              </a:solidFill>
              <a:latin typeface="Times New Roman" panose="02020603050405020304" pitchFamily="18" charset="0"/>
              <a:cs typeface="B Nazanin" panose="00000400000000000000" pitchFamily="2" charset="-78"/>
            </a:endParaRPr>
          </a:p>
        </p:txBody>
      </p:sp>
      <p:sp>
        <p:nvSpPr>
          <p:cNvPr id="39" name="Rectangle 38">
            <a:extLst>
              <a:ext uri="{FF2B5EF4-FFF2-40B4-BE49-F238E27FC236}">
                <a16:creationId xmlns="" xmlns:a16="http://schemas.microsoft.com/office/drawing/2014/main" id="{BA7FD763-7392-4FB3-B13F-EF9D935A7C24}"/>
              </a:ext>
            </a:extLst>
          </p:cNvPr>
          <p:cNvSpPr/>
          <p:nvPr/>
        </p:nvSpPr>
        <p:spPr>
          <a:xfrm>
            <a:off x="2636749" y="78259"/>
            <a:ext cx="1600200" cy="584775"/>
          </a:xfrm>
          <a:prstGeom prst="rect">
            <a:avLst/>
          </a:prstGeom>
        </p:spPr>
        <p:txBody>
          <a:bodyPr wrap="square">
            <a:spAutoFit/>
          </a:bodyPr>
          <a:lstStyle/>
          <a:p>
            <a:pPr lvl="0" algn="ctr" rtl="1" fontAlgn="base">
              <a:spcBef>
                <a:spcPct val="0"/>
              </a:spcBef>
              <a:spcAft>
                <a:spcPct val="0"/>
              </a:spcAft>
            </a:pPr>
            <a:r>
              <a:rPr lang="fa-IR" sz="1600" b="1" dirty="0">
                <a:solidFill>
                  <a:srgbClr val="FFFFFF"/>
                </a:solidFill>
                <a:latin typeface="Times New Roman" panose="02020603050405020304" pitchFamily="18" charset="0"/>
                <a:cs typeface="B Nazanin" panose="00000400000000000000" pitchFamily="2" charset="-78"/>
              </a:rPr>
              <a:t>همسان سازی پیشنهادی</a:t>
            </a:r>
          </a:p>
        </p:txBody>
      </p:sp>
      <p:sp>
        <p:nvSpPr>
          <p:cNvPr id="40" name="Rectangle 39">
            <a:extLst>
              <a:ext uri="{FF2B5EF4-FFF2-40B4-BE49-F238E27FC236}">
                <a16:creationId xmlns="" xmlns:a16="http://schemas.microsoft.com/office/drawing/2014/main" id="{4E566E01-C2D9-408C-9484-C0EBBF4D2C33}"/>
              </a:ext>
            </a:extLst>
          </p:cNvPr>
          <p:cNvSpPr/>
          <p:nvPr/>
        </p:nvSpPr>
        <p:spPr>
          <a:xfrm>
            <a:off x="4495138" y="91457"/>
            <a:ext cx="1443038" cy="584775"/>
          </a:xfrm>
          <a:prstGeom prst="rect">
            <a:avLst/>
          </a:prstGeom>
        </p:spPr>
        <p:txBody>
          <a:bodyPr wrap="square">
            <a:spAutoFit/>
          </a:bodyPr>
          <a:lstStyle/>
          <a:p>
            <a:pPr lvl="0" algn="ctr" rtl="1" fontAlgn="base">
              <a:spcBef>
                <a:spcPct val="0"/>
              </a:spcBef>
              <a:spcAft>
                <a:spcPct val="0"/>
              </a:spcAft>
            </a:pPr>
            <a:r>
              <a:rPr lang="fa-IR" sz="1600" b="1" dirty="0">
                <a:solidFill>
                  <a:srgbClr val="FFFFFF"/>
                </a:solidFill>
                <a:latin typeface="Times New Roman" panose="02020603050405020304" pitchFamily="18" charset="0"/>
                <a:cs typeface="B Nazanin" panose="00000400000000000000" pitchFamily="2" charset="-78"/>
              </a:rPr>
              <a:t>همسان سازی باتری</a:t>
            </a:r>
          </a:p>
        </p:txBody>
      </p:sp>
      <p:sp>
        <p:nvSpPr>
          <p:cNvPr id="41" name="Rectangle 40">
            <a:extLst>
              <a:ext uri="{FF2B5EF4-FFF2-40B4-BE49-F238E27FC236}">
                <a16:creationId xmlns="" xmlns:a16="http://schemas.microsoft.com/office/drawing/2014/main" id="{4574B186-F112-4A6C-ADFE-E46D302B236B}"/>
              </a:ext>
            </a:extLst>
          </p:cNvPr>
          <p:cNvSpPr/>
          <p:nvPr/>
        </p:nvSpPr>
        <p:spPr>
          <a:xfrm>
            <a:off x="6499957" y="197162"/>
            <a:ext cx="1626786" cy="323165"/>
          </a:xfrm>
          <a:prstGeom prst="rect">
            <a:avLst/>
          </a:prstGeom>
        </p:spPr>
        <p:txBody>
          <a:bodyPr wrap="square">
            <a:spAutoFit/>
          </a:bodyPr>
          <a:lstStyle/>
          <a:p>
            <a:pPr lvl="0" algn="ctr" fontAlgn="base">
              <a:spcBef>
                <a:spcPct val="0"/>
              </a:spcBef>
              <a:spcAft>
                <a:spcPct val="0"/>
              </a:spcAft>
              <a:defRPr/>
            </a:pPr>
            <a:r>
              <a:rPr lang="fa-IR" sz="1500" b="1" kern="0" dirty="0">
                <a:solidFill>
                  <a:srgbClr val="FFFFFF"/>
                </a:solidFill>
                <a:latin typeface="Times New Roman" panose="02020603050405020304" pitchFamily="18" charset="0"/>
                <a:cs typeface="B Nazanin" pitchFamily="2" charset="-78"/>
              </a:rPr>
              <a:t>باتری ها</a:t>
            </a:r>
            <a:endParaRPr lang="en-US" sz="1500" b="1" kern="0" dirty="0">
              <a:solidFill>
                <a:srgbClr val="FFFFFF"/>
              </a:solidFill>
              <a:latin typeface="Times New Roman" panose="02020603050405020304" pitchFamily="18" charset="0"/>
              <a:cs typeface="B Nazanin" pitchFamily="2" charset="-78"/>
            </a:endParaRPr>
          </a:p>
        </p:txBody>
      </p:sp>
      <p:sp>
        <p:nvSpPr>
          <p:cNvPr id="2" name="Rectangle 1"/>
          <p:cNvSpPr/>
          <p:nvPr/>
        </p:nvSpPr>
        <p:spPr>
          <a:xfrm>
            <a:off x="163316" y="5325003"/>
            <a:ext cx="8869680" cy="338554"/>
          </a:xfrm>
          <a:prstGeom prst="rect">
            <a:avLst/>
          </a:prstGeom>
        </p:spPr>
        <p:txBody>
          <a:bodyPr wrap="square">
            <a:spAutoFit/>
          </a:bodyPr>
          <a:lstStyle/>
          <a:p>
            <a:pPr algn="ctr" rtl="1"/>
            <a:r>
              <a:rPr lang="fa-IR" sz="1600" dirty="0" smtClean="0">
                <a:latin typeface="Times New Roman" panose="02020603050405020304" pitchFamily="18" charset="0"/>
                <a:ea typeface="Times New Roman" panose="02020603050405020304" pitchFamily="18" charset="0"/>
                <a:cs typeface="B Nazanin" panose="00000400000000000000" pitchFamily="2" charset="-78"/>
              </a:rPr>
              <a:t>شکل</a:t>
            </a:r>
            <a:r>
              <a:rPr lang="ar-SA" sz="1600" dirty="0" smtClean="0">
                <a:latin typeface="Times New Roman" panose="02020603050405020304" pitchFamily="18" charset="0"/>
                <a:ea typeface="Times New Roman" panose="02020603050405020304" pitchFamily="18" charset="0"/>
                <a:cs typeface="B Nazanin" panose="00000400000000000000" pitchFamily="2" charset="-78"/>
              </a:rPr>
              <a:t> مقایسه‌ی </a:t>
            </a:r>
            <a:r>
              <a:rPr lang="ar-SA" sz="1600" dirty="0">
                <a:latin typeface="Times New Roman" panose="02020603050405020304" pitchFamily="18" charset="0"/>
                <a:ea typeface="Times New Roman" panose="02020603050405020304" pitchFamily="18" charset="0"/>
                <a:cs typeface="B Nazanin" panose="00000400000000000000" pitchFamily="2" charset="-78"/>
              </a:rPr>
              <a:t>خروجی در همسان‌ساز پیشنهادی با روش  </a:t>
            </a:r>
            <a:r>
              <a:rPr lang="en-US" sz="1600" dirty="0">
                <a:latin typeface="Times New Roman" panose="02020603050405020304" pitchFamily="18" charset="0"/>
                <a:ea typeface="Times New Roman" panose="02020603050405020304" pitchFamily="18" charset="0"/>
                <a:cs typeface="B Nazanin" panose="00000400000000000000" pitchFamily="2" charset="-78"/>
              </a:rPr>
              <a:t>FLC [71]</a:t>
            </a:r>
            <a:endParaRPr lang="en-US" sz="1600" dirty="0"/>
          </a:p>
        </p:txBody>
      </p:sp>
      <p:sp>
        <p:nvSpPr>
          <p:cNvPr id="19" name="Rectangle 18"/>
          <p:cNvSpPr/>
          <p:nvPr/>
        </p:nvSpPr>
        <p:spPr>
          <a:xfrm>
            <a:off x="173132" y="815330"/>
            <a:ext cx="700378" cy="369332"/>
          </a:xfrm>
          <a:prstGeom prst="rect">
            <a:avLst/>
          </a:prstGeom>
        </p:spPr>
        <p:txBody>
          <a:bodyPr wrap="square">
            <a:spAutoFit/>
          </a:bodyPr>
          <a:lstStyle/>
          <a:p>
            <a:pPr algn="ctr" rtl="1"/>
            <a:r>
              <a:rPr lang="fa-IR" dirty="0" smtClean="0">
                <a:latin typeface="Times New Roman" panose="02020603050405020304" pitchFamily="18" charset="0"/>
                <a:cs typeface="B Nazanin" panose="00000400000000000000" pitchFamily="2" charset="-78"/>
              </a:rPr>
              <a:t>مقایسه</a:t>
            </a:r>
            <a:endParaRPr lang="en-US" dirty="0"/>
          </a:p>
        </p:txBody>
      </p:sp>
      <p:pic>
        <p:nvPicPr>
          <p:cNvPr id="16" name="Picture 15"/>
          <p:cNvPicPr/>
          <p:nvPr/>
        </p:nvPicPr>
        <p:blipFill rotWithShape="1">
          <a:blip r:embed="rId4" cstate="print">
            <a:extLst>
              <a:ext uri="{28A0092B-C50C-407E-A947-70E740481C1C}">
                <a14:useLocalDpi xmlns:a14="http://schemas.microsoft.com/office/drawing/2010/main" val="0"/>
              </a:ext>
            </a:extLst>
          </a:blip>
          <a:srcRect l="8572" t="-768" r="7131" b="768"/>
          <a:stretch/>
        </p:blipFill>
        <p:spPr bwMode="auto">
          <a:xfrm>
            <a:off x="163316" y="2438400"/>
            <a:ext cx="4495800" cy="2808605"/>
          </a:xfrm>
          <a:prstGeom prst="rect">
            <a:avLst/>
          </a:prstGeom>
          <a:noFill/>
          <a:ln>
            <a:noFill/>
          </a:ln>
        </p:spPr>
      </p:pic>
      <p:pic>
        <p:nvPicPr>
          <p:cNvPr id="17" name="Picture 16"/>
          <p:cNvPicPr/>
          <p:nvPr/>
        </p:nvPicPr>
        <p:blipFill>
          <a:blip r:embed="rId5"/>
          <a:stretch>
            <a:fillRect/>
          </a:stretch>
        </p:blipFill>
        <p:spPr>
          <a:xfrm>
            <a:off x="4724400" y="2219325"/>
            <a:ext cx="4308596" cy="3027680"/>
          </a:xfrm>
          <a:prstGeom prst="rect">
            <a:avLst/>
          </a:prstGeom>
        </p:spPr>
      </p:pic>
    </p:spTree>
    <p:extLst>
      <p:ext uri="{BB962C8B-B14F-4D97-AF65-F5344CB8AC3E}">
        <p14:creationId xmlns:p14="http://schemas.microsoft.com/office/powerpoint/2010/main" val="2518501774"/>
      </p:ext>
    </p:extLst>
  </p:cSld>
  <p:clrMapOvr>
    <a:masterClrMapping/>
  </p:clrMapOvr>
  <p:timing>
    <p:tnLst>
      <p:par>
        <p:cTn id="1" dur="indefinite" restart="never" nodeType="tmRoot"/>
      </p:par>
    </p:tnLst>
  </p:timing>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8" name="AutoShape 8">
            <a:extLst>
              <a:ext uri="{FF2B5EF4-FFF2-40B4-BE49-F238E27FC236}">
                <a16:creationId xmlns="" xmlns:a16="http://schemas.microsoft.com/office/drawing/2014/main" id="{2F35A0BE-ACAE-464F-966C-4598FD947DFB}"/>
              </a:ext>
            </a:extLst>
          </p:cNvPr>
          <p:cNvSpPr>
            <a:spLocks noChangeArrowheads="1"/>
          </p:cNvSpPr>
          <p:nvPr/>
        </p:nvSpPr>
        <p:spPr bwMode="gray">
          <a:xfrm>
            <a:off x="4208971" y="4041816"/>
            <a:ext cx="2496312" cy="508000"/>
          </a:xfrm>
          <a:prstGeom prst="roundRect">
            <a:avLst>
              <a:gd name="adj" fmla="val 50000"/>
            </a:avLst>
          </a:prstGeom>
          <a:gradFill flip="none" rotWithShape="1">
            <a:gsLst>
              <a:gs pos="0">
                <a:srgbClr val="B7E7FF">
                  <a:gamma/>
                  <a:tint val="0"/>
                  <a:invGamma/>
                </a:srgbClr>
              </a:gs>
              <a:gs pos="100000">
                <a:srgbClr val="B7E7FF"/>
              </a:gs>
            </a:gsLst>
            <a:lin ang="10800000" scaled="1"/>
            <a:tileRect/>
          </a:gradFill>
          <a:ln w="28575" algn="ctr">
            <a:solidFill>
              <a:srgbClr val="C4E59F"/>
            </a:solidFill>
            <a:round/>
            <a:headEnd/>
            <a:tailEnd/>
          </a:ln>
          <a:effectLst/>
        </p:spPr>
        <p:txBody>
          <a:bodyPr wrap="none" anchor="ctr"/>
          <a:lstStyle/>
          <a:p>
            <a:pPr algn="r" rtl="1" fontAlgn="base">
              <a:spcBef>
                <a:spcPct val="0"/>
              </a:spcBef>
              <a:spcAft>
                <a:spcPct val="0"/>
              </a:spcAft>
            </a:pPr>
            <a:r>
              <a:rPr lang="fa-IR" b="1" dirty="0">
                <a:cs typeface="B Nazanin" panose="00000400000000000000" pitchFamily="2" charset="-78"/>
              </a:rPr>
              <a:t>انتقال غیر</a:t>
            </a:r>
            <a:r>
              <a:rPr lang="en-US" b="1" dirty="0">
                <a:cs typeface="B Nazanin" panose="00000400000000000000" pitchFamily="2" charset="-78"/>
              </a:rPr>
              <a:t> </a:t>
            </a:r>
            <a:r>
              <a:rPr lang="fa-IR" b="1" dirty="0">
                <a:cs typeface="B Nazanin" panose="00000400000000000000" pitchFamily="2" charset="-78"/>
              </a:rPr>
              <a:t>مجاور</a:t>
            </a:r>
            <a:endParaRPr lang="en-US" b="1" dirty="0">
              <a:solidFill>
                <a:srgbClr val="000000"/>
              </a:solidFill>
              <a:latin typeface="Times New Roman" panose="02020603050405020304" pitchFamily="18" charset="0"/>
              <a:cs typeface="B Nazanin" pitchFamily="2" charset="-78"/>
            </a:endParaRPr>
          </a:p>
        </p:txBody>
      </p:sp>
      <p:sp>
        <p:nvSpPr>
          <p:cNvPr id="131" name="AutoShape 8">
            <a:extLst>
              <a:ext uri="{FF2B5EF4-FFF2-40B4-BE49-F238E27FC236}">
                <a16:creationId xmlns="" xmlns:a16="http://schemas.microsoft.com/office/drawing/2014/main" id="{1D001561-C43A-44D9-81F9-A023B7BC3B1F}"/>
              </a:ext>
            </a:extLst>
          </p:cNvPr>
          <p:cNvSpPr>
            <a:spLocks noChangeArrowheads="1"/>
          </p:cNvSpPr>
          <p:nvPr/>
        </p:nvSpPr>
        <p:spPr bwMode="gray">
          <a:xfrm>
            <a:off x="4577930" y="2727042"/>
            <a:ext cx="2496312" cy="512064"/>
          </a:xfrm>
          <a:prstGeom prst="roundRect">
            <a:avLst>
              <a:gd name="adj" fmla="val 50000"/>
            </a:avLst>
          </a:prstGeom>
          <a:gradFill flip="none" rotWithShape="1">
            <a:gsLst>
              <a:gs pos="0">
                <a:srgbClr val="B7E7FF">
                  <a:gamma/>
                  <a:tint val="0"/>
                  <a:invGamma/>
                </a:srgbClr>
              </a:gs>
              <a:gs pos="100000">
                <a:srgbClr val="B7E7FF"/>
              </a:gs>
            </a:gsLst>
            <a:lin ang="10800000" scaled="1"/>
            <a:tileRect/>
          </a:gradFill>
          <a:ln w="28575" algn="ctr">
            <a:solidFill>
              <a:srgbClr val="C4E59F"/>
            </a:solidFill>
            <a:round/>
            <a:headEnd/>
            <a:tailEnd/>
          </a:ln>
          <a:effectLst/>
        </p:spPr>
        <p:txBody>
          <a:bodyPr wrap="none" anchor="ctr"/>
          <a:lstStyle/>
          <a:p>
            <a:pPr algn="r" rtl="1" fontAlgn="base">
              <a:spcBef>
                <a:spcPct val="0"/>
              </a:spcBef>
              <a:spcAft>
                <a:spcPct val="0"/>
              </a:spcAft>
            </a:pPr>
            <a:r>
              <a:rPr lang="fa-IR" b="1" dirty="0">
                <a:cs typeface="B Nazanin" panose="00000400000000000000" pitchFamily="2" charset="-78"/>
              </a:rPr>
              <a:t>انتقال مجاور</a:t>
            </a:r>
            <a:endParaRPr lang="en-US" b="1" dirty="0">
              <a:solidFill>
                <a:srgbClr val="000000"/>
              </a:solidFill>
              <a:latin typeface="Times New Roman" panose="02020603050405020304" pitchFamily="18" charset="0"/>
              <a:cs typeface="B Nazanin" pitchFamily="2" charset="-78"/>
            </a:endParaRPr>
          </a:p>
        </p:txBody>
      </p:sp>
      <p:sp>
        <p:nvSpPr>
          <p:cNvPr id="139" name="AutoShape 8">
            <a:extLst>
              <a:ext uri="{FF2B5EF4-FFF2-40B4-BE49-F238E27FC236}">
                <a16:creationId xmlns="" xmlns:a16="http://schemas.microsoft.com/office/drawing/2014/main" id="{AD67BECF-64ED-4C10-BDF8-B54A15D16C17}"/>
              </a:ext>
            </a:extLst>
          </p:cNvPr>
          <p:cNvSpPr>
            <a:spLocks noChangeAspect="1" noChangeArrowheads="1"/>
          </p:cNvSpPr>
          <p:nvPr/>
        </p:nvSpPr>
        <p:spPr bwMode="gray">
          <a:xfrm>
            <a:off x="4595159" y="5378530"/>
            <a:ext cx="2499675" cy="508000"/>
          </a:xfrm>
          <a:prstGeom prst="roundRect">
            <a:avLst>
              <a:gd name="adj" fmla="val 50000"/>
            </a:avLst>
          </a:prstGeom>
          <a:gradFill flip="none" rotWithShape="1">
            <a:gsLst>
              <a:gs pos="0">
                <a:srgbClr val="B7E7FF">
                  <a:gamma/>
                  <a:tint val="0"/>
                  <a:invGamma/>
                </a:srgbClr>
              </a:gs>
              <a:gs pos="100000">
                <a:srgbClr val="B7E7FF"/>
              </a:gs>
            </a:gsLst>
            <a:lin ang="10800000" scaled="1"/>
            <a:tileRect/>
          </a:gradFill>
          <a:ln w="28575" algn="ctr">
            <a:solidFill>
              <a:srgbClr val="C4E59F"/>
            </a:solidFill>
            <a:round/>
            <a:headEnd/>
            <a:tailEnd/>
          </a:ln>
          <a:effectLst/>
        </p:spPr>
        <p:txBody>
          <a:bodyPr wrap="none" anchor="ctr"/>
          <a:lstStyle/>
          <a:p>
            <a:pPr algn="r" rtl="1" fontAlgn="base">
              <a:spcBef>
                <a:spcPct val="0"/>
              </a:spcBef>
              <a:spcAft>
                <a:spcPct val="0"/>
              </a:spcAft>
            </a:pPr>
            <a:r>
              <a:rPr lang="fa-IR" b="1" dirty="0">
                <a:cs typeface="B Nazanin" panose="00000400000000000000" pitchFamily="2" charset="-78"/>
              </a:rPr>
              <a:t>انتقال سلول به سلول</a:t>
            </a:r>
            <a:endParaRPr lang="en-US" b="1" dirty="0">
              <a:solidFill>
                <a:srgbClr val="000000"/>
              </a:solidFill>
              <a:latin typeface="Times New Roman" panose="02020603050405020304" pitchFamily="18" charset="0"/>
              <a:cs typeface="B Nazanin" pitchFamily="2" charset="-78"/>
            </a:endParaRPr>
          </a:p>
        </p:txBody>
      </p:sp>
      <p:sp>
        <p:nvSpPr>
          <p:cNvPr id="148" name="Slide Number Placeholder 3">
            <a:extLst>
              <a:ext uri="{FF2B5EF4-FFF2-40B4-BE49-F238E27FC236}">
                <a16:creationId xmlns="" xmlns:a16="http://schemas.microsoft.com/office/drawing/2014/main" id="{FEFB061F-8AAB-4535-B272-1BA4D5A77191}"/>
              </a:ext>
            </a:extLst>
          </p:cNvPr>
          <p:cNvSpPr txBox="1">
            <a:spLocks/>
          </p:cNvSpPr>
          <p:nvPr/>
        </p:nvSpPr>
        <p:spPr>
          <a:xfrm>
            <a:off x="8965" y="6090313"/>
            <a:ext cx="676835" cy="767687"/>
          </a:xfrm>
          <a:prstGeom prst="rect">
            <a:avLst/>
          </a:prstGeom>
        </p:spPr>
        <p:txBody>
          <a:bodyPr vert="horz" lIns="91440" tIns="45720" rIns="91440" bIns="45720" rtlCol="0" anchor="ctr"/>
          <a:lstStyle>
            <a:defPPr>
              <a:defRPr lang="en-US"/>
            </a:defPPr>
            <a:lvl1pPr marL="0" algn="l" defTabSz="914400" rtl="0" eaLnBrk="1" latinLnBrk="0" hangingPunct="1">
              <a:defRPr sz="1400" b="1" kern="1200">
                <a:solidFill>
                  <a:srgbClr val="FFFFFF"/>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rtl="1"/>
            <a:fld id="{E8ADF199-8047-440E-B02B-E80683B392F2}" type="slidenum">
              <a:rPr lang="fa-IR" sz="1800" smtClean="0">
                <a:solidFill>
                  <a:schemeClr val="tx1"/>
                </a:solidFill>
                <a:cs typeface="B Lotus" panose="00000400000000000000" pitchFamily="2" charset="-78"/>
              </a:rPr>
              <a:pPr rtl="1"/>
              <a:t>29</a:t>
            </a:fld>
            <a:endParaRPr lang="fa-IR" sz="1800" dirty="0">
              <a:solidFill>
                <a:schemeClr val="tx1"/>
              </a:solidFill>
              <a:cs typeface="B Lotus" panose="00000400000000000000" pitchFamily="2" charset="-78"/>
            </a:endParaRPr>
          </a:p>
        </p:txBody>
      </p:sp>
      <p:pic>
        <p:nvPicPr>
          <p:cNvPr id="149" name="Picture 148">
            <a:extLst>
              <a:ext uri="{FF2B5EF4-FFF2-40B4-BE49-F238E27FC236}">
                <a16:creationId xmlns="" xmlns:a16="http://schemas.microsoft.com/office/drawing/2014/main" id="{E448CBB6-205F-4A19-B760-D7DB914CD91E}"/>
              </a:ext>
            </a:extLst>
          </p:cNvPr>
          <p:cNvPicPr>
            <a:picLocks noChangeAspect="1"/>
          </p:cNvPicPr>
          <p:nvPr/>
        </p:nvPicPr>
        <p:blipFill>
          <a:blip r:embed="rId3"/>
          <a:stretch>
            <a:fillRect/>
          </a:stretch>
        </p:blipFill>
        <p:spPr>
          <a:xfrm>
            <a:off x="408982" y="923807"/>
            <a:ext cx="1676480" cy="1122389"/>
          </a:xfrm>
          <a:prstGeom prst="rect">
            <a:avLst/>
          </a:prstGeom>
        </p:spPr>
      </p:pic>
      <p:sp>
        <p:nvSpPr>
          <p:cNvPr id="182" name="AutoShape 2">
            <a:extLst>
              <a:ext uri="{FF2B5EF4-FFF2-40B4-BE49-F238E27FC236}">
                <a16:creationId xmlns="" xmlns:a16="http://schemas.microsoft.com/office/drawing/2014/main" id="{497A908A-E454-4B9F-A07D-96505D4C7818}"/>
              </a:ext>
            </a:extLst>
          </p:cNvPr>
          <p:cNvSpPr>
            <a:spLocks noChangeAspect="1" noChangeArrowheads="1"/>
          </p:cNvSpPr>
          <p:nvPr/>
        </p:nvSpPr>
        <p:spPr bwMode="ltGray">
          <a:xfrm rot="16200000" flipH="1">
            <a:off x="6766228" y="1783192"/>
            <a:ext cx="4824413" cy="4770438"/>
          </a:xfrm>
          <a:custGeom>
            <a:avLst/>
            <a:gdLst>
              <a:gd name="G0" fmla="+- 10478 0 0"/>
              <a:gd name="G1" fmla="+- -11739500 0 0"/>
              <a:gd name="G2" fmla="+- 0 0 -11739500"/>
              <a:gd name="T0" fmla="*/ 0 256 1"/>
              <a:gd name="T1" fmla="*/ 180 256 1"/>
              <a:gd name="G3" fmla="+- -11739500 T0 T1"/>
              <a:gd name="T2" fmla="*/ 0 256 1"/>
              <a:gd name="T3" fmla="*/ 90 256 1"/>
              <a:gd name="G4" fmla="+- -11739500 T2 T3"/>
              <a:gd name="G5" fmla="*/ G4 2 1"/>
              <a:gd name="T4" fmla="*/ 90 256 1"/>
              <a:gd name="T5" fmla="*/ 0 256 1"/>
              <a:gd name="G6" fmla="+- -11739500 T4 T5"/>
              <a:gd name="G7" fmla="*/ G6 2 1"/>
              <a:gd name="G8" fmla="abs -11739500"/>
              <a:gd name="T6" fmla="*/ 0 256 1"/>
              <a:gd name="T7" fmla="*/ 90 256 1"/>
              <a:gd name="G9" fmla="+- G8 T6 T7"/>
              <a:gd name="G10" fmla="?: G9 G7 G5"/>
              <a:gd name="T8" fmla="*/ 0 256 1"/>
              <a:gd name="T9" fmla="*/ 360 256 1"/>
              <a:gd name="G11" fmla="+- G10 T8 T9"/>
              <a:gd name="G12" fmla="?: G10 G11 G10"/>
              <a:gd name="T10" fmla="*/ 0 256 1"/>
              <a:gd name="T11" fmla="*/ 360 256 1"/>
              <a:gd name="G13" fmla="+- G12 T10 T11"/>
              <a:gd name="G14" fmla="?: G12 G13 G12"/>
              <a:gd name="G15" fmla="+- 0 0 G14"/>
              <a:gd name="G16" fmla="+- 10800 0 0"/>
              <a:gd name="G17" fmla="+- 10800 0 10478"/>
              <a:gd name="G18" fmla="*/ 10478 1 2"/>
              <a:gd name="G19" fmla="+- G18 5400 0"/>
              <a:gd name="G20" fmla="cos G19 -11739500"/>
              <a:gd name="G21" fmla="sin G19 -11739500"/>
              <a:gd name="G22" fmla="+- G20 10800 0"/>
              <a:gd name="G23" fmla="+- G21 10800 0"/>
              <a:gd name="G24" fmla="+- 10800 0 G20"/>
              <a:gd name="G25" fmla="+- 10478 10800 0"/>
              <a:gd name="G26" fmla="?: G9 G17 G25"/>
              <a:gd name="G27" fmla="?: G9 0 21600"/>
              <a:gd name="G28" fmla="cos 10800 -11739500"/>
              <a:gd name="G29" fmla="sin 10800 -11739500"/>
              <a:gd name="G30" fmla="sin 10478 -11739500"/>
              <a:gd name="G31" fmla="+- G28 10800 0"/>
              <a:gd name="G32" fmla="+- G29 10800 0"/>
              <a:gd name="G33" fmla="+- G30 10800 0"/>
              <a:gd name="G34" fmla="?: G4 0 G31"/>
              <a:gd name="G35" fmla="?: -11739500 G34 0"/>
              <a:gd name="G36" fmla="?: G6 G35 G31"/>
              <a:gd name="G37" fmla="+- 21600 0 G36"/>
              <a:gd name="G38" fmla="?: G4 0 G33"/>
              <a:gd name="G39" fmla="?: -11739500 G38 G32"/>
              <a:gd name="G40" fmla="?: G6 G39 0"/>
              <a:gd name="G41" fmla="?: G4 G32 21600"/>
              <a:gd name="G42" fmla="?: G6 G41 G33"/>
              <a:gd name="T12" fmla="*/ 10800 w 21600"/>
              <a:gd name="T13" fmla="*/ 0 h 21600"/>
              <a:gd name="T14" fmla="*/ 162 w 21600"/>
              <a:gd name="T15" fmla="*/ 10638 h 21600"/>
              <a:gd name="T16" fmla="*/ 10800 w 21600"/>
              <a:gd name="T17" fmla="*/ 322 h 21600"/>
              <a:gd name="T18" fmla="*/ 21438 w 21600"/>
              <a:gd name="T19" fmla="*/ 10638 h 21600"/>
              <a:gd name="T20" fmla="*/ G36 w 21600"/>
              <a:gd name="T21" fmla="*/ G40 h 21600"/>
              <a:gd name="T22" fmla="*/ G37 w 21600"/>
              <a:gd name="T23" fmla="*/ G42 h 21600"/>
            </a:gdLst>
            <a:ahLst/>
            <a:cxnLst>
              <a:cxn ang="0">
                <a:pos x="T12" y="T13"/>
              </a:cxn>
              <a:cxn ang="0">
                <a:pos x="T14" y="T15"/>
              </a:cxn>
              <a:cxn ang="0">
                <a:pos x="T16" y="T17"/>
              </a:cxn>
              <a:cxn ang="0">
                <a:pos x="T18" y="T19"/>
              </a:cxn>
            </a:cxnLst>
            <a:rect l="T20" t="T21" r="T22" b="T23"/>
            <a:pathLst>
              <a:path w="21600" h="21600">
                <a:moveTo>
                  <a:pt x="323" y="10641"/>
                </a:moveTo>
                <a:cubicBezTo>
                  <a:pt x="410" y="4916"/>
                  <a:pt x="5075" y="321"/>
                  <a:pt x="10800" y="322"/>
                </a:cubicBezTo>
                <a:cubicBezTo>
                  <a:pt x="16524" y="322"/>
                  <a:pt x="21189" y="4916"/>
                  <a:pt x="21276" y="10641"/>
                </a:cubicBezTo>
                <a:lnTo>
                  <a:pt x="21598" y="10636"/>
                </a:lnTo>
                <a:cubicBezTo>
                  <a:pt x="21509" y="4736"/>
                  <a:pt x="16700" y="-1"/>
                  <a:pt x="10799" y="0"/>
                </a:cubicBezTo>
                <a:cubicBezTo>
                  <a:pt x="4899" y="0"/>
                  <a:pt x="90" y="4736"/>
                  <a:pt x="1" y="10636"/>
                </a:cubicBezTo>
                <a:close/>
              </a:path>
            </a:pathLst>
          </a:custGeom>
          <a:gradFill rotWithShape="0">
            <a:gsLst>
              <a:gs pos="0">
                <a:srgbClr val="B0BAD8">
                  <a:gamma/>
                  <a:tint val="45490"/>
                  <a:invGamma/>
                </a:srgbClr>
              </a:gs>
              <a:gs pos="100000">
                <a:srgbClr val="B0BAD8"/>
              </a:gs>
            </a:gsLst>
            <a:lin ang="0" scaled="1"/>
          </a:gradFill>
          <a:ln w="9525" algn="ctr">
            <a:noFill/>
            <a:miter lim="800000"/>
            <a:headEnd/>
            <a:tailEnd/>
          </a:ln>
          <a:effectLst/>
        </p:spPr>
        <p:txBody>
          <a:bodyPr wrap="none" anchor="ct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endParaRPr>
          </a:p>
        </p:txBody>
      </p:sp>
      <p:sp>
        <p:nvSpPr>
          <p:cNvPr id="183" name="AutoShape 3">
            <a:extLst>
              <a:ext uri="{FF2B5EF4-FFF2-40B4-BE49-F238E27FC236}">
                <a16:creationId xmlns="" xmlns:a16="http://schemas.microsoft.com/office/drawing/2014/main" id="{481E592A-A902-40E8-8D57-EEB2C886C06E}"/>
              </a:ext>
            </a:extLst>
          </p:cNvPr>
          <p:cNvSpPr>
            <a:spLocks noChangeAspect="1" noChangeArrowheads="1"/>
          </p:cNvSpPr>
          <p:nvPr/>
        </p:nvSpPr>
        <p:spPr bwMode="ltGray">
          <a:xfrm rot="16200000">
            <a:off x="7127876" y="2218960"/>
            <a:ext cx="4032250" cy="3929063"/>
          </a:xfrm>
          <a:custGeom>
            <a:avLst/>
            <a:gdLst>
              <a:gd name="G0" fmla="+- 56 0 0"/>
              <a:gd name="G1" fmla="+- 11796480 0 0"/>
              <a:gd name="G2" fmla="+- 0 0 11796480"/>
              <a:gd name="T0" fmla="*/ 0 256 1"/>
              <a:gd name="T1" fmla="*/ 180 256 1"/>
              <a:gd name="G3" fmla="+- 11796480 T0 T1"/>
              <a:gd name="T2" fmla="*/ 0 256 1"/>
              <a:gd name="T3" fmla="*/ 90 256 1"/>
              <a:gd name="G4" fmla="+- 11796480 T2 T3"/>
              <a:gd name="G5" fmla="*/ G4 2 1"/>
              <a:gd name="T4" fmla="*/ 90 256 1"/>
              <a:gd name="T5" fmla="*/ 0 256 1"/>
              <a:gd name="G6" fmla="+- 11796480 T4 T5"/>
              <a:gd name="G7" fmla="*/ G6 2 1"/>
              <a:gd name="G8" fmla="abs 11796480"/>
              <a:gd name="T6" fmla="*/ 0 256 1"/>
              <a:gd name="T7" fmla="*/ 90 256 1"/>
              <a:gd name="G9" fmla="+- G8 T6 T7"/>
              <a:gd name="G10" fmla="?: G9 G7 G5"/>
              <a:gd name="T8" fmla="*/ 0 256 1"/>
              <a:gd name="T9" fmla="*/ 360 256 1"/>
              <a:gd name="G11" fmla="+- G10 T8 T9"/>
              <a:gd name="G12" fmla="?: G10 G11 G10"/>
              <a:gd name="T10" fmla="*/ 0 256 1"/>
              <a:gd name="T11" fmla="*/ 360 256 1"/>
              <a:gd name="G13" fmla="+- G12 T10 T11"/>
              <a:gd name="G14" fmla="?: G12 G13 G12"/>
              <a:gd name="G15" fmla="+- 0 0 G14"/>
              <a:gd name="G16" fmla="+- 10800 0 0"/>
              <a:gd name="G17" fmla="+- 10800 0 56"/>
              <a:gd name="G18" fmla="*/ 56 1 2"/>
              <a:gd name="G19" fmla="+- G18 5400 0"/>
              <a:gd name="G20" fmla="cos G19 11796480"/>
              <a:gd name="G21" fmla="sin G19 11796480"/>
              <a:gd name="G22" fmla="+- G20 10800 0"/>
              <a:gd name="G23" fmla="+- G21 10800 0"/>
              <a:gd name="G24" fmla="+- 10800 0 G20"/>
              <a:gd name="G25" fmla="+- 56 10800 0"/>
              <a:gd name="G26" fmla="?: G9 G17 G25"/>
              <a:gd name="G27" fmla="?: G9 0 21600"/>
              <a:gd name="G28" fmla="cos 10800 11796480"/>
              <a:gd name="G29" fmla="sin 10800 11796480"/>
              <a:gd name="G30" fmla="sin 56 11796480"/>
              <a:gd name="G31" fmla="+- G28 10800 0"/>
              <a:gd name="G32" fmla="+- G29 10800 0"/>
              <a:gd name="G33" fmla="+- G30 10800 0"/>
              <a:gd name="G34" fmla="?: G4 0 G31"/>
              <a:gd name="G35" fmla="?: 11796480 G34 0"/>
              <a:gd name="G36" fmla="?: G6 G35 G31"/>
              <a:gd name="G37" fmla="+- 21600 0 G36"/>
              <a:gd name="G38" fmla="?: G4 0 G33"/>
              <a:gd name="G39" fmla="?: 11796480 G38 G32"/>
              <a:gd name="G40" fmla="?: G6 G39 0"/>
              <a:gd name="G41" fmla="?: G4 G32 21600"/>
              <a:gd name="G42" fmla="?: G6 G41 G33"/>
              <a:gd name="T12" fmla="*/ 10800 w 21600"/>
              <a:gd name="T13" fmla="*/ 0 h 21600"/>
              <a:gd name="T14" fmla="*/ 5372 w 21600"/>
              <a:gd name="T15" fmla="*/ 10800 h 21600"/>
              <a:gd name="T16" fmla="*/ 10800 w 21600"/>
              <a:gd name="T17" fmla="*/ 10744 h 21600"/>
              <a:gd name="T18" fmla="*/ 16228 w 21600"/>
              <a:gd name="T19" fmla="*/ 10800 h 21600"/>
              <a:gd name="T20" fmla="*/ G36 w 21600"/>
              <a:gd name="T21" fmla="*/ G40 h 21600"/>
              <a:gd name="T22" fmla="*/ G37 w 21600"/>
              <a:gd name="T23" fmla="*/ G42 h 21600"/>
            </a:gdLst>
            <a:ahLst/>
            <a:cxnLst>
              <a:cxn ang="0">
                <a:pos x="T12" y="T13"/>
              </a:cxn>
              <a:cxn ang="0">
                <a:pos x="T14" y="T15"/>
              </a:cxn>
              <a:cxn ang="0">
                <a:pos x="T16" y="T17"/>
              </a:cxn>
              <a:cxn ang="0">
                <a:pos x="T18" y="T19"/>
              </a:cxn>
            </a:cxnLst>
            <a:rect l="T20" t="T21" r="T22" b="T23"/>
            <a:pathLst>
              <a:path w="21600" h="21600">
                <a:moveTo>
                  <a:pt x="10744" y="10800"/>
                </a:moveTo>
                <a:cubicBezTo>
                  <a:pt x="10744" y="10769"/>
                  <a:pt x="10769" y="10744"/>
                  <a:pt x="10800" y="10744"/>
                </a:cubicBezTo>
                <a:cubicBezTo>
                  <a:pt x="10830" y="10743"/>
                  <a:pt x="10855" y="10769"/>
                  <a:pt x="10856" y="10799"/>
                </a:cubicBezTo>
                <a:lnTo>
                  <a:pt x="21600" y="10800"/>
                </a:lnTo>
                <a:cubicBezTo>
                  <a:pt x="21600" y="4835"/>
                  <a:pt x="16764" y="0"/>
                  <a:pt x="10800" y="0"/>
                </a:cubicBezTo>
                <a:cubicBezTo>
                  <a:pt x="4835" y="0"/>
                  <a:pt x="0" y="4835"/>
                  <a:pt x="0" y="10800"/>
                </a:cubicBezTo>
                <a:close/>
              </a:path>
            </a:pathLst>
          </a:custGeom>
          <a:gradFill rotWithShape="0">
            <a:gsLst>
              <a:gs pos="0">
                <a:srgbClr val="B8CCFE">
                  <a:gamma/>
                  <a:tint val="39216"/>
                  <a:invGamma/>
                </a:srgbClr>
              </a:gs>
              <a:gs pos="100000">
                <a:srgbClr val="B8CCFE"/>
              </a:gs>
            </a:gsLst>
            <a:lin ang="0" scaled="1"/>
          </a:gradFill>
          <a:ln w="0" algn="ctr">
            <a:noFill/>
            <a:miter lim="800000"/>
            <a:headEnd/>
            <a:tailEnd/>
          </a:ln>
          <a:effectLst/>
        </p:spPr>
        <p:txBody>
          <a:bodyPr wrap="none" anchor="ct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endParaRPr>
          </a:p>
        </p:txBody>
      </p:sp>
      <p:sp>
        <p:nvSpPr>
          <p:cNvPr id="185" name="TextBox 184">
            <a:extLst>
              <a:ext uri="{FF2B5EF4-FFF2-40B4-BE49-F238E27FC236}">
                <a16:creationId xmlns="" xmlns:a16="http://schemas.microsoft.com/office/drawing/2014/main" id="{F43469DC-7F5B-471E-BD74-ED709E621F63}"/>
              </a:ext>
            </a:extLst>
          </p:cNvPr>
          <p:cNvSpPr txBox="1"/>
          <p:nvPr/>
        </p:nvSpPr>
        <p:spPr>
          <a:xfrm>
            <a:off x="5139383" y="2092656"/>
            <a:ext cx="2392001" cy="369332"/>
          </a:xfrm>
          <a:prstGeom prst="rect">
            <a:avLst/>
          </a:prstGeom>
          <a:noFill/>
        </p:spPr>
        <p:txBody>
          <a:bodyPr wrap="none" rtlCol="0">
            <a:spAutoFit/>
          </a:bodyPr>
          <a:lstStyle/>
          <a:p>
            <a:pPr algn="r" rtl="1"/>
            <a:r>
              <a:rPr lang="fa-IR" b="1" dirty="0">
                <a:cs typeface="B Nazanin" panose="00000400000000000000" pitchFamily="2" charset="-78"/>
              </a:rPr>
              <a:t>توپولوژی های همسان سازی</a:t>
            </a:r>
          </a:p>
        </p:txBody>
      </p:sp>
      <p:grpSp>
        <p:nvGrpSpPr>
          <p:cNvPr id="187" name="Group 23">
            <a:extLst>
              <a:ext uri="{FF2B5EF4-FFF2-40B4-BE49-F238E27FC236}">
                <a16:creationId xmlns="" xmlns:a16="http://schemas.microsoft.com/office/drawing/2014/main" id="{978D1582-1549-4D37-9C95-34020E281F7D}"/>
              </a:ext>
            </a:extLst>
          </p:cNvPr>
          <p:cNvGrpSpPr>
            <a:grpSpLocks noChangeAspect="1"/>
          </p:cNvGrpSpPr>
          <p:nvPr/>
        </p:nvGrpSpPr>
        <p:grpSpPr bwMode="auto">
          <a:xfrm>
            <a:off x="7028955" y="2792456"/>
            <a:ext cx="381000" cy="381000"/>
            <a:chOff x="2078" y="1680"/>
            <a:chExt cx="1615" cy="1615"/>
          </a:xfrm>
        </p:grpSpPr>
        <p:sp>
          <p:nvSpPr>
            <p:cNvPr id="188" name="Oval 24">
              <a:extLst>
                <a:ext uri="{FF2B5EF4-FFF2-40B4-BE49-F238E27FC236}">
                  <a16:creationId xmlns="" xmlns:a16="http://schemas.microsoft.com/office/drawing/2014/main" id="{394744AB-69AD-4039-A10B-0D8E0439243B}"/>
                </a:ext>
              </a:extLst>
            </p:cNvPr>
            <p:cNvSpPr>
              <a:spLocks noChangeArrowheads="1"/>
            </p:cNvSpPr>
            <p:nvPr/>
          </p:nvSpPr>
          <p:spPr bwMode="gray">
            <a:xfrm>
              <a:off x="2078" y="1680"/>
              <a:ext cx="1615" cy="1615"/>
            </a:xfrm>
            <a:prstGeom prst="ellipse">
              <a:avLst/>
            </a:prstGeom>
            <a:gradFill rotWithShape="1">
              <a:gsLst>
                <a:gs pos="0">
                  <a:srgbClr val="FFFFFF">
                    <a:gamma/>
                    <a:shade val="46275"/>
                    <a:invGamma/>
                  </a:srgbClr>
                </a:gs>
                <a:gs pos="50000">
                  <a:srgbClr val="FFFFFF"/>
                </a:gs>
                <a:gs pos="100000">
                  <a:srgbClr val="FFFFFF">
                    <a:gamma/>
                    <a:shade val="46275"/>
                    <a:invGamma/>
                  </a:srgbClr>
                </a:gs>
              </a:gsLst>
              <a:lin ang="5400000" scaled="1"/>
            </a:gradFill>
            <a:ln w="57150" algn="ctr">
              <a:noFill/>
              <a:round/>
              <a:headEnd/>
              <a:tailEnd/>
            </a:ln>
            <a:effectLst/>
          </p:spPr>
          <p:txBody>
            <a:bodyPr wrap="none" anchor="ct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latin typeface="Arial" pitchFamily="34" charset="0"/>
              </a:endParaRPr>
            </a:p>
          </p:txBody>
        </p:sp>
        <p:sp>
          <p:nvSpPr>
            <p:cNvPr id="189" name="Oval 25">
              <a:extLst>
                <a:ext uri="{FF2B5EF4-FFF2-40B4-BE49-F238E27FC236}">
                  <a16:creationId xmlns="" xmlns:a16="http://schemas.microsoft.com/office/drawing/2014/main" id="{154704C5-3C92-4C99-8D43-D388A6C5B289}"/>
                </a:ext>
              </a:extLst>
            </p:cNvPr>
            <p:cNvSpPr>
              <a:spLocks noChangeArrowheads="1"/>
            </p:cNvSpPr>
            <p:nvPr/>
          </p:nvSpPr>
          <p:spPr bwMode="gray">
            <a:xfrm>
              <a:off x="2170" y="1771"/>
              <a:ext cx="1430" cy="1430"/>
            </a:xfrm>
            <a:prstGeom prst="ellipse">
              <a:avLst/>
            </a:prstGeom>
            <a:gradFill rotWithShape="1">
              <a:gsLst>
                <a:gs pos="0">
                  <a:srgbClr val="FFFFFF">
                    <a:gamma/>
                    <a:shade val="63529"/>
                    <a:invGamma/>
                  </a:srgbClr>
                </a:gs>
                <a:gs pos="50000">
                  <a:srgbClr val="FFFFFF"/>
                </a:gs>
                <a:gs pos="100000">
                  <a:srgbClr val="FFFFFF">
                    <a:gamma/>
                    <a:shade val="63529"/>
                    <a:invGamma/>
                  </a:srgbClr>
                </a:gs>
              </a:gsLst>
              <a:lin ang="0" scaled="1"/>
            </a:gradFill>
            <a:ln w="9525" algn="ctr">
              <a:noFill/>
              <a:round/>
              <a:headEnd/>
              <a:tailEnd/>
            </a:ln>
            <a:effectLst/>
          </p:spPr>
          <p:txBody>
            <a:bodyPr wrap="none" anchor="ct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latin typeface="Arial" pitchFamily="34" charset="0"/>
              </a:endParaRPr>
            </a:p>
          </p:txBody>
        </p:sp>
        <p:sp>
          <p:nvSpPr>
            <p:cNvPr id="190" name="Oval 26">
              <a:extLst>
                <a:ext uri="{FF2B5EF4-FFF2-40B4-BE49-F238E27FC236}">
                  <a16:creationId xmlns="" xmlns:a16="http://schemas.microsoft.com/office/drawing/2014/main" id="{04F66D2C-385D-4CBC-8E8F-3E3A912DFC98}"/>
                </a:ext>
              </a:extLst>
            </p:cNvPr>
            <p:cNvSpPr>
              <a:spLocks noChangeArrowheads="1"/>
            </p:cNvSpPr>
            <p:nvPr/>
          </p:nvSpPr>
          <p:spPr bwMode="gray">
            <a:xfrm>
              <a:off x="2254" y="1856"/>
              <a:ext cx="1262" cy="1264"/>
            </a:xfrm>
            <a:prstGeom prst="ellipse">
              <a:avLst/>
            </a:prstGeom>
            <a:gradFill rotWithShape="1">
              <a:gsLst>
                <a:gs pos="0">
                  <a:srgbClr val="8AD4CD">
                    <a:gamma/>
                    <a:tint val="0"/>
                    <a:invGamma/>
                  </a:srgbClr>
                </a:gs>
                <a:gs pos="50000">
                  <a:srgbClr val="8AD4CD"/>
                </a:gs>
                <a:gs pos="100000">
                  <a:srgbClr val="8AD4CD">
                    <a:gamma/>
                    <a:tint val="0"/>
                    <a:invGamma/>
                  </a:srgbClr>
                </a:gs>
              </a:gsLst>
              <a:lin ang="2700000" scaled="1"/>
            </a:gradFill>
            <a:ln w="38100" algn="ctr">
              <a:noFill/>
              <a:round/>
              <a:headEnd/>
              <a:tailEnd/>
            </a:ln>
            <a:effectLst/>
          </p:spPr>
          <p:txBody>
            <a:bodyPr wrap="none" anchor="ctr">
              <a:spAutoFit/>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latin typeface="Arial" pitchFamily="34" charset="0"/>
              </a:endParaRPr>
            </a:p>
          </p:txBody>
        </p:sp>
        <p:sp>
          <p:nvSpPr>
            <p:cNvPr id="191" name="Oval 27">
              <a:extLst>
                <a:ext uri="{FF2B5EF4-FFF2-40B4-BE49-F238E27FC236}">
                  <a16:creationId xmlns="" xmlns:a16="http://schemas.microsoft.com/office/drawing/2014/main" id="{EA27390D-90C7-4FEF-9F37-D35FD2EA7723}"/>
                </a:ext>
              </a:extLst>
            </p:cNvPr>
            <p:cNvSpPr>
              <a:spLocks noChangeArrowheads="1"/>
            </p:cNvSpPr>
            <p:nvPr/>
          </p:nvSpPr>
          <p:spPr bwMode="gray">
            <a:xfrm>
              <a:off x="2254" y="1856"/>
              <a:ext cx="1262" cy="1264"/>
            </a:xfrm>
            <a:prstGeom prst="ellipse">
              <a:avLst/>
            </a:prstGeom>
            <a:gradFill rotWithShape="1">
              <a:gsLst>
                <a:gs pos="0">
                  <a:srgbClr val="21B3E1"/>
                </a:gs>
                <a:gs pos="100000">
                  <a:srgbClr val="21B3E1">
                    <a:gamma/>
                    <a:shade val="46275"/>
                    <a:invGamma/>
                  </a:srgbClr>
                </a:gs>
              </a:gsLst>
              <a:lin ang="5400000" scaled="1"/>
            </a:gradFill>
            <a:ln w="38100" algn="ctr">
              <a:noFill/>
              <a:round/>
              <a:headEnd/>
              <a:tailEnd/>
            </a:ln>
            <a:effectLst/>
          </p:spPr>
          <p:txBody>
            <a:bodyPr wrap="none" anchor="ctr">
              <a:spAutoFit/>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latin typeface="Arial" pitchFamily="34" charset="0"/>
              </a:endParaRPr>
            </a:p>
          </p:txBody>
        </p:sp>
        <p:sp>
          <p:nvSpPr>
            <p:cNvPr id="192" name="Oval 28">
              <a:extLst>
                <a:ext uri="{FF2B5EF4-FFF2-40B4-BE49-F238E27FC236}">
                  <a16:creationId xmlns="" xmlns:a16="http://schemas.microsoft.com/office/drawing/2014/main" id="{5C9AFE92-58F0-4BF1-8021-7EEAC92E3206}"/>
                </a:ext>
              </a:extLst>
            </p:cNvPr>
            <p:cNvSpPr>
              <a:spLocks noChangeArrowheads="1"/>
            </p:cNvSpPr>
            <p:nvPr/>
          </p:nvSpPr>
          <p:spPr bwMode="gray">
            <a:xfrm>
              <a:off x="2337" y="1939"/>
              <a:ext cx="1096" cy="1098"/>
            </a:xfrm>
            <a:prstGeom prst="ellipse">
              <a:avLst/>
            </a:prstGeom>
            <a:gradFill rotWithShape="1">
              <a:gsLst>
                <a:gs pos="0">
                  <a:srgbClr val="8AD4CD">
                    <a:gamma/>
                    <a:shade val="54118"/>
                    <a:invGamma/>
                  </a:srgbClr>
                </a:gs>
                <a:gs pos="50000">
                  <a:srgbClr val="8AD4CD"/>
                </a:gs>
                <a:gs pos="100000">
                  <a:srgbClr val="8AD4CD">
                    <a:gamma/>
                    <a:shade val="54118"/>
                    <a:invGamma/>
                  </a:srgbClr>
                </a:gs>
              </a:gsLst>
              <a:lin ang="18900000" scaled="1"/>
            </a:gradFill>
            <a:ln w="38100" algn="ctr">
              <a:noFill/>
              <a:round/>
              <a:headEnd/>
              <a:tailEnd/>
            </a:ln>
            <a:effectLst/>
          </p:spPr>
          <p:txBody>
            <a:bodyPr anchor="ctr">
              <a:spAutoFit/>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latin typeface="Arial" pitchFamily="34" charset="0"/>
              </a:endParaRPr>
            </a:p>
          </p:txBody>
        </p:sp>
        <p:sp>
          <p:nvSpPr>
            <p:cNvPr id="193" name="Oval 29">
              <a:extLst>
                <a:ext uri="{FF2B5EF4-FFF2-40B4-BE49-F238E27FC236}">
                  <a16:creationId xmlns="" xmlns:a16="http://schemas.microsoft.com/office/drawing/2014/main" id="{1B81B5B2-AD7F-472D-BBE8-64F0040E5D5F}"/>
                </a:ext>
              </a:extLst>
            </p:cNvPr>
            <p:cNvSpPr>
              <a:spLocks noChangeArrowheads="1"/>
            </p:cNvSpPr>
            <p:nvPr/>
          </p:nvSpPr>
          <p:spPr bwMode="gray">
            <a:xfrm>
              <a:off x="2337" y="1939"/>
              <a:ext cx="1096" cy="1098"/>
            </a:xfrm>
            <a:prstGeom prst="ellipse">
              <a:avLst/>
            </a:prstGeom>
            <a:gradFill rotWithShape="1">
              <a:gsLst>
                <a:gs pos="0">
                  <a:srgbClr val="21B3E1"/>
                </a:gs>
                <a:gs pos="100000">
                  <a:srgbClr val="21B3E1">
                    <a:gamma/>
                    <a:shade val="48627"/>
                    <a:invGamma/>
                  </a:srgbClr>
                </a:gs>
              </a:gsLst>
              <a:lin ang="2700000" scaled="1"/>
            </a:gradFill>
            <a:ln w="38100" algn="ctr">
              <a:noFill/>
              <a:round/>
              <a:headEnd/>
              <a:tailEnd/>
            </a:ln>
            <a:effectLst/>
          </p:spPr>
          <p:txBody>
            <a:bodyPr anchor="ctr">
              <a:spAutoFit/>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latin typeface="Arial" pitchFamily="34" charset="0"/>
              </a:endParaRPr>
            </a:p>
          </p:txBody>
        </p:sp>
      </p:grpSp>
      <p:grpSp>
        <p:nvGrpSpPr>
          <p:cNvPr id="197" name="Group 23">
            <a:extLst>
              <a:ext uri="{FF2B5EF4-FFF2-40B4-BE49-F238E27FC236}">
                <a16:creationId xmlns="" xmlns:a16="http://schemas.microsoft.com/office/drawing/2014/main" id="{480CFC9E-AE3C-48F6-BC4D-4934E415B67E}"/>
              </a:ext>
            </a:extLst>
          </p:cNvPr>
          <p:cNvGrpSpPr>
            <a:grpSpLocks noChangeAspect="1"/>
          </p:cNvGrpSpPr>
          <p:nvPr/>
        </p:nvGrpSpPr>
        <p:grpSpPr bwMode="auto">
          <a:xfrm>
            <a:off x="6644181" y="4105317"/>
            <a:ext cx="381000" cy="381000"/>
            <a:chOff x="2078" y="1680"/>
            <a:chExt cx="1615" cy="1615"/>
          </a:xfrm>
        </p:grpSpPr>
        <p:sp>
          <p:nvSpPr>
            <p:cNvPr id="198" name="Oval 24">
              <a:extLst>
                <a:ext uri="{FF2B5EF4-FFF2-40B4-BE49-F238E27FC236}">
                  <a16:creationId xmlns="" xmlns:a16="http://schemas.microsoft.com/office/drawing/2014/main" id="{CACFC30A-9877-4806-9B4C-587ACE150345}"/>
                </a:ext>
              </a:extLst>
            </p:cNvPr>
            <p:cNvSpPr>
              <a:spLocks noChangeArrowheads="1"/>
            </p:cNvSpPr>
            <p:nvPr/>
          </p:nvSpPr>
          <p:spPr bwMode="gray">
            <a:xfrm>
              <a:off x="2078" y="1680"/>
              <a:ext cx="1615" cy="1615"/>
            </a:xfrm>
            <a:prstGeom prst="ellipse">
              <a:avLst/>
            </a:prstGeom>
            <a:gradFill rotWithShape="1">
              <a:gsLst>
                <a:gs pos="0">
                  <a:srgbClr val="FFFFFF">
                    <a:gamma/>
                    <a:shade val="46275"/>
                    <a:invGamma/>
                  </a:srgbClr>
                </a:gs>
                <a:gs pos="50000">
                  <a:srgbClr val="FFFFFF"/>
                </a:gs>
                <a:gs pos="100000">
                  <a:srgbClr val="FFFFFF">
                    <a:gamma/>
                    <a:shade val="46275"/>
                    <a:invGamma/>
                  </a:srgbClr>
                </a:gs>
              </a:gsLst>
              <a:lin ang="5400000" scaled="1"/>
            </a:gradFill>
            <a:ln w="57150" algn="ctr">
              <a:noFill/>
              <a:round/>
              <a:headEnd/>
              <a:tailEnd/>
            </a:ln>
            <a:effectLst/>
          </p:spPr>
          <p:txBody>
            <a:bodyPr wrap="none" anchor="ct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latin typeface="Arial" pitchFamily="34" charset="0"/>
              </a:endParaRPr>
            </a:p>
          </p:txBody>
        </p:sp>
        <p:sp>
          <p:nvSpPr>
            <p:cNvPr id="199" name="Oval 25">
              <a:extLst>
                <a:ext uri="{FF2B5EF4-FFF2-40B4-BE49-F238E27FC236}">
                  <a16:creationId xmlns="" xmlns:a16="http://schemas.microsoft.com/office/drawing/2014/main" id="{640C1602-143A-456B-BA22-7664A3DEFFCF}"/>
                </a:ext>
              </a:extLst>
            </p:cNvPr>
            <p:cNvSpPr>
              <a:spLocks noChangeArrowheads="1"/>
            </p:cNvSpPr>
            <p:nvPr/>
          </p:nvSpPr>
          <p:spPr bwMode="gray">
            <a:xfrm>
              <a:off x="2170" y="1771"/>
              <a:ext cx="1430" cy="1430"/>
            </a:xfrm>
            <a:prstGeom prst="ellipse">
              <a:avLst/>
            </a:prstGeom>
            <a:gradFill rotWithShape="1">
              <a:gsLst>
                <a:gs pos="0">
                  <a:srgbClr val="FFFFFF">
                    <a:gamma/>
                    <a:shade val="63529"/>
                    <a:invGamma/>
                  </a:srgbClr>
                </a:gs>
                <a:gs pos="50000">
                  <a:srgbClr val="FFFFFF"/>
                </a:gs>
                <a:gs pos="100000">
                  <a:srgbClr val="FFFFFF">
                    <a:gamma/>
                    <a:shade val="63529"/>
                    <a:invGamma/>
                  </a:srgbClr>
                </a:gs>
              </a:gsLst>
              <a:lin ang="0" scaled="1"/>
            </a:gradFill>
            <a:ln w="9525" algn="ctr">
              <a:noFill/>
              <a:round/>
              <a:headEnd/>
              <a:tailEnd/>
            </a:ln>
            <a:effectLst/>
          </p:spPr>
          <p:txBody>
            <a:bodyPr wrap="none" anchor="ct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latin typeface="Arial" pitchFamily="34" charset="0"/>
              </a:endParaRPr>
            </a:p>
          </p:txBody>
        </p:sp>
        <p:sp>
          <p:nvSpPr>
            <p:cNvPr id="200" name="Oval 26">
              <a:extLst>
                <a:ext uri="{FF2B5EF4-FFF2-40B4-BE49-F238E27FC236}">
                  <a16:creationId xmlns="" xmlns:a16="http://schemas.microsoft.com/office/drawing/2014/main" id="{53792F8F-0D9C-4345-A703-F034640FA7A7}"/>
                </a:ext>
              </a:extLst>
            </p:cNvPr>
            <p:cNvSpPr>
              <a:spLocks noChangeArrowheads="1"/>
            </p:cNvSpPr>
            <p:nvPr/>
          </p:nvSpPr>
          <p:spPr bwMode="gray">
            <a:xfrm>
              <a:off x="2254" y="1856"/>
              <a:ext cx="1262" cy="1264"/>
            </a:xfrm>
            <a:prstGeom prst="ellipse">
              <a:avLst/>
            </a:prstGeom>
            <a:gradFill rotWithShape="1">
              <a:gsLst>
                <a:gs pos="0">
                  <a:srgbClr val="8AD4CD">
                    <a:gamma/>
                    <a:tint val="0"/>
                    <a:invGamma/>
                  </a:srgbClr>
                </a:gs>
                <a:gs pos="50000">
                  <a:srgbClr val="8AD4CD"/>
                </a:gs>
                <a:gs pos="100000">
                  <a:srgbClr val="8AD4CD">
                    <a:gamma/>
                    <a:tint val="0"/>
                    <a:invGamma/>
                  </a:srgbClr>
                </a:gs>
              </a:gsLst>
              <a:lin ang="2700000" scaled="1"/>
            </a:gradFill>
            <a:ln w="38100" algn="ctr">
              <a:noFill/>
              <a:round/>
              <a:headEnd/>
              <a:tailEnd/>
            </a:ln>
            <a:effectLst/>
          </p:spPr>
          <p:txBody>
            <a:bodyPr wrap="none" anchor="ctr">
              <a:spAutoFit/>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latin typeface="Arial" pitchFamily="34" charset="0"/>
              </a:endParaRPr>
            </a:p>
          </p:txBody>
        </p:sp>
        <p:sp>
          <p:nvSpPr>
            <p:cNvPr id="201" name="Oval 27">
              <a:extLst>
                <a:ext uri="{FF2B5EF4-FFF2-40B4-BE49-F238E27FC236}">
                  <a16:creationId xmlns="" xmlns:a16="http://schemas.microsoft.com/office/drawing/2014/main" id="{B29790E8-4F4B-4579-8A6B-FE3F9B0CAEF2}"/>
                </a:ext>
              </a:extLst>
            </p:cNvPr>
            <p:cNvSpPr>
              <a:spLocks noChangeArrowheads="1"/>
            </p:cNvSpPr>
            <p:nvPr/>
          </p:nvSpPr>
          <p:spPr bwMode="gray">
            <a:xfrm>
              <a:off x="2254" y="1856"/>
              <a:ext cx="1262" cy="1264"/>
            </a:xfrm>
            <a:prstGeom prst="ellipse">
              <a:avLst/>
            </a:prstGeom>
            <a:gradFill rotWithShape="1">
              <a:gsLst>
                <a:gs pos="0">
                  <a:srgbClr val="21B3E1"/>
                </a:gs>
                <a:gs pos="100000">
                  <a:srgbClr val="21B3E1">
                    <a:gamma/>
                    <a:shade val="46275"/>
                    <a:invGamma/>
                  </a:srgbClr>
                </a:gs>
              </a:gsLst>
              <a:lin ang="5400000" scaled="1"/>
            </a:gradFill>
            <a:ln w="38100" algn="ctr">
              <a:noFill/>
              <a:round/>
              <a:headEnd/>
              <a:tailEnd/>
            </a:ln>
            <a:effectLst/>
          </p:spPr>
          <p:txBody>
            <a:bodyPr wrap="none" anchor="ctr">
              <a:spAutoFit/>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latin typeface="Arial" pitchFamily="34" charset="0"/>
              </a:endParaRPr>
            </a:p>
          </p:txBody>
        </p:sp>
        <p:sp>
          <p:nvSpPr>
            <p:cNvPr id="202" name="Oval 28">
              <a:extLst>
                <a:ext uri="{FF2B5EF4-FFF2-40B4-BE49-F238E27FC236}">
                  <a16:creationId xmlns="" xmlns:a16="http://schemas.microsoft.com/office/drawing/2014/main" id="{358C33BB-071D-4F24-839E-CC9C393EF0D8}"/>
                </a:ext>
              </a:extLst>
            </p:cNvPr>
            <p:cNvSpPr>
              <a:spLocks noChangeArrowheads="1"/>
            </p:cNvSpPr>
            <p:nvPr/>
          </p:nvSpPr>
          <p:spPr bwMode="gray">
            <a:xfrm>
              <a:off x="2337" y="1939"/>
              <a:ext cx="1096" cy="1098"/>
            </a:xfrm>
            <a:prstGeom prst="ellipse">
              <a:avLst/>
            </a:prstGeom>
            <a:gradFill rotWithShape="1">
              <a:gsLst>
                <a:gs pos="0">
                  <a:srgbClr val="8AD4CD">
                    <a:gamma/>
                    <a:shade val="54118"/>
                    <a:invGamma/>
                  </a:srgbClr>
                </a:gs>
                <a:gs pos="50000">
                  <a:srgbClr val="8AD4CD"/>
                </a:gs>
                <a:gs pos="100000">
                  <a:srgbClr val="8AD4CD">
                    <a:gamma/>
                    <a:shade val="54118"/>
                    <a:invGamma/>
                  </a:srgbClr>
                </a:gs>
              </a:gsLst>
              <a:lin ang="18900000" scaled="1"/>
            </a:gradFill>
            <a:ln w="38100" algn="ctr">
              <a:noFill/>
              <a:round/>
              <a:headEnd/>
              <a:tailEnd/>
            </a:ln>
            <a:effectLst/>
          </p:spPr>
          <p:txBody>
            <a:bodyPr anchor="ctr">
              <a:spAutoFit/>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latin typeface="Arial" pitchFamily="34" charset="0"/>
              </a:endParaRPr>
            </a:p>
          </p:txBody>
        </p:sp>
        <p:sp>
          <p:nvSpPr>
            <p:cNvPr id="203" name="Oval 29">
              <a:extLst>
                <a:ext uri="{FF2B5EF4-FFF2-40B4-BE49-F238E27FC236}">
                  <a16:creationId xmlns="" xmlns:a16="http://schemas.microsoft.com/office/drawing/2014/main" id="{4E06C84A-1EFC-44EA-B29A-11ED722DE85A}"/>
                </a:ext>
              </a:extLst>
            </p:cNvPr>
            <p:cNvSpPr>
              <a:spLocks noChangeArrowheads="1"/>
            </p:cNvSpPr>
            <p:nvPr/>
          </p:nvSpPr>
          <p:spPr bwMode="gray">
            <a:xfrm>
              <a:off x="2337" y="1939"/>
              <a:ext cx="1096" cy="1098"/>
            </a:xfrm>
            <a:prstGeom prst="ellipse">
              <a:avLst/>
            </a:prstGeom>
            <a:gradFill rotWithShape="1">
              <a:gsLst>
                <a:gs pos="0">
                  <a:srgbClr val="21B3E1"/>
                </a:gs>
                <a:gs pos="100000">
                  <a:srgbClr val="21B3E1">
                    <a:gamma/>
                    <a:shade val="48627"/>
                    <a:invGamma/>
                  </a:srgbClr>
                </a:gs>
              </a:gsLst>
              <a:lin ang="2700000" scaled="1"/>
            </a:gradFill>
            <a:ln w="38100" algn="ctr">
              <a:noFill/>
              <a:round/>
              <a:headEnd/>
              <a:tailEnd/>
            </a:ln>
            <a:effectLst/>
          </p:spPr>
          <p:txBody>
            <a:bodyPr anchor="ctr">
              <a:spAutoFit/>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latin typeface="Arial" pitchFamily="34" charset="0"/>
              </a:endParaRPr>
            </a:p>
          </p:txBody>
        </p:sp>
      </p:grpSp>
      <p:grpSp>
        <p:nvGrpSpPr>
          <p:cNvPr id="204" name="Group 23">
            <a:extLst>
              <a:ext uri="{FF2B5EF4-FFF2-40B4-BE49-F238E27FC236}">
                <a16:creationId xmlns="" xmlns:a16="http://schemas.microsoft.com/office/drawing/2014/main" id="{DBD88F74-281E-49A6-BC26-B30CBBAE64C9}"/>
              </a:ext>
            </a:extLst>
          </p:cNvPr>
          <p:cNvGrpSpPr>
            <a:grpSpLocks noChangeAspect="1"/>
          </p:cNvGrpSpPr>
          <p:nvPr/>
        </p:nvGrpSpPr>
        <p:grpSpPr bwMode="auto">
          <a:xfrm>
            <a:off x="7050659" y="5431096"/>
            <a:ext cx="381000" cy="381000"/>
            <a:chOff x="2078" y="1680"/>
            <a:chExt cx="1615" cy="1615"/>
          </a:xfrm>
        </p:grpSpPr>
        <p:sp>
          <p:nvSpPr>
            <p:cNvPr id="205" name="Oval 24">
              <a:extLst>
                <a:ext uri="{FF2B5EF4-FFF2-40B4-BE49-F238E27FC236}">
                  <a16:creationId xmlns="" xmlns:a16="http://schemas.microsoft.com/office/drawing/2014/main" id="{8B6A68AB-47EE-4BEB-9563-FC726BE4E43A}"/>
                </a:ext>
              </a:extLst>
            </p:cNvPr>
            <p:cNvSpPr>
              <a:spLocks noChangeArrowheads="1"/>
            </p:cNvSpPr>
            <p:nvPr/>
          </p:nvSpPr>
          <p:spPr bwMode="gray">
            <a:xfrm>
              <a:off x="2078" y="1680"/>
              <a:ext cx="1615" cy="1615"/>
            </a:xfrm>
            <a:prstGeom prst="ellipse">
              <a:avLst/>
            </a:prstGeom>
            <a:gradFill rotWithShape="1">
              <a:gsLst>
                <a:gs pos="0">
                  <a:srgbClr val="FFFFFF">
                    <a:gamma/>
                    <a:shade val="46275"/>
                    <a:invGamma/>
                  </a:srgbClr>
                </a:gs>
                <a:gs pos="50000">
                  <a:srgbClr val="FFFFFF"/>
                </a:gs>
                <a:gs pos="100000">
                  <a:srgbClr val="FFFFFF">
                    <a:gamma/>
                    <a:shade val="46275"/>
                    <a:invGamma/>
                  </a:srgbClr>
                </a:gs>
              </a:gsLst>
              <a:lin ang="5400000" scaled="1"/>
            </a:gradFill>
            <a:ln w="57150" algn="ctr">
              <a:noFill/>
              <a:round/>
              <a:headEnd/>
              <a:tailEnd/>
            </a:ln>
            <a:effectLst/>
          </p:spPr>
          <p:txBody>
            <a:bodyPr wrap="none" anchor="ct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latin typeface="Arial" pitchFamily="34" charset="0"/>
              </a:endParaRPr>
            </a:p>
          </p:txBody>
        </p:sp>
        <p:sp>
          <p:nvSpPr>
            <p:cNvPr id="206" name="Oval 25">
              <a:extLst>
                <a:ext uri="{FF2B5EF4-FFF2-40B4-BE49-F238E27FC236}">
                  <a16:creationId xmlns="" xmlns:a16="http://schemas.microsoft.com/office/drawing/2014/main" id="{004826CD-E5CF-47B8-BD5C-D81E5D353CD7}"/>
                </a:ext>
              </a:extLst>
            </p:cNvPr>
            <p:cNvSpPr>
              <a:spLocks noChangeArrowheads="1"/>
            </p:cNvSpPr>
            <p:nvPr/>
          </p:nvSpPr>
          <p:spPr bwMode="gray">
            <a:xfrm>
              <a:off x="2170" y="1771"/>
              <a:ext cx="1430" cy="1430"/>
            </a:xfrm>
            <a:prstGeom prst="ellipse">
              <a:avLst/>
            </a:prstGeom>
            <a:gradFill rotWithShape="1">
              <a:gsLst>
                <a:gs pos="0">
                  <a:srgbClr val="FFFFFF">
                    <a:gamma/>
                    <a:shade val="63529"/>
                    <a:invGamma/>
                  </a:srgbClr>
                </a:gs>
                <a:gs pos="50000">
                  <a:srgbClr val="FFFFFF"/>
                </a:gs>
                <a:gs pos="100000">
                  <a:srgbClr val="FFFFFF">
                    <a:gamma/>
                    <a:shade val="63529"/>
                    <a:invGamma/>
                  </a:srgbClr>
                </a:gs>
              </a:gsLst>
              <a:lin ang="0" scaled="1"/>
            </a:gradFill>
            <a:ln w="9525" algn="ctr">
              <a:noFill/>
              <a:round/>
              <a:headEnd/>
              <a:tailEnd/>
            </a:ln>
            <a:effectLst/>
          </p:spPr>
          <p:txBody>
            <a:bodyPr wrap="none" anchor="ct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latin typeface="Arial" pitchFamily="34" charset="0"/>
              </a:endParaRPr>
            </a:p>
          </p:txBody>
        </p:sp>
        <p:sp>
          <p:nvSpPr>
            <p:cNvPr id="207" name="Oval 26">
              <a:extLst>
                <a:ext uri="{FF2B5EF4-FFF2-40B4-BE49-F238E27FC236}">
                  <a16:creationId xmlns="" xmlns:a16="http://schemas.microsoft.com/office/drawing/2014/main" id="{3B71C91A-95B1-48A6-8F6E-2BCE30BA5067}"/>
                </a:ext>
              </a:extLst>
            </p:cNvPr>
            <p:cNvSpPr>
              <a:spLocks noChangeArrowheads="1"/>
            </p:cNvSpPr>
            <p:nvPr/>
          </p:nvSpPr>
          <p:spPr bwMode="gray">
            <a:xfrm>
              <a:off x="2254" y="1856"/>
              <a:ext cx="1262" cy="1264"/>
            </a:xfrm>
            <a:prstGeom prst="ellipse">
              <a:avLst/>
            </a:prstGeom>
            <a:gradFill rotWithShape="1">
              <a:gsLst>
                <a:gs pos="0">
                  <a:srgbClr val="8AD4CD">
                    <a:gamma/>
                    <a:tint val="0"/>
                    <a:invGamma/>
                  </a:srgbClr>
                </a:gs>
                <a:gs pos="50000">
                  <a:srgbClr val="8AD4CD"/>
                </a:gs>
                <a:gs pos="100000">
                  <a:srgbClr val="8AD4CD">
                    <a:gamma/>
                    <a:tint val="0"/>
                    <a:invGamma/>
                  </a:srgbClr>
                </a:gs>
              </a:gsLst>
              <a:lin ang="2700000" scaled="1"/>
            </a:gradFill>
            <a:ln w="38100" algn="ctr">
              <a:noFill/>
              <a:round/>
              <a:headEnd/>
              <a:tailEnd/>
            </a:ln>
            <a:effectLst/>
          </p:spPr>
          <p:txBody>
            <a:bodyPr wrap="none" anchor="ctr">
              <a:spAutoFit/>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latin typeface="Arial" pitchFamily="34" charset="0"/>
              </a:endParaRPr>
            </a:p>
          </p:txBody>
        </p:sp>
        <p:sp>
          <p:nvSpPr>
            <p:cNvPr id="208" name="Oval 27">
              <a:extLst>
                <a:ext uri="{FF2B5EF4-FFF2-40B4-BE49-F238E27FC236}">
                  <a16:creationId xmlns="" xmlns:a16="http://schemas.microsoft.com/office/drawing/2014/main" id="{4B68C4BF-098A-4123-BB53-98CECA7F4A81}"/>
                </a:ext>
              </a:extLst>
            </p:cNvPr>
            <p:cNvSpPr>
              <a:spLocks noChangeArrowheads="1"/>
            </p:cNvSpPr>
            <p:nvPr/>
          </p:nvSpPr>
          <p:spPr bwMode="gray">
            <a:xfrm>
              <a:off x="2254" y="1856"/>
              <a:ext cx="1262" cy="1264"/>
            </a:xfrm>
            <a:prstGeom prst="ellipse">
              <a:avLst/>
            </a:prstGeom>
            <a:gradFill rotWithShape="1">
              <a:gsLst>
                <a:gs pos="0">
                  <a:srgbClr val="21B3E1"/>
                </a:gs>
                <a:gs pos="100000">
                  <a:srgbClr val="21B3E1">
                    <a:gamma/>
                    <a:shade val="46275"/>
                    <a:invGamma/>
                  </a:srgbClr>
                </a:gs>
              </a:gsLst>
              <a:lin ang="5400000" scaled="1"/>
            </a:gradFill>
            <a:ln w="38100" algn="ctr">
              <a:noFill/>
              <a:round/>
              <a:headEnd/>
              <a:tailEnd/>
            </a:ln>
            <a:effectLst/>
          </p:spPr>
          <p:txBody>
            <a:bodyPr wrap="none" anchor="ctr">
              <a:spAutoFit/>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latin typeface="Arial" pitchFamily="34" charset="0"/>
              </a:endParaRPr>
            </a:p>
          </p:txBody>
        </p:sp>
        <p:sp>
          <p:nvSpPr>
            <p:cNvPr id="209" name="Oval 28">
              <a:extLst>
                <a:ext uri="{FF2B5EF4-FFF2-40B4-BE49-F238E27FC236}">
                  <a16:creationId xmlns="" xmlns:a16="http://schemas.microsoft.com/office/drawing/2014/main" id="{3C5FE447-2DEF-4C03-AA66-D8D7E4B6E8E3}"/>
                </a:ext>
              </a:extLst>
            </p:cNvPr>
            <p:cNvSpPr>
              <a:spLocks noChangeArrowheads="1"/>
            </p:cNvSpPr>
            <p:nvPr/>
          </p:nvSpPr>
          <p:spPr bwMode="gray">
            <a:xfrm>
              <a:off x="2337" y="1939"/>
              <a:ext cx="1096" cy="1098"/>
            </a:xfrm>
            <a:prstGeom prst="ellipse">
              <a:avLst/>
            </a:prstGeom>
            <a:gradFill rotWithShape="1">
              <a:gsLst>
                <a:gs pos="0">
                  <a:srgbClr val="8AD4CD">
                    <a:gamma/>
                    <a:shade val="54118"/>
                    <a:invGamma/>
                  </a:srgbClr>
                </a:gs>
                <a:gs pos="50000">
                  <a:srgbClr val="8AD4CD"/>
                </a:gs>
                <a:gs pos="100000">
                  <a:srgbClr val="8AD4CD">
                    <a:gamma/>
                    <a:shade val="54118"/>
                    <a:invGamma/>
                  </a:srgbClr>
                </a:gs>
              </a:gsLst>
              <a:lin ang="18900000" scaled="1"/>
            </a:gradFill>
            <a:ln w="38100" algn="ctr">
              <a:noFill/>
              <a:round/>
              <a:headEnd/>
              <a:tailEnd/>
            </a:ln>
            <a:effectLst/>
          </p:spPr>
          <p:txBody>
            <a:bodyPr anchor="ctr">
              <a:spAutoFit/>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latin typeface="Arial" pitchFamily="34" charset="0"/>
              </a:endParaRPr>
            </a:p>
          </p:txBody>
        </p:sp>
        <p:sp>
          <p:nvSpPr>
            <p:cNvPr id="210" name="Oval 29">
              <a:extLst>
                <a:ext uri="{FF2B5EF4-FFF2-40B4-BE49-F238E27FC236}">
                  <a16:creationId xmlns="" xmlns:a16="http://schemas.microsoft.com/office/drawing/2014/main" id="{A8ADD6E4-DB30-4BEC-98B9-1D2EAA799DA1}"/>
                </a:ext>
              </a:extLst>
            </p:cNvPr>
            <p:cNvSpPr>
              <a:spLocks noChangeArrowheads="1"/>
            </p:cNvSpPr>
            <p:nvPr/>
          </p:nvSpPr>
          <p:spPr bwMode="gray">
            <a:xfrm>
              <a:off x="2337" y="1939"/>
              <a:ext cx="1096" cy="1098"/>
            </a:xfrm>
            <a:prstGeom prst="ellipse">
              <a:avLst/>
            </a:prstGeom>
            <a:gradFill rotWithShape="1">
              <a:gsLst>
                <a:gs pos="0">
                  <a:srgbClr val="21B3E1"/>
                </a:gs>
                <a:gs pos="100000">
                  <a:srgbClr val="21B3E1">
                    <a:gamma/>
                    <a:shade val="48627"/>
                    <a:invGamma/>
                  </a:srgbClr>
                </a:gs>
              </a:gsLst>
              <a:lin ang="2700000" scaled="1"/>
            </a:gradFill>
            <a:ln w="38100" algn="ctr">
              <a:noFill/>
              <a:round/>
              <a:headEnd/>
              <a:tailEnd/>
            </a:ln>
            <a:effectLst/>
          </p:spPr>
          <p:txBody>
            <a:bodyPr anchor="ctr">
              <a:spAutoFit/>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latin typeface="Arial" pitchFamily="34" charset="0"/>
              </a:endParaRPr>
            </a:p>
          </p:txBody>
        </p:sp>
      </p:grpSp>
      <p:sp>
        <p:nvSpPr>
          <p:cNvPr id="41" name="Rounded Rectangle 175">
            <a:extLst>
              <a:ext uri="{FF2B5EF4-FFF2-40B4-BE49-F238E27FC236}">
                <a16:creationId xmlns="" xmlns:a16="http://schemas.microsoft.com/office/drawing/2014/main" id="{5ED324C1-9E82-4B7C-8E12-63B5A59FFFC0}"/>
              </a:ext>
            </a:extLst>
          </p:cNvPr>
          <p:cNvSpPr/>
          <p:nvPr/>
        </p:nvSpPr>
        <p:spPr bwMode="auto">
          <a:xfrm>
            <a:off x="6324600" y="1066930"/>
            <a:ext cx="2922494" cy="418072"/>
          </a:xfrm>
          <a:prstGeom prst="roundRect">
            <a:avLst/>
          </a:prstGeom>
          <a:solidFill>
            <a:srgbClr val="3D81BF">
              <a:lumMod val="75000"/>
            </a:srgbClr>
          </a:solidFill>
          <a:ln w="9525" cap="flat" cmpd="sng" algn="ctr">
            <a:solidFill>
              <a:srgbClr val="000000"/>
            </a:solidFill>
            <a:prstDash val="solid"/>
            <a:round/>
            <a:headEnd type="none" w="med" len="med"/>
            <a:tailEnd type="none" w="med" len="med"/>
          </a:ln>
          <a:effectLst>
            <a:reflection blurRad="6350" stA="50000" endA="300" endPos="55000" dir="5400000" sy="-100000" algn="bl" rotWithShape="0"/>
          </a:effectLst>
          <a:scene3d>
            <a:camera prst="isometricOffAxis2Left"/>
            <a:lightRig rig="threePt" dir="t"/>
          </a:scene3d>
        </p:spPr>
        <p:txBody>
          <a:bodyPr vert="horz" wrap="square" lIns="91440" tIns="45720" rIns="91440" bIns="45720" numCol="1" rtlCol="0" anchor="t" anchorCtr="0" compatLnSpc="1">
            <a:prstTxWarp prst="textNoShape">
              <a:avLst/>
            </a:prstTxWarp>
          </a:bodyPr>
          <a:lstStyle/>
          <a:p>
            <a:pPr lvl="0" algn="ctr" rtl="1" fontAlgn="base">
              <a:spcBef>
                <a:spcPct val="0"/>
              </a:spcBef>
              <a:spcAft>
                <a:spcPct val="0"/>
              </a:spcAft>
            </a:pPr>
            <a:r>
              <a:rPr lang="fa-IR" sz="2000" b="1" dirty="0">
                <a:solidFill>
                  <a:srgbClr val="FFFFFF"/>
                </a:solidFill>
                <a:latin typeface="Times New Roman" panose="02020603050405020304" pitchFamily="18" charset="0"/>
                <a:cs typeface="B Nazanin" panose="00000400000000000000" pitchFamily="2" charset="-78"/>
              </a:rPr>
              <a:t>همسان سازی باتری</a:t>
            </a:r>
          </a:p>
        </p:txBody>
      </p:sp>
      <p:pic>
        <p:nvPicPr>
          <p:cNvPr id="42" name="Picture 41" descr="پرونده:Azad University logo.png - ویکی‌پدیا، دانشنامهٔ آزاد">
            <a:extLst>
              <a:ext uri="{FF2B5EF4-FFF2-40B4-BE49-F238E27FC236}">
                <a16:creationId xmlns="" xmlns:a16="http://schemas.microsoft.com/office/drawing/2014/main" id="{1A9FEE44-0F48-48EE-A201-613E74B88238}"/>
              </a:ext>
            </a:extLst>
          </p:cNvPr>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8610600" y="0"/>
            <a:ext cx="533400" cy="822959"/>
          </a:xfrm>
          <a:prstGeom prst="rect">
            <a:avLst/>
          </a:prstGeom>
          <a:noFill/>
          <a:ln>
            <a:noFill/>
          </a:ln>
        </p:spPr>
      </p:pic>
      <p:sp>
        <p:nvSpPr>
          <p:cNvPr id="43" name="AutoShape 10">
            <a:extLst>
              <a:ext uri="{FF2B5EF4-FFF2-40B4-BE49-F238E27FC236}">
                <a16:creationId xmlns="" xmlns:a16="http://schemas.microsoft.com/office/drawing/2014/main" id="{F6266893-797F-40B9-B7F1-28B13A3984C3}"/>
              </a:ext>
            </a:extLst>
          </p:cNvPr>
          <p:cNvSpPr>
            <a:spLocks noChangeArrowheads="1"/>
          </p:cNvSpPr>
          <p:nvPr/>
        </p:nvSpPr>
        <p:spPr bwMode="gray">
          <a:xfrm flipH="1">
            <a:off x="6246677" y="59426"/>
            <a:ext cx="2057400" cy="649224"/>
          </a:xfrm>
          <a:prstGeom prst="chevron">
            <a:avLst>
              <a:gd name="adj" fmla="val 17842"/>
            </a:avLst>
          </a:prstGeom>
          <a:gradFill rotWithShape="1">
            <a:gsLst>
              <a:gs pos="0">
                <a:srgbClr val="84B09A">
                  <a:gamma/>
                  <a:shade val="46275"/>
                  <a:invGamma/>
                </a:srgbClr>
              </a:gs>
              <a:gs pos="50000">
                <a:srgbClr val="84B09A"/>
              </a:gs>
              <a:gs pos="100000">
                <a:srgbClr val="84B09A">
                  <a:gamma/>
                  <a:shade val="46275"/>
                  <a:invGamma/>
                </a:srgbClr>
              </a:gs>
            </a:gsLst>
            <a:lin ang="2700000" scaled="1"/>
          </a:gradFill>
          <a:ln w="38100">
            <a:solidFill>
              <a:srgbClr val="EAEAEA"/>
            </a:solidFill>
            <a:miter lim="800000"/>
            <a:headEnd/>
            <a:tailEnd/>
          </a:ln>
          <a:effectLst>
            <a:outerShdw dist="109250" dir="3267739" algn="ctr" rotWithShape="0">
              <a:srgbClr val="333333">
                <a:alpha val="50000"/>
              </a:srgbClr>
            </a:outerShdw>
          </a:effectLst>
        </p:spPr>
        <p:txBody>
          <a:bodyPr wrap="square" anchor="ctr">
            <a:spAutoFit/>
          </a:bodyPr>
          <a:lstStyle/>
          <a:p>
            <a:pPr algn="ctr" fontAlgn="base">
              <a:spcBef>
                <a:spcPct val="0"/>
              </a:spcBef>
              <a:spcAft>
                <a:spcPct val="0"/>
              </a:spcAft>
            </a:pPr>
            <a:endParaRPr lang="en-US" kern="0" dirty="0">
              <a:solidFill>
                <a:srgbClr val="3D81BF"/>
              </a:solidFill>
            </a:endParaRPr>
          </a:p>
        </p:txBody>
      </p:sp>
      <p:sp>
        <p:nvSpPr>
          <p:cNvPr id="44" name="AutoShape 3">
            <a:extLst>
              <a:ext uri="{FF2B5EF4-FFF2-40B4-BE49-F238E27FC236}">
                <a16:creationId xmlns="" xmlns:a16="http://schemas.microsoft.com/office/drawing/2014/main" id="{3450B81F-1BA9-4F41-945E-CF31FD6A1BE2}"/>
              </a:ext>
            </a:extLst>
          </p:cNvPr>
          <p:cNvSpPr>
            <a:spLocks noChangeArrowheads="1"/>
          </p:cNvSpPr>
          <p:nvPr/>
        </p:nvSpPr>
        <p:spPr bwMode="gray">
          <a:xfrm flipH="1">
            <a:off x="4188613" y="57140"/>
            <a:ext cx="2056086" cy="651510"/>
          </a:xfrm>
          <a:prstGeom prst="chevron">
            <a:avLst>
              <a:gd name="adj" fmla="val 17009"/>
            </a:avLst>
          </a:prstGeom>
          <a:solidFill>
            <a:srgbClr val="2842AE"/>
          </a:solidFill>
          <a:ln w="38100">
            <a:solidFill>
              <a:srgbClr val="EAEAEA"/>
            </a:solidFill>
            <a:miter lim="800000"/>
            <a:headEnd/>
            <a:tailEnd/>
          </a:ln>
          <a:effectLst>
            <a:outerShdw dist="109250" dir="3267739" algn="ctr" rotWithShape="0">
              <a:srgbClr val="333333">
                <a:alpha val="50000"/>
              </a:srgbClr>
            </a:outerShdw>
          </a:effectLst>
        </p:spPr>
        <p:txBody>
          <a:bodyPr wrap="square" anchor="ctr">
            <a:spAutoFit/>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dirty="0">
              <a:ln>
                <a:noFill/>
              </a:ln>
              <a:solidFill>
                <a:srgbClr val="3D81BF"/>
              </a:solidFill>
              <a:effectLst/>
              <a:uLnTx/>
              <a:uFillTx/>
            </a:endParaRPr>
          </a:p>
        </p:txBody>
      </p:sp>
      <p:sp>
        <p:nvSpPr>
          <p:cNvPr id="45" name="AutoShape 3">
            <a:extLst>
              <a:ext uri="{FF2B5EF4-FFF2-40B4-BE49-F238E27FC236}">
                <a16:creationId xmlns="" xmlns:a16="http://schemas.microsoft.com/office/drawing/2014/main" id="{278C3753-7E5F-4A07-84E8-FA915CB0CE87}"/>
              </a:ext>
            </a:extLst>
          </p:cNvPr>
          <p:cNvSpPr>
            <a:spLocks noChangeArrowheads="1"/>
          </p:cNvSpPr>
          <p:nvPr/>
        </p:nvSpPr>
        <p:spPr bwMode="gray">
          <a:xfrm flipH="1">
            <a:off x="2588411" y="57141"/>
            <a:ext cx="1600202" cy="651510"/>
          </a:xfrm>
          <a:prstGeom prst="chevron">
            <a:avLst>
              <a:gd name="adj" fmla="val 17009"/>
            </a:avLst>
          </a:prstGeom>
          <a:gradFill rotWithShape="1">
            <a:gsLst>
              <a:gs pos="0">
                <a:srgbClr val="84B09A">
                  <a:gamma/>
                  <a:shade val="46275"/>
                  <a:invGamma/>
                </a:srgbClr>
              </a:gs>
              <a:gs pos="50000">
                <a:srgbClr val="84B09A"/>
              </a:gs>
              <a:gs pos="100000">
                <a:srgbClr val="84B09A">
                  <a:gamma/>
                  <a:shade val="46275"/>
                  <a:invGamma/>
                </a:srgbClr>
              </a:gs>
            </a:gsLst>
            <a:lin ang="2700000" scaled="1"/>
          </a:gradFill>
          <a:ln w="38100">
            <a:solidFill>
              <a:srgbClr val="EAEAEA"/>
            </a:solidFill>
            <a:miter lim="800000"/>
            <a:headEnd/>
            <a:tailEnd/>
          </a:ln>
          <a:effectLst>
            <a:outerShdw dist="109250" dir="3267739" algn="ctr" rotWithShape="0">
              <a:srgbClr val="333333">
                <a:alpha val="50000"/>
              </a:srgbClr>
            </a:outerShdw>
          </a:effectLst>
        </p:spPr>
        <p:txBody>
          <a:bodyPr wrap="square" anchor="ctr">
            <a:spAutoFit/>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endParaRPr>
          </a:p>
        </p:txBody>
      </p:sp>
      <p:sp>
        <p:nvSpPr>
          <p:cNvPr id="46" name="AutoShape 3">
            <a:extLst>
              <a:ext uri="{FF2B5EF4-FFF2-40B4-BE49-F238E27FC236}">
                <a16:creationId xmlns="" xmlns:a16="http://schemas.microsoft.com/office/drawing/2014/main" id="{B202AEB4-F766-4F6D-9D49-804AECBBBB79}"/>
              </a:ext>
            </a:extLst>
          </p:cNvPr>
          <p:cNvSpPr>
            <a:spLocks noChangeArrowheads="1"/>
          </p:cNvSpPr>
          <p:nvPr/>
        </p:nvSpPr>
        <p:spPr bwMode="gray">
          <a:xfrm flipH="1">
            <a:off x="161661" y="57140"/>
            <a:ext cx="2426749" cy="651510"/>
          </a:xfrm>
          <a:prstGeom prst="chevron">
            <a:avLst>
              <a:gd name="adj" fmla="val 17009"/>
            </a:avLst>
          </a:prstGeom>
          <a:gradFill rotWithShape="1">
            <a:gsLst>
              <a:gs pos="0">
                <a:srgbClr val="84B09A">
                  <a:gamma/>
                  <a:shade val="46275"/>
                  <a:invGamma/>
                </a:srgbClr>
              </a:gs>
              <a:gs pos="50000">
                <a:srgbClr val="84B09A"/>
              </a:gs>
              <a:gs pos="100000">
                <a:srgbClr val="84B09A">
                  <a:gamma/>
                  <a:shade val="46275"/>
                  <a:invGamma/>
                </a:srgbClr>
              </a:gs>
            </a:gsLst>
            <a:lin ang="2700000" scaled="1"/>
          </a:gradFill>
          <a:ln w="38100">
            <a:solidFill>
              <a:srgbClr val="EAEAEA"/>
            </a:solidFill>
            <a:miter lim="800000"/>
            <a:headEnd/>
            <a:tailEnd/>
          </a:ln>
          <a:effectLst>
            <a:outerShdw dist="109250" dir="3267739" algn="ctr" rotWithShape="0">
              <a:srgbClr val="333333">
                <a:alpha val="50000"/>
              </a:srgbClr>
            </a:outerShdw>
          </a:effectLst>
        </p:spPr>
        <p:txBody>
          <a:bodyPr wrap="square" anchor="ctr">
            <a:spAutoFit/>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endParaRPr>
          </a:p>
        </p:txBody>
      </p:sp>
      <p:sp>
        <p:nvSpPr>
          <p:cNvPr id="47" name="Rectangle 46">
            <a:extLst>
              <a:ext uri="{FF2B5EF4-FFF2-40B4-BE49-F238E27FC236}">
                <a16:creationId xmlns="" xmlns:a16="http://schemas.microsoft.com/office/drawing/2014/main" id="{89552ECA-1CA1-40F1-A87E-809897E322A0}"/>
              </a:ext>
            </a:extLst>
          </p:cNvPr>
          <p:cNvSpPr/>
          <p:nvPr/>
        </p:nvSpPr>
        <p:spPr>
          <a:xfrm>
            <a:off x="403231" y="91457"/>
            <a:ext cx="2056085" cy="584775"/>
          </a:xfrm>
          <a:prstGeom prst="rect">
            <a:avLst/>
          </a:prstGeom>
        </p:spPr>
        <p:txBody>
          <a:bodyPr wrap="square">
            <a:spAutoFit/>
          </a:bodyPr>
          <a:lstStyle/>
          <a:p>
            <a:pPr lvl="0" algn="ctr" rtl="1" fontAlgn="base">
              <a:spcBef>
                <a:spcPct val="0"/>
              </a:spcBef>
              <a:spcAft>
                <a:spcPct val="0"/>
              </a:spcAft>
            </a:pPr>
            <a:r>
              <a:rPr lang="fa-IR" sz="1600" b="1" dirty="0" smtClean="0">
                <a:solidFill>
                  <a:srgbClr val="FFFFFF"/>
                </a:solidFill>
                <a:latin typeface="Times New Roman" panose="02020603050405020304" pitchFamily="18" charset="0"/>
                <a:cs typeface="B Nazanin" panose="00000400000000000000" pitchFamily="2" charset="-78"/>
              </a:rPr>
              <a:t> پیاده سازی و ارزیابی همسان ساز پیشنهادی</a:t>
            </a:r>
            <a:endParaRPr lang="fa-IR" sz="1600" b="1" dirty="0">
              <a:solidFill>
                <a:srgbClr val="FFFFFF"/>
              </a:solidFill>
              <a:latin typeface="Times New Roman" panose="02020603050405020304" pitchFamily="18" charset="0"/>
              <a:cs typeface="B Nazanin" panose="00000400000000000000" pitchFamily="2" charset="-78"/>
            </a:endParaRPr>
          </a:p>
        </p:txBody>
      </p:sp>
      <p:sp>
        <p:nvSpPr>
          <p:cNvPr id="48" name="Rectangle 47">
            <a:extLst>
              <a:ext uri="{FF2B5EF4-FFF2-40B4-BE49-F238E27FC236}">
                <a16:creationId xmlns="" xmlns:a16="http://schemas.microsoft.com/office/drawing/2014/main" id="{2A9B9FDD-FEF5-46D3-8995-5604A1B4B80E}"/>
              </a:ext>
            </a:extLst>
          </p:cNvPr>
          <p:cNvSpPr/>
          <p:nvPr/>
        </p:nvSpPr>
        <p:spPr>
          <a:xfrm>
            <a:off x="2636749" y="78259"/>
            <a:ext cx="1600200" cy="584775"/>
          </a:xfrm>
          <a:prstGeom prst="rect">
            <a:avLst/>
          </a:prstGeom>
        </p:spPr>
        <p:txBody>
          <a:bodyPr wrap="square">
            <a:spAutoFit/>
          </a:bodyPr>
          <a:lstStyle/>
          <a:p>
            <a:pPr lvl="0" algn="ctr" rtl="1" fontAlgn="base">
              <a:spcBef>
                <a:spcPct val="0"/>
              </a:spcBef>
              <a:spcAft>
                <a:spcPct val="0"/>
              </a:spcAft>
            </a:pPr>
            <a:r>
              <a:rPr lang="fa-IR" sz="1600" b="1" dirty="0">
                <a:solidFill>
                  <a:srgbClr val="FFFFFF"/>
                </a:solidFill>
                <a:latin typeface="Times New Roman" panose="02020603050405020304" pitchFamily="18" charset="0"/>
                <a:cs typeface="B Nazanin" panose="00000400000000000000" pitchFamily="2" charset="-78"/>
              </a:rPr>
              <a:t>همسان سازی پیشنهادی</a:t>
            </a:r>
          </a:p>
        </p:txBody>
      </p:sp>
      <p:sp>
        <p:nvSpPr>
          <p:cNvPr id="49" name="Rectangle 48">
            <a:extLst>
              <a:ext uri="{FF2B5EF4-FFF2-40B4-BE49-F238E27FC236}">
                <a16:creationId xmlns="" xmlns:a16="http://schemas.microsoft.com/office/drawing/2014/main" id="{4756B784-8B4C-449F-AE9D-2B6BBC518073}"/>
              </a:ext>
            </a:extLst>
          </p:cNvPr>
          <p:cNvSpPr/>
          <p:nvPr/>
        </p:nvSpPr>
        <p:spPr>
          <a:xfrm>
            <a:off x="4495138" y="91457"/>
            <a:ext cx="1443038" cy="584775"/>
          </a:xfrm>
          <a:prstGeom prst="rect">
            <a:avLst/>
          </a:prstGeom>
        </p:spPr>
        <p:txBody>
          <a:bodyPr wrap="square">
            <a:spAutoFit/>
          </a:bodyPr>
          <a:lstStyle/>
          <a:p>
            <a:pPr lvl="0" algn="ctr" rtl="1" fontAlgn="base">
              <a:spcBef>
                <a:spcPct val="0"/>
              </a:spcBef>
              <a:spcAft>
                <a:spcPct val="0"/>
              </a:spcAft>
            </a:pPr>
            <a:r>
              <a:rPr lang="fa-IR" sz="1600" b="1" dirty="0">
                <a:solidFill>
                  <a:srgbClr val="FFFFFF"/>
                </a:solidFill>
                <a:latin typeface="Times New Roman" panose="02020603050405020304" pitchFamily="18" charset="0"/>
                <a:cs typeface="B Nazanin" panose="00000400000000000000" pitchFamily="2" charset="-78"/>
              </a:rPr>
              <a:t>همسان سازی باتری</a:t>
            </a:r>
          </a:p>
        </p:txBody>
      </p:sp>
      <p:sp>
        <p:nvSpPr>
          <p:cNvPr id="50" name="Rectangle 49">
            <a:extLst>
              <a:ext uri="{FF2B5EF4-FFF2-40B4-BE49-F238E27FC236}">
                <a16:creationId xmlns="" xmlns:a16="http://schemas.microsoft.com/office/drawing/2014/main" id="{E9011965-C922-40BF-B928-2A7E03BC5CDA}"/>
              </a:ext>
            </a:extLst>
          </p:cNvPr>
          <p:cNvSpPr/>
          <p:nvPr/>
        </p:nvSpPr>
        <p:spPr>
          <a:xfrm>
            <a:off x="6499957" y="197162"/>
            <a:ext cx="1626786" cy="323165"/>
          </a:xfrm>
          <a:prstGeom prst="rect">
            <a:avLst/>
          </a:prstGeom>
        </p:spPr>
        <p:txBody>
          <a:bodyPr wrap="square">
            <a:spAutoFit/>
          </a:bodyPr>
          <a:lstStyle/>
          <a:p>
            <a:pPr lvl="0" algn="ctr" fontAlgn="base">
              <a:spcBef>
                <a:spcPct val="0"/>
              </a:spcBef>
              <a:spcAft>
                <a:spcPct val="0"/>
              </a:spcAft>
              <a:defRPr/>
            </a:pPr>
            <a:r>
              <a:rPr lang="fa-IR" sz="1500" b="1" kern="0" dirty="0">
                <a:solidFill>
                  <a:srgbClr val="FFFFFF"/>
                </a:solidFill>
                <a:latin typeface="Times New Roman" panose="02020603050405020304" pitchFamily="18" charset="0"/>
                <a:cs typeface="B Nazanin" pitchFamily="2" charset="-78"/>
              </a:rPr>
              <a:t>باتری ها</a:t>
            </a:r>
            <a:endParaRPr lang="en-US" sz="1500" b="1" kern="0" dirty="0">
              <a:solidFill>
                <a:srgbClr val="FFFFFF"/>
              </a:solidFill>
              <a:latin typeface="Times New Roman" panose="02020603050405020304" pitchFamily="18" charset="0"/>
              <a:cs typeface="B Nazanin" pitchFamily="2" charset="-78"/>
            </a:endParaRPr>
          </a:p>
        </p:txBody>
      </p:sp>
    </p:spTree>
    <p:extLst>
      <p:ext uri="{BB962C8B-B14F-4D97-AF65-F5344CB8AC3E}">
        <p14:creationId xmlns:p14="http://schemas.microsoft.com/office/powerpoint/2010/main" val="2061254300"/>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7" name="Picture 16"/>
          <p:cNvPicPr/>
          <p:nvPr/>
        </p:nvPicPr>
        <p:blipFill>
          <a:blip r:embed="rId3">
            <a:extLst>
              <a:ext uri="{28A0092B-C50C-407E-A947-70E740481C1C}">
                <a14:useLocalDpi xmlns:a14="http://schemas.microsoft.com/office/drawing/2010/main" val="0"/>
              </a:ext>
            </a:extLst>
          </a:blip>
          <a:stretch>
            <a:fillRect/>
          </a:stretch>
        </p:blipFill>
        <p:spPr bwMode="auto">
          <a:xfrm>
            <a:off x="304800" y="2050503"/>
            <a:ext cx="8683490" cy="4057300"/>
          </a:xfrm>
          <a:prstGeom prst="rect">
            <a:avLst/>
          </a:prstGeom>
          <a:noFill/>
          <a:ln>
            <a:noFill/>
          </a:ln>
        </p:spPr>
      </p:pic>
      <p:sp>
        <p:nvSpPr>
          <p:cNvPr id="44" name="Rectangle 43"/>
          <p:cNvSpPr/>
          <p:nvPr/>
        </p:nvSpPr>
        <p:spPr>
          <a:xfrm>
            <a:off x="2221390" y="6172200"/>
            <a:ext cx="3988592" cy="369332"/>
          </a:xfrm>
          <a:prstGeom prst="rect">
            <a:avLst/>
          </a:prstGeom>
        </p:spPr>
        <p:txBody>
          <a:bodyPr wrap="none">
            <a:spAutoFit/>
          </a:bodyPr>
          <a:lstStyle/>
          <a:p>
            <a:pPr algn="ctr" rtl="1" fontAlgn="base">
              <a:spcBef>
                <a:spcPct val="0"/>
              </a:spcBef>
              <a:spcAft>
                <a:spcPct val="0"/>
              </a:spcAft>
            </a:pPr>
            <a:r>
              <a:rPr lang="fa-IR" dirty="0">
                <a:latin typeface="Times New Roman" panose="02020603050405020304" pitchFamily="18" charset="0"/>
                <a:cs typeface="B Lotus" panose="00000400000000000000" pitchFamily="2" charset="-78"/>
              </a:rPr>
              <a:t>شماتیک دیاگرام همسان سازی ماژولار سلول به سلول.</a:t>
            </a:r>
            <a:endParaRPr lang="en-US" dirty="0">
              <a:latin typeface="Times New Roman" panose="02020603050405020304" pitchFamily="18" charset="0"/>
              <a:cs typeface="B Lotus" panose="00000400000000000000" pitchFamily="2" charset="-78"/>
            </a:endParaRPr>
          </a:p>
        </p:txBody>
      </p:sp>
      <p:sp>
        <p:nvSpPr>
          <p:cNvPr id="45" name="TextBox 44">
            <a:extLst>
              <a:ext uri="{FF2B5EF4-FFF2-40B4-BE49-F238E27FC236}">
                <a16:creationId xmlns="" xmlns:a16="http://schemas.microsoft.com/office/drawing/2014/main" id="{F43469DC-7F5B-471E-BD74-ED709E621F63}"/>
              </a:ext>
            </a:extLst>
          </p:cNvPr>
          <p:cNvSpPr txBox="1"/>
          <p:nvPr/>
        </p:nvSpPr>
        <p:spPr>
          <a:xfrm>
            <a:off x="7741141" y="1726687"/>
            <a:ext cx="1151276" cy="369332"/>
          </a:xfrm>
          <a:prstGeom prst="rect">
            <a:avLst/>
          </a:prstGeom>
          <a:noFill/>
        </p:spPr>
        <p:txBody>
          <a:bodyPr wrap="none" rtlCol="0">
            <a:spAutoFit/>
          </a:bodyPr>
          <a:lstStyle/>
          <a:p>
            <a:pPr algn="r" rtl="1"/>
            <a:r>
              <a:rPr lang="fa-IR" b="1" dirty="0">
                <a:cs typeface="B Nazanin" panose="00000400000000000000" pitchFamily="2" charset="-78"/>
              </a:rPr>
              <a:t>انتقال مجاور</a:t>
            </a:r>
          </a:p>
        </p:txBody>
      </p:sp>
      <p:sp>
        <p:nvSpPr>
          <p:cNvPr id="19" name="Slide Number Placeholder 3">
            <a:extLst>
              <a:ext uri="{FF2B5EF4-FFF2-40B4-BE49-F238E27FC236}">
                <a16:creationId xmlns="" xmlns:a16="http://schemas.microsoft.com/office/drawing/2014/main" id="{FEFB061F-8AAB-4535-B272-1BA4D5A77191}"/>
              </a:ext>
            </a:extLst>
          </p:cNvPr>
          <p:cNvSpPr txBox="1">
            <a:spLocks/>
          </p:cNvSpPr>
          <p:nvPr/>
        </p:nvSpPr>
        <p:spPr>
          <a:xfrm>
            <a:off x="8965" y="6090313"/>
            <a:ext cx="676835" cy="767687"/>
          </a:xfrm>
          <a:prstGeom prst="rect">
            <a:avLst/>
          </a:prstGeom>
        </p:spPr>
        <p:txBody>
          <a:bodyPr vert="horz" lIns="91440" tIns="45720" rIns="91440" bIns="45720" rtlCol="0" anchor="ctr"/>
          <a:lstStyle>
            <a:defPPr>
              <a:defRPr lang="en-US"/>
            </a:defPPr>
            <a:lvl1pPr marL="0" algn="l" defTabSz="914400" rtl="0" eaLnBrk="1" latinLnBrk="0" hangingPunct="1">
              <a:defRPr sz="1400" b="1" kern="1200">
                <a:solidFill>
                  <a:srgbClr val="FFFFFF"/>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rtl="1"/>
            <a:fld id="{E8ADF199-8047-440E-B02B-E80683B392F2}" type="slidenum">
              <a:rPr lang="fa-IR" sz="1800" smtClean="0">
                <a:solidFill>
                  <a:schemeClr val="tx1"/>
                </a:solidFill>
                <a:cs typeface="B Lotus" panose="00000400000000000000" pitchFamily="2" charset="-78"/>
              </a:rPr>
              <a:pPr rtl="1"/>
              <a:t>30</a:t>
            </a:fld>
            <a:endParaRPr lang="fa-IR" sz="1800" dirty="0">
              <a:solidFill>
                <a:schemeClr val="tx1"/>
              </a:solidFill>
              <a:cs typeface="B Lotus" panose="00000400000000000000" pitchFamily="2" charset="-78"/>
            </a:endParaRPr>
          </a:p>
        </p:txBody>
      </p:sp>
      <p:sp>
        <p:nvSpPr>
          <p:cNvPr id="20" name="Rounded Rectangle 175">
            <a:extLst>
              <a:ext uri="{FF2B5EF4-FFF2-40B4-BE49-F238E27FC236}">
                <a16:creationId xmlns="" xmlns:a16="http://schemas.microsoft.com/office/drawing/2014/main" id="{5ED324C1-9E82-4B7C-8E12-63B5A59FFFC0}"/>
              </a:ext>
            </a:extLst>
          </p:cNvPr>
          <p:cNvSpPr/>
          <p:nvPr/>
        </p:nvSpPr>
        <p:spPr bwMode="auto">
          <a:xfrm>
            <a:off x="6324600" y="1066930"/>
            <a:ext cx="2922494" cy="418072"/>
          </a:xfrm>
          <a:prstGeom prst="roundRect">
            <a:avLst/>
          </a:prstGeom>
          <a:solidFill>
            <a:srgbClr val="3D81BF">
              <a:lumMod val="75000"/>
            </a:srgbClr>
          </a:solidFill>
          <a:ln w="9525" cap="flat" cmpd="sng" algn="ctr">
            <a:solidFill>
              <a:srgbClr val="000000"/>
            </a:solidFill>
            <a:prstDash val="solid"/>
            <a:round/>
            <a:headEnd type="none" w="med" len="med"/>
            <a:tailEnd type="none" w="med" len="med"/>
          </a:ln>
          <a:effectLst>
            <a:reflection blurRad="6350" stA="50000" endA="300" endPos="55000" dir="5400000" sy="-100000" algn="bl" rotWithShape="0"/>
          </a:effectLst>
          <a:scene3d>
            <a:camera prst="isometricOffAxis2Left"/>
            <a:lightRig rig="threePt" dir="t"/>
          </a:scene3d>
        </p:spPr>
        <p:txBody>
          <a:bodyPr vert="horz" wrap="square" lIns="91440" tIns="45720" rIns="91440" bIns="45720" numCol="1" rtlCol="0" anchor="t" anchorCtr="0" compatLnSpc="1">
            <a:prstTxWarp prst="textNoShape">
              <a:avLst/>
            </a:prstTxWarp>
          </a:bodyPr>
          <a:lstStyle/>
          <a:p>
            <a:pPr lvl="0" algn="ctr" rtl="1" fontAlgn="base">
              <a:spcBef>
                <a:spcPct val="0"/>
              </a:spcBef>
              <a:spcAft>
                <a:spcPct val="0"/>
              </a:spcAft>
            </a:pPr>
            <a:r>
              <a:rPr lang="fa-IR" sz="2000" b="1" dirty="0">
                <a:solidFill>
                  <a:srgbClr val="FFFFFF"/>
                </a:solidFill>
                <a:latin typeface="Times New Roman" panose="02020603050405020304" pitchFamily="18" charset="0"/>
                <a:cs typeface="B Nazanin" panose="00000400000000000000" pitchFamily="2" charset="-78"/>
              </a:rPr>
              <a:t>همسان سازی باتری</a:t>
            </a:r>
          </a:p>
        </p:txBody>
      </p:sp>
      <p:pic>
        <p:nvPicPr>
          <p:cNvPr id="21" name="Picture 20" descr="پرونده:Azad University logo.png - ویکی‌پدیا، دانشنامهٔ آزاد">
            <a:extLst>
              <a:ext uri="{FF2B5EF4-FFF2-40B4-BE49-F238E27FC236}">
                <a16:creationId xmlns="" xmlns:a16="http://schemas.microsoft.com/office/drawing/2014/main" id="{1A9FEE44-0F48-48EE-A201-613E74B88238}"/>
              </a:ext>
            </a:extLst>
          </p:cNvPr>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8610600" y="0"/>
            <a:ext cx="533400" cy="822959"/>
          </a:xfrm>
          <a:prstGeom prst="rect">
            <a:avLst/>
          </a:prstGeom>
          <a:noFill/>
          <a:ln>
            <a:noFill/>
          </a:ln>
        </p:spPr>
      </p:pic>
      <p:sp>
        <p:nvSpPr>
          <p:cNvPr id="22" name="AutoShape 10">
            <a:extLst>
              <a:ext uri="{FF2B5EF4-FFF2-40B4-BE49-F238E27FC236}">
                <a16:creationId xmlns="" xmlns:a16="http://schemas.microsoft.com/office/drawing/2014/main" id="{F6266893-797F-40B9-B7F1-28B13A3984C3}"/>
              </a:ext>
            </a:extLst>
          </p:cNvPr>
          <p:cNvSpPr>
            <a:spLocks noChangeArrowheads="1"/>
          </p:cNvSpPr>
          <p:nvPr/>
        </p:nvSpPr>
        <p:spPr bwMode="gray">
          <a:xfrm flipH="1">
            <a:off x="6246677" y="59426"/>
            <a:ext cx="2057400" cy="649224"/>
          </a:xfrm>
          <a:prstGeom prst="chevron">
            <a:avLst>
              <a:gd name="adj" fmla="val 17842"/>
            </a:avLst>
          </a:prstGeom>
          <a:gradFill rotWithShape="1">
            <a:gsLst>
              <a:gs pos="0">
                <a:srgbClr val="84B09A">
                  <a:gamma/>
                  <a:shade val="46275"/>
                  <a:invGamma/>
                </a:srgbClr>
              </a:gs>
              <a:gs pos="50000">
                <a:srgbClr val="84B09A"/>
              </a:gs>
              <a:gs pos="100000">
                <a:srgbClr val="84B09A">
                  <a:gamma/>
                  <a:shade val="46275"/>
                  <a:invGamma/>
                </a:srgbClr>
              </a:gs>
            </a:gsLst>
            <a:lin ang="2700000" scaled="1"/>
          </a:gradFill>
          <a:ln w="38100">
            <a:solidFill>
              <a:srgbClr val="EAEAEA"/>
            </a:solidFill>
            <a:miter lim="800000"/>
            <a:headEnd/>
            <a:tailEnd/>
          </a:ln>
          <a:effectLst>
            <a:outerShdw dist="109250" dir="3267739" algn="ctr" rotWithShape="0">
              <a:srgbClr val="333333">
                <a:alpha val="50000"/>
              </a:srgbClr>
            </a:outerShdw>
          </a:effectLst>
        </p:spPr>
        <p:txBody>
          <a:bodyPr wrap="square" anchor="ctr">
            <a:spAutoFit/>
          </a:bodyPr>
          <a:lstStyle/>
          <a:p>
            <a:pPr algn="ctr" fontAlgn="base">
              <a:spcBef>
                <a:spcPct val="0"/>
              </a:spcBef>
              <a:spcAft>
                <a:spcPct val="0"/>
              </a:spcAft>
            </a:pPr>
            <a:endParaRPr lang="en-US" kern="0" dirty="0">
              <a:solidFill>
                <a:srgbClr val="3D81BF"/>
              </a:solidFill>
            </a:endParaRPr>
          </a:p>
        </p:txBody>
      </p:sp>
      <p:sp>
        <p:nvSpPr>
          <p:cNvPr id="23" name="AutoShape 3">
            <a:extLst>
              <a:ext uri="{FF2B5EF4-FFF2-40B4-BE49-F238E27FC236}">
                <a16:creationId xmlns="" xmlns:a16="http://schemas.microsoft.com/office/drawing/2014/main" id="{3450B81F-1BA9-4F41-945E-CF31FD6A1BE2}"/>
              </a:ext>
            </a:extLst>
          </p:cNvPr>
          <p:cNvSpPr>
            <a:spLocks noChangeArrowheads="1"/>
          </p:cNvSpPr>
          <p:nvPr/>
        </p:nvSpPr>
        <p:spPr bwMode="gray">
          <a:xfrm flipH="1">
            <a:off x="4188613" y="57140"/>
            <a:ext cx="2056086" cy="651510"/>
          </a:xfrm>
          <a:prstGeom prst="chevron">
            <a:avLst>
              <a:gd name="adj" fmla="val 17009"/>
            </a:avLst>
          </a:prstGeom>
          <a:solidFill>
            <a:srgbClr val="2842AE"/>
          </a:solidFill>
          <a:ln w="38100">
            <a:solidFill>
              <a:srgbClr val="EAEAEA"/>
            </a:solidFill>
            <a:miter lim="800000"/>
            <a:headEnd/>
            <a:tailEnd/>
          </a:ln>
          <a:effectLst>
            <a:outerShdw dist="109250" dir="3267739" algn="ctr" rotWithShape="0">
              <a:srgbClr val="333333">
                <a:alpha val="50000"/>
              </a:srgbClr>
            </a:outerShdw>
          </a:effectLst>
        </p:spPr>
        <p:txBody>
          <a:bodyPr wrap="square" anchor="ctr">
            <a:spAutoFit/>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dirty="0">
              <a:ln>
                <a:noFill/>
              </a:ln>
              <a:solidFill>
                <a:srgbClr val="3D81BF"/>
              </a:solidFill>
              <a:effectLst/>
              <a:uLnTx/>
              <a:uFillTx/>
            </a:endParaRPr>
          </a:p>
        </p:txBody>
      </p:sp>
      <p:sp>
        <p:nvSpPr>
          <p:cNvPr id="30" name="AutoShape 3">
            <a:extLst>
              <a:ext uri="{FF2B5EF4-FFF2-40B4-BE49-F238E27FC236}">
                <a16:creationId xmlns="" xmlns:a16="http://schemas.microsoft.com/office/drawing/2014/main" id="{278C3753-7E5F-4A07-84E8-FA915CB0CE87}"/>
              </a:ext>
            </a:extLst>
          </p:cNvPr>
          <p:cNvSpPr>
            <a:spLocks noChangeArrowheads="1"/>
          </p:cNvSpPr>
          <p:nvPr/>
        </p:nvSpPr>
        <p:spPr bwMode="gray">
          <a:xfrm flipH="1">
            <a:off x="2588411" y="57141"/>
            <a:ext cx="1600202" cy="651510"/>
          </a:xfrm>
          <a:prstGeom prst="chevron">
            <a:avLst>
              <a:gd name="adj" fmla="val 17009"/>
            </a:avLst>
          </a:prstGeom>
          <a:gradFill rotWithShape="1">
            <a:gsLst>
              <a:gs pos="0">
                <a:srgbClr val="84B09A">
                  <a:gamma/>
                  <a:shade val="46275"/>
                  <a:invGamma/>
                </a:srgbClr>
              </a:gs>
              <a:gs pos="50000">
                <a:srgbClr val="84B09A"/>
              </a:gs>
              <a:gs pos="100000">
                <a:srgbClr val="84B09A">
                  <a:gamma/>
                  <a:shade val="46275"/>
                  <a:invGamma/>
                </a:srgbClr>
              </a:gs>
            </a:gsLst>
            <a:lin ang="2700000" scaled="1"/>
          </a:gradFill>
          <a:ln w="38100">
            <a:solidFill>
              <a:srgbClr val="EAEAEA"/>
            </a:solidFill>
            <a:miter lim="800000"/>
            <a:headEnd/>
            <a:tailEnd/>
          </a:ln>
          <a:effectLst>
            <a:outerShdw dist="109250" dir="3267739" algn="ctr" rotWithShape="0">
              <a:srgbClr val="333333">
                <a:alpha val="50000"/>
              </a:srgbClr>
            </a:outerShdw>
          </a:effectLst>
        </p:spPr>
        <p:txBody>
          <a:bodyPr wrap="square" anchor="ctr">
            <a:spAutoFit/>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endParaRPr>
          </a:p>
        </p:txBody>
      </p:sp>
      <p:sp>
        <p:nvSpPr>
          <p:cNvPr id="34" name="AutoShape 3">
            <a:extLst>
              <a:ext uri="{FF2B5EF4-FFF2-40B4-BE49-F238E27FC236}">
                <a16:creationId xmlns="" xmlns:a16="http://schemas.microsoft.com/office/drawing/2014/main" id="{B202AEB4-F766-4F6D-9D49-804AECBBBB79}"/>
              </a:ext>
            </a:extLst>
          </p:cNvPr>
          <p:cNvSpPr>
            <a:spLocks noChangeArrowheads="1"/>
          </p:cNvSpPr>
          <p:nvPr/>
        </p:nvSpPr>
        <p:spPr bwMode="gray">
          <a:xfrm flipH="1">
            <a:off x="161661" y="57140"/>
            <a:ext cx="2426749" cy="651510"/>
          </a:xfrm>
          <a:prstGeom prst="chevron">
            <a:avLst>
              <a:gd name="adj" fmla="val 17009"/>
            </a:avLst>
          </a:prstGeom>
          <a:gradFill rotWithShape="1">
            <a:gsLst>
              <a:gs pos="0">
                <a:srgbClr val="84B09A">
                  <a:gamma/>
                  <a:shade val="46275"/>
                  <a:invGamma/>
                </a:srgbClr>
              </a:gs>
              <a:gs pos="50000">
                <a:srgbClr val="84B09A"/>
              </a:gs>
              <a:gs pos="100000">
                <a:srgbClr val="84B09A">
                  <a:gamma/>
                  <a:shade val="46275"/>
                  <a:invGamma/>
                </a:srgbClr>
              </a:gs>
            </a:gsLst>
            <a:lin ang="2700000" scaled="1"/>
          </a:gradFill>
          <a:ln w="38100">
            <a:solidFill>
              <a:srgbClr val="EAEAEA"/>
            </a:solidFill>
            <a:miter lim="800000"/>
            <a:headEnd/>
            <a:tailEnd/>
          </a:ln>
          <a:effectLst>
            <a:outerShdw dist="109250" dir="3267739" algn="ctr" rotWithShape="0">
              <a:srgbClr val="333333">
                <a:alpha val="50000"/>
              </a:srgbClr>
            </a:outerShdw>
          </a:effectLst>
        </p:spPr>
        <p:txBody>
          <a:bodyPr wrap="square" anchor="ctr">
            <a:spAutoFit/>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endParaRPr>
          </a:p>
        </p:txBody>
      </p:sp>
      <p:sp>
        <p:nvSpPr>
          <p:cNvPr id="35" name="Rectangle 34">
            <a:extLst>
              <a:ext uri="{FF2B5EF4-FFF2-40B4-BE49-F238E27FC236}">
                <a16:creationId xmlns="" xmlns:a16="http://schemas.microsoft.com/office/drawing/2014/main" id="{89552ECA-1CA1-40F1-A87E-809897E322A0}"/>
              </a:ext>
            </a:extLst>
          </p:cNvPr>
          <p:cNvSpPr/>
          <p:nvPr/>
        </p:nvSpPr>
        <p:spPr>
          <a:xfrm>
            <a:off x="403231" y="91457"/>
            <a:ext cx="2056085" cy="584775"/>
          </a:xfrm>
          <a:prstGeom prst="rect">
            <a:avLst/>
          </a:prstGeom>
        </p:spPr>
        <p:txBody>
          <a:bodyPr wrap="square">
            <a:spAutoFit/>
          </a:bodyPr>
          <a:lstStyle/>
          <a:p>
            <a:pPr lvl="0" algn="ctr" rtl="1" fontAlgn="base">
              <a:spcBef>
                <a:spcPct val="0"/>
              </a:spcBef>
              <a:spcAft>
                <a:spcPct val="0"/>
              </a:spcAft>
            </a:pPr>
            <a:r>
              <a:rPr lang="fa-IR" sz="1600" b="1" dirty="0" smtClean="0">
                <a:solidFill>
                  <a:srgbClr val="FFFFFF"/>
                </a:solidFill>
                <a:latin typeface="Times New Roman" panose="02020603050405020304" pitchFamily="18" charset="0"/>
                <a:cs typeface="B Nazanin" panose="00000400000000000000" pitchFamily="2" charset="-78"/>
              </a:rPr>
              <a:t> پیاده سازی و ارزیابی همسان ساز پیشنهادی</a:t>
            </a:r>
            <a:endParaRPr lang="fa-IR" sz="1600" b="1" dirty="0">
              <a:solidFill>
                <a:srgbClr val="FFFFFF"/>
              </a:solidFill>
              <a:latin typeface="Times New Roman" panose="02020603050405020304" pitchFamily="18" charset="0"/>
              <a:cs typeface="B Nazanin" panose="00000400000000000000" pitchFamily="2" charset="-78"/>
            </a:endParaRPr>
          </a:p>
        </p:txBody>
      </p:sp>
      <p:sp>
        <p:nvSpPr>
          <p:cNvPr id="36" name="Rectangle 35">
            <a:extLst>
              <a:ext uri="{FF2B5EF4-FFF2-40B4-BE49-F238E27FC236}">
                <a16:creationId xmlns="" xmlns:a16="http://schemas.microsoft.com/office/drawing/2014/main" id="{2A9B9FDD-FEF5-46D3-8995-5604A1B4B80E}"/>
              </a:ext>
            </a:extLst>
          </p:cNvPr>
          <p:cNvSpPr/>
          <p:nvPr/>
        </p:nvSpPr>
        <p:spPr>
          <a:xfrm>
            <a:off x="2636749" y="78259"/>
            <a:ext cx="1600200" cy="584775"/>
          </a:xfrm>
          <a:prstGeom prst="rect">
            <a:avLst/>
          </a:prstGeom>
        </p:spPr>
        <p:txBody>
          <a:bodyPr wrap="square">
            <a:spAutoFit/>
          </a:bodyPr>
          <a:lstStyle/>
          <a:p>
            <a:pPr lvl="0" algn="ctr" rtl="1" fontAlgn="base">
              <a:spcBef>
                <a:spcPct val="0"/>
              </a:spcBef>
              <a:spcAft>
                <a:spcPct val="0"/>
              </a:spcAft>
            </a:pPr>
            <a:r>
              <a:rPr lang="fa-IR" sz="1600" b="1" dirty="0">
                <a:solidFill>
                  <a:srgbClr val="FFFFFF"/>
                </a:solidFill>
                <a:latin typeface="Times New Roman" panose="02020603050405020304" pitchFamily="18" charset="0"/>
                <a:cs typeface="B Nazanin" panose="00000400000000000000" pitchFamily="2" charset="-78"/>
              </a:rPr>
              <a:t>همسان سازی پیشنهادی</a:t>
            </a:r>
          </a:p>
        </p:txBody>
      </p:sp>
      <p:sp>
        <p:nvSpPr>
          <p:cNvPr id="37" name="Rectangle 36">
            <a:extLst>
              <a:ext uri="{FF2B5EF4-FFF2-40B4-BE49-F238E27FC236}">
                <a16:creationId xmlns="" xmlns:a16="http://schemas.microsoft.com/office/drawing/2014/main" id="{4756B784-8B4C-449F-AE9D-2B6BBC518073}"/>
              </a:ext>
            </a:extLst>
          </p:cNvPr>
          <p:cNvSpPr/>
          <p:nvPr/>
        </p:nvSpPr>
        <p:spPr>
          <a:xfrm>
            <a:off x="4495138" y="91457"/>
            <a:ext cx="1443038" cy="584775"/>
          </a:xfrm>
          <a:prstGeom prst="rect">
            <a:avLst/>
          </a:prstGeom>
        </p:spPr>
        <p:txBody>
          <a:bodyPr wrap="square">
            <a:spAutoFit/>
          </a:bodyPr>
          <a:lstStyle/>
          <a:p>
            <a:pPr lvl="0" algn="ctr" rtl="1" fontAlgn="base">
              <a:spcBef>
                <a:spcPct val="0"/>
              </a:spcBef>
              <a:spcAft>
                <a:spcPct val="0"/>
              </a:spcAft>
            </a:pPr>
            <a:r>
              <a:rPr lang="fa-IR" sz="1600" b="1" dirty="0">
                <a:solidFill>
                  <a:srgbClr val="FFFFFF"/>
                </a:solidFill>
                <a:latin typeface="Times New Roman" panose="02020603050405020304" pitchFamily="18" charset="0"/>
                <a:cs typeface="B Nazanin" panose="00000400000000000000" pitchFamily="2" charset="-78"/>
              </a:rPr>
              <a:t>همسان سازی باتری</a:t>
            </a:r>
          </a:p>
        </p:txBody>
      </p:sp>
      <p:sp>
        <p:nvSpPr>
          <p:cNvPr id="38" name="Rectangle 37">
            <a:extLst>
              <a:ext uri="{FF2B5EF4-FFF2-40B4-BE49-F238E27FC236}">
                <a16:creationId xmlns="" xmlns:a16="http://schemas.microsoft.com/office/drawing/2014/main" id="{E9011965-C922-40BF-B928-2A7E03BC5CDA}"/>
              </a:ext>
            </a:extLst>
          </p:cNvPr>
          <p:cNvSpPr/>
          <p:nvPr/>
        </p:nvSpPr>
        <p:spPr>
          <a:xfrm>
            <a:off x="6499957" y="197162"/>
            <a:ext cx="1626786" cy="323165"/>
          </a:xfrm>
          <a:prstGeom prst="rect">
            <a:avLst/>
          </a:prstGeom>
        </p:spPr>
        <p:txBody>
          <a:bodyPr wrap="square">
            <a:spAutoFit/>
          </a:bodyPr>
          <a:lstStyle/>
          <a:p>
            <a:pPr lvl="0" algn="ctr" fontAlgn="base">
              <a:spcBef>
                <a:spcPct val="0"/>
              </a:spcBef>
              <a:spcAft>
                <a:spcPct val="0"/>
              </a:spcAft>
              <a:defRPr/>
            </a:pPr>
            <a:r>
              <a:rPr lang="fa-IR" sz="1500" b="1" kern="0" dirty="0">
                <a:solidFill>
                  <a:srgbClr val="FFFFFF"/>
                </a:solidFill>
                <a:latin typeface="Times New Roman" panose="02020603050405020304" pitchFamily="18" charset="0"/>
                <a:cs typeface="B Nazanin" pitchFamily="2" charset="-78"/>
              </a:rPr>
              <a:t>باتری ها</a:t>
            </a:r>
            <a:endParaRPr lang="en-US" sz="1500" b="1" kern="0" dirty="0">
              <a:solidFill>
                <a:srgbClr val="FFFFFF"/>
              </a:solidFill>
              <a:latin typeface="Times New Roman" panose="02020603050405020304" pitchFamily="18" charset="0"/>
              <a:cs typeface="B Nazanin" pitchFamily="2" charset="-78"/>
            </a:endParaRPr>
          </a:p>
        </p:txBody>
      </p:sp>
    </p:spTree>
    <p:extLst>
      <p:ext uri="{BB962C8B-B14F-4D97-AF65-F5344CB8AC3E}">
        <p14:creationId xmlns:p14="http://schemas.microsoft.com/office/powerpoint/2010/main" val="3352842496"/>
      </p:ext>
    </p:extLst>
  </p:cSld>
  <p:clrMapOvr>
    <a:masterClrMapping/>
  </p:clrMapOvr>
  <p:timing>
    <p:tnLst>
      <p:par>
        <p:cTn id="1" dur="indefinite" restart="never" nodeType="tmRoot"/>
      </p:par>
    </p:tnLst>
  </p:timing>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7" name="Picture 16"/>
          <p:cNvPicPr/>
          <p:nvPr/>
        </p:nvPicPr>
        <p:blipFill>
          <a:blip r:embed="rId3">
            <a:extLst>
              <a:ext uri="{28A0092B-C50C-407E-A947-70E740481C1C}">
                <a14:useLocalDpi xmlns:a14="http://schemas.microsoft.com/office/drawing/2010/main" val="0"/>
              </a:ext>
            </a:extLst>
          </a:blip>
          <a:stretch>
            <a:fillRect/>
          </a:stretch>
        </p:blipFill>
        <p:spPr bwMode="auto">
          <a:xfrm>
            <a:off x="640257" y="2054475"/>
            <a:ext cx="7778650" cy="4296544"/>
          </a:xfrm>
          <a:prstGeom prst="rect">
            <a:avLst/>
          </a:prstGeom>
          <a:noFill/>
          <a:ln>
            <a:noFill/>
          </a:ln>
        </p:spPr>
      </p:pic>
      <p:sp>
        <p:nvSpPr>
          <p:cNvPr id="34" name="TextBox 33">
            <a:extLst>
              <a:ext uri="{FF2B5EF4-FFF2-40B4-BE49-F238E27FC236}">
                <a16:creationId xmlns="" xmlns:a16="http://schemas.microsoft.com/office/drawing/2014/main" id="{F43469DC-7F5B-471E-BD74-ED709E621F63}"/>
              </a:ext>
            </a:extLst>
          </p:cNvPr>
          <p:cNvSpPr txBox="1"/>
          <p:nvPr/>
        </p:nvSpPr>
        <p:spPr>
          <a:xfrm>
            <a:off x="7404509" y="1726687"/>
            <a:ext cx="1487908" cy="369332"/>
          </a:xfrm>
          <a:prstGeom prst="rect">
            <a:avLst/>
          </a:prstGeom>
          <a:noFill/>
        </p:spPr>
        <p:txBody>
          <a:bodyPr wrap="none" rtlCol="0">
            <a:spAutoFit/>
          </a:bodyPr>
          <a:lstStyle/>
          <a:p>
            <a:pPr algn="r" rtl="1"/>
            <a:r>
              <a:rPr lang="fa-IR" b="1" dirty="0">
                <a:cs typeface="B Nazanin" panose="00000400000000000000" pitchFamily="2" charset="-78"/>
              </a:rPr>
              <a:t>انتقال غیر مجاور</a:t>
            </a:r>
          </a:p>
        </p:txBody>
      </p:sp>
      <p:sp>
        <p:nvSpPr>
          <p:cNvPr id="35" name="Rectangle 34"/>
          <p:cNvSpPr/>
          <p:nvPr/>
        </p:nvSpPr>
        <p:spPr>
          <a:xfrm>
            <a:off x="2812605" y="6351019"/>
            <a:ext cx="3820277" cy="369332"/>
          </a:xfrm>
          <a:prstGeom prst="rect">
            <a:avLst/>
          </a:prstGeom>
        </p:spPr>
        <p:txBody>
          <a:bodyPr wrap="none">
            <a:spAutoFit/>
          </a:bodyPr>
          <a:lstStyle/>
          <a:p>
            <a:pPr algn="r" rtl="1" fontAlgn="base">
              <a:spcBef>
                <a:spcPct val="0"/>
              </a:spcBef>
              <a:spcAft>
                <a:spcPct val="0"/>
              </a:spcAft>
            </a:pPr>
            <a:r>
              <a:rPr lang="fa-IR" dirty="0">
                <a:latin typeface="Times New Roman" panose="02020603050405020304" pitchFamily="18" charset="0"/>
                <a:ea typeface="Calibri" panose="020F0502020204030204" pitchFamily="34" charset="0"/>
                <a:cs typeface="B Lotus" panose="00000400000000000000" pitchFamily="2" charset="-78"/>
              </a:rPr>
              <a:t>شماتیک دیاگرام همسان سازی سلول و پک ماژولار.</a:t>
            </a:r>
            <a:endParaRPr lang="en-US" b="1" dirty="0">
              <a:solidFill>
                <a:srgbClr val="000000"/>
              </a:solidFill>
              <a:latin typeface="Times New Roman" panose="02020603050405020304" pitchFamily="18" charset="0"/>
              <a:cs typeface="B Nazanin" pitchFamily="2" charset="-78"/>
            </a:endParaRPr>
          </a:p>
        </p:txBody>
      </p:sp>
      <p:sp>
        <p:nvSpPr>
          <p:cNvPr id="20" name="Slide Number Placeholder 3">
            <a:extLst>
              <a:ext uri="{FF2B5EF4-FFF2-40B4-BE49-F238E27FC236}">
                <a16:creationId xmlns="" xmlns:a16="http://schemas.microsoft.com/office/drawing/2014/main" id="{FEFB061F-8AAB-4535-B272-1BA4D5A77191}"/>
              </a:ext>
            </a:extLst>
          </p:cNvPr>
          <p:cNvSpPr txBox="1">
            <a:spLocks/>
          </p:cNvSpPr>
          <p:nvPr/>
        </p:nvSpPr>
        <p:spPr>
          <a:xfrm>
            <a:off x="8965" y="6090313"/>
            <a:ext cx="676835" cy="767687"/>
          </a:xfrm>
          <a:prstGeom prst="rect">
            <a:avLst/>
          </a:prstGeom>
        </p:spPr>
        <p:txBody>
          <a:bodyPr vert="horz" lIns="91440" tIns="45720" rIns="91440" bIns="45720" rtlCol="0" anchor="ctr"/>
          <a:lstStyle>
            <a:defPPr>
              <a:defRPr lang="en-US"/>
            </a:defPPr>
            <a:lvl1pPr marL="0" algn="l" defTabSz="914400" rtl="0" eaLnBrk="1" latinLnBrk="0" hangingPunct="1">
              <a:defRPr sz="1400" b="1" kern="1200">
                <a:solidFill>
                  <a:srgbClr val="FFFFFF"/>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rtl="1"/>
            <a:fld id="{E8ADF199-8047-440E-B02B-E80683B392F2}" type="slidenum">
              <a:rPr lang="fa-IR" sz="1800" smtClean="0">
                <a:solidFill>
                  <a:schemeClr val="tx1"/>
                </a:solidFill>
                <a:cs typeface="B Lotus" panose="00000400000000000000" pitchFamily="2" charset="-78"/>
              </a:rPr>
              <a:pPr rtl="1"/>
              <a:t>31</a:t>
            </a:fld>
            <a:endParaRPr lang="fa-IR" sz="1800" dirty="0">
              <a:solidFill>
                <a:schemeClr val="tx1"/>
              </a:solidFill>
              <a:cs typeface="B Lotus" panose="00000400000000000000" pitchFamily="2" charset="-78"/>
            </a:endParaRPr>
          </a:p>
        </p:txBody>
      </p:sp>
      <p:sp>
        <p:nvSpPr>
          <p:cNvPr id="41" name="Rounded Rectangle 175">
            <a:extLst>
              <a:ext uri="{FF2B5EF4-FFF2-40B4-BE49-F238E27FC236}">
                <a16:creationId xmlns="" xmlns:a16="http://schemas.microsoft.com/office/drawing/2014/main" id="{5ED324C1-9E82-4B7C-8E12-63B5A59FFFC0}"/>
              </a:ext>
            </a:extLst>
          </p:cNvPr>
          <p:cNvSpPr/>
          <p:nvPr/>
        </p:nvSpPr>
        <p:spPr bwMode="auto">
          <a:xfrm>
            <a:off x="6324600" y="1066930"/>
            <a:ext cx="2922494" cy="418072"/>
          </a:xfrm>
          <a:prstGeom prst="roundRect">
            <a:avLst/>
          </a:prstGeom>
          <a:solidFill>
            <a:srgbClr val="3D81BF">
              <a:lumMod val="75000"/>
            </a:srgbClr>
          </a:solidFill>
          <a:ln w="9525" cap="flat" cmpd="sng" algn="ctr">
            <a:solidFill>
              <a:srgbClr val="000000"/>
            </a:solidFill>
            <a:prstDash val="solid"/>
            <a:round/>
            <a:headEnd type="none" w="med" len="med"/>
            <a:tailEnd type="none" w="med" len="med"/>
          </a:ln>
          <a:effectLst>
            <a:reflection blurRad="6350" stA="50000" endA="300" endPos="55000" dir="5400000" sy="-100000" algn="bl" rotWithShape="0"/>
          </a:effectLst>
          <a:scene3d>
            <a:camera prst="isometricOffAxis2Left"/>
            <a:lightRig rig="threePt" dir="t"/>
          </a:scene3d>
        </p:spPr>
        <p:txBody>
          <a:bodyPr vert="horz" wrap="square" lIns="91440" tIns="45720" rIns="91440" bIns="45720" numCol="1" rtlCol="0" anchor="t" anchorCtr="0" compatLnSpc="1">
            <a:prstTxWarp prst="textNoShape">
              <a:avLst/>
            </a:prstTxWarp>
          </a:bodyPr>
          <a:lstStyle/>
          <a:p>
            <a:pPr lvl="0" algn="ctr" rtl="1" fontAlgn="base">
              <a:spcBef>
                <a:spcPct val="0"/>
              </a:spcBef>
              <a:spcAft>
                <a:spcPct val="0"/>
              </a:spcAft>
            </a:pPr>
            <a:r>
              <a:rPr lang="fa-IR" sz="2000" b="1" dirty="0">
                <a:solidFill>
                  <a:srgbClr val="FFFFFF"/>
                </a:solidFill>
                <a:latin typeface="Times New Roman" panose="02020603050405020304" pitchFamily="18" charset="0"/>
                <a:cs typeface="B Nazanin" panose="00000400000000000000" pitchFamily="2" charset="-78"/>
              </a:rPr>
              <a:t>همسان سازی باتری</a:t>
            </a:r>
          </a:p>
        </p:txBody>
      </p:sp>
      <p:pic>
        <p:nvPicPr>
          <p:cNvPr id="42" name="Picture 41" descr="پرونده:Azad University logo.png - ویکی‌پدیا، دانشنامهٔ آزاد">
            <a:extLst>
              <a:ext uri="{FF2B5EF4-FFF2-40B4-BE49-F238E27FC236}">
                <a16:creationId xmlns="" xmlns:a16="http://schemas.microsoft.com/office/drawing/2014/main" id="{1A9FEE44-0F48-48EE-A201-613E74B88238}"/>
              </a:ext>
            </a:extLst>
          </p:cNvPr>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8610600" y="0"/>
            <a:ext cx="533400" cy="822959"/>
          </a:xfrm>
          <a:prstGeom prst="rect">
            <a:avLst/>
          </a:prstGeom>
          <a:noFill/>
          <a:ln>
            <a:noFill/>
          </a:ln>
        </p:spPr>
      </p:pic>
      <p:sp>
        <p:nvSpPr>
          <p:cNvPr id="43" name="AutoShape 10">
            <a:extLst>
              <a:ext uri="{FF2B5EF4-FFF2-40B4-BE49-F238E27FC236}">
                <a16:creationId xmlns="" xmlns:a16="http://schemas.microsoft.com/office/drawing/2014/main" id="{F6266893-797F-40B9-B7F1-28B13A3984C3}"/>
              </a:ext>
            </a:extLst>
          </p:cNvPr>
          <p:cNvSpPr>
            <a:spLocks noChangeArrowheads="1"/>
          </p:cNvSpPr>
          <p:nvPr/>
        </p:nvSpPr>
        <p:spPr bwMode="gray">
          <a:xfrm flipH="1">
            <a:off x="6246677" y="59426"/>
            <a:ext cx="2057400" cy="649224"/>
          </a:xfrm>
          <a:prstGeom prst="chevron">
            <a:avLst>
              <a:gd name="adj" fmla="val 17842"/>
            </a:avLst>
          </a:prstGeom>
          <a:gradFill rotWithShape="1">
            <a:gsLst>
              <a:gs pos="0">
                <a:srgbClr val="84B09A">
                  <a:gamma/>
                  <a:shade val="46275"/>
                  <a:invGamma/>
                </a:srgbClr>
              </a:gs>
              <a:gs pos="50000">
                <a:srgbClr val="84B09A"/>
              </a:gs>
              <a:gs pos="100000">
                <a:srgbClr val="84B09A">
                  <a:gamma/>
                  <a:shade val="46275"/>
                  <a:invGamma/>
                </a:srgbClr>
              </a:gs>
            </a:gsLst>
            <a:lin ang="2700000" scaled="1"/>
          </a:gradFill>
          <a:ln w="38100">
            <a:solidFill>
              <a:srgbClr val="EAEAEA"/>
            </a:solidFill>
            <a:miter lim="800000"/>
            <a:headEnd/>
            <a:tailEnd/>
          </a:ln>
          <a:effectLst>
            <a:outerShdw dist="109250" dir="3267739" algn="ctr" rotWithShape="0">
              <a:srgbClr val="333333">
                <a:alpha val="50000"/>
              </a:srgbClr>
            </a:outerShdw>
          </a:effectLst>
        </p:spPr>
        <p:txBody>
          <a:bodyPr wrap="square" anchor="ctr">
            <a:spAutoFit/>
          </a:bodyPr>
          <a:lstStyle/>
          <a:p>
            <a:pPr algn="ctr" fontAlgn="base">
              <a:spcBef>
                <a:spcPct val="0"/>
              </a:spcBef>
              <a:spcAft>
                <a:spcPct val="0"/>
              </a:spcAft>
            </a:pPr>
            <a:endParaRPr lang="en-US" kern="0" dirty="0">
              <a:solidFill>
                <a:srgbClr val="3D81BF"/>
              </a:solidFill>
            </a:endParaRPr>
          </a:p>
        </p:txBody>
      </p:sp>
      <p:sp>
        <p:nvSpPr>
          <p:cNvPr id="44" name="AutoShape 3">
            <a:extLst>
              <a:ext uri="{FF2B5EF4-FFF2-40B4-BE49-F238E27FC236}">
                <a16:creationId xmlns="" xmlns:a16="http://schemas.microsoft.com/office/drawing/2014/main" id="{3450B81F-1BA9-4F41-945E-CF31FD6A1BE2}"/>
              </a:ext>
            </a:extLst>
          </p:cNvPr>
          <p:cNvSpPr>
            <a:spLocks noChangeArrowheads="1"/>
          </p:cNvSpPr>
          <p:nvPr/>
        </p:nvSpPr>
        <p:spPr bwMode="gray">
          <a:xfrm flipH="1">
            <a:off x="4188613" y="57140"/>
            <a:ext cx="2056086" cy="651510"/>
          </a:xfrm>
          <a:prstGeom prst="chevron">
            <a:avLst>
              <a:gd name="adj" fmla="val 17009"/>
            </a:avLst>
          </a:prstGeom>
          <a:solidFill>
            <a:srgbClr val="2842AE"/>
          </a:solidFill>
          <a:ln w="38100">
            <a:solidFill>
              <a:srgbClr val="EAEAEA"/>
            </a:solidFill>
            <a:miter lim="800000"/>
            <a:headEnd/>
            <a:tailEnd/>
          </a:ln>
          <a:effectLst>
            <a:outerShdw dist="109250" dir="3267739" algn="ctr" rotWithShape="0">
              <a:srgbClr val="333333">
                <a:alpha val="50000"/>
              </a:srgbClr>
            </a:outerShdw>
          </a:effectLst>
        </p:spPr>
        <p:txBody>
          <a:bodyPr wrap="square" anchor="ctr">
            <a:spAutoFit/>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dirty="0">
              <a:ln>
                <a:noFill/>
              </a:ln>
              <a:solidFill>
                <a:srgbClr val="3D81BF"/>
              </a:solidFill>
              <a:effectLst/>
              <a:uLnTx/>
              <a:uFillTx/>
            </a:endParaRPr>
          </a:p>
        </p:txBody>
      </p:sp>
      <p:sp>
        <p:nvSpPr>
          <p:cNvPr id="45" name="AutoShape 3">
            <a:extLst>
              <a:ext uri="{FF2B5EF4-FFF2-40B4-BE49-F238E27FC236}">
                <a16:creationId xmlns="" xmlns:a16="http://schemas.microsoft.com/office/drawing/2014/main" id="{278C3753-7E5F-4A07-84E8-FA915CB0CE87}"/>
              </a:ext>
            </a:extLst>
          </p:cNvPr>
          <p:cNvSpPr>
            <a:spLocks noChangeArrowheads="1"/>
          </p:cNvSpPr>
          <p:nvPr/>
        </p:nvSpPr>
        <p:spPr bwMode="gray">
          <a:xfrm flipH="1">
            <a:off x="2588411" y="57141"/>
            <a:ext cx="1600202" cy="651510"/>
          </a:xfrm>
          <a:prstGeom prst="chevron">
            <a:avLst>
              <a:gd name="adj" fmla="val 17009"/>
            </a:avLst>
          </a:prstGeom>
          <a:gradFill rotWithShape="1">
            <a:gsLst>
              <a:gs pos="0">
                <a:srgbClr val="84B09A">
                  <a:gamma/>
                  <a:shade val="46275"/>
                  <a:invGamma/>
                </a:srgbClr>
              </a:gs>
              <a:gs pos="50000">
                <a:srgbClr val="84B09A"/>
              </a:gs>
              <a:gs pos="100000">
                <a:srgbClr val="84B09A">
                  <a:gamma/>
                  <a:shade val="46275"/>
                  <a:invGamma/>
                </a:srgbClr>
              </a:gs>
            </a:gsLst>
            <a:lin ang="2700000" scaled="1"/>
          </a:gradFill>
          <a:ln w="38100">
            <a:solidFill>
              <a:srgbClr val="EAEAEA"/>
            </a:solidFill>
            <a:miter lim="800000"/>
            <a:headEnd/>
            <a:tailEnd/>
          </a:ln>
          <a:effectLst>
            <a:outerShdw dist="109250" dir="3267739" algn="ctr" rotWithShape="0">
              <a:srgbClr val="333333">
                <a:alpha val="50000"/>
              </a:srgbClr>
            </a:outerShdw>
          </a:effectLst>
        </p:spPr>
        <p:txBody>
          <a:bodyPr wrap="square" anchor="ctr">
            <a:spAutoFit/>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endParaRPr>
          </a:p>
        </p:txBody>
      </p:sp>
      <p:sp>
        <p:nvSpPr>
          <p:cNvPr id="46" name="AutoShape 3">
            <a:extLst>
              <a:ext uri="{FF2B5EF4-FFF2-40B4-BE49-F238E27FC236}">
                <a16:creationId xmlns="" xmlns:a16="http://schemas.microsoft.com/office/drawing/2014/main" id="{B202AEB4-F766-4F6D-9D49-804AECBBBB79}"/>
              </a:ext>
            </a:extLst>
          </p:cNvPr>
          <p:cNvSpPr>
            <a:spLocks noChangeArrowheads="1"/>
          </p:cNvSpPr>
          <p:nvPr/>
        </p:nvSpPr>
        <p:spPr bwMode="gray">
          <a:xfrm flipH="1">
            <a:off x="161661" y="57140"/>
            <a:ext cx="2426749" cy="651510"/>
          </a:xfrm>
          <a:prstGeom prst="chevron">
            <a:avLst>
              <a:gd name="adj" fmla="val 17009"/>
            </a:avLst>
          </a:prstGeom>
          <a:gradFill rotWithShape="1">
            <a:gsLst>
              <a:gs pos="0">
                <a:srgbClr val="84B09A">
                  <a:gamma/>
                  <a:shade val="46275"/>
                  <a:invGamma/>
                </a:srgbClr>
              </a:gs>
              <a:gs pos="50000">
                <a:srgbClr val="84B09A"/>
              </a:gs>
              <a:gs pos="100000">
                <a:srgbClr val="84B09A">
                  <a:gamma/>
                  <a:shade val="46275"/>
                  <a:invGamma/>
                </a:srgbClr>
              </a:gs>
            </a:gsLst>
            <a:lin ang="2700000" scaled="1"/>
          </a:gradFill>
          <a:ln w="38100">
            <a:solidFill>
              <a:srgbClr val="EAEAEA"/>
            </a:solidFill>
            <a:miter lim="800000"/>
            <a:headEnd/>
            <a:tailEnd/>
          </a:ln>
          <a:effectLst>
            <a:outerShdw dist="109250" dir="3267739" algn="ctr" rotWithShape="0">
              <a:srgbClr val="333333">
                <a:alpha val="50000"/>
              </a:srgbClr>
            </a:outerShdw>
          </a:effectLst>
        </p:spPr>
        <p:txBody>
          <a:bodyPr wrap="square" anchor="ctr">
            <a:spAutoFit/>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endParaRPr>
          </a:p>
        </p:txBody>
      </p:sp>
      <p:sp>
        <p:nvSpPr>
          <p:cNvPr id="47" name="Rectangle 46">
            <a:extLst>
              <a:ext uri="{FF2B5EF4-FFF2-40B4-BE49-F238E27FC236}">
                <a16:creationId xmlns="" xmlns:a16="http://schemas.microsoft.com/office/drawing/2014/main" id="{89552ECA-1CA1-40F1-A87E-809897E322A0}"/>
              </a:ext>
            </a:extLst>
          </p:cNvPr>
          <p:cNvSpPr/>
          <p:nvPr/>
        </p:nvSpPr>
        <p:spPr>
          <a:xfrm>
            <a:off x="403231" y="91457"/>
            <a:ext cx="2056085" cy="584775"/>
          </a:xfrm>
          <a:prstGeom prst="rect">
            <a:avLst/>
          </a:prstGeom>
        </p:spPr>
        <p:txBody>
          <a:bodyPr wrap="square">
            <a:spAutoFit/>
          </a:bodyPr>
          <a:lstStyle/>
          <a:p>
            <a:pPr lvl="0" algn="ctr" rtl="1" fontAlgn="base">
              <a:spcBef>
                <a:spcPct val="0"/>
              </a:spcBef>
              <a:spcAft>
                <a:spcPct val="0"/>
              </a:spcAft>
            </a:pPr>
            <a:r>
              <a:rPr lang="fa-IR" sz="1600" b="1" dirty="0" smtClean="0">
                <a:solidFill>
                  <a:srgbClr val="FFFFFF"/>
                </a:solidFill>
                <a:latin typeface="Times New Roman" panose="02020603050405020304" pitchFamily="18" charset="0"/>
                <a:cs typeface="B Nazanin" panose="00000400000000000000" pitchFamily="2" charset="-78"/>
              </a:rPr>
              <a:t> پیاده سازی و ارزیابی همسان ساز پیشنهادی</a:t>
            </a:r>
            <a:endParaRPr lang="fa-IR" sz="1600" b="1" dirty="0">
              <a:solidFill>
                <a:srgbClr val="FFFFFF"/>
              </a:solidFill>
              <a:latin typeface="Times New Roman" panose="02020603050405020304" pitchFamily="18" charset="0"/>
              <a:cs typeface="B Nazanin" panose="00000400000000000000" pitchFamily="2" charset="-78"/>
            </a:endParaRPr>
          </a:p>
        </p:txBody>
      </p:sp>
      <p:sp>
        <p:nvSpPr>
          <p:cNvPr id="48" name="Rectangle 47">
            <a:extLst>
              <a:ext uri="{FF2B5EF4-FFF2-40B4-BE49-F238E27FC236}">
                <a16:creationId xmlns="" xmlns:a16="http://schemas.microsoft.com/office/drawing/2014/main" id="{2A9B9FDD-FEF5-46D3-8995-5604A1B4B80E}"/>
              </a:ext>
            </a:extLst>
          </p:cNvPr>
          <p:cNvSpPr/>
          <p:nvPr/>
        </p:nvSpPr>
        <p:spPr>
          <a:xfrm>
            <a:off x="2636749" y="78259"/>
            <a:ext cx="1600200" cy="584775"/>
          </a:xfrm>
          <a:prstGeom prst="rect">
            <a:avLst/>
          </a:prstGeom>
        </p:spPr>
        <p:txBody>
          <a:bodyPr wrap="square">
            <a:spAutoFit/>
          </a:bodyPr>
          <a:lstStyle/>
          <a:p>
            <a:pPr lvl="0" algn="ctr" rtl="1" fontAlgn="base">
              <a:spcBef>
                <a:spcPct val="0"/>
              </a:spcBef>
              <a:spcAft>
                <a:spcPct val="0"/>
              </a:spcAft>
            </a:pPr>
            <a:r>
              <a:rPr lang="fa-IR" sz="1600" b="1" dirty="0">
                <a:solidFill>
                  <a:srgbClr val="FFFFFF"/>
                </a:solidFill>
                <a:latin typeface="Times New Roman" panose="02020603050405020304" pitchFamily="18" charset="0"/>
                <a:cs typeface="B Nazanin" panose="00000400000000000000" pitchFamily="2" charset="-78"/>
              </a:rPr>
              <a:t>همسان سازی پیشنهادی</a:t>
            </a:r>
          </a:p>
        </p:txBody>
      </p:sp>
      <p:sp>
        <p:nvSpPr>
          <p:cNvPr id="49" name="Rectangle 48">
            <a:extLst>
              <a:ext uri="{FF2B5EF4-FFF2-40B4-BE49-F238E27FC236}">
                <a16:creationId xmlns="" xmlns:a16="http://schemas.microsoft.com/office/drawing/2014/main" id="{4756B784-8B4C-449F-AE9D-2B6BBC518073}"/>
              </a:ext>
            </a:extLst>
          </p:cNvPr>
          <p:cNvSpPr/>
          <p:nvPr/>
        </p:nvSpPr>
        <p:spPr>
          <a:xfrm>
            <a:off x="4495138" y="91457"/>
            <a:ext cx="1443038" cy="584775"/>
          </a:xfrm>
          <a:prstGeom prst="rect">
            <a:avLst/>
          </a:prstGeom>
        </p:spPr>
        <p:txBody>
          <a:bodyPr wrap="square">
            <a:spAutoFit/>
          </a:bodyPr>
          <a:lstStyle/>
          <a:p>
            <a:pPr lvl="0" algn="ctr" rtl="1" fontAlgn="base">
              <a:spcBef>
                <a:spcPct val="0"/>
              </a:spcBef>
              <a:spcAft>
                <a:spcPct val="0"/>
              </a:spcAft>
            </a:pPr>
            <a:r>
              <a:rPr lang="fa-IR" sz="1600" b="1" dirty="0">
                <a:solidFill>
                  <a:srgbClr val="FFFFFF"/>
                </a:solidFill>
                <a:latin typeface="Times New Roman" panose="02020603050405020304" pitchFamily="18" charset="0"/>
                <a:cs typeface="B Nazanin" panose="00000400000000000000" pitchFamily="2" charset="-78"/>
              </a:rPr>
              <a:t>همسان سازی باتری</a:t>
            </a:r>
          </a:p>
        </p:txBody>
      </p:sp>
      <p:sp>
        <p:nvSpPr>
          <p:cNvPr id="50" name="Rectangle 49">
            <a:extLst>
              <a:ext uri="{FF2B5EF4-FFF2-40B4-BE49-F238E27FC236}">
                <a16:creationId xmlns="" xmlns:a16="http://schemas.microsoft.com/office/drawing/2014/main" id="{E9011965-C922-40BF-B928-2A7E03BC5CDA}"/>
              </a:ext>
            </a:extLst>
          </p:cNvPr>
          <p:cNvSpPr/>
          <p:nvPr/>
        </p:nvSpPr>
        <p:spPr>
          <a:xfrm>
            <a:off x="6499957" y="197162"/>
            <a:ext cx="1626786" cy="323165"/>
          </a:xfrm>
          <a:prstGeom prst="rect">
            <a:avLst/>
          </a:prstGeom>
        </p:spPr>
        <p:txBody>
          <a:bodyPr wrap="square">
            <a:spAutoFit/>
          </a:bodyPr>
          <a:lstStyle/>
          <a:p>
            <a:pPr lvl="0" algn="ctr" fontAlgn="base">
              <a:spcBef>
                <a:spcPct val="0"/>
              </a:spcBef>
              <a:spcAft>
                <a:spcPct val="0"/>
              </a:spcAft>
              <a:defRPr/>
            </a:pPr>
            <a:r>
              <a:rPr lang="fa-IR" sz="1500" b="1" kern="0" dirty="0">
                <a:solidFill>
                  <a:srgbClr val="FFFFFF"/>
                </a:solidFill>
                <a:latin typeface="Times New Roman" panose="02020603050405020304" pitchFamily="18" charset="0"/>
                <a:cs typeface="B Nazanin" pitchFamily="2" charset="-78"/>
              </a:rPr>
              <a:t>باتری ها</a:t>
            </a:r>
            <a:endParaRPr lang="en-US" sz="1500" b="1" kern="0" dirty="0">
              <a:solidFill>
                <a:srgbClr val="FFFFFF"/>
              </a:solidFill>
              <a:latin typeface="Times New Roman" panose="02020603050405020304" pitchFamily="18" charset="0"/>
              <a:cs typeface="B Nazanin" pitchFamily="2" charset="-78"/>
            </a:endParaRPr>
          </a:p>
        </p:txBody>
      </p:sp>
    </p:spTree>
    <p:extLst>
      <p:ext uri="{BB962C8B-B14F-4D97-AF65-F5344CB8AC3E}">
        <p14:creationId xmlns:p14="http://schemas.microsoft.com/office/powerpoint/2010/main" val="1599767904"/>
      </p:ext>
    </p:extLst>
  </p:cSld>
  <p:clrMapOvr>
    <a:masterClrMapping/>
  </p:clrMapOvr>
  <p:timing>
    <p:tnLst>
      <p:par>
        <p:cTn id="1" dur="indefinite" restart="never" nodeType="tmRoot"/>
      </p:par>
    </p:tnLst>
  </p:timing>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5" name="TextBox 34">
            <a:extLst>
              <a:ext uri="{FF2B5EF4-FFF2-40B4-BE49-F238E27FC236}">
                <a16:creationId xmlns="" xmlns:a16="http://schemas.microsoft.com/office/drawing/2014/main" id="{F43469DC-7F5B-471E-BD74-ED709E621F63}"/>
              </a:ext>
            </a:extLst>
          </p:cNvPr>
          <p:cNvSpPr txBox="1"/>
          <p:nvPr/>
        </p:nvSpPr>
        <p:spPr>
          <a:xfrm>
            <a:off x="7055055" y="1726687"/>
            <a:ext cx="1837362" cy="369332"/>
          </a:xfrm>
          <a:prstGeom prst="rect">
            <a:avLst/>
          </a:prstGeom>
          <a:noFill/>
        </p:spPr>
        <p:txBody>
          <a:bodyPr wrap="none" rtlCol="0">
            <a:spAutoFit/>
          </a:bodyPr>
          <a:lstStyle/>
          <a:p>
            <a:pPr algn="r" rtl="1"/>
            <a:r>
              <a:rPr lang="fa-IR" b="1" dirty="0">
                <a:cs typeface="B Nazanin" panose="00000400000000000000" pitchFamily="2" charset="-78"/>
              </a:rPr>
              <a:t>انتقال سلول به سلول</a:t>
            </a:r>
          </a:p>
        </p:txBody>
      </p:sp>
      <p:sp>
        <p:nvSpPr>
          <p:cNvPr id="17" name="Slide Number Placeholder 3">
            <a:extLst>
              <a:ext uri="{FF2B5EF4-FFF2-40B4-BE49-F238E27FC236}">
                <a16:creationId xmlns="" xmlns:a16="http://schemas.microsoft.com/office/drawing/2014/main" id="{FEFB061F-8AAB-4535-B272-1BA4D5A77191}"/>
              </a:ext>
            </a:extLst>
          </p:cNvPr>
          <p:cNvSpPr txBox="1">
            <a:spLocks/>
          </p:cNvSpPr>
          <p:nvPr/>
        </p:nvSpPr>
        <p:spPr>
          <a:xfrm>
            <a:off x="8965" y="6090313"/>
            <a:ext cx="676835" cy="767687"/>
          </a:xfrm>
          <a:prstGeom prst="rect">
            <a:avLst/>
          </a:prstGeom>
        </p:spPr>
        <p:txBody>
          <a:bodyPr vert="horz" lIns="91440" tIns="45720" rIns="91440" bIns="45720" rtlCol="0" anchor="ctr"/>
          <a:lstStyle>
            <a:defPPr>
              <a:defRPr lang="en-US"/>
            </a:defPPr>
            <a:lvl1pPr marL="0" algn="l" defTabSz="914400" rtl="0" eaLnBrk="1" latinLnBrk="0" hangingPunct="1">
              <a:defRPr sz="1400" b="1" kern="1200">
                <a:solidFill>
                  <a:srgbClr val="FFFFFF"/>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rtl="1"/>
            <a:fld id="{E8ADF199-8047-440E-B02B-E80683B392F2}" type="slidenum">
              <a:rPr lang="fa-IR" sz="1800" smtClean="0">
                <a:solidFill>
                  <a:schemeClr val="tx1"/>
                </a:solidFill>
                <a:cs typeface="B Lotus" panose="00000400000000000000" pitchFamily="2" charset="-78"/>
              </a:rPr>
              <a:pPr rtl="1"/>
              <a:t>32</a:t>
            </a:fld>
            <a:endParaRPr lang="fa-IR" sz="1800" dirty="0">
              <a:solidFill>
                <a:schemeClr val="tx1"/>
              </a:solidFill>
              <a:cs typeface="B Lotus" panose="00000400000000000000" pitchFamily="2" charset="-78"/>
            </a:endParaRPr>
          </a:p>
        </p:txBody>
      </p:sp>
      <p:pic>
        <p:nvPicPr>
          <p:cNvPr id="21" name="Picture 20"/>
          <p:cNvPicPr/>
          <p:nvPr/>
        </p:nvPicPr>
        <p:blipFill>
          <a:blip r:embed="rId3">
            <a:extLst>
              <a:ext uri="{28A0092B-C50C-407E-A947-70E740481C1C}">
                <a14:useLocalDpi xmlns:a14="http://schemas.microsoft.com/office/drawing/2010/main" val="0"/>
              </a:ext>
            </a:extLst>
          </a:blip>
          <a:stretch>
            <a:fillRect/>
          </a:stretch>
        </p:blipFill>
        <p:spPr bwMode="auto">
          <a:xfrm>
            <a:off x="567182" y="2108678"/>
            <a:ext cx="7924800" cy="3916079"/>
          </a:xfrm>
          <a:prstGeom prst="rect">
            <a:avLst/>
          </a:prstGeom>
          <a:noFill/>
          <a:ln>
            <a:noFill/>
          </a:ln>
        </p:spPr>
      </p:pic>
      <p:sp>
        <p:nvSpPr>
          <p:cNvPr id="22" name="Rectangle 21"/>
          <p:cNvSpPr/>
          <p:nvPr/>
        </p:nvSpPr>
        <p:spPr>
          <a:xfrm>
            <a:off x="2455855" y="6154049"/>
            <a:ext cx="4011034" cy="369332"/>
          </a:xfrm>
          <a:prstGeom prst="rect">
            <a:avLst/>
          </a:prstGeom>
        </p:spPr>
        <p:txBody>
          <a:bodyPr wrap="none">
            <a:spAutoFit/>
          </a:bodyPr>
          <a:lstStyle/>
          <a:p>
            <a:pPr algn="ctr" rtl="1" fontAlgn="base">
              <a:spcBef>
                <a:spcPct val="0"/>
              </a:spcBef>
              <a:spcAft>
                <a:spcPct val="0"/>
              </a:spcAft>
            </a:pPr>
            <a:r>
              <a:rPr lang="fa-IR" dirty="0">
                <a:latin typeface="Times New Roman" panose="02020603050405020304" pitchFamily="18" charset="0"/>
                <a:ea typeface="Calibri" panose="020F0502020204030204" pitchFamily="34" charset="0"/>
                <a:cs typeface="B Lotus" panose="00000400000000000000" pitchFamily="2" charset="-78"/>
              </a:rPr>
              <a:t>شکل 7 </a:t>
            </a:r>
            <a:r>
              <a:rPr lang="fa-IR" dirty="0">
                <a:latin typeface="Times New Roman" panose="02020603050405020304" pitchFamily="18" charset="0"/>
                <a:cs typeface="B Lotus" panose="00000400000000000000" pitchFamily="2" charset="-78"/>
              </a:rPr>
              <a:t>شماتیک دیاگرام همسان سازی سلول به سلول.</a:t>
            </a:r>
            <a:endParaRPr lang="en-US" dirty="0">
              <a:latin typeface="Times New Roman" panose="02020603050405020304" pitchFamily="18" charset="0"/>
              <a:cs typeface="B Lotus" panose="00000400000000000000" pitchFamily="2" charset="-78"/>
            </a:endParaRPr>
          </a:p>
        </p:txBody>
      </p:sp>
      <p:sp>
        <p:nvSpPr>
          <p:cNvPr id="44" name="Rounded Rectangle 175">
            <a:extLst>
              <a:ext uri="{FF2B5EF4-FFF2-40B4-BE49-F238E27FC236}">
                <a16:creationId xmlns="" xmlns:a16="http://schemas.microsoft.com/office/drawing/2014/main" id="{5ED324C1-9E82-4B7C-8E12-63B5A59FFFC0}"/>
              </a:ext>
            </a:extLst>
          </p:cNvPr>
          <p:cNvSpPr/>
          <p:nvPr/>
        </p:nvSpPr>
        <p:spPr bwMode="auto">
          <a:xfrm>
            <a:off x="6324600" y="1066930"/>
            <a:ext cx="2922494" cy="418072"/>
          </a:xfrm>
          <a:prstGeom prst="roundRect">
            <a:avLst/>
          </a:prstGeom>
          <a:solidFill>
            <a:srgbClr val="3D81BF">
              <a:lumMod val="75000"/>
            </a:srgbClr>
          </a:solidFill>
          <a:ln w="9525" cap="flat" cmpd="sng" algn="ctr">
            <a:solidFill>
              <a:srgbClr val="000000"/>
            </a:solidFill>
            <a:prstDash val="solid"/>
            <a:round/>
            <a:headEnd type="none" w="med" len="med"/>
            <a:tailEnd type="none" w="med" len="med"/>
          </a:ln>
          <a:effectLst>
            <a:reflection blurRad="6350" stA="50000" endA="300" endPos="55000" dir="5400000" sy="-100000" algn="bl" rotWithShape="0"/>
          </a:effectLst>
          <a:scene3d>
            <a:camera prst="isometricOffAxis2Left"/>
            <a:lightRig rig="threePt" dir="t"/>
          </a:scene3d>
        </p:spPr>
        <p:txBody>
          <a:bodyPr vert="horz" wrap="square" lIns="91440" tIns="45720" rIns="91440" bIns="45720" numCol="1" rtlCol="0" anchor="t" anchorCtr="0" compatLnSpc="1">
            <a:prstTxWarp prst="textNoShape">
              <a:avLst/>
            </a:prstTxWarp>
          </a:bodyPr>
          <a:lstStyle/>
          <a:p>
            <a:pPr lvl="0" algn="ctr" rtl="1" fontAlgn="base">
              <a:spcBef>
                <a:spcPct val="0"/>
              </a:spcBef>
              <a:spcAft>
                <a:spcPct val="0"/>
              </a:spcAft>
            </a:pPr>
            <a:r>
              <a:rPr lang="fa-IR" sz="2000" b="1" dirty="0">
                <a:solidFill>
                  <a:srgbClr val="FFFFFF"/>
                </a:solidFill>
                <a:latin typeface="Times New Roman" panose="02020603050405020304" pitchFamily="18" charset="0"/>
                <a:cs typeface="B Nazanin" panose="00000400000000000000" pitchFamily="2" charset="-78"/>
              </a:rPr>
              <a:t>همسان سازی باتری</a:t>
            </a:r>
          </a:p>
        </p:txBody>
      </p:sp>
      <p:pic>
        <p:nvPicPr>
          <p:cNvPr id="45" name="Picture 44" descr="پرونده:Azad University logo.png - ویکی‌پدیا، دانشنامهٔ آزاد">
            <a:extLst>
              <a:ext uri="{FF2B5EF4-FFF2-40B4-BE49-F238E27FC236}">
                <a16:creationId xmlns="" xmlns:a16="http://schemas.microsoft.com/office/drawing/2014/main" id="{1A9FEE44-0F48-48EE-A201-613E74B88238}"/>
              </a:ext>
            </a:extLst>
          </p:cNvPr>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8610600" y="0"/>
            <a:ext cx="533400" cy="822959"/>
          </a:xfrm>
          <a:prstGeom prst="rect">
            <a:avLst/>
          </a:prstGeom>
          <a:noFill/>
          <a:ln>
            <a:noFill/>
          </a:ln>
        </p:spPr>
      </p:pic>
      <p:sp>
        <p:nvSpPr>
          <p:cNvPr id="46" name="AutoShape 10">
            <a:extLst>
              <a:ext uri="{FF2B5EF4-FFF2-40B4-BE49-F238E27FC236}">
                <a16:creationId xmlns="" xmlns:a16="http://schemas.microsoft.com/office/drawing/2014/main" id="{F6266893-797F-40B9-B7F1-28B13A3984C3}"/>
              </a:ext>
            </a:extLst>
          </p:cNvPr>
          <p:cNvSpPr>
            <a:spLocks noChangeArrowheads="1"/>
          </p:cNvSpPr>
          <p:nvPr/>
        </p:nvSpPr>
        <p:spPr bwMode="gray">
          <a:xfrm flipH="1">
            <a:off x="6246677" y="59426"/>
            <a:ext cx="2057400" cy="649224"/>
          </a:xfrm>
          <a:prstGeom prst="chevron">
            <a:avLst>
              <a:gd name="adj" fmla="val 17842"/>
            </a:avLst>
          </a:prstGeom>
          <a:gradFill rotWithShape="1">
            <a:gsLst>
              <a:gs pos="0">
                <a:srgbClr val="84B09A">
                  <a:gamma/>
                  <a:shade val="46275"/>
                  <a:invGamma/>
                </a:srgbClr>
              </a:gs>
              <a:gs pos="50000">
                <a:srgbClr val="84B09A"/>
              </a:gs>
              <a:gs pos="100000">
                <a:srgbClr val="84B09A">
                  <a:gamma/>
                  <a:shade val="46275"/>
                  <a:invGamma/>
                </a:srgbClr>
              </a:gs>
            </a:gsLst>
            <a:lin ang="2700000" scaled="1"/>
          </a:gradFill>
          <a:ln w="38100">
            <a:solidFill>
              <a:srgbClr val="EAEAEA"/>
            </a:solidFill>
            <a:miter lim="800000"/>
            <a:headEnd/>
            <a:tailEnd/>
          </a:ln>
          <a:effectLst>
            <a:outerShdw dist="109250" dir="3267739" algn="ctr" rotWithShape="0">
              <a:srgbClr val="333333">
                <a:alpha val="50000"/>
              </a:srgbClr>
            </a:outerShdw>
          </a:effectLst>
        </p:spPr>
        <p:txBody>
          <a:bodyPr wrap="square" anchor="ctr">
            <a:spAutoFit/>
          </a:bodyPr>
          <a:lstStyle/>
          <a:p>
            <a:pPr algn="ctr" fontAlgn="base">
              <a:spcBef>
                <a:spcPct val="0"/>
              </a:spcBef>
              <a:spcAft>
                <a:spcPct val="0"/>
              </a:spcAft>
            </a:pPr>
            <a:endParaRPr lang="en-US" kern="0" dirty="0">
              <a:solidFill>
                <a:srgbClr val="3D81BF"/>
              </a:solidFill>
            </a:endParaRPr>
          </a:p>
        </p:txBody>
      </p:sp>
      <p:sp>
        <p:nvSpPr>
          <p:cNvPr id="47" name="AutoShape 3">
            <a:extLst>
              <a:ext uri="{FF2B5EF4-FFF2-40B4-BE49-F238E27FC236}">
                <a16:creationId xmlns="" xmlns:a16="http://schemas.microsoft.com/office/drawing/2014/main" id="{3450B81F-1BA9-4F41-945E-CF31FD6A1BE2}"/>
              </a:ext>
            </a:extLst>
          </p:cNvPr>
          <p:cNvSpPr>
            <a:spLocks noChangeArrowheads="1"/>
          </p:cNvSpPr>
          <p:nvPr/>
        </p:nvSpPr>
        <p:spPr bwMode="gray">
          <a:xfrm flipH="1">
            <a:off x="4188613" y="57140"/>
            <a:ext cx="2056086" cy="651510"/>
          </a:xfrm>
          <a:prstGeom prst="chevron">
            <a:avLst>
              <a:gd name="adj" fmla="val 17009"/>
            </a:avLst>
          </a:prstGeom>
          <a:solidFill>
            <a:srgbClr val="2842AE"/>
          </a:solidFill>
          <a:ln w="38100">
            <a:solidFill>
              <a:srgbClr val="EAEAEA"/>
            </a:solidFill>
            <a:miter lim="800000"/>
            <a:headEnd/>
            <a:tailEnd/>
          </a:ln>
          <a:effectLst>
            <a:outerShdw dist="109250" dir="3267739" algn="ctr" rotWithShape="0">
              <a:srgbClr val="333333">
                <a:alpha val="50000"/>
              </a:srgbClr>
            </a:outerShdw>
          </a:effectLst>
        </p:spPr>
        <p:txBody>
          <a:bodyPr wrap="square" anchor="ctr">
            <a:spAutoFit/>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dirty="0">
              <a:ln>
                <a:noFill/>
              </a:ln>
              <a:solidFill>
                <a:srgbClr val="3D81BF"/>
              </a:solidFill>
              <a:effectLst/>
              <a:uLnTx/>
              <a:uFillTx/>
            </a:endParaRPr>
          </a:p>
        </p:txBody>
      </p:sp>
      <p:sp>
        <p:nvSpPr>
          <p:cNvPr id="48" name="AutoShape 3">
            <a:extLst>
              <a:ext uri="{FF2B5EF4-FFF2-40B4-BE49-F238E27FC236}">
                <a16:creationId xmlns="" xmlns:a16="http://schemas.microsoft.com/office/drawing/2014/main" id="{278C3753-7E5F-4A07-84E8-FA915CB0CE87}"/>
              </a:ext>
            </a:extLst>
          </p:cNvPr>
          <p:cNvSpPr>
            <a:spLocks noChangeArrowheads="1"/>
          </p:cNvSpPr>
          <p:nvPr/>
        </p:nvSpPr>
        <p:spPr bwMode="gray">
          <a:xfrm flipH="1">
            <a:off x="2588411" y="57141"/>
            <a:ext cx="1600202" cy="651510"/>
          </a:xfrm>
          <a:prstGeom prst="chevron">
            <a:avLst>
              <a:gd name="adj" fmla="val 17009"/>
            </a:avLst>
          </a:prstGeom>
          <a:gradFill rotWithShape="1">
            <a:gsLst>
              <a:gs pos="0">
                <a:srgbClr val="84B09A">
                  <a:gamma/>
                  <a:shade val="46275"/>
                  <a:invGamma/>
                </a:srgbClr>
              </a:gs>
              <a:gs pos="50000">
                <a:srgbClr val="84B09A"/>
              </a:gs>
              <a:gs pos="100000">
                <a:srgbClr val="84B09A">
                  <a:gamma/>
                  <a:shade val="46275"/>
                  <a:invGamma/>
                </a:srgbClr>
              </a:gs>
            </a:gsLst>
            <a:lin ang="2700000" scaled="1"/>
          </a:gradFill>
          <a:ln w="38100">
            <a:solidFill>
              <a:srgbClr val="EAEAEA"/>
            </a:solidFill>
            <a:miter lim="800000"/>
            <a:headEnd/>
            <a:tailEnd/>
          </a:ln>
          <a:effectLst>
            <a:outerShdw dist="109250" dir="3267739" algn="ctr" rotWithShape="0">
              <a:srgbClr val="333333">
                <a:alpha val="50000"/>
              </a:srgbClr>
            </a:outerShdw>
          </a:effectLst>
        </p:spPr>
        <p:txBody>
          <a:bodyPr wrap="square" anchor="ctr">
            <a:spAutoFit/>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endParaRPr>
          </a:p>
        </p:txBody>
      </p:sp>
      <p:sp>
        <p:nvSpPr>
          <p:cNvPr id="49" name="AutoShape 3">
            <a:extLst>
              <a:ext uri="{FF2B5EF4-FFF2-40B4-BE49-F238E27FC236}">
                <a16:creationId xmlns="" xmlns:a16="http://schemas.microsoft.com/office/drawing/2014/main" id="{B202AEB4-F766-4F6D-9D49-804AECBBBB79}"/>
              </a:ext>
            </a:extLst>
          </p:cNvPr>
          <p:cNvSpPr>
            <a:spLocks noChangeArrowheads="1"/>
          </p:cNvSpPr>
          <p:nvPr/>
        </p:nvSpPr>
        <p:spPr bwMode="gray">
          <a:xfrm flipH="1">
            <a:off x="161661" y="57140"/>
            <a:ext cx="2426749" cy="651510"/>
          </a:xfrm>
          <a:prstGeom prst="chevron">
            <a:avLst>
              <a:gd name="adj" fmla="val 17009"/>
            </a:avLst>
          </a:prstGeom>
          <a:gradFill rotWithShape="1">
            <a:gsLst>
              <a:gs pos="0">
                <a:srgbClr val="84B09A">
                  <a:gamma/>
                  <a:shade val="46275"/>
                  <a:invGamma/>
                </a:srgbClr>
              </a:gs>
              <a:gs pos="50000">
                <a:srgbClr val="84B09A"/>
              </a:gs>
              <a:gs pos="100000">
                <a:srgbClr val="84B09A">
                  <a:gamma/>
                  <a:shade val="46275"/>
                  <a:invGamma/>
                </a:srgbClr>
              </a:gs>
            </a:gsLst>
            <a:lin ang="2700000" scaled="1"/>
          </a:gradFill>
          <a:ln w="38100">
            <a:solidFill>
              <a:srgbClr val="EAEAEA"/>
            </a:solidFill>
            <a:miter lim="800000"/>
            <a:headEnd/>
            <a:tailEnd/>
          </a:ln>
          <a:effectLst>
            <a:outerShdw dist="109250" dir="3267739" algn="ctr" rotWithShape="0">
              <a:srgbClr val="333333">
                <a:alpha val="50000"/>
              </a:srgbClr>
            </a:outerShdw>
          </a:effectLst>
        </p:spPr>
        <p:txBody>
          <a:bodyPr wrap="square" anchor="ctr">
            <a:spAutoFit/>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endParaRPr>
          </a:p>
        </p:txBody>
      </p:sp>
      <p:sp>
        <p:nvSpPr>
          <p:cNvPr id="50" name="Rectangle 49">
            <a:extLst>
              <a:ext uri="{FF2B5EF4-FFF2-40B4-BE49-F238E27FC236}">
                <a16:creationId xmlns="" xmlns:a16="http://schemas.microsoft.com/office/drawing/2014/main" id="{89552ECA-1CA1-40F1-A87E-809897E322A0}"/>
              </a:ext>
            </a:extLst>
          </p:cNvPr>
          <p:cNvSpPr/>
          <p:nvPr/>
        </p:nvSpPr>
        <p:spPr>
          <a:xfrm>
            <a:off x="403231" y="91457"/>
            <a:ext cx="2056085" cy="584775"/>
          </a:xfrm>
          <a:prstGeom prst="rect">
            <a:avLst/>
          </a:prstGeom>
        </p:spPr>
        <p:txBody>
          <a:bodyPr wrap="square">
            <a:spAutoFit/>
          </a:bodyPr>
          <a:lstStyle/>
          <a:p>
            <a:pPr lvl="0" algn="ctr" rtl="1" fontAlgn="base">
              <a:spcBef>
                <a:spcPct val="0"/>
              </a:spcBef>
              <a:spcAft>
                <a:spcPct val="0"/>
              </a:spcAft>
            </a:pPr>
            <a:r>
              <a:rPr lang="fa-IR" sz="1600" b="1" dirty="0" smtClean="0">
                <a:solidFill>
                  <a:srgbClr val="FFFFFF"/>
                </a:solidFill>
                <a:latin typeface="Times New Roman" panose="02020603050405020304" pitchFamily="18" charset="0"/>
                <a:cs typeface="B Nazanin" panose="00000400000000000000" pitchFamily="2" charset="-78"/>
              </a:rPr>
              <a:t> پیاده سازی و ارزیابی همسان ساز پیشنهادی</a:t>
            </a:r>
            <a:endParaRPr lang="fa-IR" sz="1600" b="1" dirty="0">
              <a:solidFill>
                <a:srgbClr val="FFFFFF"/>
              </a:solidFill>
              <a:latin typeface="Times New Roman" panose="02020603050405020304" pitchFamily="18" charset="0"/>
              <a:cs typeface="B Nazanin" panose="00000400000000000000" pitchFamily="2" charset="-78"/>
            </a:endParaRPr>
          </a:p>
        </p:txBody>
      </p:sp>
      <p:sp>
        <p:nvSpPr>
          <p:cNvPr id="51" name="Rectangle 50">
            <a:extLst>
              <a:ext uri="{FF2B5EF4-FFF2-40B4-BE49-F238E27FC236}">
                <a16:creationId xmlns="" xmlns:a16="http://schemas.microsoft.com/office/drawing/2014/main" id="{2A9B9FDD-FEF5-46D3-8995-5604A1B4B80E}"/>
              </a:ext>
            </a:extLst>
          </p:cNvPr>
          <p:cNvSpPr/>
          <p:nvPr/>
        </p:nvSpPr>
        <p:spPr>
          <a:xfrm>
            <a:off x="2636749" y="78259"/>
            <a:ext cx="1600200" cy="584775"/>
          </a:xfrm>
          <a:prstGeom prst="rect">
            <a:avLst/>
          </a:prstGeom>
        </p:spPr>
        <p:txBody>
          <a:bodyPr wrap="square">
            <a:spAutoFit/>
          </a:bodyPr>
          <a:lstStyle/>
          <a:p>
            <a:pPr lvl="0" algn="ctr" rtl="1" fontAlgn="base">
              <a:spcBef>
                <a:spcPct val="0"/>
              </a:spcBef>
              <a:spcAft>
                <a:spcPct val="0"/>
              </a:spcAft>
            </a:pPr>
            <a:r>
              <a:rPr lang="fa-IR" sz="1600" b="1" dirty="0">
                <a:solidFill>
                  <a:srgbClr val="FFFFFF"/>
                </a:solidFill>
                <a:latin typeface="Times New Roman" panose="02020603050405020304" pitchFamily="18" charset="0"/>
                <a:cs typeface="B Nazanin" panose="00000400000000000000" pitchFamily="2" charset="-78"/>
              </a:rPr>
              <a:t>همسان سازی پیشنهادی</a:t>
            </a:r>
          </a:p>
        </p:txBody>
      </p:sp>
      <p:sp>
        <p:nvSpPr>
          <p:cNvPr id="52" name="Rectangle 51">
            <a:extLst>
              <a:ext uri="{FF2B5EF4-FFF2-40B4-BE49-F238E27FC236}">
                <a16:creationId xmlns="" xmlns:a16="http://schemas.microsoft.com/office/drawing/2014/main" id="{4756B784-8B4C-449F-AE9D-2B6BBC518073}"/>
              </a:ext>
            </a:extLst>
          </p:cNvPr>
          <p:cNvSpPr/>
          <p:nvPr/>
        </p:nvSpPr>
        <p:spPr>
          <a:xfrm>
            <a:off x="4495138" y="91457"/>
            <a:ext cx="1443038" cy="584775"/>
          </a:xfrm>
          <a:prstGeom prst="rect">
            <a:avLst/>
          </a:prstGeom>
        </p:spPr>
        <p:txBody>
          <a:bodyPr wrap="square">
            <a:spAutoFit/>
          </a:bodyPr>
          <a:lstStyle/>
          <a:p>
            <a:pPr lvl="0" algn="ctr" rtl="1" fontAlgn="base">
              <a:spcBef>
                <a:spcPct val="0"/>
              </a:spcBef>
              <a:spcAft>
                <a:spcPct val="0"/>
              </a:spcAft>
            </a:pPr>
            <a:r>
              <a:rPr lang="fa-IR" sz="1600" b="1" dirty="0">
                <a:solidFill>
                  <a:srgbClr val="FFFFFF"/>
                </a:solidFill>
                <a:latin typeface="Times New Roman" panose="02020603050405020304" pitchFamily="18" charset="0"/>
                <a:cs typeface="B Nazanin" panose="00000400000000000000" pitchFamily="2" charset="-78"/>
              </a:rPr>
              <a:t>همسان سازی باتری</a:t>
            </a:r>
          </a:p>
        </p:txBody>
      </p:sp>
      <p:sp>
        <p:nvSpPr>
          <p:cNvPr id="53" name="Rectangle 52">
            <a:extLst>
              <a:ext uri="{FF2B5EF4-FFF2-40B4-BE49-F238E27FC236}">
                <a16:creationId xmlns="" xmlns:a16="http://schemas.microsoft.com/office/drawing/2014/main" id="{E9011965-C922-40BF-B928-2A7E03BC5CDA}"/>
              </a:ext>
            </a:extLst>
          </p:cNvPr>
          <p:cNvSpPr/>
          <p:nvPr/>
        </p:nvSpPr>
        <p:spPr>
          <a:xfrm>
            <a:off x="6499957" y="197162"/>
            <a:ext cx="1626786" cy="323165"/>
          </a:xfrm>
          <a:prstGeom prst="rect">
            <a:avLst/>
          </a:prstGeom>
        </p:spPr>
        <p:txBody>
          <a:bodyPr wrap="square">
            <a:spAutoFit/>
          </a:bodyPr>
          <a:lstStyle/>
          <a:p>
            <a:pPr lvl="0" algn="ctr" fontAlgn="base">
              <a:spcBef>
                <a:spcPct val="0"/>
              </a:spcBef>
              <a:spcAft>
                <a:spcPct val="0"/>
              </a:spcAft>
              <a:defRPr/>
            </a:pPr>
            <a:r>
              <a:rPr lang="fa-IR" sz="1500" b="1" kern="0" dirty="0">
                <a:solidFill>
                  <a:srgbClr val="FFFFFF"/>
                </a:solidFill>
                <a:latin typeface="Times New Roman" panose="02020603050405020304" pitchFamily="18" charset="0"/>
                <a:cs typeface="B Nazanin" pitchFamily="2" charset="-78"/>
              </a:rPr>
              <a:t>باتری ها</a:t>
            </a:r>
            <a:endParaRPr lang="en-US" sz="1500" b="1" kern="0" dirty="0">
              <a:solidFill>
                <a:srgbClr val="FFFFFF"/>
              </a:solidFill>
              <a:latin typeface="Times New Roman" panose="02020603050405020304" pitchFamily="18" charset="0"/>
              <a:cs typeface="B Nazanin" pitchFamily="2" charset="-78"/>
            </a:endParaRPr>
          </a:p>
        </p:txBody>
      </p:sp>
    </p:spTree>
    <p:extLst>
      <p:ext uri="{BB962C8B-B14F-4D97-AF65-F5344CB8AC3E}">
        <p14:creationId xmlns:p14="http://schemas.microsoft.com/office/powerpoint/2010/main" val="2122306344"/>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6" name="TextBox 25">
            <a:extLst>
              <a:ext uri="{FF2B5EF4-FFF2-40B4-BE49-F238E27FC236}">
                <a16:creationId xmlns="" xmlns:a16="http://schemas.microsoft.com/office/drawing/2014/main" id="{90C43403-B77E-474E-A638-C5BD6540DB40}"/>
              </a:ext>
            </a:extLst>
          </p:cNvPr>
          <p:cNvSpPr txBox="1"/>
          <p:nvPr/>
        </p:nvSpPr>
        <p:spPr>
          <a:xfrm>
            <a:off x="-635497" y="2998200"/>
            <a:ext cx="65" cy="276999"/>
          </a:xfrm>
          <a:prstGeom prst="rect">
            <a:avLst/>
          </a:prstGeom>
          <a:noFill/>
        </p:spPr>
        <p:txBody>
          <a:bodyPr wrap="none" lIns="0" tIns="0" rIns="0" bIns="0" rtlCol="0">
            <a:spAutoFit/>
          </a:bodyPr>
          <a:lstStyle/>
          <a:p>
            <a:endParaRPr lang="en-US" dirty="0"/>
          </a:p>
        </p:txBody>
      </p:sp>
      <p:pic>
        <p:nvPicPr>
          <p:cNvPr id="5" name="Picture 4"/>
          <p:cNvPicPr>
            <a:picLocks noChangeAspect="1"/>
          </p:cNvPicPr>
          <p:nvPr/>
        </p:nvPicPr>
        <p:blipFill>
          <a:blip r:embed="rId3"/>
          <a:stretch>
            <a:fillRect/>
          </a:stretch>
        </p:blipFill>
        <p:spPr>
          <a:xfrm>
            <a:off x="148662" y="921845"/>
            <a:ext cx="1234508" cy="1234508"/>
          </a:xfrm>
          <a:prstGeom prst="rect">
            <a:avLst/>
          </a:prstGeom>
        </p:spPr>
      </p:pic>
      <p:sp>
        <p:nvSpPr>
          <p:cNvPr id="45" name="AutoShape 2">
            <a:extLst>
              <a:ext uri="{FF2B5EF4-FFF2-40B4-BE49-F238E27FC236}">
                <a16:creationId xmlns="" xmlns:a16="http://schemas.microsoft.com/office/drawing/2014/main" id="{497A908A-E454-4B9F-A07D-96505D4C7818}"/>
              </a:ext>
            </a:extLst>
          </p:cNvPr>
          <p:cNvSpPr>
            <a:spLocks noChangeAspect="1" noChangeArrowheads="1"/>
          </p:cNvSpPr>
          <p:nvPr/>
        </p:nvSpPr>
        <p:spPr bwMode="ltGray">
          <a:xfrm rot="16200000" flipH="1">
            <a:off x="6766228" y="1901826"/>
            <a:ext cx="4824413" cy="4770438"/>
          </a:xfrm>
          <a:custGeom>
            <a:avLst/>
            <a:gdLst>
              <a:gd name="G0" fmla="+- 10478 0 0"/>
              <a:gd name="G1" fmla="+- -11739500 0 0"/>
              <a:gd name="G2" fmla="+- 0 0 -11739500"/>
              <a:gd name="T0" fmla="*/ 0 256 1"/>
              <a:gd name="T1" fmla="*/ 180 256 1"/>
              <a:gd name="G3" fmla="+- -11739500 T0 T1"/>
              <a:gd name="T2" fmla="*/ 0 256 1"/>
              <a:gd name="T3" fmla="*/ 90 256 1"/>
              <a:gd name="G4" fmla="+- -11739500 T2 T3"/>
              <a:gd name="G5" fmla="*/ G4 2 1"/>
              <a:gd name="T4" fmla="*/ 90 256 1"/>
              <a:gd name="T5" fmla="*/ 0 256 1"/>
              <a:gd name="G6" fmla="+- -11739500 T4 T5"/>
              <a:gd name="G7" fmla="*/ G6 2 1"/>
              <a:gd name="G8" fmla="abs -11739500"/>
              <a:gd name="T6" fmla="*/ 0 256 1"/>
              <a:gd name="T7" fmla="*/ 90 256 1"/>
              <a:gd name="G9" fmla="+- G8 T6 T7"/>
              <a:gd name="G10" fmla="?: G9 G7 G5"/>
              <a:gd name="T8" fmla="*/ 0 256 1"/>
              <a:gd name="T9" fmla="*/ 360 256 1"/>
              <a:gd name="G11" fmla="+- G10 T8 T9"/>
              <a:gd name="G12" fmla="?: G10 G11 G10"/>
              <a:gd name="T10" fmla="*/ 0 256 1"/>
              <a:gd name="T11" fmla="*/ 360 256 1"/>
              <a:gd name="G13" fmla="+- G12 T10 T11"/>
              <a:gd name="G14" fmla="?: G12 G13 G12"/>
              <a:gd name="G15" fmla="+- 0 0 G14"/>
              <a:gd name="G16" fmla="+- 10800 0 0"/>
              <a:gd name="G17" fmla="+- 10800 0 10478"/>
              <a:gd name="G18" fmla="*/ 10478 1 2"/>
              <a:gd name="G19" fmla="+- G18 5400 0"/>
              <a:gd name="G20" fmla="cos G19 -11739500"/>
              <a:gd name="G21" fmla="sin G19 -11739500"/>
              <a:gd name="G22" fmla="+- G20 10800 0"/>
              <a:gd name="G23" fmla="+- G21 10800 0"/>
              <a:gd name="G24" fmla="+- 10800 0 G20"/>
              <a:gd name="G25" fmla="+- 10478 10800 0"/>
              <a:gd name="G26" fmla="?: G9 G17 G25"/>
              <a:gd name="G27" fmla="?: G9 0 21600"/>
              <a:gd name="G28" fmla="cos 10800 -11739500"/>
              <a:gd name="G29" fmla="sin 10800 -11739500"/>
              <a:gd name="G30" fmla="sin 10478 -11739500"/>
              <a:gd name="G31" fmla="+- G28 10800 0"/>
              <a:gd name="G32" fmla="+- G29 10800 0"/>
              <a:gd name="G33" fmla="+- G30 10800 0"/>
              <a:gd name="G34" fmla="?: G4 0 G31"/>
              <a:gd name="G35" fmla="?: -11739500 G34 0"/>
              <a:gd name="G36" fmla="?: G6 G35 G31"/>
              <a:gd name="G37" fmla="+- 21600 0 G36"/>
              <a:gd name="G38" fmla="?: G4 0 G33"/>
              <a:gd name="G39" fmla="?: -11739500 G38 G32"/>
              <a:gd name="G40" fmla="?: G6 G39 0"/>
              <a:gd name="G41" fmla="?: G4 G32 21600"/>
              <a:gd name="G42" fmla="?: G6 G41 G33"/>
              <a:gd name="T12" fmla="*/ 10800 w 21600"/>
              <a:gd name="T13" fmla="*/ 0 h 21600"/>
              <a:gd name="T14" fmla="*/ 162 w 21600"/>
              <a:gd name="T15" fmla="*/ 10638 h 21600"/>
              <a:gd name="T16" fmla="*/ 10800 w 21600"/>
              <a:gd name="T17" fmla="*/ 322 h 21600"/>
              <a:gd name="T18" fmla="*/ 21438 w 21600"/>
              <a:gd name="T19" fmla="*/ 10638 h 21600"/>
              <a:gd name="T20" fmla="*/ G36 w 21600"/>
              <a:gd name="T21" fmla="*/ G40 h 21600"/>
              <a:gd name="T22" fmla="*/ G37 w 21600"/>
              <a:gd name="T23" fmla="*/ G42 h 21600"/>
            </a:gdLst>
            <a:ahLst/>
            <a:cxnLst>
              <a:cxn ang="0">
                <a:pos x="T12" y="T13"/>
              </a:cxn>
              <a:cxn ang="0">
                <a:pos x="T14" y="T15"/>
              </a:cxn>
              <a:cxn ang="0">
                <a:pos x="T16" y="T17"/>
              </a:cxn>
              <a:cxn ang="0">
                <a:pos x="T18" y="T19"/>
              </a:cxn>
            </a:cxnLst>
            <a:rect l="T20" t="T21" r="T22" b="T23"/>
            <a:pathLst>
              <a:path w="21600" h="21600">
                <a:moveTo>
                  <a:pt x="323" y="10641"/>
                </a:moveTo>
                <a:cubicBezTo>
                  <a:pt x="410" y="4916"/>
                  <a:pt x="5075" y="321"/>
                  <a:pt x="10800" y="322"/>
                </a:cubicBezTo>
                <a:cubicBezTo>
                  <a:pt x="16524" y="322"/>
                  <a:pt x="21189" y="4916"/>
                  <a:pt x="21276" y="10641"/>
                </a:cubicBezTo>
                <a:lnTo>
                  <a:pt x="21598" y="10636"/>
                </a:lnTo>
                <a:cubicBezTo>
                  <a:pt x="21509" y="4736"/>
                  <a:pt x="16700" y="-1"/>
                  <a:pt x="10799" y="0"/>
                </a:cubicBezTo>
                <a:cubicBezTo>
                  <a:pt x="4899" y="0"/>
                  <a:pt x="90" y="4736"/>
                  <a:pt x="1" y="10636"/>
                </a:cubicBezTo>
                <a:close/>
              </a:path>
            </a:pathLst>
          </a:custGeom>
          <a:gradFill rotWithShape="0">
            <a:gsLst>
              <a:gs pos="0">
                <a:srgbClr val="B0BAD8">
                  <a:gamma/>
                  <a:tint val="45490"/>
                  <a:invGamma/>
                </a:srgbClr>
              </a:gs>
              <a:gs pos="100000">
                <a:srgbClr val="B0BAD8"/>
              </a:gs>
            </a:gsLst>
            <a:lin ang="0" scaled="1"/>
          </a:gradFill>
          <a:ln w="9525" algn="ctr">
            <a:noFill/>
            <a:miter lim="800000"/>
            <a:headEnd/>
            <a:tailEnd/>
          </a:ln>
          <a:effectLst/>
        </p:spPr>
        <p:txBody>
          <a:bodyPr wrap="none" anchor="ct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endParaRPr>
          </a:p>
        </p:txBody>
      </p:sp>
      <p:sp>
        <p:nvSpPr>
          <p:cNvPr id="46" name="AutoShape 3">
            <a:extLst>
              <a:ext uri="{FF2B5EF4-FFF2-40B4-BE49-F238E27FC236}">
                <a16:creationId xmlns="" xmlns:a16="http://schemas.microsoft.com/office/drawing/2014/main" id="{481E592A-A902-40E8-8D57-EEB2C886C06E}"/>
              </a:ext>
            </a:extLst>
          </p:cNvPr>
          <p:cNvSpPr>
            <a:spLocks noChangeAspect="1" noChangeArrowheads="1"/>
          </p:cNvSpPr>
          <p:nvPr/>
        </p:nvSpPr>
        <p:spPr bwMode="ltGray">
          <a:xfrm rot="16200000">
            <a:off x="7127876" y="2337594"/>
            <a:ext cx="4032250" cy="3929063"/>
          </a:xfrm>
          <a:custGeom>
            <a:avLst/>
            <a:gdLst>
              <a:gd name="G0" fmla="+- 56 0 0"/>
              <a:gd name="G1" fmla="+- 11796480 0 0"/>
              <a:gd name="G2" fmla="+- 0 0 11796480"/>
              <a:gd name="T0" fmla="*/ 0 256 1"/>
              <a:gd name="T1" fmla="*/ 180 256 1"/>
              <a:gd name="G3" fmla="+- 11796480 T0 T1"/>
              <a:gd name="T2" fmla="*/ 0 256 1"/>
              <a:gd name="T3" fmla="*/ 90 256 1"/>
              <a:gd name="G4" fmla="+- 11796480 T2 T3"/>
              <a:gd name="G5" fmla="*/ G4 2 1"/>
              <a:gd name="T4" fmla="*/ 90 256 1"/>
              <a:gd name="T5" fmla="*/ 0 256 1"/>
              <a:gd name="G6" fmla="+- 11796480 T4 T5"/>
              <a:gd name="G7" fmla="*/ G6 2 1"/>
              <a:gd name="G8" fmla="abs 11796480"/>
              <a:gd name="T6" fmla="*/ 0 256 1"/>
              <a:gd name="T7" fmla="*/ 90 256 1"/>
              <a:gd name="G9" fmla="+- G8 T6 T7"/>
              <a:gd name="G10" fmla="?: G9 G7 G5"/>
              <a:gd name="T8" fmla="*/ 0 256 1"/>
              <a:gd name="T9" fmla="*/ 360 256 1"/>
              <a:gd name="G11" fmla="+- G10 T8 T9"/>
              <a:gd name="G12" fmla="?: G10 G11 G10"/>
              <a:gd name="T10" fmla="*/ 0 256 1"/>
              <a:gd name="T11" fmla="*/ 360 256 1"/>
              <a:gd name="G13" fmla="+- G12 T10 T11"/>
              <a:gd name="G14" fmla="?: G12 G13 G12"/>
              <a:gd name="G15" fmla="+- 0 0 G14"/>
              <a:gd name="G16" fmla="+- 10800 0 0"/>
              <a:gd name="G17" fmla="+- 10800 0 56"/>
              <a:gd name="G18" fmla="*/ 56 1 2"/>
              <a:gd name="G19" fmla="+- G18 5400 0"/>
              <a:gd name="G20" fmla="cos G19 11796480"/>
              <a:gd name="G21" fmla="sin G19 11796480"/>
              <a:gd name="G22" fmla="+- G20 10800 0"/>
              <a:gd name="G23" fmla="+- G21 10800 0"/>
              <a:gd name="G24" fmla="+- 10800 0 G20"/>
              <a:gd name="G25" fmla="+- 56 10800 0"/>
              <a:gd name="G26" fmla="?: G9 G17 G25"/>
              <a:gd name="G27" fmla="?: G9 0 21600"/>
              <a:gd name="G28" fmla="cos 10800 11796480"/>
              <a:gd name="G29" fmla="sin 10800 11796480"/>
              <a:gd name="G30" fmla="sin 56 11796480"/>
              <a:gd name="G31" fmla="+- G28 10800 0"/>
              <a:gd name="G32" fmla="+- G29 10800 0"/>
              <a:gd name="G33" fmla="+- G30 10800 0"/>
              <a:gd name="G34" fmla="?: G4 0 G31"/>
              <a:gd name="G35" fmla="?: 11796480 G34 0"/>
              <a:gd name="G36" fmla="?: G6 G35 G31"/>
              <a:gd name="G37" fmla="+- 21600 0 G36"/>
              <a:gd name="G38" fmla="?: G4 0 G33"/>
              <a:gd name="G39" fmla="?: 11796480 G38 G32"/>
              <a:gd name="G40" fmla="?: G6 G39 0"/>
              <a:gd name="G41" fmla="?: G4 G32 21600"/>
              <a:gd name="G42" fmla="?: G6 G41 G33"/>
              <a:gd name="T12" fmla="*/ 10800 w 21600"/>
              <a:gd name="T13" fmla="*/ 0 h 21600"/>
              <a:gd name="T14" fmla="*/ 5372 w 21600"/>
              <a:gd name="T15" fmla="*/ 10800 h 21600"/>
              <a:gd name="T16" fmla="*/ 10800 w 21600"/>
              <a:gd name="T17" fmla="*/ 10744 h 21600"/>
              <a:gd name="T18" fmla="*/ 16228 w 21600"/>
              <a:gd name="T19" fmla="*/ 10800 h 21600"/>
              <a:gd name="T20" fmla="*/ G36 w 21600"/>
              <a:gd name="T21" fmla="*/ G40 h 21600"/>
              <a:gd name="T22" fmla="*/ G37 w 21600"/>
              <a:gd name="T23" fmla="*/ G42 h 21600"/>
            </a:gdLst>
            <a:ahLst/>
            <a:cxnLst>
              <a:cxn ang="0">
                <a:pos x="T12" y="T13"/>
              </a:cxn>
              <a:cxn ang="0">
                <a:pos x="T14" y="T15"/>
              </a:cxn>
              <a:cxn ang="0">
                <a:pos x="T16" y="T17"/>
              </a:cxn>
              <a:cxn ang="0">
                <a:pos x="T18" y="T19"/>
              </a:cxn>
            </a:cxnLst>
            <a:rect l="T20" t="T21" r="T22" b="T23"/>
            <a:pathLst>
              <a:path w="21600" h="21600">
                <a:moveTo>
                  <a:pt x="10744" y="10800"/>
                </a:moveTo>
                <a:cubicBezTo>
                  <a:pt x="10744" y="10769"/>
                  <a:pt x="10769" y="10744"/>
                  <a:pt x="10800" y="10744"/>
                </a:cubicBezTo>
                <a:cubicBezTo>
                  <a:pt x="10830" y="10743"/>
                  <a:pt x="10855" y="10769"/>
                  <a:pt x="10856" y="10799"/>
                </a:cubicBezTo>
                <a:lnTo>
                  <a:pt x="21600" y="10800"/>
                </a:lnTo>
                <a:cubicBezTo>
                  <a:pt x="21600" y="4835"/>
                  <a:pt x="16764" y="0"/>
                  <a:pt x="10800" y="0"/>
                </a:cubicBezTo>
                <a:cubicBezTo>
                  <a:pt x="4835" y="0"/>
                  <a:pt x="0" y="4835"/>
                  <a:pt x="0" y="10800"/>
                </a:cubicBezTo>
                <a:close/>
              </a:path>
            </a:pathLst>
          </a:custGeom>
          <a:gradFill rotWithShape="0">
            <a:gsLst>
              <a:gs pos="0">
                <a:srgbClr val="B8CCFE">
                  <a:gamma/>
                  <a:tint val="39216"/>
                  <a:invGamma/>
                </a:srgbClr>
              </a:gs>
              <a:gs pos="100000">
                <a:srgbClr val="B8CCFE"/>
              </a:gs>
            </a:gsLst>
            <a:lin ang="0" scaled="1"/>
          </a:gradFill>
          <a:ln w="0" algn="ctr">
            <a:noFill/>
            <a:miter lim="800000"/>
            <a:headEnd/>
            <a:tailEnd/>
          </a:ln>
          <a:effectLst/>
        </p:spPr>
        <p:txBody>
          <a:bodyPr wrap="none" anchor="ct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endParaRPr>
          </a:p>
        </p:txBody>
      </p:sp>
      <p:sp>
        <p:nvSpPr>
          <p:cNvPr id="48" name="AutoShape 8">
            <a:extLst>
              <a:ext uri="{FF2B5EF4-FFF2-40B4-BE49-F238E27FC236}">
                <a16:creationId xmlns="" xmlns:a16="http://schemas.microsoft.com/office/drawing/2014/main" id="{FF901E6E-4D39-4565-9B46-60C2C5B1D5F6}"/>
              </a:ext>
            </a:extLst>
          </p:cNvPr>
          <p:cNvSpPr>
            <a:spLocks noChangeAspect="1" noChangeArrowheads="1"/>
          </p:cNvSpPr>
          <p:nvPr/>
        </p:nvSpPr>
        <p:spPr bwMode="gray">
          <a:xfrm>
            <a:off x="685800" y="2534512"/>
            <a:ext cx="6459816" cy="508000"/>
          </a:xfrm>
          <a:prstGeom prst="roundRect">
            <a:avLst>
              <a:gd name="adj" fmla="val 50000"/>
            </a:avLst>
          </a:prstGeom>
          <a:gradFill flip="none" rotWithShape="1">
            <a:gsLst>
              <a:gs pos="0">
                <a:srgbClr val="B7E7FF">
                  <a:gamma/>
                  <a:tint val="0"/>
                  <a:invGamma/>
                </a:srgbClr>
              </a:gs>
              <a:gs pos="100000">
                <a:srgbClr val="B7E7FF"/>
              </a:gs>
            </a:gsLst>
            <a:lin ang="10800000" scaled="1"/>
            <a:tileRect/>
          </a:gradFill>
          <a:ln w="28575" algn="ctr">
            <a:solidFill>
              <a:srgbClr val="C4E59F"/>
            </a:solidFill>
            <a:round/>
            <a:headEnd/>
            <a:tailEnd/>
          </a:ln>
          <a:effectLst/>
        </p:spPr>
        <p:txBody>
          <a:bodyPr wrap="none" anchor="ctr"/>
          <a:lstStyle/>
          <a:p>
            <a:pPr algn="r" rtl="1" fontAlgn="base">
              <a:spcBef>
                <a:spcPct val="0"/>
              </a:spcBef>
              <a:spcAft>
                <a:spcPct val="0"/>
              </a:spcAft>
            </a:pPr>
            <a:r>
              <a:rPr lang="fa-IR" dirty="0">
                <a:cs typeface="B Lotus" panose="00000400000000000000" pitchFamily="2" charset="-78"/>
              </a:rPr>
              <a:t>روشی نو برای همسان‌سازی باتری پک با اتصال سری بر مبنای تجزیه و تحلیل خوشه‌بندی</a:t>
            </a:r>
          </a:p>
          <a:p>
            <a:pPr algn="r" rtl="1" fontAlgn="base">
              <a:spcBef>
                <a:spcPct val="0"/>
              </a:spcBef>
              <a:spcAft>
                <a:spcPct val="0"/>
              </a:spcAft>
            </a:pPr>
            <a:r>
              <a:rPr lang="fa-IR" dirty="0">
                <a:cs typeface="B Lotus" panose="00000400000000000000" pitchFamily="2" charset="-78"/>
              </a:rPr>
              <a:t> همراه با الگوریتم ژنتیک</a:t>
            </a:r>
            <a:endParaRPr lang="en-US" dirty="0">
              <a:cs typeface="B Lotus" panose="00000400000000000000" pitchFamily="2" charset="-78"/>
            </a:endParaRPr>
          </a:p>
        </p:txBody>
      </p:sp>
      <p:grpSp>
        <p:nvGrpSpPr>
          <p:cNvPr id="49" name="Group 23">
            <a:extLst>
              <a:ext uri="{FF2B5EF4-FFF2-40B4-BE49-F238E27FC236}">
                <a16:creationId xmlns="" xmlns:a16="http://schemas.microsoft.com/office/drawing/2014/main" id="{978D1582-1549-4D37-9C95-34020E281F7D}"/>
              </a:ext>
            </a:extLst>
          </p:cNvPr>
          <p:cNvGrpSpPr>
            <a:grpSpLocks noChangeAspect="1"/>
          </p:cNvGrpSpPr>
          <p:nvPr/>
        </p:nvGrpSpPr>
        <p:grpSpPr bwMode="auto">
          <a:xfrm>
            <a:off x="7102750" y="2610712"/>
            <a:ext cx="381000" cy="381000"/>
            <a:chOff x="2078" y="1680"/>
            <a:chExt cx="1615" cy="1615"/>
          </a:xfrm>
        </p:grpSpPr>
        <p:sp>
          <p:nvSpPr>
            <p:cNvPr id="50" name="Oval 24">
              <a:extLst>
                <a:ext uri="{FF2B5EF4-FFF2-40B4-BE49-F238E27FC236}">
                  <a16:creationId xmlns="" xmlns:a16="http://schemas.microsoft.com/office/drawing/2014/main" id="{394744AB-69AD-4039-A10B-0D8E0439243B}"/>
                </a:ext>
              </a:extLst>
            </p:cNvPr>
            <p:cNvSpPr>
              <a:spLocks noChangeArrowheads="1"/>
            </p:cNvSpPr>
            <p:nvPr/>
          </p:nvSpPr>
          <p:spPr bwMode="gray">
            <a:xfrm>
              <a:off x="2078" y="1680"/>
              <a:ext cx="1615" cy="1615"/>
            </a:xfrm>
            <a:prstGeom prst="ellipse">
              <a:avLst/>
            </a:prstGeom>
            <a:gradFill rotWithShape="1">
              <a:gsLst>
                <a:gs pos="0">
                  <a:srgbClr val="FFFFFF">
                    <a:gamma/>
                    <a:shade val="46275"/>
                    <a:invGamma/>
                  </a:srgbClr>
                </a:gs>
                <a:gs pos="50000">
                  <a:srgbClr val="FFFFFF"/>
                </a:gs>
                <a:gs pos="100000">
                  <a:srgbClr val="FFFFFF">
                    <a:gamma/>
                    <a:shade val="46275"/>
                    <a:invGamma/>
                  </a:srgbClr>
                </a:gs>
              </a:gsLst>
              <a:lin ang="5400000" scaled="1"/>
            </a:gradFill>
            <a:ln w="57150" algn="ctr">
              <a:noFill/>
              <a:round/>
              <a:headEnd/>
              <a:tailEnd/>
            </a:ln>
            <a:effectLst/>
          </p:spPr>
          <p:txBody>
            <a:bodyPr wrap="none" anchor="ct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latin typeface="Arial" pitchFamily="34" charset="0"/>
              </a:endParaRPr>
            </a:p>
          </p:txBody>
        </p:sp>
        <p:sp>
          <p:nvSpPr>
            <p:cNvPr id="51" name="Oval 25">
              <a:extLst>
                <a:ext uri="{FF2B5EF4-FFF2-40B4-BE49-F238E27FC236}">
                  <a16:creationId xmlns="" xmlns:a16="http://schemas.microsoft.com/office/drawing/2014/main" id="{154704C5-3C92-4C99-8D43-D388A6C5B289}"/>
                </a:ext>
              </a:extLst>
            </p:cNvPr>
            <p:cNvSpPr>
              <a:spLocks noChangeArrowheads="1"/>
            </p:cNvSpPr>
            <p:nvPr/>
          </p:nvSpPr>
          <p:spPr bwMode="gray">
            <a:xfrm>
              <a:off x="2170" y="1771"/>
              <a:ext cx="1430" cy="1430"/>
            </a:xfrm>
            <a:prstGeom prst="ellipse">
              <a:avLst/>
            </a:prstGeom>
            <a:gradFill rotWithShape="1">
              <a:gsLst>
                <a:gs pos="0">
                  <a:srgbClr val="FFFFFF">
                    <a:gamma/>
                    <a:shade val="63529"/>
                    <a:invGamma/>
                  </a:srgbClr>
                </a:gs>
                <a:gs pos="50000">
                  <a:srgbClr val="FFFFFF"/>
                </a:gs>
                <a:gs pos="100000">
                  <a:srgbClr val="FFFFFF">
                    <a:gamma/>
                    <a:shade val="63529"/>
                    <a:invGamma/>
                  </a:srgbClr>
                </a:gs>
              </a:gsLst>
              <a:lin ang="0" scaled="1"/>
            </a:gradFill>
            <a:ln w="9525" algn="ctr">
              <a:noFill/>
              <a:round/>
              <a:headEnd/>
              <a:tailEnd/>
            </a:ln>
            <a:effectLst/>
          </p:spPr>
          <p:txBody>
            <a:bodyPr wrap="none" anchor="ct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latin typeface="Arial" pitchFamily="34" charset="0"/>
              </a:endParaRPr>
            </a:p>
          </p:txBody>
        </p:sp>
        <p:sp>
          <p:nvSpPr>
            <p:cNvPr id="52" name="Oval 26">
              <a:extLst>
                <a:ext uri="{FF2B5EF4-FFF2-40B4-BE49-F238E27FC236}">
                  <a16:creationId xmlns="" xmlns:a16="http://schemas.microsoft.com/office/drawing/2014/main" id="{04F66D2C-385D-4CBC-8E8F-3E3A912DFC98}"/>
                </a:ext>
              </a:extLst>
            </p:cNvPr>
            <p:cNvSpPr>
              <a:spLocks noChangeArrowheads="1"/>
            </p:cNvSpPr>
            <p:nvPr/>
          </p:nvSpPr>
          <p:spPr bwMode="gray">
            <a:xfrm>
              <a:off x="2254" y="1856"/>
              <a:ext cx="1262" cy="1264"/>
            </a:xfrm>
            <a:prstGeom prst="ellipse">
              <a:avLst/>
            </a:prstGeom>
            <a:gradFill rotWithShape="1">
              <a:gsLst>
                <a:gs pos="0">
                  <a:srgbClr val="8AD4CD">
                    <a:gamma/>
                    <a:tint val="0"/>
                    <a:invGamma/>
                  </a:srgbClr>
                </a:gs>
                <a:gs pos="50000">
                  <a:srgbClr val="8AD4CD"/>
                </a:gs>
                <a:gs pos="100000">
                  <a:srgbClr val="8AD4CD">
                    <a:gamma/>
                    <a:tint val="0"/>
                    <a:invGamma/>
                  </a:srgbClr>
                </a:gs>
              </a:gsLst>
              <a:lin ang="2700000" scaled="1"/>
            </a:gradFill>
            <a:ln w="38100" algn="ctr">
              <a:noFill/>
              <a:round/>
              <a:headEnd/>
              <a:tailEnd/>
            </a:ln>
            <a:effectLst/>
          </p:spPr>
          <p:txBody>
            <a:bodyPr wrap="none" anchor="ctr">
              <a:spAutoFit/>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latin typeface="Arial" pitchFamily="34" charset="0"/>
              </a:endParaRPr>
            </a:p>
          </p:txBody>
        </p:sp>
        <p:sp>
          <p:nvSpPr>
            <p:cNvPr id="53" name="Oval 27">
              <a:extLst>
                <a:ext uri="{FF2B5EF4-FFF2-40B4-BE49-F238E27FC236}">
                  <a16:creationId xmlns="" xmlns:a16="http://schemas.microsoft.com/office/drawing/2014/main" id="{EA27390D-90C7-4FEF-9F37-D35FD2EA7723}"/>
                </a:ext>
              </a:extLst>
            </p:cNvPr>
            <p:cNvSpPr>
              <a:spLocks noChangeArrowheads="1"/>
            </p:cNvSpPr>
            <p:nvPr/>
          </p:nvSpPr>
          <p:spPr bwMode="gray">
            <a:xfrm>
              <a:off x="2254" y="1856"/>
              <a:ext cx="1262" cy="1264"/>
            </a:xfrm>
            <a:prstGeom prst="ellipse">
              <a:avLst/>
            </a:prstGeom>
            <a:gradFill rotWithShape="1">
              <a:gsLst>
                <a:gs pos="0">
                  <a:srgbClr val="21B3E1"/>
                </a:gs>
                <a:gs pos="100000">
                  <a:srgbClr val="21B3E1">
                    <a:gamma/>
                    <a:shade val="46275"/>
                    <a:invGamma/>
                  </a:srgbClr>
                </a:gs>
              </a:gsLst>
              <a:lin ang="5400000" scaled="1"/>
            </a:gradFill>
            <a:ln w="38100" algn="ctr">
              <a:noFill/>
              <a:round/>
              <a:headEnd/>
              <a:tailEnd/>
            </a:ln>
            <a:effectLst/>
          </p:spPr>
          <p:txBody>
            <a:bodyPr wrap="none" anchor="ctr">
              <a:spAutoFit/>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latin typeface="Arial" pitchFamily="34" charset="0"/>
              </a:endParaRPr>
            </a:p>
          </p:txBody>
        </p:sp>
        <p:sp>
          <p:nvSpPr>
            <p:cNvPr id="54" name="Oval 28">
              <a:extLst>
                <a:ext uri="{FF2B5EF4-FFF2-40B4-BE49-F238E27FC236}">
                  <a16:creationId xmlns="" xmlns:a16="http://schemas.microsoft.com/office/drawing/2014/main" id="{5C9AFE92-58F0-4BF1-8021-7EEAC92E3206}"/>
                </a:ext>
              </a:extLst>
            </p:cNvPr>
            <p:cNvSpPr>
              <a:spLocks noChangeArrowheads="1"/>
            </p:cNvSpPr>
            <p:nvPr/>
          </p:nvSpPr>
          <p:spPr bwMode="gray">
            <a:xfrm>
              <a:off x="2337" y="1939"/>
              <a:ext cx="1096" cy="1098"/>
            </a:xfrm>
            <a:prstGeom prst="ellipse">
              <a:avLst/>
            </a:prstGeom>
            <a:gradFill rotWithShape="1">
              <a:gsLst>
                <a:gs pos="0">
                  <a:srgbClr val="8AD4CD">
                    <a:gamma/>
                    <a:shade val="54118"/>
                    <a:invGamma/>
                  </a:srgbClr>
                </a:gs>
                <a:gs pos="50000">
                  <a:srgbClr val="8AD4CD"/>
                </a:gs>
                <a:gs pos="100000">
                  <a:srgbClr val="8AD4CD">
                    <a:gamma/>
                    <a:shade val="54118"/>
                    <a:invGamma/>
                  </a:srgbClr>
                </a:gs>
              </a:gsLst>
              <a:lin ang="18900000" scaled="1"/>
            </a:gradFill>
            <a:ln w="38100" algn="ctr">
              <a:noFill/>
              <a:round/>
              <a:headEnd/>
              <a:tailEnd/>
            </a:ln>
            <a:effectLst/>
          </p:spPr>
          <p:txBody>
            <a:bodyPr anchor="ctr">
              <a:spAutoFit/>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latin typeface="Arial" pitchFamily="34" charset="0"/>
              </a:endParaRPr>
            </a:p>
          </p:txBody>
        </p:sp>
        <p:sp>
          <p:nvSpPr>
            <p:cNvPr id="55" name="Oval 29">
              <a:extLst>
                <a:ext uri="{FF2B5EF4-FFF2-40B4-BE49-F238E27FC236}">
                  <a16:creationId xmlns="" xmlns:a16="http://schemas.microsoft.com/office/drawing/2014/main" id="{1B81B5B2-AD7F-472D-BBE8-64F0040E5D5F}"/>
                </a:ext>
              </a:extLst>
            </p:cNvPr>
            <p:cNvSpPr>
              <a:spLocks noChangeArrowheads="1"/>
            </p:cNvSpPr>
            <p:nvPr/>
          </p:nvSpPr>
          <p:spPr bwMode="gray">
            <a:xfrm>
              <a:off x="2337" y="1939"/>
              <a:ext cx="1096" cy="1098"/>
            </a:xfrm>
            <a:prstGeom prst="ellipse">
              <a:avLst/>
            </a:prstGeom>
            <a:gradFill rotWithShape="1">
              <a:gsLst>
                <a:gs pos="0">
                  <a:srgbClr val="21B3E1"/>
                </a:gs>
                <a:gs pos="100000">
                  <a:srgbClr val="21B3E1">
                    <a:gamma/>
                    <a:shade val="48627"/>
                    <a:invGamma/>
                  </a:srgbClr>
                </a:gs>
              </a:gsLst>
              <a:lin ang="2700000" scaled="1"/>
            </a:gradFill>
            <a:ln w="38100" algn="ctr">
              <a:noFill/>
              <a:round/>
              <a:headEnd/>
              <a:tailEnd/>
            </a:ln>
            <a:effectLst/>
          </p:spPr>
          <p:txBody>
            <a:bodyPr anchor="ctr">
              <a:spAutoFit/>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latin typeface="Arial" pitchFamily="34" charset="0"/>
              </a:endParaRPr>
            </a:p>
          </p:txBody>
        </p:sp>
      </p:grpSp>
      <p:sp>
        <p:nvSpPr>
          <p:cNvPr id="56" name="TextBox 55">
            <a:extLst>
              <a:ext uri="{FF2B5EF4-FFF2-40B4-BE49-F238E27FC236}">
                <a16:creationId xmlns="" xmlns:a16="http://schemas.microsoft.com/office/drawing/2014/main" id="{90C43403-B77E-474E-A638-C5BD6540DB40}"/>
              </a:ext>
            </a:extLst>
          </p:cNvPr>
          <p:cNvSpPr txBox="1"/>
          <p:nvPr/>
        </p:nvSpPr>
        <p:spPr>
          <a:xfrm>
            <a:off x="2992949" y="3228549"/>
            <a:ext cx="65" cy="276999"/>
          </a:xfrm>
          <a:prstGeom prst="rect">
            <a:avLst/>
          </a:prstGeom>
          <a:noFill/>
        </p:spPr>
        <p:txBody>
          <a:bodyPr wrap="none" lIns="0" tIns="0" rIns="0" bIns="0" rtlCol="0">
            <a:spAutoFit/>
          </a:bodyPr>
          <a:lstStyle/>
          <a:p>
            <a:endParaRPr lang="en-US" dirty="0"/>
          </a:p>
        </p:txBody>
      </p:sp>
      <p:sp>
        <p:nvSpPr>
          <p:cNvPr id="57" name="AutoShape 8">
            <a:extLst>
              <a:ext uri="{FF2B5EF4-FFF2-40B4-BE49-F238E27FC236}">
                <a16:creationId xmlns="" xmlns:a16="http://schemas.microsoft.com/office/drawing/2014/main" id="{B5862EDC-452E-4DF3-BF8D-680DE0577504}"/>
              </a:ext>
            </a:extLst>
          </p:cNvPr>
          <p:cNvSpPr>
            <a:spLocks noChangeAspect="1" noChangeArrowheads="1"/>
          </p:cNvSpPr>
          <p:nvPr/>
        </p:nvSpPr>
        <p:spPr bwMode="gray">
          <a:xfrm>
            <a:off x="148662" y="3953150"/>
            <a:ext cx="6575687" cy="595352"/>
          </a:xfrm>
          <a:prstGeom prst="roundRect">
            <a:avLst>
              <a:gd name="adj" fmla="val 50000"/>
            </a:avLst>
          </a:prstGeom>
          <a:gradFill flip="none" rotWithShape="1">
            <a:gsLst>
              <a:gs pos="0">
                <a:srgbClr val="B7E7FF">
                  <a:gamma/>
                  <a:tint val="0"/>
                  <a:invGamma/>
                </a:srgbClr>
              </a:gs>
              <a:gs pos="100000">
                <a:srgbClr val="B7E7FF"/>
              </a:gs>
            </a:gsLst>
            <a:lin ang="10800000" scaled="1"/>
            <a:tileRect/>
          </a:gradFill>
          <a:ln w="28575" algn="ctr">
            <a:solidFill>
              <a:srgbClr val="C4E59F"/>
            </a:solidFill>
            <a:round/>
            <a:headEnd/>
            <a:tailEnd/>
          </a:ln>
          <a:effectLst/>
        </p:spPr>
        <p:txBody>
          <a:bodyPr wrap="none" anchor="ctr"/>
          <a:lstStyle/>
          <a:p>
            <a:pPr algn="r" rtl="1" fontAlgn="base">
              <a:spcBef>
                <a:spcPct val="0"/>
              </a:spcBef>
              <a:spcAft>
                <a:spcPct val="0"/>
              </a:spcAft>
            </a:pPr>
            <a:r>
              <a:rPr lang="fa-IR" dirty="0">
                <a:cs typeface="B Lotus" panose="00000400000000000000" pitchFamily="2" charset="-78"/>
              </a:rPr>
              <a:t>پژوهشی بر روی همسان ساز باتری پک </a:t>
            </a:r>
            <a:r>
              <a:rPr lang="fa-IR" dirty="0" err="1">
                <a:cs typeface="B Lotus" panose="00000400000000000000" pitchFamily="2" charset="-78"/>
              </a:rPr>
              <a:t>لیتیوم</a:t>
            </a:r>
            <a:r>
              <a:rPr lang="fa-IR" dirty="0">
                <a:cs typeface="B Lotus" panose="00000400000000000000" pitchFamily="2" charset="-78"/>
              </a:rPr>
              <a:t> </a:t>
            </a:r>
            <a:r>
              <a:rPr lang="fa-IR" dirty="0" err="1">
                <a:cs typeface="B Lotus" panose="00000400000000000000" pitchFamily="2" charset="-78"/>
              </a:rPr>
              <a:t>یونی</a:t>
            </a:r>
            <a:r>
              <a:rPr lang="fa-IR" dirty="0">
                <a:cs typeface="B Lotus" panose="00000400000000000000" pitchFamily="2" charset="-78"/>
              </a:rPr>
              <a:t> با دو مرحله ای بر مبنای</a:t>
            </a:r>
            <a:r>
              <a:rPr lang="en-US" dirty="0">
                <a:cs typeface="B Lotus" panose="00000400000000000000" pitchFamily="2" charset="-78"/>
              </a:rPr>
              <a:t/>
            </a:r>
            <a:br>
              <a:rPr lang="en-US" dirty="0">
                <a:cs typeface="B Lotus" panose="00000400000000000000" pitchFamily="2" charset="-78"/>
              </a:rPr>
            </a:br>
            <a:r>
              <a:rPr lang="fa-IR" dirty="0">
                <a:cs typeface="B Lotus" panose="00000400000000000000" pitchFamily="2" charset="-78"/>
              </a:rPr>
              <a:t> کنترل منطق </a:t>
            </a:r>
            <a:r>
              <a:rPr lang="fa-IR" dirty="0" err="1">
                <a:cs typeface="B Lotus" panose="00000400000000000000" pitchFamily="2" charset="-78"/>
              </a:rPr>
              <a:t>فازی</a:t>
            </a:r>
            <a:endParaRPr lang="en-US" dirty="0">
              <a:latin typeface="Times New Roman" panose="02020603050405020304" pitchFamily="18" charset="0"/>
              <a:cs typeface="Times New Roman" panose="02020603050405020304" pitchFamily="18" charset="0"/>
            </a:endParaRPr>
          </a:p>
        </p:txBody>
      </p:sp>
      <p:sp>
        <p:nvSpPr>
          <p:cNvPr id="58" name="AutoShape 8">
            <a:extLst>
              <a:ext uri="{FF2B5EF4-FFF2-40B4-BE49-F238E27FC236}">
                <a16:creationId xmlns="" xmlns:a16="http://schemas.microsoft.com/office/drawing/2014/main" id="{3B3A499C-E5A4-4F32-9CCC-AD714CA7AEF7}"/>
              </a:ext>
            </a:extLst>
          </p:cNvPr>
          <p:cNvSpPr>
            <a:spLocks noChangeAspect="1" noChangeArrowheads="1"/>
          </p:cNvSpPr>
          <p:nvPr/>
        </p:nvSpPr>
        <p:spPr bwMode="gray">
          <a:xfrm>
            <a:off x="777499" y="5459140"/>
            <a:ext cx="6383614" cy="654499"/>
          </a:xfrm>
          <a:prstGeom prst="roundRect">
            <a:avLst>
              <a:gd name="adj" fmla="val 50000"/>
            </a:avLst>
          </a:prstGeom>
          <a:gradFill flip="none" rotWithShape="1">
            <a:gsLst>
              <a:gs pos="0">
                <a:srgbClr val="B7E7FF">
                  <a:gamma/>
                  <a:tint val="0"/>
                  <a:invGamma/>
                </a:srgbClr>
              </a:gs>
              <a:gs pos="100000">
                <a:srgbClr val="B7E7FF"/>
              </a:gs>
            </a:gsLst>
            <a:lin ang="10800000" scaled="1"/>
            <a:tileRect/>
          </a:gradFill>
          <a:ln w="28575" algn="ctr">
            <a:solidFill>
              <a:srgbClr val="C4E59F"/>
            </a:solidFill>
            <a:round/>
            <a:headEnd/>
            <a:tailEnd/>
          </a:ln>
          <a:effectLst/>
        </p:spPr>
        <p:txBody>
          <a:bodyPr wrap="none" anchor="ctr"/>
          <a:lstStyle/>
          <a:p>
            <a:pPr algn="r" rtl="1" fontAlgn="base">
              <a:spcBef>
                <a:spcPct val="0"/>
              </a:spcBef>
              <a:spcAft>
                <a:spcPct val="0"/>
              </a:spcAft>
            </a:pPr>
            <a:r>
              <a:rPr lang="fa-IR" dirty="0">
                <a:cs typeface="B Lotus" panose="00000400000000000000" pitchFamily="2" charset="-78"/>
              </a:rPr>
              <a:t>روشی بهینه و سریع برای </a:t>
            </a:r>
            <a:r>
              <a:rPr lang="fa-IR" dirty="0" err="1">
                <a:cs typeface="B Lotus" panose="00000400000000000000" pitchFamily="2" charset="-78"/>
              </a:rPr>
              <a:t>همسان‌سازی</a:t>
            </a:r>
            <a:r>
              <a:rPr lang="fa-IR" dirty="0">
                <a:cs typeface="B Lotus" panose="00000400000000000000" pitchFamily="2" charset="-78"/>
              </a:rPr>
              <a:t> فعال پک باتری مستهلک با استفاده از مبدل ولتاژ</a:t>
            </a:r>
            <a:r>
              <a:rPr lang="en-US" dirty="0">
                <a:cs typeface="B Lotus" panose="00000400000000000000" pitchFamily="2" charset="-78"/>
              </a:rPr>
              <a:t/>
            </a:r>
            <a:br>
              <a:rPr lang="en-US" dirty="0">
                <a:cs typeface="B Lotus" panose="00000400000000000000" pitchFamily="2" charset="-78"/>
              </a:rPr>
            </a:br>
            <a:r>
              <a:rPr lang="fa-IR" dirty="0">
                <a:cs typeface="B Lotus" panose="00000400000000000000" pitchFamily="2" charset="-78"/>
              </a:rPr>
              <a:t> دوطرفه با دامنه ولتاژ کاری وسیع و </a:t>
            </a:r>
            <a:r>
              <a:rPr lang="fa-IR" dirty="0" err="1">
                <a:cs typeface="B Lotus" panose="00000400000000000000" pitchFamily="2" charset="-78"/>
              </a:rPr>
              <a:t>الگوریتم</a:t>
            </a:r>
            <a:r>
              <a:rPr lang="fa-IR" dirty="0">
                <a:cs typeface="B Lotus" panose="00000400000000000000" pitchFamily="2" charset="-78"/>
              </a:rPr>
              <a:t> </a:t>
            </a:r>
            <a:r>
              <a:rPr lang="fa-IR" dirty="0" err="1">
                <a:cs typeface="B Lotus" panose="00000400000000000000" pitchFamily="2" charset="-78"/>
              </a:rPr>
              <a:t>خوشه‌بندی</a:t>
            </a:r>
            <a:r>
              <a:rPr lang="fa-IR" dirty="0">
                <a:cs typeface="B Lotus" panose="00000400000000000000" pitchFamily="2" charset="-78"/>
              </a:rPr>
              <a:t> </a:t>
            </a:r>
            <a:r>
              <a:rPr lang="en-US" i="1" dirty="0">
                <a:latin typeface="Times New Roman" panose="02020603050405020304" pitchFamily="18" charset="0"/>
                <a:cs typeface="Times New Roman" panose="02020603050405020304" pitchFamily="18" charset="0"/>
              </a:rPr>
              <a:t>DBSCAN</a:t>
            </a:r>
            <a:endParaRPr lang="en-US" dirty="0">
              <a:latin typeface="Times New Roman" panose="02020603050405020304" pitchFamily="18" charset="0"/>
              <a:cs typeface="Times New Roman" panose="02020603050405020304" pitchFamily="18" charset="0"/>
            </a:endParaRPr>
          </a:p>
        </p:txBody>
      </p:sp>
      <p:grpSp>
        <p:nvGrpSpPr>
          <p:cNvPr id="59" name="Group 23">
            <a:extLst>
              <a:ext uri="{FF2B5EF4-FFF2-40B4-BE49-F238E27FC236}">
                <a16:creationId xmlns="" xmlns:a16="http://schemas.microsoft.com/office/drawing/2014/main" id="{480CFC9E-AE3C-48F6-BC4D-4934E415B67E}"/>
              </a:ext>
            </a:extLst>
          </p:cNvPr>
          <p:cNvGrpSpPr>
            <a:grpSpLocks noChangeAspect="1"/>
          </p:cNvGrpSpPr>
          <p:nvPr/>
        </p:nvGrpSpPr>
        <p:grpSpPr bwMode="auto">
          <a:xfrm>
            <a:off x="6629139" y="4057157"/>
            <a:ext cx="381000" cy="381000"/>
            <a:chOff x="2078" y="1680"/>
            <a:chExt cx="1615" cy="1615"/>
          </a:xfrm>
        </p:grpSpPr>
        <p:sp>
          <p:nvSpPr>
            <p:cNvPr id="60" name="Oval 24">
              <a:extLst>
                <a:ext uri="{FF2B5EF4-FFF2-40B4-BE49-F238E27FC236}">
                  <a16:creationId xmlns="" xmlns:a16="http://schemas.microsoft.com/office/drawing/2014/main" id="{CACFC30A-9877-4806-9B4C-587ACE150345}"/>
                </a:ext>
              </a:extLst>
            </p:cNvPr>
            <p:cNvSpPr>
              <a:spLocks noChangeArrowheads="1"/>
            </p:cNvSpPr>
            <p:nvPr/>
          </p:nvSpPr>
          <p:spPr bwMode="gray">
            <a:xfrm>
              <a:off x="2078" y="1680"/>
              <a:ext cx="1615" cy="1615"/>
            </a:xfrm>
            <a:prstGeom prst="ellipse">
              <a:avLst/>
            </a:prstGeom>
            <a:gradFill rotWithShape="1">
              <a:gsLst>
                <a:gs pos="0">
                  <a:srgbClr val="FFFFFF">
                    <a:gamma/>
                    <a:shade val="46275"/>
                    <a:invGamma/>
                  </a:srgbClr>
                </a:gs>
                <a:gs pos="50000">
                  <a:srgbClr val="FFFFFF"/>
                </a:gs>
                <a:gs pos="100000">
                  <a:srgbClr val="FFFFFF">
                    <a:gamma/>
                    <a:shade val="46275"/>
                    <a:invGamma/>
                  </a:srgbClr>
                </a:gs>
              </a:gsLst>
              <a:lin ang="5400000" scaled="1"/>
            </a:gradFill>
            <a:ln w="57150" algn="ctr">
              <a:noFill/>
              <a:round/>
              <a:headEnd/>
              <a:tailEnd/>
            </a:ln>
            <a:effectLst/>
          </p:spPr>
          <p:txBody>
            <a:bodyPr wrap="none" anchor="ct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latin typeface="Arial" pitchFamily="34" charset="0"/>
              </a:endParaRPr>
            </a:p>
          </p:txBody>
        </p:sp>
        <p:sp>
          <p:nvSpPr>
            <p:cNvPr id="61" name="Oval 25">
              <a:extLst>
                <a:ext uri="{FF2B5EF4-FFF2-40B4-BE49-F238E27FC236}">
                  <a16:creationId xmlns="" xmlns:a16="http://schemas.microsoft.com/office/drawing/2014/main" id="{640C1602-143A-456B-BA22-7664A3DEFFCF}"/>
                </a:ext>
              </a:extLst>
            </p:cNvPr>
            <p:cNvSpPr>
              <a:spLocks noChangeArrowheads="1"/>
            </p:cNvSpPr>
            <p:nvPr/>
          </p:nvSpPr>
          <p:spPr bwMode="gray">
            <a:xfrm>
              <a:off x="2170" y="1771"/>
              <a:ext cx="1430" cy="1430"/>
            </a:xfrm>
            <a:prstGeom prst="ellipse">
              <a:avLst/>
            </a:prstGeom>
            <a:gradFill rotWithShape="1">
              <a:gsLst>
                <a:gs pos="0">
                  <a:srgbClr val="FFFFFF">
                    <a:gamma/>
                    <a:shade val="63529"/>
                    <a:invGamma/>
                  </a:srgbClr>
                </a:gs>
                <a:gs pos="50000">
                  <a:srgbClr val="FFFFFF"/>
                </a:gs>
                <a:gs pos="100000">
                  <a:srgbClr val="FFFFFF">
                    <a:gamma/>
                    <a:shade val="63529"/>
                    <a:invGamma/>
                  </a:srgbClr>
                </a:gs>
              </a:gsLst>
              <a:lin ang="0" scaled="1"/>
            </a:gradFill>
            <a:ln w="9525" algn="ctr">
              <a:noFill/>
              <a:round/>
              <a:headEnd/>
              <a:tailEnd/>
            </a:ln>
            <a:effectLst/>
          </p:spPr>
          <p:txBody>
            <a:bodyPr wrap="none" anchor="ct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latin typeface="Arial" pitchFamily="34" charset="0"/>
              </a:endParaRPr>
            </a:p>
          </p:txBody>
        </p:sp>
        <p:sp>
          <p:nvSpPr>
            <p:cNvPr id="62" name="Oval 26">
              <a:extLst>
                <a:ext uri="{FF2B5EF4-FFF2-40B4-BE49-F238E27FC236}">
                  <a16:creationId xmlns="" xmlns:a16="http://schemas.microsoft.com/office/drawing/2014/main" id="{53792F8F-0D9C-4345-A703-F034640FA7A7}"/>
                </a:ext>
              </a:extLst>
            </p:cNvPr>
            <p:cNvSpPr>
              <a:spLocks noChangeArrowheads="1"/>
            </p:cNvSpPr>
            <p:nvPr/>
          </p:nvSpPr>
          <p:spPr bwMode="gray">
            <a:xfrm>
              <a:off x="2254" y="1856"/>
              <a:ext cx="1262" cy="1264"/>
            </a:xfrm>
            <a:prstGeom prst="ellipse">
              <a:avLst/>
            </a:prstGeom>
            <a:gradFill rotWithShape="1">
              <a:gsLst>
                <a:gs pos="0">
                  <a:srgbClr val="8AD4CD">
                    <a:gamma/>
                    <a:tint val="0"/>
                    <a:invGamma/>
                  </a:srgbClr>
                </a:gs>
                <a:gs pos="50000">
                  <a:srgbClr val="8AD4CD"/>
                </a:gs>
                <a:gs pos="100000">
                  <a:srgbClr val="8AD4CD">
                    <a:gamma/>
                    <a:tint val="0"/>
                    <a:invGamma/>
                  </a:srgbClr>
                </a:gs>
              </a:gsLst>
              <a:lin ang="2700000" scaled="1"/>
            </a:gradFill>
            <a:ln w="38100" algn="ctr">
              <a:noFill/>
              <a:round/>
              <a:headEnd/>
              <a:tailEnd/>
            </a:ln>
            <a:effectLst/>
          </p:spPr>
          <p:txBody>
            <a:bodyPr wrap="none" anchor="ctr">
              <a:spAutoFit/>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latin typeface="Arial" pitchFamily="34" charset="0"/>
              </a:endParaRPr>
            </a:p>
          </p:txBody>
        </p:sp>
        <p:sp>
          <p:nvSpPr>
            <p:cNvPr id="63" name="Oval 27">
              <a:extLst>
                <a:ext uri="{FF2B5EF4-FFF2-40B4-BE49-F238E27FC236}">
                  <a16:creationId xmlns="" xmlns:a16="http://schemas.microsoft.com/office/drawing/2014/main" id="{B29790E8-4F4B-4579-8A6B-FE3F9B0CAEF2}"/>
                </a:ext>
              </a:extLst>
            </p:cNvPr>
            <p:cNvSpPr>
              <a:spLocks noChangeArrowheads="1"/>
            </p:cNvSpPr>
            <p:nvPr/>
          </p:nvSpPr>
          <p:spPr bwMode="gray">
            <a:xfrm>
              <a:off x="2254" y="1856"/>
              <a:ext cx="1262" cy="1264"/>
            </a:xfrm>
            <a:prstGeom prst="ellipse">
              <a:avLst/>
            </a:prstGeom>
            <a:gradFill rotWithShape="1">
              <a:gsLst>
                <a:gs pos="0">
                  <a:srgbClr val="21B3E1"/>
                </a:gs>
                <a:gs pos="100000">
                  <a:srgbClr val="21B3E1">
                    <a:gamma/>
                    <a:shade val="46275"/>
                    <a:invGamma/>
                  </a:srgbClr>
                </a:gs>
              </a:gsLst>
              <a:lin ang="5400000" scaled="1"/>
            </a:gradFill>
            <a:ln w="38100" algn="ctr">
              <a:noFill/>
              <a:round/>
              <a:headEnd/>
              <a:tailEnd/>
            </a:ln>
            <a:effectLst/>
          </p:spPr>
          <p:txBody>
            <a:bodyPr wrap="none" anchor="ctr">
              <a:spAutoFit/>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latin typeface="Arial" pitchFamily="34" charset="0"/>
              </a:endParaRPr>
            </a:p>
          </p:txBody>
        </p:sp>
        <p:sp>
          <p:nvSpPr>
            <p:cNvPr id="64" name="Oval 28">
              <a:extLst>
                <a:ext uri="{FF2B5EF4-FFF2-40B4-BE49-F238E27FC236}">
                  <a16:creationId xmlns="" xmlns:a16="http://schemas.microsoft.com/office/drawing/2014/main" id="{358C33BB-071D-4F24-839E-CC9C393EF0D8}"/>
                </a:ext>
              </a:extLst>
            </p:cNvPr>
            <p:cNvSpPr>
              <a:spLocks noChangeArrowheads="1"/>
            </p:cNvSpPr>
            <p:nvPr/>
          </p:nvSpPr>
          <p:spPr bwMode="gray">
            <a:xfrm>
              <a:off x="2337" y="1939"/>
              <a:ext cx="1096" cy="1098"/>
            </a:xfrm>
            <a:prstGeom prst="ellipse">
              <a:avLst/>
            </a:prstGeom>
            <a:gradFill rotWithShape="1">
              <a:gsLst>
                <a:gs pos="0">
                  <a:srgbClr val="8AD4CD">
                    <a:gamma/>
                    <a:shade val="54118"/>
                    <a:invGamma/>
                  </a:srgbClr>
                </a:gs>
                <a:gs pos="50000">
                  <a:srgbClr val="8AD4CD"/>
                </a:gs>
                <a:gs pos="100000">
                  <a:srgbClr val="8AD4CD">
                    <a:gamma/>
                    <a:shade val="54118"/>
                    <a:invGamma/>
                  </a:srgbClr>
                </a:gs>
              </a:gsLst>
              <a:lin ang="18900000" scaled="1"/>
            </a:gradFill>
            <a:ln w="38100" algn="ctr">
              <a:noFill/>
              <a:round/>
              <a:headEnd/>
              <a:tailEnd/>
            </a:ln>
            <a:effectLst/>
          </p:spPr>
          <p:txBody>
            <a:bodyPr anchor="ctr">
              <a:spAutoFit/>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latin typeface="Arial" pitchFamily="34" charset="0"/>
              </a:endParaRPr>
            </a:p>
          </p:txBody>
        </p:sp>
        <p:sp>
          <p:nvSpPr>
            <p:cNvPr id="65" name="Oval 29">
              <a:extLst>
                <a:ext uri="{FF2B5EF4-FFF2-40B4-BE49-F238E27FC236}">
                  <a16:creationId xmlns="" xmlns:a16="http://schemas.microsoft.com/office/drawing/2014/main" id="{4E06C84A-1EFC-44EA-B29A-11ED722DE85A}"/>
                </a:ext>
              </a:extLst>
            </p:cNvPr>
            <p:cNvSpPr>
              <a:spLocks noChangeArrowheads="1"/>
            </p:cNvSpPr>
            <p:nvPr/>
          </p:nvSpPr>
          <p:spPr bwMode="gray">
            <a:xfrm>
              <a:off x="2337" y="1939"/>
              <a:ext cx="1096" cy="1098"/>
            </a:xfrm>
            <a:prstGeom prst="ellipse">
              <a:avLst/>
            </a:prstGeom>
            <a:gradFill rotWithShape="1">
              <a:gsLst>
                <a:gs pos="0">
                  <a:srgbClr val="21B3E1"/>
                </a:gs>
                <a:gs pos="100000">
                  <a:srgbClr val="21B3E1">
                    <a:gamma/>
                    <a:shade val="48627"/>
                    <a:invGamma/>
                  </a:srgbClr>
                </a:gs>
              </a:gsLst>
              <a:lin ang="2700000" scaled="1"/>
            </a:gradFill>
            <a:ln w="38100" algn="ctr">
              <a:noFill/>
              <a:round/>
              <a:headEnd/>
              <a:tailEnd/>
            </a:ln>
            <a:effectLst/>
          </p:spPr>
          <p:txBody>
            <a:bodyPr anchor="ctr">
              <a:spAutoFit/>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latin typeface="Arial" pitchFamily="34" charset="0"/>
              </a:endParaRPr>
            </a:p>
          </p:txBody>
        </p:sp>
      </p:grpSp>
      <p:grpSp>
        <p:nvGrpSpPr>
          <p:cNvPr id="66" name="Group 23">
            <a:extLst>
              <a:ext uri="{FF2B5EF4-FFF2-40B4-BE49-F238E27FC236}">
                <a16:creationId xmlns="" xmlns:a16="http://schemas.microsoft.com/office/drawing/2014/main" id="{DBD88F74-281E-49A6-BC26-B30CBBAE64C9}"/>
              </a:ext>
            </a:extLst>
          </p:cNvPr>
          <p:cNvGrpSpPr>
            <a:grpSpLocks noChangeAspect="1"/>
          </p:cNvGrpSpPr>
          <p:nvPr/>
        </p:nvGrpSpPr>
        <p:grpSpPr bwMode="auto">
          <a:xfrm>
            <a:off x="7066156" y="5621597"/>
            <a:ext cx="381000" cy="381000"/>
            <a:chOff x="2078" y="1680"/>
            <a:chExt cx="1615" cy="1615"/>
          </a:xfrm>
        </p:grpSpPr>
        <p:sp>
          <p:nvSpPr>
            <p:cNvPr id="67" name="Oval 24">
              <a:extLst>
                <a:ext uri="{FF2B5EF4-FFF2-40B4-BE49-F238E27FC236}">
                  <a16:creationId xmlns="" xmlns:a16="http://schemas.microsoft.com/office/drawing/2014/main" id="{8B6A68AB-47EE-4BEB-9563-FC726BE4E43A}"/>
                </a:ext>
              </a:extLst>
            </p:cNvPr>
            <p:cNvSpPr>
              <a:spLocks noChangeArrowheads="1"/>
            </p:cNvSpPr>
            <p:nvPr/>
          </p:nvSpPr>
          <p:spPr bwMode="gray">
            <a:xfrm>
              <a:off x="2078" y="1680"/>
              <a:ext cx="1615" cy="1615"/>
            </a:xfrm>
            <a:prstGeom prst="ellipse">
              <a:avLst/>
            </a:prstGeom>
            <a:gradFill rotWithShape="1">
              <a:gsLst>
                <a:gs pos="0">
                  <a:srgbClr val="FFFFFF">
                    <a:gamma/>
                    <a:shade val="46275"/>
                    <a:invGamma/>
                  </a:srgbClr>
                </a:gs>
                <a:gs pos="50000">
                  <a:srgbClr val="FFFFFF"/>
                </a:gs>
                <a:gs pos="100000">
                  <a:srgbClr val="FFFFFF">
                    <a:gamma/>
                    <a:shade val="46275"/>
                    <a:invGamma/>
                  </a:srgbClr>
                </a:gs>
              </a:gsLst>
              <a:lin ang="5400000" scaled="1"/>
            </a:gradFill>
            <a:ln w="57150" algn="ctr">
              <a:noFill/>
              <a:round/>
              <a:headEnd/>
              <a:tailEnd/>
            </a:ln>
            <a:effectLst/>
          </p:spPr>
          <p:txBody>
            <a:bodyPr wrap="none" anchor="ct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latin typeface="Arial" pitchFamily="34" charset="0"/>
              </a:endParaRPr>
            </a:p>
          </p:txBody>
        </p:sp>
        <p:sp>
          <p:nvSpPr>
            <p:cNvPr id="68" name="Oval 25">
              <a:extLst>
                <a:ext uri="{FF2B5EF4-FFF2-40B4-BE49-F238E27FC236}">
                  <a16:creationId xmlns="" xmlns:a16="http://schemas.microsoft.com/office/drawing/2014/main" id="{004826CD-E5CF-47B8-BD5C-D81E5D353CD7}"/>
                </a:ext>
              </a:extLst>
            </p:cNvPr>
            <p:cNvSpPr>
              <a:spLocks noChangeArrowheads="1"/>
            </p:cNvSpPr>
            <p:nvPr/>
          </p:nvSpPr>
          <p:spPr bwMode="gray">
            <a:xfrm>
              <a:off x="2170" y="1771"/>
              <a:ext cx="1430" cy="1430"/>
            </a:xfrm>
            <a:prstGeom prst="ellipse">
              <a:avLst/>
            </a:prstGeom>
            <a:gradFill rotWithShape="1">
              <a:gsLst>
                <a:gs pos="0">
                  <a:srgbClr val="FFFFFF">
                    <a:gamma/>
                    <a:shade val="63529"/>
                    <a:invGamma/>
                  </a:srgbClr>
                </a:gs>
                <a:gs pos="50000">
                  <a:srgbClr val="FFFFFF"/>
                </a:gs>
                <a:gs pos="100000">
                  <a:srgbClr val="FFFFFF">
                    <a:gamma/>
                    <a:shade val="63529"/>
                    <a:invGamma/>
                  </a:srgbClr>
                </a:gs>
              </a:gsLst>
              <a:lin ang="0" scaled="1"/>
            </a:gradFill>
            <a:ln w="9525" algn="ctr">
              <a:noFill/>
              <a:round/>
              <a:headEnd/>
              <a:tailEnd/>
            </a:ln>
            <a:effectLst/>
          </p:spPr>
          <p:txBody>
            <a:bodyPr wrap="none" anchor="ct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latin typeface="Arial" pitchFamily="34" charset="0"/>
              </a:endParaRPr>
            </a:p>
          </p:txBody>
        </p:sp>
        <p:sp>
          <p:nvSpPr>
            <p:cNvPr id="69" name="Oval 26">
              <a:extLst>
                <a:ext uri="{FF2B5EF4-FFF2-40B4-BE49-F238E27FC236}">
                  <a16:creationId xmlns="" xmlns:a16="http://schemas.microsoft.com/office/drawing/2014/main" id="{3B71C91A-95B1-48A6-8F6E-2BCE30BA5067}"/>
                </a:ext>
              </a:extLst>
            </p:cNvPr>
            <p:cNvSpPr>
              <a:spLocks noChangeArrowheads="1"/>
            </p:cNvSpPr>
            <p:nvPr/>
          </p:nvSpPr>
          <p:spPr bwMode="gray">
            <a:xfrm>
              <a:off x="2254" y="1856"/>
              <a:ext cx="1262" cy="1264"/>
            </a:xfrm>
            <a:prstGeom prst="ellipse">
              <a:avLst/>
            </a:prstGeom>
            <a:gradFill rotWithShape="1">
              <a:gsLst>
                <a:gs pos="0">
                  <a:srgbClr val="8AD4CD">
                    <a:gamma/>
                    <a:tint val="0"/>
                    <a:invGamma/>
                  </a:srgbClr>
                </a:gs>
                <a:gs pos="50000">
                  <a:srgbClr val="8AD4CD"/>
                </a:gs>
                <a:gs pos="100000">
                  <a:srgbClr val="8AD4CD">
                    <a:gamma/>
                    <a:tint val="0"/>
                    <a:invGamma/>
                  </a:srgbClr>
                </a:gs>
              </a:gsLst>
              <a:lin ang="2700000" scaled="1"/>
            </a:gradFill>
            <a:ln w="38100" algn="ctr">
              <a:noFill/>
              <a:round/>
              <a:headEnd/>
              <a:tailEnd/>
            </a:ln>
            <a:effectLst/>
          </p:spPr>
          <p:txBody>
            <a:bodyPr wrap="none" anchor="ctr">
              <a:spAutoFit/>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latin typeface="Arial" pitchFamily="34" charset="0"/>
              </a:endParaRPr>
            </a:p>
          </p:txBody>
        </p:sp>
        <p:sp>
          <p:nvSpPr>
            <p:cNvPr id="70" name="Oval 27">
              <a:extLst>
                <a:ext uri="{FF2B5EF4-FFF2-40B4-BE49-F238E27FC236}">
                  <a16:creationId xmlns="" xmlns:a16="http://schemas.microsoft.com/office/drawing/2014/main" id="{4B68C4BF-098A-4123-BB53-98CECA7F4A81}"/>
                </a:ext>
              </a:extLst>
            </p:cNvPr>
            <p:cNvSpPr>
              <a:spLocks noChangeArrowheads="1"/>
            </p:cNvSpPr>
            <p:nvPr/>
          </p:nvSpPr>
          <p:spPr bwMode="gray">
            <a:xfrm>
              <a:off x="2254" y="1856"/>
              <a:ext cx="1262" cy="1264"/>
            </a:xfrm>
            <a:prstGeom prst="ellipse">
              <a:avLst/>
            </a:prstGeom>
            <a:gradFill rotWithShape="1">
              <a:gsLst>
                <a:gs pos="0">
                  <a:srgbClr val="21B3E1"/>
                </a:gs>
                <a:gs pos="100000">
                  <a:srgbClr val="21B3E1">
                    <a:gamma/>
                    <a:shade val="46275"/>
                    <a:invGamma/>
                  </a:srgbClr>
                </a:gs>
              </a:gsLst>
              <a:lin ang="5400000" scaled="1"/>
            </a:gradFill>
            <a:ln w="38100" algn="ctr">
              <a:noFill/>
              <a:round/>
              <a:headEnd/>
              <a:tailEnd/>
            </a:ln>
            <a:effectLst/>
          </p:spPr>
          <p:txBody>
            <a:bodyPr wrap="none" anchor="ctr">
              <a:spAutoFit/>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latin typeface="Arial" pitchFamily="34" charset="0"/>
              </a:endParaRPr>
            </a:p>
          </p:txBody>
        </p:sp>
        <p:sp>
          <p:nvSpPr>
            <p:cNvPr id="71" name="Oval 28">
              <a:extLst>
                <a:ext uri="{FF2B5EF4-FFF2-40B4-BE49-F238E27FC236}">
                  <a16:creationId xmlns="" xmlns:a16="http://schemas.microsoft.com/office/drawing/2014/main" id="{3C5FE447-2DEF-4C03-AA66-D8D7E4B6E8E3}"/>
                </a:ext>
              </a:extLst>
            </p:cNvPr>
            <p:cNvSpPr>
              <a:spLocks noChangeArrowheads="1"/>
            </p:cNvSpPr>
            <p:nvPr/>
          </p:nvSpPr>
          <p:spPr bwMode="gray">
            <a:xfrm>
              <a:off x="2337" y="1939"/>
              <a:ext cx="1096" cy="1098"/>
            </a:xfrm>
            <a:prstGeom prst="ellipse">
              <a:avLst/>
            </a:prstGeom>
            <a:gradFill rotWithShape="1">
              <a:gsLst>
                <a:gs pos="0">
                  <a:srgbClr val="8AD4CD">
                    <a:gamma/>
                    <a:shade val="54118"/>
                    <a:invGamma/>
                  </a:srgbClr>
                </a:gs>
                <a:gs pos="50000">
                  <a:srgbClr val="8AD4CD"/>
                </a:gs>
                <a:gs pos="100000">
                  <a:srgbClr val="8AD4CD">
                    <a:gamma/>
                    <a:shade val="54118"/>
                    <a:invGamma/>
                  </a:srgbClr>
                </a:gs>
              </a:gsLst>
              <a:lin ang="18900000" scaled="1"/>
            </a:gradFill>
            <a:ln w="38100" algn="ctr">
              <a:noFill/>
              <a:round/>
              <a:headEnd/>
              <a:tailEnd/>
            </a:ln>
            <a:effectLst/>
          </p:spPr>
          <p:txBody>
            <a:bodyPr anchor="ctr">
              <a:spAutoFit/>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latin typeface="Arial" pitchFamily="34" charset="0"/>
              </a:endParaRPr>
            </a:p>
          </p:txBody>
        </p:sp>
        <p:sp>
          <p:nvSpPr>
            <p:cNvPr id="72" name="Oval 29">
              <a:extLst>
                <a:ext uri="{FF2B5EF4-FFF2-40B4-BE49-F238E27FC236}">
                  <a16:creationId xmlns="" xmlns:a16="http://schemas.microsoft.com/office/drawing/2014/main" id="{A8ADD6E4-DB30-4BEC-98B9-1D2EAA799DA1}"/>
                </a:ext>
              </a:extLst>
            </p:cNvPr>
            <p:cNvSpPr>
              <a:spLocks noChangeArrowheads="1"/>
            </p:cNvSpPr>
            <p:nvPr/>
          </p:nvSpPr>
          <p:spPr bwMode="gray">
            <a:xfrm>
              <a:off x="2337" y="1939"/>
              <a:ext cx="1096" cy="1098"/>
            </a:xfrm>
            <a:prstGeom prst="ellipse">
              <a:avLst/>
            </a:prstGeom>
            <a:gradFill rotWithShape="1">
              <a:gsLst>
                <a:gs pos="0">
                  <a:srgbClr val="21B3E1"/>
                </a:gs>
                <a:gs pos="100000">
                  <a:srgbClr val="21B3E1">
                    <a:gamma/>
                    <a:shade val="48627"/>
                    <a:invGamma/>
                  </a:srgbClr>
                </a:gs>
              </a:gsLst>
              <a:lin ang="2700000" scaled="1"/>
            </a:gradFill>
            <a:ln w="38100" algn="ctr">
              <a:noFill/>
              <a:round/>
              <a:headEnd/>
              <a:tailEnd/>
            </a:ln>
            <a:effectLst/>
          </p:spPr>
          <p:txBody>
            <a:bodyPr anchor="ctr">
              <a:spAutoFit/>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latin typeface="Arial" pitchFamily="34" charset="0"/>
              </a:endParaRPr>
            </a:p>
          </p:txBody>
        </p:sp>
      </p:grpSp>
      <p:sp>
        <p:nvSpPr>
          <p:cNvPr id="43" name="Slide Number Placeholder 3">
            <a:extLst>
              <a:ext uri="{FF2B5EF4-FFF2-40B4-BE49-F238E27FC236}">
                <a16:creationId xmlns="" xmlns:a16="http://schemas.microsoft.com/office/drawing/2014/main" id="{FEFB061F-8AAB-4535-B272-1BA4D5A77191}"/>
              </a:ext>
            </a:extLst>
          </p:cNvPr>
          <p:cNvSpPr txBox="1">
            <a:spLocks/>
          </p:cNvSpPr>
          <p:nvPr/>
        </p:nvSpPr>
        <p:spPr>
          <a:xfrm>
            <a:off x="8965" y="6090313"/>
            <a:ext cx="676835" cy="767687"/>
          </a:xfrm>
          <a:prstGeom prst="rect">
            <a:avLst/>
          </a:prstGeom>
        </p:spPr>
        <p:txBody>
          <a:bodyPr vert="horz" lIns="91440" tIns="45720" rIns="91440" bIns="45720" rtlCol="0" anchor="ctr"/>
          <a:lstStyle>
            <a:defPPr>
              <a:defRPr lang="en-US"/>
            </a:defPPr>
            <a:lvl1pPr marL="0" algn="l" defTabSz="914400" rtl="0" eaLnBrk="1" latinLnBrk="0" hangingPunct="1">
              <a:defRPr sz="1400" b="1" kern="1200">
                <a:solidFill>
                  <a:srgbClr val="FFFFFF"/>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rtl="1"/>
            <a:fld id="{E8ADF199-8047-440E-B02B-E80683B392F2}" type="slidenum">
              <a:rPr lang="fa-IR" sz="1800" smtClean="0">
                <a:solidFill>
                  <a:schemeClr val="tx1"/>
                </a:solidFill>
                <a:cs typeface="B Lotus" panose="00000400000000000000" pitchFamily="2" charset="-78"/>
              </a:rPr>
              <a:pPr rtl="1"/>
              <a:t>33</a:t>
            </a:fld>
            <a:endParaRPr lang="fa-IR" sz="1800" dirty="0">
              <a:solidFill>
                <a:schemeClr val="tx1"/>
              </a:solidFill>
              <a:cs typeface="B Lotus" panose="00000400000000000000" pitchFamily="2" charset="-78"/>
            </a:endParaRPr>
          </a:p>
        </p:txBody>
      </p:sp>
      <p:pic>
        <p:nvPicPr>
          <p:cNvPr id="107" name="Picture 106" descr="پرونده:Azad University logo.png - ویکی‌پدیا، دانشنامهٔ آزاد">
            <a:extLst>
              <a:ext uri="{FF2B5EF4-FFF2-40B4-BE49-F238E27FC236}">
                <a16:creationId xmlns="" xmlns:a16="http://schemas.microsoft.com/office/drawing/2014/main" id="{1A9FEE44-0F48-48EE-A201-613E74B88238}"/>
              </a:ext>
            </a:extLst>
          </p:cNvPr>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8610600" y="0"/>
            <a:ext cx="533400" cy="822959"/>
          </a:xfrm>
          <a:prstGeom prst="rect">
            <a:avLst/>
          </a:prstGeom>
          <a:noFill/>
          <a:ln>
            <a:noFill/>
          </a:ln>
        </p:spPr>
      </p:pic>
      <p:sp>
        <p:nvSpPr>
          <p:cNvPr id="108" name="AutoShape 10">
            <a:extLst>
              <a:ext uri="{FF2B5EF4-FFF2-40B4-BE49-F238E27FC236}">
                <a16:creationId xmlns="" xmlns:a16="http://schemas.microsoft.com/office/drawing/2014/main" id="{F6266893-797F-40B9-B7F1-28B13A3984C3}"/>
              </a:ext>
            </a:extLst>
          </p:cNvPr>
          <p:cNvSpPr>
            <a:spLocks noChangeArrowheads="1"/>
          </p:cNvSpPr>
          <p:nvPr/>
        </p:nvSpPr>
        <p:spPr bwMode="gray">
          <a:xfrm flipH="1">
            <a:off x="6246677" y="59426"/>
            <a:ext cx="2057400" cy="649224"/>
          </a:xfrm>
          <a:prstGeom prst="chevron">
            <a:avLst>
              <a:gd name="adj" fmla="val 17842"/>
            </a:avLst>
          </a:prstGeom>
          <a:gradFill rotWithShape="1">
            <a:gsLst>
              <a:gs pos="0">
                <a:srgbClr val="84B09A">
                  <a:gamma/>
                  <a:shade val="46275"/>
                  <a:invGamma/>
                </a:srgbClr>
              </a:gs>
              <a:gs pos="50000">
                <a:srgbClr val="84B09A"/>
              </a:gs>
              <a:gs pos="100000">
                <a:srgbClr val="84B09A">
                  <a:gamma/>
                  <a:shade val="46275"/>
                  <a:invGamma/>
                </a:srgbClr>
              </a:gs>
            </a:gsLst>
            <a:lin ang="2700000" scaled="1"/>
          </a:gradFill>
          <a:ln w="38100">
            <a:solidFill>
              <a:srgbClr val="EAEAEA"/>
            </a:solidFill>
            <a:miter lim="800000"/>
            <a:headEnd/>
            <a:tailEnd/>
          </a:ln>
          <a:effectLst>
            <a:outerShdw dist="109250" dir="3267739" algn="ctr" rotWithShape="0">
              <a:srgbClr val="333333">
                <a:alpha val="50000"/>
              </a:srgbClr>
            </a:outerShdw>
          </a:effectLst>
        </p:spPr>
        <p:txBody>
          <a:bodyPr wrap="square" anchor="ctr">
            <a:spAutoFit/>
          </a:bodyPr>
          <a:lstStyle/>
          <a:p>
            <a:pPr algn="ctr" fontAlgn="base">
              <a:spcBef>
                <a:spcPct val="0"/>
              </a:spcBef>
              <a:spcAft>
                <a:spcPct val="0"/>
              </a:spcAft>
            </a:pPr>
            <a:endParaRPr lang="en-US" kern="0" dirty="0">
              <a:solidFill>
                <a:srgbClr val="3D81BF"/>
              </a:solidFill>
            </a:endParaRPr>
          </a:p>
        </p:txBody>
      </p:sp>
      <p:sp>
        <p:nvSpPr>
          <p:cNvPr id="109" name="AutoShape 3">
            <a:extLst>
              <a:ext uri="{FF2B5EF4-FFF2-40B4-BE49-F238E27FC236}">
                <a16:creationId xmlns="" xmlns:a16="http://schemas.microsoft.com/office/drawing/2014/main" id="{3450B81F-1BA9-4F41-945E-CF31FD6A1BE2}"/>
              </a:ext>
            </a:extLst>
          </p:cNvPr>
          <p:cNvSpPr>
            <a:spLocks noChangeArrowheads="1"/>
          </p:cNvSpPr>
          <p:nvPr/>
        </p:nvSpPr>
        <p:spPr bwMode="gray">
          <a:xfrm flipH="1">
            <a:off x="4188613" y="57140"/>
            <a:ext cx="2056086" cy="651510"/>
          </a:xfrm>
          <a:prstGeom prst="chevron">
            <a:avLst>
              <a:gd name="adj" fmla="val 17009"/>
            </a:avLst>
          </a:prstGeom>
          <a:solidFill>
            <a:srgbClr val="2842AE"/>
          </a:solidFill>
          <a:ln w="38100">
            <a:solidFill>
              <a:srgbClr val="EAEAEA"/>
            </a:solidFill>
            <a:miter lim="800000"/>
            <a:headEnd/>
            <a:tailEnd/>
          </a:ln>
          <a:effectLst>
            <a:outerShdw dist="109250" dir="3267739" algn="ctr" rotWithShape="0">
              <a:srgbClr val="333333">
                <a:alpha val="50000"/>
              </a:srgbClr>
            </a:outerShdw>
          </a:effectLst>
        </p:spPr>
        <p:txBody>
          <a:bodyPr wrap="square" anchor="ctr">
            <a:spAutoFit/>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dirty="0">
              <a:ln>
                <a:noFill/>
              </a:ln>
              <a:solidFill>
                <a:srgbClr val="3D81BF"/>
              </a:solidFill>
              <a:effectLst/>
              <a:uLnTx/>
              <a:uFillTx/>
            </a:endParaRPr>
          </a:p>
        </p:txBody>
      </p:sp>
      <p:sp>
        <p:nvSpPr>
          <p:cNvPr id="110" name="AutoShape 3">
            <a:extLst>
              <a:ext uri="{FF2B5EF4-FFF2-40B4-BE49-F238E27FC236}">
                <a16:creationId xmlns="" xmlns:a16="http://schemas.microsoft.com/office/drawing/2014/main" id="{278C3753-7E5F-4A07-84E8-FA915CB0CE87}"/>
              </a:ext>
            </a:extLst>
          </p:cNvPr>
          <p:cNvSpPr>
            <a:spLocks noChangeArrowheads="1"/>
          </p:cNvSpPr>
          <p:nvPr/>
        </p:nvSpPr>
        <p:spPr bwMode="gray">
          <a:xfrm flipH="1">
            <a:off x="2588411" y="57141"/>
            <a:ext cx="1600202" cy="651510"/>
          </a:xfrm>
          <a:prstGeom prst="chevron">
            <a:avLst>
              <a:gd name="adj" fmla="val 17009"/>
            </a:avLst>
          </a:prstGeom>
          <a:gradFill rotWithShape="1">
            <a:gsLst>
              <a:gs pos="0">
                <a:srgbClr val="84B09A">
                  <a:gamma/>
                  <a:shade val="46275"/>
                  <a:invGamma/>
                </a:srgbClr>
              </a:gs>
              <a:gs pos="50000">
                <a:srgbClr val="84B09A"/>
              </a:gs>
              <a:gs pos="100000">
                <a:srgbClr val="84B09A">
                  <a:gamma/>
                  <a:shade val="46275"/>
                  <a:invGamma/>
                </a:srgbClr>
              </a:gs>
            </a:gsLst>
            <a:lin ang="2700000" scaled="1"/>
          </a:gradFill>
          <a:ln w="38100">
            <a:solidFill>
              <a:srgbClr val="EAEAEA"/>
            </a:solidFill>
            <a:miter lim="800000"/>
            <a:headEnd/>
            <a:tailEnd/>
          </a:ln>
          <a:effectLst>
            <a:outerShdw dist="109250" dir="3267739" algn="ctr" rotWithShape="0">
              <a:srgbClr val="333333">
                <a:alpha val="50000"/>
              </a:srgbClr>
            </a:outerShdw>
          </a:effectLst>
        </p:spPr>
        <p:txBody>
          <a:bodyPr wrap="square" anchor="ctr">
            <a:spAutoFit/>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endParaRPr>
          </a:p>
        </p:txBody>
      </p:sp>
      <p:sp>
        <p:nvSpPr>
          <p:cNvPr id="111" name="AutoShape 3">
            <a:extLst>
              <a:ext uri="{FF2B5EF4-FFF2-40B4-BE49-F238E27FC236}">
                <a16:creationId xmlns="" xmlns:a16="http://schemas.microsoft.com/office/drawing/2014/main" id="{B202AEB4-F766-4F6D-9D49-804AECBBBB79}"/>
              </a:ext>
            </a:extLst>
          </p:cNvPr>
          <p:cNvSpPr>
            <a:spLocks noChangeArrowheads="1"/>
          </p:cNvSpPr>
          <p:nvPr/>
        </p:nvSpPr>
        <p:spPr bwMode="gray">
          <a:xfrm flipH="1">
            <a:off x="161661" y="57140"/>
            <a:ext cx="2426749" cy="651510"/>
          </a:xfrm>
          <a:prstGeom prst="chevron">
            <a:avLst>
              <a:gd name="adj" fmla="val 17009"/>
            </a:avLst>
          </a:prstGeom>
          <a:gradFill rotWithShape="1">
            <a:gsLst>
              <a:gs pos="0">
                <a:srgbClr val="84B09A">
                  <a:gamma/>
                  <a:shade val="46275"/>
                  <a:invGamma/>
                </a:srgbClr>
              </a:gs>
              <a:gs pos="50000">
                <a:srgbClr val="84B09A"/>
              </a:gs>
              <a:gs pos="100000">
                <a:srgbClr val="84B09A">
                  <a:gamma/>
                  <a:shade val="46275"/>
                  <a:invGamma/>
                </a:srgbClr>
              </a:gs>
            </a:gsLst>
            <a:lin ang="2700000" scaled="1"/>
          </a:gradFill>
          <a:ln w="38100">
            <a:solidFill>
              <a:srgbClr val="EAEAEA"/>
            </a:solidFill>
            <a:miter lim="800000"/>
            <a:headEnd/>
            <a:tailEnd/>
          </a:ln>
          <a:effectLst>
            <a:outerShdw dist="109250" dir="3267739" algn="ctr" rotWithShape="0">
              <a:srgbClr val="333333">
                <a:alpha val="50000"/>
              </a:srgbClr>
            </a:outerShdw>
          </a:effectLst>
        </p:spPr>
        <p:txBody>
          <a:bodyPr wrap="square" anchor="ctr">
            <a:spAutoFit/>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endParaRPr>
          </a:p>
        </p:txBody>
      </p:sp>
      <p:sp>
        <p:nvSpPr>
          <p:cNvPr id="112" name="Rectangle 111">
            <a:extLst>
              <a:ext uri="{FF2B5EF4-FFF2-40B4-BE49-F238E27FC236}">
                <a16:creationId xmlns="" xmlns:a16="http://schemas.microsoft.com/office/drawing/2014/main" id="{89552ECA-1CA1-40F1-A87E-809897E322A0}"/>
              </a:ext>
            </a:extLst>
          </p:cNvPr>
          <p:cNvSpPr/>
          <p:nvPr/>
        </p:nvSpPr>
        <p:spPr>
          <a:xfrm>
            <a:off x="403231" y="91457"/>
            <a:ext cx="2056085" cy="584775"/>
          </a:xfrm>
          <a:prstGeom prst="rect">
            <a:avLst/>
          </a:prstGeom>
        </p:spPr>
        <p:txBody>
          <a:bodyPr wrap="square">
            <a:spAutoFit/>
          </a:bodyPr>
          <a:lstStyle/>
          <a:p>
            <a:pPr lvl="0" algn="ctr" rtl="1" fontAlgn="base">
              <a:spcBef>
                <a:spcPct val="0"/>
              </a:spcBef>
              <a:spcAft>
                <a:spcPct val="0"/>
              </a:spcAft>
            </a:pPr>
            <a:r>
              <a:rPr lang="fa-IR" sz="1600" b="1" dirty="0" smtClean="0">
                <a:solidFill>
                  <a:srgbClr val="FFFFFF"/>
                </a:solidFill>
                <a:latin typeface="Times New Roman" panose="02020603050405020304" pitchFamily="18" charset="0"/>
                <a:cs typeface="B Nazanin" panose="00000400000000000000" pitchFamily="2" charset="-78"/>
              </a:rPr>
              <a:t> پیاده سازی و ارزیابی همسان ساز پیشنهادی</a:t>
            </a:r>
            <a:endParaRPr lang="fa-IR" sz="1600" b="1" dirty="0">
              <a:solidFill>
                <a:srgbClr val="FFFFFF"/>
              </a:solidFill>
              <a:latin typeface="Times New Roman" panose="02020603050405020304" pitchFamily="18" charset="0"/>
              <a:cs typeface="B Nazanin" panose="00000400000000000000" pitchFamily="2" charset="-78"/>
            </a:endParaRPr>
          </a:p>
        </p:txBody>
      </p:sp>
      <p:sp>
        <p:nvSpPr>
          <p:cNvPr id="113" name="Rectangle 112">
            <a:extLst>
              <a:ext uri="{FF2B5EF4-FFF2-40B4-BE49-F238E27FC236}">
                <a16:creationId xmlns="" xmlns:a16="http://schemas.microsoft.com/office/drawing/2014/main" id="{2A9B9FDD-FEF5-46D3-8995-5604A1B4B80E}"/>
              </a:ext>
            </a:extLst>
          </p:cNvPr>
          <p:cNvSpPr/>
          <p:nvPr/>
        </p:nvSpPr>
        <p:spPr>
          <a:xfrm>
            <a:off x="2636749" y="78259"/>
            <a:ext cx="1600200" cy="584775"/>
          </a:xfrm>
          <a:prstGeom prst="rect">
            <a:avLst/>
          </a:prstGeom>
        </p:spPr>
        <p:txBody>
          <a:bodyPr wrap="square">
            <a:spAutoFit/>
          </a:bodyPr>
          <a:lstStyle/>
          <a:p>
            <a:pPr lvl="0" algn="ctr" rtl="1" fontAlgn="base">
              <a:spcBef>
                <a:spcPct val="0"/>
              </a:spcBef>
              <a:spcAft>
                <a:spcPct val="0"/>
              </a:spcAft>
            </a:pPr>
            <a:r>
              <a:rPr lang="fa-IR" sz="1600" b="1" dirty="0">
                <a:solidFill>
                  <a:srgbClr val="FFFFFF"/>
                </a:solidFill>
                <a:latin typeface="Times New Roman" panose="02020603050405020304" pitchFamily="18" charset="0"/>
                <a:cs typeface="B Nazanin" panose="00000400000000000000" pitchFamily="2" charset="-78"/>
              </a:rPr>
              <a:t>همسان سازی پیشنهادی</a:t>
            </a:r>
          </a:p>
        </p:txBody>
      </p:sp>
      <p:sp>
        <p:nvSpPr>
          <p:cNvPr id="114" name="Rectangle 113">
            <a:extLst>
              <a:ext uri="{FF2B5EF4-FFF2-40B4-BE49-F238E27FC236}">
                <a16:creationId xmlns="" xmlns:a16="http://schemas.microsoft.com/office/drawing/2014/main" id="{4756B784-8B4C-449F-AE9D-2B6BBC518073}"/>
              </a:ext>
            </a:extLst>
          </p:cNvPr>
          <p:cNvSpPr/>
          <p:nvPr/>
        </p:nvSpPr>
        <p:spPr>
          <a:xfrm>
            <a:off x="4495138" y="91457"/>
            <a:ext cx="1443038" cy="584775"/>
          </a:xfrm>
          <a:prstGeom prst="rect">
            <a:avLst/>
          </a:prstGeom>
        </p:spPr>
        <p:txBody>
          <a:bodyPr wrap="square">
            <a:spAutoFit/>
          </a:bodyPr>
          <a:lstStyle/>
          <a:p>
            <a:pPr lvl="0" algn="ctr" rtl="1" fontAlgn="base">
              <a:spcBef>
                <a:spcPct val="0"/>
              </a:spcBef>
              <a:spcAft>
                <a:spcPct val="0"/>
              </a:spcAft>
            </a:pPr>
            <a:r>
              <a:rPr lang="fa-IR" sz="1600" b="1" dirty="0">
                <a:solidFill>
                  <a:srgbClr val="FFFFFF"/>
                </a:solidFill>
                <a:latin typeface="Times New Roman" panose="02020603050405020304" pitchFamily="18" charset="0"/>
                <a:cs typeface="B Nazanin" panose="00000400000000000000" pitchFamily="2" charset="-78"/>
              </a:rPr>
              <a:t>همسان سازی باتری</a:t>
            </a:r>
          </a:p>
        </p:txBody>
      </p:sp>
      <p:sp>
        <p:nvSpPr>
          <p:cNvPr id="115" name="Rectangle 114">
            <a:extLst>
              <a:ext uri="{FF2B5EF4-FFF2-40B4-BE49-F238E27FC236}">
                <a16:creationId xmlns="" xmlns:a16="http://schemas.microsoft.com/office/drawing/2014/main" id="{E9011965-C922-40BF-B928-2A7E03BC5CDA}"/>
              </a:ext>
            </a:extLst>
          </p:cNvPr>
          <p:cNvSpPr/>
          <p:nvPr/>
        </p:nvSpPr>
        <p:spPr>
          <a:xfrm>
            <a:off x="6499957" y="197162"/>
            <a:ext cx="1626786" cy="323165"/>
          </a:xfrm>
          <a:prstGeom prst="rect">
            <a:avLst/>
          </a:prstGeom>
        </p:spPr>
        <p:txBody>
          <a:bodyPr wrap="square">
            <a:spAutoFit/>
          </a:bodyPr>
          <a:lstStyle/>
          <a:p>
            <a:pPr lvl="0" algn="ctr" fontAlgn="base">
              <a:spcBef>
                <a:spcPct val="0"/>
              </a:spcBef>
              <a:spcAft>
                <a:spcPct val="0"/>
              </a:spcAft>
              <a:defRPr/>
            </a:pPr>
            <a:r>
              <a:rPr lang="fa-IR" sz="1500" b="1" kern="0" dirty="0">
                <a:solidFill>
                  <a:srgbClr val="FFFFFF"/>
                </a:solidFill>
                <a:latin typeface="Times New Roman" panose="02020603050405020304" pitchFamily="18" charset="0"/>
                <a:cs typeface="B Nazanin" pitchFamily="2" charset="-78"/>
              </a:rPr>
              <a:t>باتری ها</a:t>
            </a:r>
            <a:endParaRPr lang="en-US" sz="1500" b="1" kern="0" dirty="0">
              <a:solidFill>
                <a:srgbClr val="FFFFFF"/>
              </a:solidFill>
              <a:latin typeface="Times New Roman" panose="02020603050405020304" pitchFamily="18" charset="0"/>
              <a:cs typeface="B Nazanin" pitchFamily="2" charset="-78"/>
            </a:endParaRPr>
          </a:p>
        </p:txBody>
      </p:sp>
      <p:sp>
        <p:nvSpPr>
          <p:cNvPr id="116" name="Rounded Rectangle 175">
            <a:extLst>
              <a:ext uri="{FF2B5EF4-FFF2-40B4-BE49-F238E27FC236}">
                <a16:creationId xmlns="" xmlns:a16="http://schemas.microsoft.com/office/drawing/2014/main" id="{5ED324C1-9E82-4B7C-8E12-63B5A59FFFC0}"/>
              </a:ext>
            </a:extLst>
          </p:cNvPr>
          <p:cNvSpPr/>
          <p:nvPr/>
        </p:nvSpPr>
        <p:spPr bwMode="auto">
          <a:xfrm>
            <a:off x="6324600" y="1066930"/>
            <a:ext cx="2922494" cy="418072"/>
          </a:xfrm>
          <a:prstGeom prst="roundRect">
            <a:avLst/>
          </a:prstGeom>
          <a:solidFill>
            <a:srgbClr val="3D81BF">
              <a:lumMod val="75000"/>
            </a:srgbClr>
          </a:solidFill>
          <a:ln w="9525" cap="flat" cmpd="sng" algn="ctr">
            <a:solidFill>
              <a:srgbClr val="000000"/>
            </a:solidFill>
            <a:prstDash val="solid"/>
            <a:round/>
            <a:headEnd type="none" w="med" len="med"/>
            <a:tailEnd type="none" w="med" len="med"/>
          </a:ln>
          <a:effectLst>
            <a:reflection blurRad="6350" stA="50000" endA="300" endPos="55000" dir="5400000" sy="-100000" algn="bl" rotWithShape="0"/>
          </a:effectLst>
          <a:scene3d>
            <a:camera prst="isometricOffAxis2Left"/>
            <a:lightRig rig="threePt" dir="t"/>
          </a:scene3d>
        </p:spPr>
        <p:txBody>
          <a:bodyPr vert="horz" wrap="square" lIns="91440" tIns="45720" rIns="91440" bIns="45720" numCol="1" rtlCol="0" anchor="t" anchorCtr="0" compatLnSpc="1">
            <a:prstTxWarp prst="textNoShape">
              <a:avLst/>
            </a:prstTxWarp>
          </a:bodyPr>
          <a:lstStyle/>
          <a:p>
            <a:pPr lvl="0" algn="ctr" rtl="1" fontAlgn="base">
              <a:spcBef>
                <a:spcPct val="0"/>
              </a:spcBef>
              <a:spcAft>
                <a:spcPct val="0"/>
              </a:spcAft>
            </a:pPr>
            <a:r>
              <a:rPr lang="fa-IR" sz="2000" b="1" dirty="0">
                <a:solidFill>
                  <a:srgbClr val="FFFFFF"/>
                </a:solidFill>
                <a:latin typeface="Times New Roman" panose="02020603050405020304" pitchFamily="18" charset="0"/>
                <a:cs typeface="B Nazanin" panose="00000400000000000000" pitchFamily="2" charset="-78"/>
              </a:rPr>
              <a:t>همسان سازی باتری</a:t>
            </a:r>
          </a:p>
        </p:txBody>
      </p:sp>
      <p:sp>
        <p:nvSpPr>
          <p:cNvPr id="117" name="TextBox 116">
            <a:extLst>
              <a:ext uri="{FF2B5EF4-FFF2-40B4-BE49-F238E27FC236}">
                <a16:creationId xmlns="" xmlns:a16="http://schemas.microsoft.com/office/drawing/2014/main" id="{F43469DC-7F5B-471E-BD74-ED709E621F63}"/>
              </a:ext>
            </a:extLst>
          </p:cNvPr>
          <p:cNvSpPr txBox="1"/>
          <p:nvPr/>
        </p:nvSpPr>
        <p:spPr>
          <a:xfrm>
            <a:off x="7055055" y="1726687"/>
            <a:ext cx="1837362" cy="369332"/>
          </a:xfrm>
          <a:prstGeom prst="rect">
            <a:avLst/>
          </a:prstGeom>
          <a:noFill/>
        </p:spPr>
        <p:txBody>
          <a:bodyPr wrap="none" rtlCol="0">
            <a:spAutoFit/>
          </a:bodyPr>
          <a:lstStyle/>
          <a:p>
            <a:pPr algn="r" rtl="1"/>
            <a:r>
              <a:rPr lang="fa-IR" b="1" dirty="0">
                <a:cs typeface="B Nazanin" panose="00000400000000000000" pitchFamily="2" charset="-78"/>
              </a:rPr>
              <a:t>انتقال سلول به سلول</a:t>
            </a:r>
          </a:p>
        </p:txBody>
      </p:sp>
    </p:spTree>
    <p:extLst>
      <p:ext uri="{BB962C8B-B14F-4D97-AF65-F5344CB8AC3E}">
        <p14:creationId xmlns:p14="http://schemas.microsoft.com/office/powerpoint/2010/main" val="784317860"/>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2" name="TextBox 51"/>
          <p:cNvSpPr txBox="1"/>
          <p:nvPr/>
        </p:nvSpPr>
        <p:spPr>
          <a:xfrm>
            <a:off x="486680" y="4496953"/>
            <a:ext cx="1962396" cy="307777"/>
          </a:xfrm>
          <a:prstGeom prst="rect">
            <a:avLst/>
          </a:prstGeom>
          <a:noFill/>
        </p:spPr>
        <p:txBody>
          <a:bodyPr wrap="none" rtlCol="0">
            <a:spAutoFit/>
          </a:bodyPr>
          <a:lstStyle/>
          <a:p>
            <a:pPr algn="ctr" rtl="1"/>
            <a:r>
              <a:rPr lang="fa-IR" sz="1400" dirty="0">
                <a:latin typeface="Times New Roman" panose="02020603050405020304" pitchFamily="18" charset="0"/>
                <a:cs typeface="B Lotus" panose="00000400000000000000" pitchFamily="2" charset="-78"/>
              </a:rPr>
              <a:t>توپولوژی سلول به سلول مستقیم</a:t>
            </a:r>
          </a:p>
        </p:txBody>
      </p:sp>
      <p:pic>
        <p:nvPicPr>
          <p:cNvPr id="18" name="Picture 17"/>
          <p:cNvPicPr/>
          <p:nvPr/>
        </p:nvPicPr>
        <p:blipFill>
          <a:blip r:embed="rId3" cstate="print">
            <a:extLst>
              <a:ext uri="{28A0092B-C50C-407E-A947-70E740481C1C}">
                <a14:useLocalDpi xmlns:a14="http://schemas.microsoft.com/office/drawing/2010/main" val="0"/>
              </a:ext>
            </a:extLst>
          </a:blip>
          <a:stretch>
            <a:fillRect/>
          </a:stretch>
        </p:blipFill>
        <p:spPr bwMode="auto">
          <a:xfrm>
            <a:off x="242586" y="2714641"/>
            <a:ext cx="2206490" cy="1428979"/>
          </a:xfrm>
          <a:prstGeom prst="rect">
            <a:avLst/>
          </a:prstGeom>
          <a:noFill/>
          <a:ln>
            <a:noFill/>
          </a:ln>
        </p:spPr>
      </p:pic>
      <p:sp>
        <p:nvSpPr>
          <p:cNvPr id="19" name="TextBox 18"/>
          <p:cNvSpPr txBox="1"/>
          <p:nvPr/>
        </p:nvSpPr>
        <p:spPr>
          <a:xfrm>
            <a:off x="2964074" y="3011266"/>
            <a:ext cx="461986" cy="707886"/>
          </a:xfrm>
          <a:prstGeom prst="rect">
            <a:avLst/>
          </a:prstGeom>
          <a:noFill/>
        </p:spPr>
        <p:txBody>
          <a:bodyPr wrap="none" rtlCol="0">
            <a:spAutoFit/>
          </a:bodyPr>
          <a:lstStyle/>
          <a:p>
            <a:pPr algn="ctr" rtl="1"/>
            <a:r>
              <a:rPr lang="fa-IR" sz="4000" dirty="0">
                <a:latin typeface="Times New Roman" panose="02020603050405020304" pitchFamily="18" charset="0"/>
                <a:cs typeface="B Nasim" panose="00000700000000000000" pitchFamily="2" charset="-78"/>
              </a:rPr>
              <a:t>+</a:t>
            </a:r>
          </a:p>
        </p:txBody>
      </p:sp>
      <p:grpSp>
        <p:nvGrpSpPr>
          <p:cNvPr id="11" name="Group 10"/>
          <p:cNvGrpSpPr/>
          <p:nvPr/>
        </p:nvGrpSpPr>
        <p:grpSpPr>
          <a:xfrm>
            <a:off x="3941058" y="2708408"/>
            <a:ext cx="1977889" cy="1631758"/>
            <a:chOff x="3352800" y="2129958"/>
            <a:chExt cx="2469779" cy="1962379"/>
          </a:xfrm>
        </p:grpSpPr>
        <p:pic>
          <p:nvPicPr>
            <p:cNvPr id="3" name="Picture 2"/>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3612509" y="2129958"/>
              <a:ext cx="1970413" cy="1962379"/>
            </a:xfrm>
            <a:prstGeom prst="rect">
              <a:avLst/>
            </a:prstGeom>
          </p:spPr>
        </p:pic>
        <p:pic>
          <p:nvPicPr>
            <p:cNvPr id="6" name="Picture 5"/>
            <p:cNvPicPr>
              <a:picLocks noChangeAspect="1"/>
            </p:cNvPicPr>
            <p:nvPr/>
          </p:nvPicPr>
          <p:blipFill>
            <a:blip r:embed="rId5"/>
            <a:stretch>
              <a:fillRect/>
            </a:stretch>
          </p:blipFill>
          <p:spPr>
            <a:xfrm>
              <a:off x="3352800" y="2711192"/>
              <a:ext cx="691014" cy="521361"/>
            </a:xfrm>
            <a:prstGeom prst="rect">
              <a:avLst/>
            </a:prstGeom>
          </p:spPr>
        </p:pic>
        <p:pic>
          <p:nvPicPr>
            <p:cNvPr id="9" name="Picture 8"/>
            <p:cNvPicPr>
              <a:picLocks noChangeAspect="1"/>
            </p:cNvPicPr>
            <p:nvPr/>
          </p:nvPicPr>
          <p:blipFill>
            <a:blip r:embed="rId6"/>
            <a:stretch>
              <a:fillRect/>
            </a:stretch>
          </p:blipFill>
          <p:spPr>
            <a:xfrm>
              <a:off x="5029200" y="3217313"/>
              <a:ext cx="793379" cy="368852"/>
            </a:xfrm>
            <a:prstGeom prst="rect">
              <a:avLst/>
            </a:prstGeom>
          </p:spPr>
        </p:pic>
      </p:grpSp>
      <p:sp>
        <p:nvSpPr>
          <p:cNvPr id="28" name="TextBox 27"/>
          <p:cNvSpPr txBox="1"/>
          <p:nvPr/>
        </p:nvSpPr>
        <p:spPr>
          <a:xfrm>
            <a:off x="3769419" y="4506152"/>
            <a:ext cx="2272812" cy="738664"/>
          </a:xfrm>
          <a:prstGeom prst="rect">
            <a:avLst/>
          </a:prstGeom>
          <a:noFill/>
        </p:spPr>
        <p:txBody>
          <a:bodyPr wrap="square" rtlCol="0">
            <a:spAutoFit/>
          </a:bodyPr>
          <a:lstStyle/>
          <a:p>
            <a:pPr algn="ctr" rtl="1"/>
            <a:r>
              <a:rPr lang="fa-IR" sz="1400" dirty="0">
                <a:latin typeface="Times New Roman" panose="02020603050405020304" pitchFamily="18" charset="0"/>
                <a:cs typeface="B Lotus" panose="00000400000000000000" pitchFamily="2" charset="-78"/>
              </a:rPr>
              <a:t>الگوریتم </a:t>
            </a:r>
            <a:r>
              <a:rPr lang="en-US" sz="1400" dirty="0">
                <a:latin typeface="Times New Roman" panose="02020603050405020304" pitchFamily="18" charset="0"/>
                <a:cs typeface="B Lotus" panose="00000400000000000000" pitchFamily="2" charset="-78"/>
              </a:rPr>
              <a:t>GA</a:t>
            </a:r>
            <a:r>
              <a:rPr lang="fa-IR" sz="1400" dirty="0">
                <a:latin typeface="Times New Roman" panose="02020603050405020304" pitchFamily="18" charset="0"/>
                <a:cs typeface="B Lotus" panose="00000400000000000000" pitchFamily="2" charset="-78"/>
              </a:rPr>
              <a:t> و </a:t>
            </a:r>
            <a:r>
              <a:rPr lang="en-US" sz="1400" dirty="0">
                <a:latin typeface="Times New Roman" panose="02020603050405020304" pitchFamily="18" charset="0"/>
                <a:cs typeface="B Lotus" panose="00000400000000000000" pitchFamily="2" charset="-78"/>
              </a:rPr>
              <a:t>K-means</a:t>
            </a:r>
            <a:r>
              <a:rPr lang="fa-IR" sz="1400" dirty="0">
                <a:latin typeface="Times New Roman" panose="02020603050405020304" pitchFamily="18" charset="0"/>
                <a:cs typeface="B Lotus" panose="00000400000000000000" pitchFamily="2" charset="-78"/>
              </a:rPr>
              <a:t> بمنظور یافتن حد وسط زمان سازی و میزان همسان سازی</a:t>
            </a:r>
            <a:endParaRPr lang="en-US" sz="1400" dirty="0">
              <a:latin typeface="Times New Roman" panose="02020603050405020304" pitchFamily="18" charset="0"/>
              <a:cs typeface="B Lotus" panose="00000400000000000000" pitchFamily="2" charset="-78"/>
            </a:endParaRPr>
          </a:p>
        </p:txBody>
      </p:sp>
      <p:grpSp>
        <p:nvGrpSpPr>
          <p:cNvPr id="25" name="Group 24"/>
          <p:cNvGrpSpPr/>
          <p:nvPr/>
        </p:nvGrpSpPr>
        <p:grpSpPr>
          <a:xfrm>
            <a:off x="7410928" y="3007766"/>
            <a:ext cx="1057224" cy="1198909"/>
            <a:chOff x="7554537" y="3065788"/>
            <a:chExt cx="1057224" cy="1198909"/>
          </a:xfrm>
        </p:grpSpPr>
        <p:pic>
          <p:nvPicPr>
            <p:cNvPr id="21" name="Picture 20"/>
            <p:cNvPicPr>
              <a:picLocks noChangeAspect="1"/>
            </p:cNvPicPr>
            <p:nvPr/>
          </p:nvPicPr>
          <p:blipFill>
            <a:blip r:embed="rId7"/>
            <a:stretch>
              <a:fillRect/>
            </a:stretch>
          </p:blipFill>
          <p:spPr>
            <a:xfrm>
              <a:off x="7554537" y="3194958"/>
              <a:ext cx="247650" cy="250160"/>
            </a:xfrm>
            <a:prstGeom prst="rect">
              <a:avLst/>
            </a:prstGeom>
          </p:spPr>
        </p:pic>
        <p:pic>
          <p:nvPicPr>
            <p:cNvPr id="22" name="Picture 21"/>
            <p:cNvPicPr>
              <a:picLocks noChangeAspect="1"/>
            </p:cNvPicPr>
            <p:nvPr/>
          </p:nvPicPr>
          <p:blipFill>
            <a:blip r:embed="rId8"/>
            <a:stretch>
              <a:fillRect/>
            </a:stretch>
          </p:blipFill>
          <p:spPr>
            <a:xfrm>
              <a:off x="7999857" y="3065788"/>
              <a:ext cx="610743" cy="586411"/>
            </a:xfrm>
            <a:prstGeom prst="rect">
              <a:avLst/>
            </a:prstGeom>
          </p:spPr>
        </p:pic>
        <p:pic>
          <p:nvPicPr>
            <p:cNvPr id="24" name="Picture 23"/>
            <p:cNvPicPr>
              <a:picLocks noChangeAspect="1"/>
            </p:cNvPicPr>
            <p:nvPr/>
          </p:nvPicPr>
          <p:blipFill>
            <a:blip r:embed="rId9"/>
            <a:stretch>
              <a:fillRect/>
            </a:stretch>
          </p:blipFill>
          <p:spPr>
            <a:xfrm>
              <a:off x="7999857" y="3783397"/>
              <a:ext cx="611904" cy="481300"/>
            </a:xfrm>
            <a:prstGeom prst="rect">
              <a:avLst/>
            </a:prstGeom>
          </p:spPr>
        </p:pic>
        <p:pic>
          <p:nvPicPr>
            <p:cNvPr id="38" name="Picture 37"/>
            <p:cNvPicPr>
              <a:picLocks noChangeAspect="1"/>
            </p:cNvPicPr>
            <p:nvPr/>
          </p:nvPicPr>
          <p:blipFill>
            <a:blip r:embed="rId7"/>
            <a:stretch>
              <a:fillRect/>
            </a:stretch>
          </p:blipFill>
          <p:spPr>
            <a:xfrm>
              <a:off x="7560281" y="3895149"/>
              <a:ext cx="247650" cy="250160"/>
            </a:xfrm>
            <a:prstGeom prst="rect">
              <a:avLst/>
            </a:prstGeom>
          </p:spPr>
        </p:pic>
      </p:grpSp>
      <p:sp>
        <p:nvSpPr>
          <p:cNvPr id="39" name="TextBox 38"/>
          <p:cNvSpPr txBox="1"/>
          <p:nvPr/>
        </p:nvSpPr>
        <p:spPr>
          <a:xfrm>
            <a:off x="6433945" y="3011266"/>
            <a:ext cx="461986" cy="707886"/>
          </a:xfrm>
          <a:prstGeom prst="rect">
            <a:avLst/>
          </a:prstGeom>
          <a:noFill/>
        </p:spPr>
        <p:txBody>
          <a:bodyPr wrap="none" rtlCol="0">
            <a:spAutoFit/>
          </a:bodyPr>
          <a:lstStyle/>
          <a:p>
            <a:pPr algn="ctr" rtl="1"/>
            <a:r>
              <a:rPr lang="fa-IR" sz="4000" dirty="0">
                <a:latin typeface="Times New Roman" panose="02020603050405020304" pitchFamily="18" charset="0"/>
                <a:cs typeface="B Nasim" panose="00000700000000000000" pitchFamily="2" charset="-78"/>
              </a:rPr>
              <a:t>+</a:t>
            </a:r>
          </a:p>
        </p:txBody>
      </p:sp>
      <p:sp>
        <p:nvSpPr>
          <p:cNvPr id="41" name="TextBox 40"/>
          <p:cNvSpPr txBox="1"/>
          <p:nvPr/>
        </p:nvSpPr>
        <p:spPr>
          <a:xfrm>
            <a:off x="6871188" y="4405850"/>
            <a:ext cx="2272812" cy="307777"/>
          </a:xfrm>
          <a:prstGeom prst="rect">
            <a:avLst/>
          </a:prstGeom>
          <a:noFill/>
        </p:spPr>
        <p:txBody>
          <a:bodyPr wrap="square" rtlCol="0">
            <a:spAutoFit/>
          </a:bodyPr>
          <a:lstStyle/>
          <a:p>
            <a:pPr algn="ctr" rtl="1"/>
            <a:r>
              <a:rPr lang="fa-IR" sz="1400" dirty="0">
                <a:latin typeface="Times New Roman" panose="02020603050405020304" pitchFamily="18" charset="0"/>
                <a:cs typeface="B Lotus" panose="00000400000000000000" pitchFamily="2" charset="-78"/>
              </a:rPr>
              <a:t>شبیه سازی و پیاده سازی عملی</a:t>
            </a:r>
            <a:endParaRPr lang="en-US" sz="1400" dirty="0">
              <a:latin typeface="Times New Roman" panose="02020603050405020304" pitchFamily="18" charset="0"/>
              <a:cs typeface="B Lotus" panose="00000400000000000000" pitchFamily="2" charset="-78"/>
            </a:endParaRPr>
          </a:p>
        </p:txBody>
      </p:sp>
      <p:sp>
        <p:nvSpPr>
          <p:cNvPr id="70" name="TextBox 69">
            <a:extLst>
              <a:ext uri="{FF2B5EF4-FFF2-40B4-BE49-F238E27FC236}">
                <a16:creationId xmlns="" xmlns:a16="http://schemas.microsoft.com/office/drawing/2014/main" id="{F43469DC-7F5B-471E-BD74-ED709E621F63}"/>
              </a:ext>
            </a:extLst>
          </p:cNvPr>
          <p:cNvSpPr txBox="1"/>
          <p:nvPr/>
        </p:nvSpPr>
        <p:spPr>
          <a:xfrm>
            <a:off x="-900706" y="941383"/>
            <a:ext cx="7315201" cy="307777"/>
          </a:xfrm>
          <a:prstGeom prst="rect">
            <a:avLst/>
          </a:prstGeom>
          <a:noFill/>
        </p:spPr>
        <p:txBody>
          <a:bodyPr wrap="square" rtlCol="0">
            <a:spAutoFit/>
          </a:bodyPr>
          <a:lstStyle/>
          <a:p>
            <a:pPr algn="r" rtl="1" fontAlgn="base">
              <a:spcBef>
                <a:spcPct val="0"/>
              </a:spcBef>
              <a:spcAft>
                <a:spcPct val="0"/>
              </a:spcAft>
            </a:pPr>
            <a:r>
              <a:rPr lang="fa-IR" sz="1400" dirty="0">
                <a:cs typeface="B Lotus" panose="00000400000000000000" pitchFamily="2" charset="-78"/>
              </a:rPr>
              <a:t>روشی نو برای همسان‌سازی باتری پک با اتصال سری بر مبنای تجزیه و تحلیل خوشه‌بندی همراه با الگوریتم ژنتیک</a:t>
            </a:r>
            <a:endParaRPr lang="en-US" sz="1400" dirty="0">
              <a:cs typeface="B Lotus" panose="00000400000000000000" pitchFamily="2" charset="-78"/>
            </a:endParaRPr>
          </a:p>
        </p:txBody>
      </p:sp>
      <p:sp>
        <p:nvSpPr>
          <p:cNvPr id="29" name="Slide Number Placeholder 3">
            <a:extLst>
              <a:ext uri="{FF2B5EF4-FFF2-40B4-BE49-F238E27FC236}">
                <a16:creationId xmlns="" xmlns:a16="http://schemas.microsoft.com/office/drawing/2014/main" id="{FEFB061F-8AAB-4535-B272-1BA4D5A77191}"/>
              </a:ext>
            </a:extLst>
          </p:cNvPr>
          <p:cNvSpPr txBox="1">
            <a:spLocks/>
          </p:cNvSpPr>
          <p:nvPr/>
        </p:nvSpPr>
        <p:spPr>
          <a:xfrm>
            <a:off x="8965" y="6090313"/>
            <a:ext cx="676835" cy="767687"/>
          </a:xfrm>
          <a:prstGeom prst="rect">
            <a:avLst/>
          </a:prstGeom>
        </p:spPr>
        <p:txBody>
          <a:bodyPr vert="horz" lIns="91440" tIns="45720" rIns="91440" bIns="45720" rtlCol="0" anchor="ctr"/>
          <a:lstStyle>
            <a:defPPr>
              <a:defRPr lang="en-US"/>
            </a:defPPr>
            <a:lvl1pPr marL="0" algn="l" defTabSz="914400" rtl="0" eaLnBrk="1" latinLnBrk="0" hangingPunct="1">
              <a:defRPr sz="1400" b="1" kern="1200">
                <a:solidFill>
                  <a:srgbClr val="FFFFFF"/>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rtl="1"/>
            <a:fld id="{E8ADF199-8047-440E-B02B-E80683B392F2}" type="slidenum">
              <a:rPr lang="fa-IR" sz="1800" smtClean="0">
                <a:solidFill>
                  <a:schemeClr val="tx1"/>
                </a:solidFill>
                <a:cs typeface="B Lotus" panose="00000400000000000000" pitchFamily="2" charset="-78"/>
              </a:rPr>
              <a:pPr rtl="1"/>
              <a:t>34</a:t>
            </a:fld>
            <a:endParaRPr lang="fa-IR" sz="1800" dirty="0">
              <a:solidFill>
                <a:schemeClr val="tx1"/>
              </a:solidFill>
              <a:cs typeface="B Lotus" panose="00000400000000000000" pitchFamily="2" charset="-78"/>
            </a:endParaRPr>
          </a:p>
        </p:txBody>
      </p:sp>
      <p:pic>
        <p:nvPicPr>
          <p:cNvPr id="30" name="Picture 29" descr="پرونده:Azad University logo.png - ویکی‌پدیا، دانشنامهٔ آزاد">
            <a:extLst>
              <a:ext uri="{FF2B5EF4-FFF2-40B4-BE49-F238E27FC236}">
                <a16:creationId xmlns="" xmlns:a16="http://schemas.microsoft.com/office/drawing/2014/main" id="{1A9FEE44-0F48-48EE-A201-613E74B88238}"/>
              </a:ext>
            </a:extLst>
          </p:cNvPr>
          <p:cNvPicPr/>
          <p:nvPr/>
        </p:nvPicPr>
        <p:blipFill>
          <a:blip r:embed="rId10" cstate="print">
            <a:extLst>
              <a:ext uri="{28A0092B-C50C-407E-A947-70E740481C1C}">
                <a14:useLocalDpi xmlns:a14="http://schemas.microsoft.com/office/drawing/2010/main" val="0"/>
              </a:ext>
            </a:extLst>
          </a:blip>
          <a:srcRect/>
          <a:stretch>
            <a:fillRect/>
          </a:stretch>
        </p:blipFill>
        <p:spPr bwMode="auto">
          <a:xfrm>
            <a:off x="8610600" y="0"/>
            <a:ext cx="533400" cy="822959"/>
          </a:xfrm>
          <a:prstGeom prst="rect">
            <a:avLst/>
          </a:prstGeom>
          <a:noFill/>
          <a:ln>
            <a:noFill/>
          </a:ln>
        </p:spPr>
      </p:pic>
      <p:sp>
        <p:nvSpPr>
          <p:cNvPr id="31" name="AutoShape 10">
            <a:extLst>
              <a:ext uri="{FF2B5EF4-FFF2-40B4-BE49-F238E27FC236}">
                <a16:creationId xmlns="" xmlns:a16="http://schemas.microsoft.com/office/drawing/2014/main" id="{F6266893-797F-40B9-B7F1-28B13A3984C3}"/>
              </a:ext>
            </a:extLst>
          </p:cNvPr>
          <p:cNvSpPr>
            <a:spLocks noChangeArrowheads="1"/>
          </p:cNvSpPr>
          <p:nvPr/>
        </p:nvSpPr>
        <p:spPr bwMode="gray">
          <a:xfrm flipH="1">
            <a:off x="6246677" y="59426"/>
            <a:ext cx="2057400" cy="649224"/>
          </a:xfrm>
          <a:prstGeom prst="chevron">
            <a:avLst>
              <a:gd name="adj" fmla="val 17842"/>
            </a:avLst>
          </a:prstGeom>
          <a:gradFill rotWithShape="1">
            <a:gsLst>
              <a:gs pos="0">
                <a:srgbClr val="84B09A">
                  <a:gamma/>
                  <a:shade val="46275"/>
                  <a:invGamma/>
                </a:srgbClr>
              </a:gs>
              <a:gs pos="50000">
                <a:srgbClr val="84B09A"/>
              </a:gs>
              <a:gs pos="100000">
                <a:srgbClr val="84B09A">
                  <a:gamma/>
                  <a:shade val="46275"/>
                  <a:invGamma/>
                </a:srgbClr>
              </a:gs>
            </a:gsLst>
            <a:lin ang="2700000" scaled="1"/>
          </a:gradFill>
          <a:ln w="38100">
            <a:solidFill>
              <a:srgbClr val="EAEAEA"/>
            </a:solidFill>
            <a:miter lim="800000"/>
            <a:headEnd/>
            <a:tailEnd/>
          </a:ln>
          <a:effectLst>
            <a:outerShdw dist="109250" dir="3267739" algn="ctr" rotWithShape="0">
              <a:srgbClr val="333333">
                <a:alpha val="50000"/>
              </a:srgbClr>
            </a:outerShdw>
          </a:effectLst>
        </p:spPr>
        <p:txBody>
          <a:bodyPr wrap="square" anchor="ctr">
            <a:spAutoFit/>
          </a:bodyPr>
          <a:lstStyle/>
          <a:p>
            <a:pPr algn="ctr" fontAlgn="base">
              <a:spcBef>
                <a:spcPct val="0"/>
              </a:spcBef>
              <a:spcAft>
                <a:spcPct val="0"/>
              </a:spcAft>
            </a:pPr>
            <a:endParaRPr lang="en-US" kern="0" dirty="0">
              <a:solidFill>
                <a:srgbClr val="3D81BF"/>
              </a:solidFill>
            </a:endParaRPr>
          </a:p>
        </p:txBody>
      </p:sp>
      <p:sp>
        <p:nvSpPr>
          <p:cNvPr id="32" name="AutoShape 3">
            <a:extLst>
              <a:ext uri="{FF2B5EF4-FFF2-40B4-BE49-F238E27FC236}">
                <a16:creationId xmlns="" xmlns:a16="http://schemas.microsoft.com/office/drawing/2014/main" id="{3450B81F-1BA9-4F41-945E-CF31FD6A1BE2}"/>
              </a:ext>
            </a:extLst>
          </p:cNvPr>
          <p:cNvSpPr>
            <a:spLocks noChangeArrowheads="1"/>
          </p:cNvSpPr>
          <p:nvPr/>
        </p:nvSpPr>
        <p:spPr bwMode="gray">
          <a:xfrm flipH="1">
            <a:off x="4188613" y="57140"/>
            <a:ext cx="2056086" cy="651510"/>
          </a:xfrm>
          <a:prstGeom prst="chevron">
            <a:avLst>
              <a:gd name="adj" fmla="val 17009"/>
            </a:avLst>
          </a:prstGeom>
          <a:solidFill>
            <a:srgbClr val="2842AE"/>
          </a:solidFill>
          <a:ln w="38100">
            <a:solidFill>
              <a:srgbClr val="EAEAEA"/>
            </a:solidFill>
            <a:miter lim="800000"/>
            <a:headEnd/>
            <a:tailEnd/>
          </a:ln>
          <a:effectLst>
            <a:outerShdw dist="109250" dir="3267739" algn="ctr" rotWithShape="0">
              <a:srgbClr val="333333">
                <a:alpha val="50000"/>
              </a:srgbClr>
            </a:outerShdw>
          </a:effectLst>
        </p:spPr>
        <p:txBody>
          <a:bodyPr wrap="square" anchor="ctr">
            <a:spAutoFit/>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dirty="0">
              <a:ln>
                <a:noFill/>
              </a:ln>
              <a:solidFill>
                <a:srgbClr val="3D81BF"/>
              </a:solidFill>
              <a:effectLst/>
              <a:uLnTx/>
              <a:uFillTx/>
            </a:endParaRPr>
          </a:p>
        </p:txBody>
      </p:sp>
      <p:sp>
        <p:nvSpPr>
          <p:cNvPr id="33" name="AutoShape 3">
            <a:extLst>
              <a:ext uri="{FF2B5EF4-FFF2-40B4-BE49-F238E27FC236}">
                <a16:creationId xmlns="" xmlns:a16="http://schemas.microsoft.com/office/drawing/2014/main" id="{278C3753-7E5F-4A07-84E8-FA915CB0CE87}"/>
              </a:ext>
            </a:extLst>
          </p:cNvPr>
          <p:cNvSpPr>
            <a:spLocks noChangeArrowheads="1"/>
          </p:cNvSpPr>
          <p:nvPr/>
        </p:nvSpPr>
        <p:spPr bwMode="gray">
          <a:xfrm flipH="1">
            <a:off x="2588411" y="57141"/>
            <a:ext cx="1600202" cy="651510"/>
          </a:xfrm>
          <a:prstGeom prst="chevron">
            <a:avLst>
              <a:gd name="adj" fmla="val 17009"/>
            </a:avLst>
          </a:prstGeom>
          <a:gradFill rotWithShape="1">
            <a:gsLst>
              <a:gs pos="0">
                <a:srgbClr val="84B09A">
                  <a:gamma/>
                  <a:shade val="46275"/>
                  <a:invGamma/>
                </a:srgbClr>
              </a:gs>
              <a:gs pos="50000">
                <a:srgbClr val="84B09A"/>
              </a:gs>
              <a:gs pos="100000">
                <a:srgbClr val="84B09A">
                  <a:gamma/>
                  <a:shade val="46275"/>
                  <a:invGamma/>
                </a:srgbClr>
              </a:gs>
            </a:gsLst>
            <a:lin ang="2700000" scaled="1"/>
          </a:gradFill>
          <a:ln w="38100">
            <a:solidFill>
              <a:srgbClr val="EAEAEA"/>
            </a:solidFill>
            <a:miter lim="800000"/>
            <a:headEnd/>
            <a:tailEnd/>
          </a:ln>
          <a:effectLst>
            <a:outerShdw dist="109250" dir="3267739" algn="ctr" rotWithShape="0">
              <a:srgbClr val="333333">
                <a:alpha val="50000"/>
              </a:srgbClr>
            </a:outerShdw>
          </a:effectLst>
        </p:spPr>
        <p:txBody>
          <a:bodyPr wrap="square" anchor="ctr">
            <a:spAutoFit/>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endParaRPr>
          </a:p>
        </p:txBody>
      </p:sp>
      <p:sp>
        <p:nvSpPr>
          <p:cNvPr id="34" name="AutoShape 3">
            <a:extLst>
              <a:ext uri="{FF2B5EF4-FFF2-40B4-BE49-F238E27FC236}">
                <a16:creationId xmlns="" xmlns:a16="http://schemas.microsoft.com/office/drawing/2014/main" id="{B202AEB4-F766-4F6D-9D49-804AECBBBB79}"/>
              </a:ext>
            </a:extLst>
          </p:cNvPr>
          <p:cNvSpPr>
            <a:spLocks noChangeArrowheads="1"/>
          </p:cNvSpPr>
          <p:nvPr/>
        </p:nvSpPr>
        <p:spPr bwMode="gray">
          <a:xfrm flipH="1">
            <a:off x="161661" y="57140"/>
            <a:ext cx="2426749" cy="651510"/>
          </a:xfrm>
          <a:prstGeom prst="chevron">
            <a:avLst>
              <a:gd name="adj" fmla="val 17009"/>
            </a:avLst>
          </a:prstGeom>
          <a:gradFill rotWithShape="1">
            <a:gsLst>
              <a:gs pos="0">
                <a:srgbClr val="84B09A">
                  <a:gamma/>
                  <a:shade val="46275"/>
                  <a:invGamma/>
                </a:srgbClr>
              </a:gs>
              <a:gs pos="50000">
                <a:srgbClr val="84B09A"/>
              </a:gs>
              <a:gs pos="100000">
                <a:srgbClr val="84B09A">
                  <a:gamma/>
                  <a:shade val="46275"/>
                  <a:invGamma/>
                </a:srgbClr>
              </a:gs>
            </a:gsLst>
            <a:lin ang="2700000" scaled="1"/>
          </a:gradFill>
          <a:ln w="38100">
            <a:solidFill>
              <a:srgbClr val="EAEAEA"/>
            </a:solidFill>
            <a:miter lim="800000"/>
            <a:headEnd/>
            <a:tailEnd/>
          </a:ln>
          <a:effectLst>
            <a:outerShdw dist="109250" dir="3267739" algn="ctr" rotWithShape="0">
              <a:srgbClr val="333333">
                <a:alpha val="50000"/>
              </a:srgbClr>
            </a:outerShdw>
          </a:effectLst>
        </p:spPr>
        <p:txBody>
          <a:bodyPr wrap="square" anchor="ctr">
            <a:spAutoFit/>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endParaRPr>
          </a:p>
        </p:txBody>
      </p:sp>
      <p:sp>
        <p:nvSpPr>
          <p:cNvPr id="35" name="Rectangle 34">
            <a:extLst>
              <a:ext uri="{FF2B5EF4-FFF2-40B4-BE49-F238E27FC236}">
                <a16:creationId xmlns="" xmlns:a16="http://schemas.microsoft.com/office/drawing/2014/main" id="{89552ECA-1CA1-40F1-A87E-809897E322A0}"/>
              </a:ext>
            </a:extLst>
          </p:cNvPr>
          <p:cNvSpPr/>
          <p:nvPr/>
        </p:nvSpPr>
        <p:spPr>
          <a:xfrm>
            <a:off x="403231" y="91457"/>
            <a:ext cx="2056085" cy="584775"/>
          </a:xfrm>
          <a:prstGeom prst="rect">
            <a:avLst/>
          </a:prstGeom>
        </p:spPr>
        <p:txBody>
          <a:bodyPr wrap="square">
            <a:spAutoFit/>
          </a:bodyPr>
          <a:lstStyle/>
          <a:p>
            <a:pPr lvl="0" algn="ctr" rtl="1" fontAlgn="base">
              <a:spcBef>
                <a:spcPct val="0"/>
              </a:spcBef>
              <a:spcAft>
                <a:spcPct val="0"/>
              </a:spcAft>
            </a:pPr>
            <a:r>
              <a:rPr lang="fa-IR" sz="1600" b="1" dirty="0" smtClean="0">
                <a:solidFill>
                  <a:srgbClr val="FFFFFF"/>
                </a:solidFill>
                <a:latin typeface="Times New Roman" panose="02020603050405020304" pitchFamily="18" charset="0"/>
                <a:cs typeface="B Nazanin" panose="00000400000000000000" pitchFamily="2" charset="-78"/>
              </a:rPr>
              <a:t> پیاده سازی و ارزیابی همسان ساز پیشنهادی</a:t>
            </a:r>
            <a:endParaRPr lang="fa-IR" sz="1600" b="1" dirty="0">
              <a:solidFill>
                <a:srgbClr val="FFFFFF"/>
              </a:solidFill>
              <a:latin typeface="Times New Roman" panose="02020603050405020304" pitchFamily="18" charset="0"/>
              <a:cs typeface="B Nazanin" panose="00000400000000000000" pitchFamily="2" charset="-78"/>
            </a:endParaRPr>
          </a:p>
        </p:txBody>
      </p:sp>
      <p:sp>
        <p:nvSpPr>
          <p:cNvPr id="36" name="Rectangle 35">
            <a:extLst>
              <a:ext uri="{FF2B5EF4-FFF2-40B4-BE49-F238E27FC236}">
                <a16:creationId xmlns="" xmlns:a16="http://schemas.microsoft.com/office/drawing/2014/main" id="{2A9B9FDD-FEF5-46D3-8995-5604A1B4B80E}"/>
              </a:ext>
            </a:extLst>
          </p:cNvPr>
          <p:cNvSpPr/>
          <p:nvPr/>
        </p:nvSpPr>
        <p:spPr>
          <a:xfrm>
            <a:off x="2636749" y="78259"/>
            <a:ext cx="1600200" cy="584775"/>
          </a:xfrm>
          <a:prstGeom prst="rect">
            <a:avLst/>
          </a:prstGeom>
        </p:spPr>
        <p:txBody>
          <a:bodyPr wrap="square">
            <a:spAutoFit/>
          </a:bodyPr>
          <a:lstStyle/>
          <a:p>
            <a:pPr lvl="0" algn="ctr" rtl="1" fontAlgn="base">
              <a:spcBef>
                <a:spcPct val="0"/>
              </a:spcBef>
              <a:spcAft>
                <a:spcPct val="0"/>
              </a:spcAft>
            </a:pPr>
            <a:r>
              <a:rPr lang="fa-IR" sz="1600" b="1" dirty="0">
                <a:solidFill>
                  <a:srgbClr val="FFFFFF"/>
                </a:solidFill>
                <a:latin typeface="Times New Roman" panose="02020603050405020304" pitchFamily="18" charset="0"/>
                <a:cs typeface="B Nazanin" panose="00000400000000000000" pitchFamily="2" charset="-78"/>
              </a:rPr>
              <a:t>همسان سازی پیشنهادی</a:t>
            </a:r>
          </a:p>
        </p:txBody>
      </p:sp>
      <p:sp>
        <p:nvSpPr>
          <p:cNvPr id="37" name="Rectangle 36">
            <a:extLst>
              <a:ext uri="{FF2B5EF4-FFF2-40B4-BE49-F238E27FC236}">
                <a16:creationId xmlns="" xmlns:a16="http://schemas.microsoft.com/office/drawing/2014/main" id="{4756B784-8B4C-449F-AE9D-2B6BBC518073}"/>
              </a:ext>
            </a:extLst>
          </p:cNvPr>
          <p:cNvSpPr/>
          <p:nvPr/>
        </p:nvSpPr>
        <p:spPr>
          <a:xfrm>
            <a:off x="4495138" y="91457"/>
            <a:ext cx="1443038" cy="584775"/>
          </a:xfrm>
          <a:prstGeom prst="rect">
            <a:avLst/>
          </a:prstGeom>
        </p:spPr>
        <p:txBody>
          <a:bodyPr wrap="square">
            <a:spAutoFit/>
          </a:bodyPr>
          <a:lstStyle/>
          <a:p>
            <a:pPr lvl="0" algn="ctr" rtl="1" fontAlgn="base">
              <a:spcBef>
                <a:spcPct val="0"/>
              </a:spcBef>
              <a:spcAft>
                <a:spcPct val="0"/>
              </a:spcAft>
            </a:pPr>
            <a:r>
              <a:rPr lang="fa-IR" sz="1600" b="1" dirty="0">
                <a:solidFill>
                  <a:srgbClr val="FFFFFF"/>
                </a:solidFill>
                <a:latin typeface="Times New Roman" panose="02020603050405020304" pitchFamily="18" charset="0"/>
                <a:cs typeface="B Nazanin" panose="00000400000000000000" pitchFamily="2" charset="-78"/>
              </a:rPr>
              <a:t>همسان سازی باتری</a:t>
            </a:r>
          </a:p>
        </p:txBody>
      </p:sp>
      <p:sp>
        <p:nvSpPr>
          <p:cNvPr id="40" name="Rectangle 39">
            <a:extLst>
              <a:ext uri="{FF2B5EF4-FFF2-40B4-BE49-F238E27FC236}">
                <a16:creationId xmlns="" xmlns:a16="http://schemas.microsoft.com/office/drawing/2014/main" id="{E9011965-C922-40BF-B928-2A7E03BC5CDA}"/>
              </a:ext>
            </a:extLst>
          </p:cNvPr>
          <p:cNvSpPr/>
          <p:nvPr/>
        </p:nvSpPr>
        <p:spPr>
          <a:xfrm>
            <a:off x="6499957" y="197162"/>
            <a:ext cx="1626786" cy="323165"/>
          </a:xfrm>
          <a:prstGeom prst="rect">
            <a:avLst/>
          </a:prstGeom>
        </p:spPr>
        <p:txBody>
          <a:bodyPr wrap="square">
            <a:spAutoFit/>
          </a:bodyPr>
          <a:lstStyle/>
          <a:p>
            <a:pPr lvl="0" algn="ctr" fontAlgn="base">
              <a:spcBef>
                <a:spcPct val="0"/>
              </a:spcBef>
              <a:spcAft>
                <a:spcPct val="0"/>
              </a:spcAft>
              <a:defRPr/>
            </a:pPr>
            <a:r>
              <a:rPr lang="fa-IR" sz="1500" b="1" kern="0" dirty="0">
                <a:solidFill>
                  <a:srgbClr val="FFFFFF"/>
                </a:solidFill>
                <a:latin typeface="Times New Roman" panose="02020603050405020304" pitchFamily="18" charset="0"/>
                <a:cs typeface="B Nazanin" pitchFamily="2" charset="-78"/>
              </a:rPr>
              <a:t>باتری ها</a:t>
            </a:r>
            <a:endParaRPr lang="en-US" sz="1500" b="1" kern="0" dirty="0">
              <a:solidFill>
                <a:srgbClr val="FFFFFF"/>
              </a:solidFill>
              <a:latin typeface="Times New Roman" panose="02020603050405020304" pitchFamily="18" charset="0"/>
              <a:cs typeface="B Nazanin" pitchFamily="2" charset="-78"/>
            </a:endParaRPr>
          </a:p>
        </p:txBody>
      </p:sp>
      <p:sp>
        <p:nvSpPr>
          <p:cNvPr id="42" name="Rounded Rectangle 175">
            <a:extLst>
              <a:ext uri="{FF2B5EF4-FFF2-40B4-BE49-F238E27FC236}">
                <a16:creationId xmlns="" xmlns:a16="http://schemas.microsoft.com/office/drawing/2014/main" id="{5ED324C1-9E82-4B7C-8E12-63B5A59FFFC0}"/>
              </a:ext>
            </a:extLst>
          </p:cNvPr>
          <p:cNvSpPr/>
          <p:nvPr/>
        </p:nvSpPr>
        <p:spPr bwMode="auto">
          <a:xfrm>
            <a:off x="6324600" y="1066930"/>
            <a:ext cx="2922494" cy="418072"/>
          </a:xfrm>
          <a:prstGeom prst="roundRect">
            <a:avLst/>
          </a:prstGeom>
          <a:solidFill>
            <a:srgbClr val="3D81BF">
              <a:lumMod val="75000"/>
            </a:srgbClr>
          </a:solidFill>
          <a:ln w="9525" cap="flat" cmpd="sng" algn="ctr">
            <a:solidFill>
              <a:srgbClr val="000000"/>
            </a:solidFill>
            <a:prstDash val="solid"/>
            <a:round/>
            <a:headEnd type="none" w="med" len="med"/>
            <a:tailEnd type="none" w="med" len="med"/>
          </a:ln>
          <a:effectLst>
            <a:reflection blurRad="6350" stA="50000" endA="300" endPos="55000" dir="5400000" sy="-100000" algn="bl" rotWithShape="0"/>
          </a:effectLst>
          <a:scene3d>
            <a:camera prst="isometricOffAxis2Left"/>
            <a:lightRig rig="threePt" dir="t"/>
          </a:scene3d>
        </p:spPr>
        <p:txBody>
          <a:bodyPr vert="horz" wrap="square" lIns="91440" tIns="45720" rIns="91440" bIns="45720" numCol="1" rtlCol="0" anchor="t" anchorCtr="0" compatLnSpc="1">
            <a:prstTxWarp prst="textNoShape">
              <a:avLst/>
            </a:prstTxWarp>
          </a:bodyPr>
          <a:lstStyle/>
          <a:p>
            <a:pPr lvl="0" algn="ctr" rtl="1" fontAlgn="base">
              <a:spcBef>
                <a:spcPct val="0"/>
              </a:spcBef>
              <a:spcAft>
                <a:spcPct val="0"/>
              </a:spcAft>
            </a:pPr>
            <a:r>
              <a:rPr lang="fa-IR" sz="2000" b="1" dirty="0">
                <a:solidFill>
                  <a:srgbClr val="FFFFFF"/>
                </a:solidFill>
                <a:latin typeface="Times New Roman" panose="02020603050405020304" pitchFamily="18" charset="0"/>
                <a:cs typeface="B Nazanin" panose="00000400000000000000" pitchFamily="2" charset="-78"/>
              </a:rPr>
              <a:t>همسان سازی باتری</a:t>
            </a:r>
          </a:p>
        </p:txBody>
      </p:sp>
    </p:spTree>
    <p:extLst>
      <p:ext uri="{BB962C8B-B14F-4D97-AF65-F5344CB8AC3E}">
        <p14:creationId xmlns:p14="http://schemas.microsoft.com/office/powerpoint/2010/main" val="2572194408"/>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6" name="Slide Number Placeholder 3">
            <a:extLst>
              <a:ext uri="{FF2B5EF4-FFF2-40B4-BE49-F238E27FC236}">
                <a16:creationId xmlns="" xmlns:a16="http://schemas.microsoft.com/office/drawing/2014/main" id="{FEFB061F-8AAB-4535-B272-1BA4D5A77191}"/>
              </a:ext>
            </a:extLst>
          </p:cNvPr>
          <p:cNvSpPr txBox="1">
            <a:spLocks/>
          </p:cNvSpPr>
          <p:nvPr/>
        </p:nvSpPr>
        <p:spPr>
          <a:xfrm>
            <a:off x="8965" y="6090313"/>
            <a:ext cx="676835" cy="767687"/>
          </a:xfrm>
          <a:prstGeom prst="rect">
            <a:avLst/>
          </a:prstGeom>
        </p:spPr>
        <p:txBody>
          <a:bodyPr vert="horz" lIns="91440" tIns="45720" rIns="91440" bIns="45720" rtlCol="0" anchor="ctr"/>
          <a:lstStyle>
            <a:defPPr>
              <a:defRPr lang="en-US"/>
            </a:defPPr>
            <a:lvl1pPr marL="0" algn="l" defTabSz="914400" rtl="0" eaLnBrk="1" latinLnBrk="0" hangingPunct="1">
              <a:defRPr sz="1400" b="1" kern="1200">
                <a:solidFill>
                  <a:srgbClr val="FFFFFF"/>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rtl="1"/>
            <a:fld id="{E8ADF199-8047-440E-B02B-E80683B392F2}" type="slidenum">
              <a:rPr lang="fa-IR" sz="1800" smtClean="0">
                <a:solidFill>
                  <a:schemeClr val="tx1"/>
                </a:solidFill>
                <a:cs typeface="B Lotus" panose="00000400000000000000" pitchFamily="2" charset="-78"/>
              </a:rPr>
              <a:pPr rtl="1"/>
              <a:t>35</a:t>
            </a:fld>
            <a:endParaRPr lang="fa-IR" sz="1800" dirty="0">
              <a:solidFill>
                <a:schemeClr val="tx1"/>
              </a:solidFill>
              <a:cs typeface="B Lotus" panose="00000400000000000000" pitchFamily="2" charset="-78"/>
            </a:endParaRPr>
          </a:p>
        </p:txBody>
      </p:sp>
      <p:pic>
        <p:nvPicPr>
          <p:cNvPr id="4" name="Picture 3"/>
          <p:cNvPicPr>
            <a:picLocks noChangeAspect="1"/>
          </p:cNvPicPr>
          <p:nvPr/>
        </p:nvPicPr>
        <p:blipFill>
          <a:blip r:embed="rId3"/>
          <a:stretch>
            <a:fillRect/>
          </a:stretch>
        </p:blipFill>
        <p:spPr>
          <a:xfrm>
            <a:off x="85165" y="1830481"/>
            <a:ext cx="8906435" cy="4132315"/>
          </a:xfrm>
          <a:prstGeom prst="rect">
            <a:avLst/>
          </a:prstGeom>
        </p:spPr>
      </p:pic>
      <p:sp>
        <p:nvSpPr>
          <p:cNvPr id="37" name="TextBox 36"/>
          <p:cNvSpPr txBox="1"/>
          <p:nvPr/>
        </p:nvSpPr>
        <p:spPr>
          <a:xfrm>
            <a:off x="936768" y="5943746"/>
            <a:ext cx="7176965" cy="369332"/>
          </a:xfrm>
          <a:prstGeom prst="rect">
            <a:avLst/>
          </a:prstGeom>
          <a:noFill/>
        </p:spPr>
        <p:txBody>
          <a:bodyPr wrap="none" rtlCol="0">
            <a:spAutoFit/>
          </a:bodyPr>
          <a:lstStyle/>
          <a:p>
            <a:pPr algn="ctr" rtl="1"/>
            <a:r>
              <a:rPr lang="fa-IR" dirty="0">
                <a:latin typeface="Times New Roman" panose="02020603050405020304" pitchFamily="18" charset="0"/>
                <a:ea typeface="Calibri" panose="020F0502020204030204" pitchFamily="34" charset="0"/>
                <a:cs typeface="B Lotus" panose="00000400000000000000" pitchFamily="2" charset="-78"/>
              </a:rPr>
              <a:t>شکل 11</a:t>
            </a:r>
            <a:r>
              <a:rPr lang="fa-IR" dirty="0">
                <a:latin typeface="Times New Roman" panose="02020603050405020304" pitchFamily="18" charset="0"/>
                <a:cs typeface="B Lotus" panose="00000400000000000000" pitchFamily="2" charset="-78"/>
              </a:rPr>
              <a:t>فلوچارت الگوریتم خوشه بندی باتری ها به روش </a:t>
            </a:r>
            <a:r>
              <a:rPr lang="en-US" dirty="0">
                <a:latin typeface="Times New Roman" panose="02020603050405020304" pitchFamily="18" charset="0"/>
                <a:cs typeface="B Lotus" panose="00000400000000000000" pitchFamily="2" charset="-78"/>
              </a:rPr>
              <a:t>k-means</a:t>
            </a:r>
            <a:r>
              <a:rPr lang="fa-IR" dirty="0">
                <a:latin typeface="Times New Roman" panose="02020603050405020304" pitchFamily="18" charset="0"/>
                <a:cs typeface="B Lotus" panose="00000400000000000000" pitchFamily="2" charset="-78"/>
              </a:rPr>
              <a:t> با نقاط حاصل از </a:t>
            </a:r>
            <a:r>
              <a:rPr lang="en-US" dirty="0">
                <a:latin typeface="Times New Roman" panose="02020603050405020304" pitchFamily="18" charset="0"/>
                <a:cs typeface="B Lotus" panose="00000400000000000000" pitchFamily="2" charset="-78"/>
              </a:rPr>
              <a:t>GA</a:t>
            </a:r>
            <a:r>
              <a:rPr lang="fa-IR" dirty="0">
                <a:solidFill>
                  <a:srgbClr val="61D6FF"/>
                </a:solidFill>
                <a:latin typeface="Times New Roman" panose="02020603050405020304" pitchFamily="18" charset="0"/>
                <a:cs typeface="B Lotus" panose="00000400000000000000" pitchFamily="2" charset="-78"/>
              </a:rPr>
              <a:t> [3]</a:t>
            </a:r>
            <a:r>
              <a:rPr lang="fa-IR" dirty="0">
                <a:latin typeface="Times New Roman" panose="02020603050405020304" pitchFamily="18" charset="0"/>
                <a:cs typeface="B Lotus" panose="00000400000000000000" pitchFamily="2" charset="-78"/>
              </a:rPr>
              <a:t>.</a:t>
            </a:r>
            <a:r>
              <a:rPr lang="fa-IR" dirty="0">
                <a:latin typeface="Times New Roman" panose="02020603050405020304" pitchFamily="18" charset="0"/>
                <a:ea typeface="Calibri" panose="020F0502020204030204" pitchFamily="34" charset="0"/>
                <a:cs typeface="B Lotus" panose="00000400000000000000" pitchFamily="2" charset="-78"/>
              </a:rPr>
              <a:t> </a:t>
            </a:r>
            <a:endParaRPr lang="en-US" dirty="0">
              <a:latin typeface="Times New Roman" panose="02020603050405020304" pitchFamily="18" charset="0"/>
              <a:cs typeface="B Lotus" panose="00000400000000000000" pitchFamily="2" charset="-78"/>
            </a:endParaRPr>
          </a:p>
        </p:txBody>
      </p:sp>
      <p:sp>
        <p:nvSpPr>
          <p:cNvPr id="38" name="Rectangle 37"/>
          <p:cNvSpPr/>
          <p:nvPr/>
        </p:nvSpPr>
        <p:spPr>
          <a:xfrm>
            <a:off x="418672" y="6427113"/>
            <a:ext cx="8725328" cy="430887"/>
          </a:xfrm>
          <a:prstGeom prst="rect">
            <a:avLst/>
          </a:prstGeom>
        </p:spPr>
        <p:txBody>
          <a:bodyPr wrap="square">
            <a:spAutoFit/>
          </a:bodyPr>
          <a:lstStyle/>
          <a:p>
            <a:pPr lvl="0">
              <a:defRPr/>
            </a:pPr>
            <a:r>
              <a:rPr lang="en-US" sz="1100" dirty="0"/>
              <a:t>[3]      S. </a:t>
            </a:r>
            <a:r>
              <a:rPr lang="en-US" sz="1100" dirty="0" err="1"/>
              <a:t>Jinlei</a:t>
            </a:r>
            <a:r>
              <a:rPr lang="en-US" sz="1100" dirty="0"/>
              <a:t>, L. Wei, T. </a:t>
            </a:r>
            <a:r>
              <a:rPr lang="en-US" sz="1100" dirty="0" err="1"/>
              <a:t>Chuanyu</a:t>
            </a:r>
            <a:r>
              <a:rPr lang="en-US" sz="1100" dirty="0"/>
              <a:t>, W. </a:t>
            </a:r>
            <a:r>
              <a:rPr lang="en-US" sz="1100" dirty="0" err="1"/>
              <a:t>Tianru</a:t>
            </a:r>
            <a:r>
              <a:rPr lang="en-US" sz="1100" dirty="0"/>
              <a:t>, J. Tao, and T. Yong, "A novel active equalization method for series-connected battery packs based on clustering analysis with genetic algorithm," </a:t>
            </a:r>
            <a:r>
              <a:rPr lang="en-US" sz="1100" i="1" dirty="0"/>
              <a:t>IEEE Transactions on Power Electronics, </a:t>
            </a:r>
            <a:r>
              <a:rPr lang="en-US" sz="1100" dirty="0"/>
              <a:t>vol. 36, no. 7, pp. 7853-7865, 2021.</a:t>
            </a:r>
          </a:p>
        </p:txBody>
      </p:sp>
      <p:sp>
        <p:nvSpPr>
          <p:cNvPr id="40" name="TextBox 39">
            <a:extLst>
              <a:ext uri="{FF2B5EF4-FFF2-40B4-BE49-F238E27FC236}">
                <a16:creationId xmlns="" xmlns:a16="http://schemas.microsoft.com/office/drawing/2014/main" id="{F43469DC-7F5B-471E-BD74-ED709E621F63}"/>
              </a:ext>
            </a:extLst>
          </p:cNvPr>
          <p:cNvSpPr txBox="1"/>
          <p:nvPr/>
        </p:nvSpPr>
        <p:spPr>
          <a:xfrm>
            <a:off x="-900706" y="941383"/>
            <a:ext cx="7315201" cy="307777"/>
          </a:xfrm>
          <a:prstGeom prst="rect">
            <a:avLst/>
          </a:prstGeom>
          <a:noFill/>
        </p:spPr>
        <p:txBody>
          <a:bodyPr wrap="square" rtlCol="0">
            <a:spAutoFit/>
          </a:bodyPr>
          <a:lstStyle/>
          <a:p>
            <a:pPr algn="r" rtl="1" fontAlgn="base">
              <a:spcBef>
                <a:spcPct val="0"/>
              </a:spcBef>
              <a:spcAft>
                <a:spcPct val="0"/>
              </a:spcAft>
            </a:pPr>
            <a:r>
              <a:rPr lang="fa-IR" sz="1400" dirty="0">
                <a:cs typeface="B Lotus" panose="00000400000000000000" pitchFamily="2" charset="-78"/>
              </a:rPr>
              <a:t>روشی نو برای همسان‌سازی باتری پک با اتصال سری بر مبنای تجزیه و تحلیل خوشه‌بندی همراه با الگوریتم ژنتیک</a:t>
            </a:r>
            <a:endParaRPr lang="en-US" sz="1400" dirty="0">
              <a:cs typeface="B Lotus" panose="00000400000000000000" pitchFamily="2" charset="-78"/>
            </a:endParaRPr>
          </a:p>
        </p:txBody>
      </p:sp>
      <p:pic>
        <p:nvPicPr>
          <p:cNvPr id="41" name="Picture 40" descr="پرونده:Azad University logo.png - ویکی‌پدیا، دانشنامهٔ آزاد">
            <a:extLst>
              <a:ext uri="{FF2B5EF4-FFF2-40B4-BE49-F238E27FC236}">
                <a16:creationId xmlns="" xmlns:a16="http://schemas.microsoft.com/office/drawing/2014/main" id="{1A9FEE44-0F48-48EE-A201-613E74B88238}"/>
              </a:ext>
            </a:extLst>
          </p:cNvPr>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8610600" y="0"/>
            <a:ext cx="533400" cy="822959"/>
          </a:xfrm>
          <a:prstGeom prst="rect">
            <a:avLst/>
          </a:prstGeom>
          <a:noFill/>
          <a:ln>
            <a:noFill/>
          </a:ln>
        </p:spPr>
      </p:pic>
      <p:sp>
        <p:nvSpPr>
          <p:cNvPr id="42" name="AutoShape 10">
            <a:extLst>
              <a:ext uri="{FF2B5EF4-FFF2-40B4-BE49-F238E27FC236}">
                <a16:creationId xmlns="" xmlns:a16="http://schemas.microsoft.com/office/drawing/2014/main" id="{F6266893-797F-40B9-B7F1-28B13A3984C3}"/>
              </a:ext>
            </a:extLst>
          </p:cNvPr>
          <p:cNvSpPr>
            <a:spLocks noChangeArrowheads="1"/>
          </p:cNvSpPr>
          <p:nvPr/>
        </p:nvSpPr>
        <p:spPr bwMode="gray">
          <a:xfrm flipH="1">
            <a:off x="6246677" y="59426"/>
            <a:ext cx="2057400" cy="649224"/>
          </a:xfrm>
          <a:prstGeom prst="chevron">
            <a:avLst>
              <a:gd name="adj" fmla="val 17842"/>
            </a:avLst>
          </a:prstGeom>
          <a:gradFill rotWithShape="1">
            <a:gsLst>
              <a:gs pos="0">
                <a:srgbClr val="84B09A">
                  <a:gamma/>
                  <a:shade val="46275"/>
                  <a:invGamma/>
                </a:srgbClr>
              </a:gs>
              <a:gs pos="50000">
                <a:srgbClr val="84B09A"/>
              </a:gs>
              <a:gs pos="100000">
                <a:srgbClr val="84B09A">
                  <a:gamma/>
                  <a:shade val="46275"/>
                  <a:invGamma/>
                </a:srgbClr>
              </a:gs>
            </a:gsLst>
            <a:lin ang="2700000" scaled="1"/>
          </a:gradFill>
          <a:ln w="38100">
            <a:solidFill>
              <a:srgbClr val="EAEAEA"/>
            </a:solidFill>
            <a:miter lim="800000"/>
            <a:headEnd/>
            <a:tailEnd/>
          </a:ln>
          <a:effectLst>
            <a:outerShdw dist="109250" dir="3267739" algn="ctr" rotWithShape="0">
              <a:srgbClr val="333333">
                <a:alpha val="50000"/>
              </a:srgbClr>
            </a:outerShdw>
          </a:effectLst>
        </p:spPr>
        <p:txBody>
          <a:bodyPr wrap="square" anchor="ctr">
            <a:spAutoFit/>
          </a:bodyPr>
          <a:lstStyle/>
          <a:p>
            <a:pPr algn="ctr" fontAlgn="base">
              <a:spcBef>
                <a:spcPct val="0"/>
              </a:spcBef>
              <a:spcAft>
                <a:spcPct val="0"/>
              </a:spcAft>
            </a:pPr>
            <a:endParaRPr lang="en-US" kern="0" dirty="0">
              <a:solidFill>
                <a:srgbClr val="3D81BF"/>
              </a:solidFill>
            </a:endParaRPr>
          </a:p>
        </p:txBody>
      </p:sp>
      <p:sp>
        <p:nvSpPr>
          <p:cNvPr id="43" name="AutoShape 3">
            <a:extLst>
              <a:ext uri="{FF2B5EF4-FFF2-40B4-BE49-F238E27FC236}">
                <a16:creationId xmlns="" xmlns:a16="http://schemas.microsoft.com/office/drawing/2014/main" id="{3450B81F-1BA9-4F41-945E-CF31FD6A1BE2}"/>
              </a:ext>
            </a:extLst>
          </p:cNvPr>
          <p:cNvSpPr>
            <a:spLocks noChangeArrowheads="1"/>
          </p:cNvSpPr>
          <p:nvPr/>
        </p:nvSpPr>
        <p:spPr bwMode="gray">
          <a:xfrm flipH="1">
            <a:off x="4188613" y="57140"/>
            <a:ext cx="2056086" cy="651510"/>
          </a:xfrm>
          <a:prstGeom prst="chevron">
            <a:avLst>
              <a:gd name="adj" fmla="val 17009"/>
            </a:avLst>
          </a:prstGeom>
          <a:solidFill>
            <a:srgbClr val="2842AE"/>
          </a:solidFill>
          <a:ln w="38100">
            <a:solidFill>
              <a:srgbClr val="EAEAEA"/>
            </a:solidFill>
            <a:miter lim="800000"/>
            <a:headEnd/>
            <a:tailEnd/>
          </a:ln>
          <a:effectLst>
            <a:outerShdw dist="109250" dir="3267739" algn="ctr" rotWithShape="0">
              <a:srgbClr val="333333">
                <a:alpha val="50000"/>
              </a:srgbClr>
            </a:outerShdw>
          </a:effectLst>
        </p:spPr>
        <p:txBody>
          <a:bodyPr wrap="square" anchor="ctr">
            <a:spAutoFit/>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dirty="0">
              <a:ln>
                <a:noFill/>
              </a:ln>
              <a:solidFill>
                <a:srgbClr val="3D81BF"/>
              </a:solidFill>
              <a:effectLst/>
              <a:uLnTx/>
              <a:uFillTx/>
            </a:endParaRPr>
          </a:p>
        </p:txBody>
      </p:sp>
      <p:sp>
        <p:nvSpPr>
          <p:cNvPr id="44" name="AutoShape 3">
            <a:extLst>
              <a:ext uri="{FF2B5EF4-FFF2-40B4-BE49-F238E27FC236}">
                <a16:creationId xmlns="" xmlns:a16="http://schemas.microsoft.com/office/drawing/2014/main" id="{278C3753-7E5F-4A07-84E8-FA915CB0CE87}"/>
              </a:ext>
            </a:extLst>
          </p:cNvPr>
          <p:cNvSpPr>
            <a:spLocks noChangeArrowheads="1"/>
          </p:cNvSpPr>
          <p:nvPr/>
        </p:nvSpPr>
        <p:spPr bwMode="gray">
          <a:xfrm flipH="1">
            <a:off x="2588411" y="57141"/>
            <a:ext cx="1600202" cy="651510"/>
          </a:xfrm>
          <a:prstGeom prst="chevron">
            <a:avLst>
              <a:gd name="adj" fmla="val 17009"/>
            </a:avLst>
          </a:prstGeom>
          <a:gradFill rotWithShape="1">
            <a:gsLst>
              <a:gs pos="0">
                <a:srgbClr val="84B09A">
                  <a:gamma/>
                  <a:shade val="46275"/>
                  <a:invGamma/>
                </a:srgbClr>
              </a:gs>
              <a:gs pos="50000">
                <a:srgbClr val="84B09A"/>
              </a:gs>
              <a:gs pos="100000">
                <a:srgbClr val="84B09A">
                  <a:gamma/>
                  <a:shade val="46275"/>
                  <a:invGamma/>
                </a:srgbClr>
              </a:gs>
            </a:gsLst>
            <a:lin ang="2700000" scaled="1"/>
          </a:gradFill>
          <a:ln w="38100">
            <a:solidFill>
              <a:srgbClr val="EAEAEA"/>
            </a:solidFill>
            <a:miter lim="800000"/>
            <a:headEnd/>
            <a:tailEnd/>
          </a:ln>
          <a:effectLst>
            <a:outerShdw dist="109250" dir="3267739" algn="ctr" rotWithShape="0">
              <a:srgbClr val="333333">
                <a:alpha val="50000"/>
              </a:srgbClr>
            </a:outerShdw>
          </a:effectLst>
        </p:spPr>
        <p:txBody>
          <a:bodyPr wrap="square" anchor="ctr">
            <a:spAutoFit/>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endParaRPr>
          </a:p>
        </p:txBody>
      </p:sp>
      <p:sp>
        <p:nvSpPr>
          <p:cNvPr id="45" name="AutoShape 3">
            <a:extLst>
              <a:ext uri="{FF2B5EF4-FFF2-40B4-BE49-F238E27FC236}">
                <a16:creationId xmlns="" xmlns:a16="http://schemas.microsoft.com/office/drawing/2014/main" id="{B202AEB4-F766-4F6D-9D49-804AECBBBB79}"/>
              </a:ext>
            </a:extLst>
          </p:cNvPr>
          <p:cNvSpPr>
            <a:spLocks noChangeArrowheads="1"/>
          </p:cNvSpPr>
          <p:nvPr/>
        </p:nvSpPr>
        <p:spPr bwMode="gray">
          <a:xfrm flipH="1">
            <a:off x="161661" y="57140"/>
            <a:ext cx="2426749" cy="651510"/>
          </a:xfrm>
          <a:prstGeom prst="chevron">
            <a:avLst>
              <a:gd name="adj" fmla="val 17009"/>
            </a:avLst>
          </a:prstGeom>
          <a:gradFill rotWithShape="1">
            <a:gsLst>
              <a:gs pos="0">
                <a:srgbClr val="84B09A">
                  <a:gamma/>
                  <a:shade val="46275"/>
                  <a:invGamma/>
                </a:srgbClr>
              </a:gs>
              <a:gs pos="50000">
                <a:srgbClr val="84B09A"/>
              </a:gs>
              <a:gs pos="100000">
                <a:srgbClr val="84B09A">
                  <a:gamma/>
                  <a:shade val="46275"/>
                  <a:invGamma/>
                </a:srgbClr>
              </a:gs>
            </a:gsLst>
            <a:lin ang="2700000" scaled="1"/>
          </a:gradFill>
          <a:ln w="38100">
            <a:solidFill>
              <a:srgbClr val="EAEAEA"/>
            </a:solidFill>
            <a:miter lim="800000"/>
            <a:headEnd/>
            <a:tailEnd/>
          </a:ln>
          <a:effectLst>
            <a:outerShdw dist="109250" dir="3267739" algn="ctr" rotWithShape="0">
              <a:srgbClr val="333333">
                <a:alpha val="50000"/>
              </a:srgbClr>
            </a:outerShdw>
          </a:effectLst>
        </p:spPr>
        <p:txBody>
          <a:bodyPr wrap="square" anchor="ctr">
            <a:spAutoFit/>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endParaRPr>
          </a:p>
        </p:txBody>
      </p:sp>
      <p:sp>
        <p:nvSpPr>
          <p:cNvPr id="46" name="Rectangle 45">
            <a:extLst>
              <a:ext uri="{FF2B5EF4-FFF2-40B4-BE49-F238E27FC236}">
                <a16:creationId xmlns="" xmlns:a16="http://schemas.microsoft.com/office/drawing/2014/main" id="{89552ECA-1CA1-40F1-A87E-809897E322A0}"/>
              </a:ext>
            </a:extLst>
          </p:cNvPr>
          <p:cNvSpPr/>
          <p:nvPr/>
        </p:nvSpPr>
        <p:spPr>
          <a:xfrm>
            <a:off x="403231" y="91457"/>
            <a:ext cx="2056085" cy="584775"/>
          </a:xfrm>
          <a:prstGeom prst="rect">
            <a:avLst/>
          </a:prstGeom>
        </p:spPr>
        <p:txBody>
          <a:bodyPr wrap="square">
            <a:spAutoFit/>
          </a:bodyPr>
          <a:lstStyle/>
          <a:p>
            <a:pPr lvl="0" algn="ctr" rtl="1" fontAlgn="base">
              <a:spcBef>
                <a:spcPct val="0"/>
              </a:spcBef>
              <a:spcAft>
                <a:spcPct val="0"/>
              </a:spcAft>
            </a:pPr>
            <a:r>
              <a:rPr lang="fa-IR" sz="1600" b="1" dirty="0" smtClean="0">
                <a:solidFill>
                  <a:srgbClr val="FFFFFF"/>
                </a:solidFill>
                <a:latin typeface="Times New Roman" panose="02020603050405020304" pitchFamily="18" charset="0"/>
                <a:cs typeface="B Nazanin" panose="00000400000000000000" pitchFamily="2" charset="-78"/>
              </a:rPr>
              <a:t> پیاده سازی و ارزیابی همسان ساز پیشنهادی</a:t>
            </a:r>
            <a:endParaRPr lang="fa-IR" sz="1600" b="1" dirty="0">
              <a:solidFill>
                <a:srgbClr val="FFFFFF"/>
              </a:solidFill>
              <a:latin typeface="Times New Roman" panose="02020603050405020304" pitchFamily="18" charset="0"/>
              <a:cs typeface="B Nazanin" panose="00000400000000000000" pitchFamily="2" charset="-78"/>
            </a:endParaRPr>
          </a:p>
        </p:txBody>
      </p:sp>
      <p:sp>
        <p:nvSpPr>
          <p:cNvPr id="47" name="Rectangle 46">
            <a:extLst>
              <a:ext uri="{FF2B5EF4-FFF2-40B4-BE49-F238E27FC236}">
                <a16:creationId xmlns="" xmlns:a16="http://schemas.microsoft.com/office/drawing/2014/main" id="{2A9B9FDD-FEF5-46D3-8995-5604A1B4B80E}"/>
              </a:ext>
            </a:extLst>
          </p:cNvPr>
          <p:cNvSpPr/>
          <p:nvPr/>
        </p:nvSpPr>
        <p:spPr>
          <a:xfrm>
            <a:off x="2636749" y="78259"/>
            <a:ext cx="1600200" cy="584775"/>
          </a:xfrm>
          <a:prstGeom prst="rect">
            <a:avLst/>
          </a:prstGeom>
        </p:spPr>
        <p:txBody>
          <a:bodyPr wrap="square">
            <a:spAutoFit/>
          </a:bodyPr>
          <a:lstStyle/>
          <a:p>
            <a:pPr lvl="0" algn="ctr" rtl="1" fontAlgn="base">
              <a:spcBef>
                <a:spcPct val="0"/>
              </a:spcBef>
              <a:spcAft>
                <a:spcPct val="0"/>
              </a:spcAft>
            </a:pPr>
            <a:r>
              <a:rPr lang="fa-IR" sz="1600" b="1" dirty="0">
                <a:solidFill>
                  <a:srgbClr val="FFFFFF"/>
                </a:solidFill>
                <a:latin typeface="Times New Roman" panose="02020603050405020304" pitchFamily="18" charset="0"/>
                <a:cs typeface="B Nazanin" panose="00000400000000000000" pitchFamily="2" charset="-78"/>
              </a:rPr>
              <a:t>همسان سازی پیشنهادی</a:t>
            </a:r>
          </a:p>
        </p:txBody>
      </p:sp>
      <p:sp>
        <p:nvSpPr>
          <p:cNvPr id="48" name="Rectangle 47">
            <a:extLst>
              <a:ext uri="{FF2B5EF4-FFF2-40B4-BE49-F238E27FC236}">
                <a16:creationId xmlns="" xmlns:a16="http://schemas.microsoft.com/office/drawing/2014/main" id="{4756B784-8B4C-449F-AE9D-2B6BBC518073}"/>
              </a:ext>
            </a:extLst>
          </p:cNvPr>
          <p:cNvSpPr/>
          <p:nvPr/>
        </p:nvSpPr>
        <p:spPr>
          <a:xfrm>
            <a:off x="4495138" y="91457"/>
            <a:ext cx="1443038" cy="584775"/>
          </a:xfrm>
          <a:prstGeom prst="rect">
            <a:avLst/>
          </a:prstGeom>
        </p:spPr>
        <p:txBody>
          <a:bodyPr wrap="square">
            <a:spAutoFit/>
          </a:bodyPr>
          <a:lstStyle/>
          <a:p>
            <a:pPr lvl="0" algn="ctr" rtl="1" fontAlgn="base">
              <a:spcBef>
                <a:spcPct val="0"/>
              </a:spcBef>
              <a:spcAft>
                <a:spcPct val="0"/>
              </a:spcAft>
            </a:pPr>
            <a:r>
              <a:rPr lang="fa-IR" sz="1600" b="1" dirty="0">
                <a:solidFill>
                  <a:srgbClr val="FFFFFF"/>
                </a:solidFill>
                <a:latin typeface="Times New Roman" panose="02020603050405020304" pitchFamily="18" charset="0"/>
                <a:cs typeface="B Nazanin" panose="00000400000000000000" pitchFamily="2" charset="-78"/>
              </a:rPr>
              <a:t>همسان سازی باتری</a:t>
            </a:r>
          </a:p>
        </p:txBody>
      </p:sp>
      <p:sp>
        <p:nvSpPr>
          <p:cNvPr id="49" name="Rectangle 48">
            <a:extLst>
              <a:ext uri="{FF2B5EF4-FFF2-40B4-BE49-F238E27FC236}">
                <a16:creationId xmlns="" xmlns:a16="http://schemas.microsoft.com/office/drawing/2014/main" id="{E9011965-C922-40BF-B928-2A7E03BC5CDA}"/>
              </a:ext>
            </a:extLst>
          </p:cNvPr>
          <p:cNvSpPr/>
          <p:nvPr/>
        </p:nvSpPr>
        <p:spPr>
          <a:xfrm>
            <a:off x="6499957" y="197162"/>
            <a:ext cx="1626786" cy="323165"/>
          </a:xfrm>
          <a:prstGeom prst="rect">
            <a:avLst/>
          </a:prstGeom>
        </p:spPr>
        <p:txBody>
          <a:bodyPr wrap="square">
            <a:spAutoFit/>
          </a:bodyPr>
          <a:lstStyle/>
          <a:p>
            <a:pPr lvl="0" algn="ctr" fontAlgn="base">
              <a:spcBef>
                <a:spcPct val="0"/>
              </a:spcBef>
              <a:spcAft>
                <a:spcPct val="0"/>
              </a:spcAft>
              <a:defRPr/>
            </a:pPr>
            <a:r>
              <a:rPr lang="fa-IR" sz="1500" b="1" kern="0" dirty="0">
                <a:solidFill>
                  <a:srgbClr val="FFFFFF"/>
                </a:solidFill>
                <a:latin typeface="Times New Roman" panose="02020603050405020304" pitchFamily="18" charset="0"/>
                <a:cs typeface="B Nazanin" pitchFamily="2" charset="-78"/>
              </a:rPr>
              <a:t>باتری ها</a:t>
            </a:r>
            <a:endParaRPr lang="en-US" sz="1500" b="1" kern="0" dirty="0">
              <a:solidFill>
                <a:srgbClr val="FFFFFF"/>
              </a:solidFill>
              <a:latin typeface="Times New Roman" panose="02020603050405020304" pitchFamily="18" charset="0"/>
              <a:cs typeface="B Nazanin" pitchFamily="2" charset="-78"/>
            </a:endParaRPr>
          </a:p>
        </p:txBody>
      </p:sp>
      <p:sp>
        <p:nvSpPr>
          <p:cNvPr id="50" name="Rounded Rectangle 175">
            <a:extLst>
              <a:ext uri="{FF2B5EF4-FFF2-40B4-BE49-F238E27FC236}">
                <a16:creationId xmlns="" xmlns:a16="http://schemas.microsoft.com/office/drawing/2014/main" id="{5ED324C1-9E82-4B7C-8E12-63B5A59FFFC0}"/>
              </a:ext>
            </a:extLst>
          </p:cNvPr>
          <p:cNvSpPr/>
          <p:nvPr/>
        </p:nvSpPr>
        <p:spPr bwMode="auto">
          <a:xfrm>
            <a:off x="6324600" y="1066930"/>
            <a:ext cx="2922494" cy="418072"/>
          </a:xfrm>
          <a:prstGeom prst="roundRect">
            <a:avLst/>
          </a:prstGeom>
          <a:solidFill>
            <a:srgbClr val="3D81BF">
              <a:lumMod val="75000"/>
            </a:srgbClr>
          </a:solidFill>
          <a:ln w="9525" cap="flat" cmpd="sng" algn="ctr">
            <a:solidFill>
              <a:srgbClr val="000000"/>
            </a:solidFill>
            <a:prstDash val="solid"/>
            <a:round/>
            <a:headEnd type="none" w="med" len="med"/>
            <a:tailEnd type="none" w="med" len="med"/>
          </a:ln>
          <a:effectLst>
            <a:reflection blurRad="6350" stA="50000" endA="300" endPos="55000" dir="5400000" sy="-100000" algn="bl" rotWithShape="0"/>
          </a:effectLst>
          <a:scene3d>
            <a:camera prst="isometricOffAxis2Left"/>
            <a:lightRig rig="threePt" dir="t"/>
          </a:scene3d>
        </p:spPr>
        <p:txBody>
          <a:bodyPr vert="horz" wrap="square" lIns="91440" tIns="45720" rIns="91440" bIns="45720" numCol="1" rtlCol="0" anchor="t" anchorCtr="0" compatLnSpc="1">
            <a:prstTxWarp prst="textNoShape">
              <a:avLst/>
            </a:prstTxWarp>
          </a:bodyPr>
          <a:lstStyle/>
          <a:p>
            <a:pPr lvl="0" algn="ctr" rtl="1" fontAlgn="base">
              <a:spcBef>
                <a:spcPct val="0"/>
              </a:spcBef>
              <a:spcAft>
                <a:spcPct val="0"/>
              </a:spcAft>
            </a:pPr>
            <a:r>
              <a:rPr lang="fa-IR" sz="2000" b="1" dirty="0">
                <a:solidFill>
                  <a:srgbClr val="FFFFFF"/>
                </a:solidFill>
                <a:latin typeface="Times New Roman" panose="02020603050405020304" pitchFamily="18" charset="0"/>
                <a:cs typeface="B Nazanin" panose="00000400000000000000" pitchFamily="2" charset="-78"/>
              </a:rPr>
              <a:t>همسان سازی باتری</a:t>
            </a:r>
          </a:p>
        </p:txBody>
      </p:sp>
    </p:spTree>
    <p:extLst>
      <p:ext uri="{BB962C8B-B14F-4D97-AF65-F5344CB8AC3E}">
        <p14:creationId xmlns:p14="http://schemas.microsoft.com/office/powerpoint/2010/main" val="3106795377"/>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2" name="TextBox 51"/>
          <p:cNvSpPr txBox="1"/>
          <p:nvPr/>
        </p:nvSpPr>
        <p:spPr>
          <a:xfrm>
            <a:off x="482367" y="4830312"/>
            <a:ext cx="1962396" cy="307777"/>
          </a:xfrm>
          <a:prstGeom prst="rect">
            <a:avLst/>
          </a:prstGeom>
          <a:noFill/>
        </p:spPr>
        <p:txBody>
          <a:bodyPr wrap="none" rtlCol="0">
            <a:spAutoFit/>
          </a:bodyPr>
          <a:lstStyle/>
          <a:p>
            <a:pPr algn="ctr" rtl="1"/>
            <a:r>
              <a:rPr lang="fa-IR" sz="1400" dirty="0">
                <a:latin typeface="Times New Roman" panose="02020603050405020304" pitchFamily="18" charset="0"/>
                <a:cs typeface="B Lotus" panose="00000400000000000000" pitchFamily="2" charset="-78"/>
              </a:rPr>
              <a:t>توپولوژی سلول به سلول مستقیم</a:t>
            </a:r>
          </a:p>
        </p:txBody>
      </p:sp>
      <p:pic>
        <p:nvPicPr>
          <p:cNvPr id="18" name="Picture 17"/>
          <p:cNvPicPr/>
          <p:nvPr/>
        </p:nvPicPr>
        <p:blipFill>
          <a:blip r:embed="rId3" cstate="print">
            <a:extLst>
              <a:ext uri="{28A0092B-C50C-407E-A947-70E740481C1C}">
                <a14:useLocalDpi xmlns:a14="http://schemas.microsoft.com/office/drawing/2010/main" val="0"/>
              </a:ext>
            </a:extLst>
          </a:blip>
          <a:stretch>
            <a:fillRect/>
          </a:stretch>
        </p:blipFill>
        <p:spPr bwMode="auto">
          <a:xfrm>
            <a:off x="238273" y="3048000"/>
            <a:ext cx="2206490" cy="1428979"/>
          </a:xfrm>
          <a:prstGeom prst="rect">
            <a:avLst/>
          </a:prstGeom>
          <a:noFill/>
          <a:ln>
            <a:noFill/>
          </a:ln>
        </p:spPr>
      </p:pic>
      <p:sp>
        <p:nvSpPr>
          <p:cNvPr id="19" name="TextBox 18"/>
          <p:cNvSpPr txBox="1"/>
          <p:nvPr/>
        </p:nvSpPr>
        <p:spPr>
          <a:xfrm>
            <a:off x="2959761" y="3344625"/>
            <a:ext cx="461986" cy="707886"/>
          </a:xfrm>
          <a:prstGeom prst="rect">
            <a:avLst/>
          </a:prstGeom>
          <a:noFill/>
        </p:spPr>
        <p:txBody>
          <a:bodyPr wrap="none" rtlCol="0">
            <a:spAutoFit/>
          </a:bodyPr>
          <a:lstStyle/>
          <a:p>
            <a:pPr algn="ctr" rtl="1"/>
            <a:r>
              <a:rPr lang="fa-IR" sz="4000" dirty="0">
                <a:latin typeface="Times New Roman" panose="02020603050405020304" pitchFamily="18" charset="0"/>
                <a:cs typeface="B Nasim" panose="00000700000000000000" pitchFamily="2" charset="-78"/>
              </a:rPr>
              <a:t>+</a:t>
            </a:r>
          </a:p>
        </p:txBody>
      </p:sp>
      <p:sp>
        <p:nvSpPr>
          <p:cNvPr id="28" name="TextBox 27"/>
          <p:cNvSpPr txBox="1"/>
          <p:nvPr/>
        </p:nvSpPr>
        <p:spPr>
          <a:xfrm>
            <a:off x="3744631" y="4830312"/>
            <a:ext cx="2272812" cy="738664"/>
          </a:xfrm>
          <a:prstGeom prst="rect">
            <a:avLst/>
          </a:prstGeom>
          <a:noFill/>
        </p:spPr>
        <p:txBody>
          <a:bodyPr wrap="square" rtlCol="0">
            <a:spAutoFit/>
          </a:bodyPr>
          <a:lstStyle/>
          <a:p>
            <a:pPr algn="ctr" rtl="1"/>
            <a:r>
              <a:rPr lang="fa-IR" sz="1400" dirty="0">
                <a:solidFill>
                  <a:srgbClr val="C00000"/>
                </a:solidFill>
                <a:latin typeface="Times New Roman" panose="02020603050405020304" pitchFamily="18" charset="0"/>
                <a:cs typeface="B Lotus" panose="00000400000000000000" pitchFamily="2" charset="-78"/>
              </a:rPr>
              <a:t>همسان سازی </a:t>
            </a:r>
            <a:r>
              <a:rPr lang="en-US" sz="1400" dirty="0">
                <a:solidFill>
                  <a:srgbClr val="C00000"/>
                </a:solidFill>
                <a:latin typeface="Times New Roman" panose="02020603050405020304" pitchFamily="18" charset="0"/>
                <a:cs typeface="B Lotus" panose="00000400000000000000" pitchFamily="2" charset="-78"/>
              </a:rPr>
              <a:t>FLC</a:t>
            </a:r>
            <a:r>
              <a:rPr lang="fa-IR" sz="1400" dirty="0">
                <a:solidFill>
                  <a:srgbClr val="C00000"/>
                </a:solidFill>
                <a:latin typeface="Times New Roman" panose="02020603050405020304" pitchFamily="18" charset="0"/>
                <a:cs typeface="B Lotus" panose="00000400000000000000" pitchFamily="2" charset="-78"/>
              </a:rPr>
              <a:t> بمنظور یافتن بهینه ترین جریان همسان سازی بین سلول ها و ماژول ها</a:t>
            </a:r>
            <a:endParaRPr lang="en-US" sz="1400" dirty="0">
              <a:solidFill>
                <a:srgbClr val="C00000"/>
              </a:solidFill>
              <a:latin typeface="Times New Roman" panose="02020603050405020304" pitchFamily="18" charset="0"/>
              <a:cs typeface="B Lotus" panose="00000400000000000000" pitchFamily="2" charset="-78"/>
            </a:endParaRPr>
          </a:p>
        </p:txBody>
      </p:sp>
      <p:grpSp>
        <p:nvGrpSpPr>
          <p:cNvPr id="25" name="Group 24"/>
          <p:cNvGrpSpPr/>
          <p:nvPr/>
        </p:nvGrpSpPr>
        <p:grpSpPr>
          <a:xfrm>
            <a:off x="7406615" y="3341125"/>
            <a:ext cx="1057224" cy="1198909"/>
            <a:chOff x="7554537" y="3065788"/>
            <a:chExt cx="1057224" cy="1198909"/>
          </a:xfrm>
        </p:grpSpPr>
        <p:pic>
          <p:nvPicPr>
            <p:cNvPr id="21" name="Picture 20"/>
            <p:cNvPicPr>
              <a:picLocks noChangeAspect="1"/>
            </p:cNvPicPr>
            <p:nvPr/>
          </p:nvPicPr>
          <p:blipFill>
            <a:blip r:embed="rId4"/>
            <a:stretch>
              <a:fillRect/>
            </a:stretch>
          </p:blipFill>
          <p:spPr>
            <a:xfrm>
              <a:off x="7554537" y="3194958"/>
              <a:ext cx="247650" cy="250160"/>
            </a:xfrm>
            <a:prstGeom prst="rect">
              <a:avLst/>
            </a:prstGeom>
          </p:spPr>
        </p:pic>
        <p:pic>
          <p:nvPicPr>
            <p:cNvPr id="22" name="Picture 21"/>
            <p:cNvPicPr>
              <a:picLocks noChangeAspect="1"/>
            </p:cNvPicPr>
            <p:nvPr/>
          </p:nvPicPr>
          <p:blipFill>
            <a:blip r:embed="rId5"/>
            <a:stretch>
              <a:fillRect/>
            </a:stretch>
          </p:blipFill>
          <p:spPr>
            <a:xfrm>
              <a:off x="7999857" y="3065788"/>
              <a:ext cx="610743" cy="586411"/>
            </a:xfrm>
            <a:prstGeom prst="rect">
              <a:avLst/>
            </a:prstGeom>
          </p:spPr>
        </p:pic>
        <p:pic>
          <p:nvPicPr>
            <p:cNvPr id="24" name="Picture 23"/>
            <p:cNvPicPr>
              <a:picLocks noChangeAspect="1"/>
            </p:cNvPicPr>
            <p:nvPr/>
          </p:nvPicPr>
          <p:blipFill>
            <a:blip r:embed="rId6"/>
            <a:stretch>
              <a:fillRect/>
            </a:stretch>
          </p:blipFill>
          <p:spPr>
            <a:xfrm>
              <a:off x="7999857" y="3783397"/>
              <a:ext cx="611904" cy="481300"/>
            </a:xfrm>
            <a:prstGeom prst="rect">
              <a:avLst/>
            </a:prstGeom>
          </p:spPr>
        </p:pic>
      </p:grpSp>
      <p:sp>
        <p:nvSpPr>
          <p:cNvPr id="39" name="TextBox 38"/>
          <p:cNvSpPr txBox="1"/>
          <p:nvPr/>
        </p:nvSpPr>
        <p:spPr>
          <a:xfrm>
            <a:off x="6429632" y="3344625"/>
            <a:ext cx="461986" cy="707886"/>
          </a:xfrm>
          <a:prstGeom prst="rect">
            <a:avLst/>
          </a:prstGeom>
          <a:noFill/>
        </p:spPr>
        <p:txBody>
          <a:bodyPr wrap="none" rtlCol="0">
            <a:spAutoFit/>
          </a:bodyPr>
          <a:lstStyle/>
          <a:p>
            <a:pPr algn="ctr" rtl="1"/>
            <a:r>
              <a:rPr lang="fa-IR" sz="4000" dirty="0">
                <a:latin typeface="Times New Roman" panose="02020603050405020304" pitchFamily="18" charset="0"/>
                <a:cs typeface="B Nasim" panose="00000700000000000000" pitchFamily="2" charset="-78"/>
              </a:rPr>
              <a:t>+</a:t>
            </a:r>
          </a:p>
        </p:txBody>
      </p:sp>
      <p:sp>
        <p:nvSpPr>
          <p:cNvPr id="41" name="TextBox 40"/>
          <p:cNvSpPr txBox="1"/>
          <p:nvPr/>
        </p:nvSpPr>
        <p:spPr>
          <a:xfrm>
            <a:off x="6866875" y="4739209"/>
            <a:ext cx="2272812" cy="307777"/>
          </a:xfrm>
          <a:prstGeom prst="rect">
            <a:avLst/>
          </a:prstGeom>
          <a:noFill/>
        </p:spPr>
        <p:txBody>
          <a:bodyPr wrap="square" rtlCol="0">
            <a:spAutoFit/>
          </a:bodyPr>
          <a:lstStyle/>
          <a:p>
            <a:pPr algn="ctr" rtl="1"/>
            <a:r>
              <a:rPr lang="fa-IR" sz="1400" dirty="0">
                <a:latin typeface="Times New Roman" panose="02020603050405020304" pitchFamily="18" charset="0"/>
                <a:cs typeface="B Lotus" panose="00000400000000000000" pitchFamily="2" charset="-78"/>
              </a:rPr>
              <a:t>شبیه سازی و پیاده سازی عملی</a:t>
            </a:r>
            <a:endParaRPr lang="en-US" sz="1400" dirty="0">
              <a:latin typeface="Times New Roman" panose="02020603050405020304" pitchFamily="18" charset="0"/>
              <a:cs typeface="B Lotus" panose="00000400000000000000" pitchFamily="2" charset="-78"/>
            </a:endParaRPr>
          </a:p>
        </p:txBody>
      </p:sp>
      <p:sp>
        <p:nvSpPr>
          <p:cNvPr id="40" name="AutoShape 8">
            <a:extLst>
              <a:ext uri="{FF2B5EF4-FFF2-40B4-BE49-F238E27FC236}">
                <a16:creationId xmlns="" xmlns:a16="http://schemas.microsoft.com/office/drawing/2014/main" id="{FF901E6E-4D39-4565-9B46-60C2C5B1D5F6}"/>
              </a:ext>
            </a:extLst>
          </p:cNvPr>
          <p:cNvSpPr>
            <a:spLocks noChangeAspect="1" noChangeArrowheads="1"/>
          </p:cNvSpPr>
          <p:nvPr/>
        </p:nvSpPr>
        <p:spPr bwMode="gray">
          <a:xfrm>
            <a:off x="914399" y="1546002"/>
            <a:ext cx="7740651" cy="556259"/>
          </a:xfrm>
          <a:prstGeom prst="roundRect">
            <a:avLst>
              <a:gd name="adj" fmla="val 50000"/>
            </a:avLst>
          </a:prstGeom>
          <a:gradFill flip="none" rotWithShape="1">
            <a:gsLst>
              <a:gs pos="0">
                <a:srgbClr val="B7E7FF">
                  <a:gamma/>
                  <a:tint val="0"/>
                  <a:invGamma/>
                </a:srgbClr>
              </a:gs>
              <a:gs pos="100000">
                <a:srgbClr val="B7E7FF"/>
              </a:gs>
            </a:gsLst>
            <a:lin ang="10800000" scaled="1"/>
            <a:tileRect/>
          </a:gradFill>
          <a:ln w="28575" algn="ctr">
            <a:solidFill>
              <a:srgbClr val="C4E59F"/>
            </a:solidFill>
            <a:round/>
            <a:headEnd/>
            <a:tailEnd/>
          </a:ln>
          <a:effectLst/>
        </p:spPr>
        <p:txBody>
          <a:bodyPr wrap="none" anchor="ctr"/>
          <a:lstStyle/>
          <a:p>
            <a:pPr algn="r" rtl="1" fontAlgn="base">
              <a:spcBef>
                <a:spcPct val="0"/>
              </a:spcBef>
              <a:spcAft>
                <a:spcPct val="0"/>
              </a:spcAft>
            </a:pPr>
            <a:r>
              <a:rPr lang="fa-IR" sz="1600" dirty="0">
                <a:cs typeface="B Lotus" panose="00000400000000000000" pitchFamily="2" charset="-78"/>
              </a:rPr>
              <a:t>پژوهشی بر روی همسان ساز باتری پک لیتیوم یونی با دو مرحله ای بر مبنای کنترل منطق فازی</a:t>
            </a:r>
            <a:endParaRPr lang="en-US" sz="1600" dirty="0">
              <a:latin typeface="Times New Roman" panose="02020603050405020304" pitchFamily="18" charset="0"/>
              <a:cs typeface="Times New Roman" panose="02020603050405020304" pitchFamily="18" charset="0"/>
            </a:endParaRPr>
          </a:p>
        </p:txBody>
      </p:sp>
      <p:grpSp>
        <p:nvGrpSpPr>
          <p:cNvPr id="42" name="Group 23">
            <a:extLst>
              <a:ext uri="{FF2B5EF4-FFF2-40B4-BE49-F238E27FC236}">
                <a16:creationId xmlns="" xmlns:a16="http://schemas.microsoft.com/office/drawing/2014/main" id="{978D1582-1549-4D37-9C95-34020E281F7D}"/>
              </a:ext>
            </a:extLst>
          </p:cNvPr>
          <p:cNvGrpSpPr>
            <a:grpSpLocks noChangeAspect="1"/>
          </p:cNvGrpSpPr>
          <p:nvPr/>
        </p:nvGrpSpPr>
        <p:grpSpPr bwMode="auto">
          <a:xfrm>
            <a:off x="8473468" y="1620134"/>
            <a:ext cx="381000" cy="381000"/>
            <a:chOff x="2078" y="1680"/>
            <a:chExt cx="1615" cy="1615"/>
          </a:xfrm>
        </p:grpSpPr>
        <p:sp>
          <p:nvSpPr>
            <p:cNvPr id="43" name="Oval 24">
              <a:extLst>
                <a:ext uri="{FF2B5EF4-FFF2-40B4-BE49-F238E27FC236}">
                  <a16:creationId xmlns="" xmlns:a16="http://schemas.microsoft.com/office/drawing/2014/main" id="{394744AB-69AD-4039-A10B-0D8E0439243B}"/>
                </a:ext>
              </a:extLst>
            </p:cNvPr>
            <p:cNvSpPr>
              <a:spLocks noChangeArrowheads="1"/>
            </p:cNvSpPr>
            <p:nvPr/>
          </p:nvSpPr>
          <p:spPr bwMode="gray">
            <a:xfrm>
              <a:off x="2078" y="1680"/>
              <a:ext cx="1615" cy="1615"/>
            </a:xfrm>
            <a:prstGeom prst="ellipse">
              <a:avLst/>
            </a:prstGeom>
            <a:gradFill rotWithShape="1">
              <a:gsLst>
                <a:gs pos="0">
                  <a:srgbClr val="FFFFFF">
                    <a:gamma/>
                    <a:shade val="46275"/>
                    <a:invGamma/>
                  </a:srgbClr>
                </a:gs>
                <a:gs pos="50000">
                  <a:srgbClr val="FFFFFF"/>
                </a:gs>
                <a:gs pos="100000">
                  <a:srgbClr val="FFFFFF">
                    <a:gamma/>
                    <a:shade val="46275"/>
                    <a:invGamma/>
                  </a:srgbClr>
                </a:gs>
              </a:gsLst>
              <a:lin ang="5400000" scaled="1"/>
            </a:gradFill>
            <a:ln w="57150" algn="ctr">
              <a:noFill/>
              <a:round/>
              <a:headEnd/>
              <a:tailEnd/>
            </a:ln>
            <a:effectLst/>
          </p:spPr>
          <p:txBody>
            <a:bodyPr wrap="none" anchor="ct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latin typeface="Arial" pitchFamily="34" charset="0"/>
              </a:endParaRPr>
            </a:p>
          </p:txBody>
        </p:sp>
        <p:sp>
          <p:nvSpPr>
            <p:cNvPr id="44" name="Oval 25">
              <a:extLst>
                <a:ext uri="{FF2B5EF4-FFF2-40B4-BE49-F238E27FC236}">
                  <a16:creationId xmlns="" xmlns:a16="http://schemas.microsoft.com/office/drawing/2014/main" id="{154704C5-3C92-4C99-8D43-D388A6C5B289}"/>
                </a:ext>
              </a:extLst>
            </p:cNvPr>
            <p:cNvSpPr>
              <a:spLocks noChangeArrowheads="1"/>
            </p:cNvSpPr>
            <p:nvPr/>
          </p:nvSpPr>
          <p:spPr bwMode="gray">
            <a:xfrm>
              <a:off x="2170" y="1771"/>
              <a:ext cx="1430" cy="1430"/>
            </a:xfrm>
            <a:prstGeom prst="ellipse">
              <a:avLst/>
            </a:prstGeom>
            <a:gradFill rotWithShape="1">
              <a:gsLst>
                <a:gs pos="0">
                  <a:srgbClr val="FFFFFF">
                    <a:gamma/>
                    <a:shade val="63529"/>
                    <a:invGamma/>
                  </a:srgbClr>
                </a:gs>
                <a:gs pos="50000">
                  <a:srgbClr val="FFFFFF"/>
                </a:gs>
                <a:gs pos="100000">
                  <a:srgbClr val="FFFFFF">
                    <a:gamma/>
                    <a:shade val="63529"/>
                    <a:invGamma/>
                  </a:srgbClr>
                </a:gs>
              </a:gsLst>
              <a:lin ang="0" scaled="1"/>
            </a:gradFill>
            <a:ln w="9525" algn="ctr">
              <a:noFill/>
              <a:round/>
              <a:headEnd/>
              <a:tailEnd/>
            </a:ln>
            <a:effectLst/>
          </p:spPr>
          <p:txBody>
            <a:bodyPr wrap="none" anchor="ct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latin typeface="Arial" pitchFamily="34" charset="0"/>
              </a:endParaRPr>
            </a:p>
          </p:txBody>
        </p:sp>
        <p:sp>
          <p:nvSpPr>
            <p:cNvPr id="45" name="Oval 26">
              <a:extLst>
                <a:ext uri="{FF2B5EF4-FFF2-40B4-BE49-F238E27FC236}">
                  <a16:creationId xmlns="" xmlns:a16="http://schemas.microsoft.com/office/drawing/2014/main" id="{04F66D2C-385D-4CBC-8E8F-3E3A912DFC98}"/>
                </a:ext>
              </a:extLst>
            </p:cNvPr>
            <p:cNvSpPr>
              <a:spLocks noChangeArrowheads="1"/>
            </p:cNvSpPr>
            <p:nvPr/>
          </p:nvSpPr>
          <p:spPr bwMode="gray">
            <a:xfrm>
              <a:off x="2254" y="1856"/>
              <a:ext cx="1262" cy="1264"/>
            </a:xfrm>
            <a:prstGeom prst="ellipse">
              <a:avLst/>
            </a:prstGeom>
            <a:gradFill rotWithShape="1">
              <a:gsLst>
                <a:gs pos="0">
                  <a:srgbClr val="8AD4CD">
                    <a:gamma/>
                    <a:tint val="0"/>
                    <a:invGamma/>
                  </a:srgbClr>
                </a:gs>
                <a:gs pos="50000">
                  <a:srgbClr val="8AD4CD"/>
                </a:gs>
                <a:gs pos="100000">
                  <a:srgbClr val="8AD4CD">
                    <a:gamma/>
                    <a:tint val="0"/>
                    <a:invGamma/>
                  </a:srgbClr>
                </a:gs>
              </a:gsLst>
              <a:lin ang="2700000" scaled="1"/>
            </a:gradFill>
            <a:ln w="38100" algn="ctr">
              <a:noFill/>
              <a:round/>
              <a:headEnd/>
              <a:tailEnd/>
            </a:ln>
            <a:effectLst/>
          </p:spPr>
          <p:txBody>
            <a:bodyPr wrap="none" anchor="ctr">
              <a:spAutoFit/>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latin typeface="Arial" pitchFamily="34" charset="0"/>
              </a:endParaRPr>
            </a:p>
          </p:txBody>
        </p:sp>
        <p:sp>
          <p:nvSpPr>
            <p:cNvPr id="46" name="Oval 27">
              <a:extLst>
                <a:ext uri="{FF2B5EF4-FFF2-40B4-BE49-F238E27FC236}">
                  <a16:creationId xmlns="" xmlns:a16="http://schemas.microsoft.com/office/drawing/2014/main" id="{EA27390D-90C7-4FEF-9F37-D35FD2EA7723}"/>
                </a:ext>
              </a:extLst>
            </p:cNvPr>
            <p:cNvSpPr>
              <a:spLocks noChangeArrowheads="1"/>
            </p:cNvSpPr>
            <p:nvPr/>
          </p:nvSpPr>
          <p:spPr bwMode="gray">
            <a:xfrm>
              <a:off x="2254" y="1856"/>
              <a:ext cx="1262" cy="1264"/>
            </a:xfrm>
            <a:prstGeom prst="ellipse">
              <a:avLst/>
            </a:prstGeom>
            <a:gradFill rotWithShape="1">
              <a:gsLst>
                <a:gs pos="0">
                  <a:srgbClr val="21B3E1"/>
                </a:gs>
                <a:gs pos="100000">
                  <a:srgbClr val="21B3E1">
                    <a:gamma/>
                    <a:shade val="46275"/>
                    <a:invGamma/>
                  </a:srgbClr>
                </a:gs>
              </a:gsLst>
              <a:lin ang="5400000" scaled="1"/>
            </a:gradFill>
            <a:ln w="38100" algn="ctr">
              <a:noFill/>
              <a:round/>
              <a:headEnd/>
              <a:tailEnd/>
            </a:ln>
            <a:effectLst/>
          </p:spPr>
          <p:txBody>
            <a:bodyPr wrap="none" anchor="ctr">
              <a:spAutoFit/>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latin typeface="Arial" pitchFamily="34" charset="0"/>
              </a:endParaRPr>
            </a:p>
          </p:txBody>
        </p:sp>
        <p:sp>
          <p:nvSpPr>
            <p:cNvPr id="47" name="Oval 28">
              <a:extLst>
                <a:ext uri="{FF2B5EF4-FFF2-40B4-BE49-F238E27FC236}">
                  <a16:creationId xmlns="" xmlns:a16="http://schemas.microsoft.com/office/drawing/2014/main" id="{5C9AFE92-58F0-4BF1-8021-7EEAC92E3206}"/>
                </a:ext>
              </a:extLst>
            </p:cNvPr>
            <p:cNvSpPr>
              <a:spLocks noChangeArrowheads="1"/>
            </p:cNvSpPr>
            <p:nvPr/>
          </p:nvSpPr>
          <p:spPr bwMode="gray">
            <a:xfrm>
              <a:off x="2337" y="1939"/>
              <a:ext cx="1096" cy="1098"/>
            </a:xfrm>
            <a:prstGeom prst="ellipse">
              <a:avLst/>
            </a:prstGeom>
            <a:gradFill rotWithShape="1">
              <a:gsLst>
                <a:gs pos="0">
                  <a:srgbClr val="8AD4CD">
                    <a:gamma/>
                    <a:shade val="54118"/>
                    <a:invGamma/>
                  </a:srgbClr>
                </a:gs>
                <a:gs pos="50000">
                  <a:srgbClr val="8AD4CD"/>
                </a:gs>
                <a:gs pos="100000">
                  <a:srgbClr val="8AD4CD">
                    <a:gamma/>
                    <a:shade val="54118"/>
                    <a:invGamma/>
                  </a:srgbClr>
                </a:gs>
              </a:gsLst>
              <a:lin ang="18900000" scaled="1"/>
            </a:gradFill>
            <a:ln w="38100" algn="ctr">
              <a:noFill/>
              <a:round/>
              <a:headEnd/>
              <a:tailEnd/>
            </a:ln>
            <a:effectLst/>
          </p:spPr>
          <p:txBody>
            <a:bodyPr anchor="ctr">
              <a:spAutoFit/>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latin typeface="Arial" pitchFamily="34" charset="0"/>
              </a:endParaRPr>
            </a:p>
          </p:txBody>
        </p:sp>
        <p:sp>
          <p:nvSpPr>
            <p:cNvPr id="51" name="Oval 29">
              <a:extLst>
                <a:ext uri="{FF2B5EF4-FFF2-40B4-BE49-F238E27FC236}">
                  <a16:creationId xmlns="" xmlns:a16="http://schemas.microsoft.com/office/drawing/2014/main" id="{1B81B5B2-AD7F-472D-BBE8-64F0040E5D5F}"/>
                </a:ext>
              </a:extLst>
            </p:cNvPr>
            <p:cNvSpPr>
              <a:spLocks noChangeArrowheads="1"/>
            </p:cNvSpPr>
            <p:nvPr/>
          </p:nvSpPr>
          <p:spPr bwMode="gray">
            <a:xfrm>
              <a:off x="2337" y="1939"/>
              <a:ext cx="1096" cy="1098"/>
            </a:xfrm>
            <a:prstGeom prst="ellipse">
              <a:avLst/>
            </a:prstGeom>
            <a:gradFill rotWithShape="1">
              <a:gsLst>
                <a:gs pos="0">
                  <a:srgbClr val="21B3E1"/>
                </a:gs>
                <a:gs pos="100000">
                  <a:srgbClr val="21B3E1">
                    <a:gamma/>
                    <a:shade val="48627"/>
                    <a:invGamma/>
                  </a:srgbClr>
                </a:gs>
              </a:gsLst>
              <a:lin ang="2700000" scaled="1"/>
            </a:gradFill>
            <a:ln w="38100" algn="ctr">
              <a:noFill/>
              <a:round/>
              <a:headEnd/>
              <a:tailEnd/>
            </a:ln>
            <a:effectLst/>
          </p:spPr>
          <p:txBody>
            <a:bodyPr anchor="ctr">
              <a:spAutoFit/>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latin typeface="Arial" pitchFamily="34" charset="0"/>
              </a:endParaRPr>
            </a:p>
          </p:txBody>
        </p:sp>
      </p:grpSp>
      <p:sp>
        <p:nvSpPr>
          <p:cNvPr id="49" name="Slide Number Placeholder 3">
            <a:extLst>
              <a:ext uri="{FF2B5EF4-FFF2-40B4-BE49-F238E27FC236}">
                <a16:creationId xmlns="" xmlns:a16="http://schemas.microsoft.com/office/drawing/2014/main" id="{FEFB061F-8AAB-4535-B272-1BA4D5A77191}"/>
              </a:ext>
            </a:extLst>
          </p:cNvPr>
          <p:cNvSpPr txBox="1">
            <a:spLocks/>
          </p:cNvSpPr>
          <p:nvPr/>
        </p:nvSpPr>
        <p:spPr>
          <a:xfrm>
            <a:off x="8965" y="6090313"/>
            <a:ext cx="676835" cy="767687"/>
          </a:xfrm>
          <a:prstGeom prst="rect">
            <a:avLst/>
          </a:prstGeom>
        </p:spPr>
        <p:txBody>
          <a:bodyPr vert="horz" lIns="91440" tIns="45720" rIns="91440" bIns="45720" rtlCol="0" anchor="ctr"/>
          <a:lstStyle>
            <a:defPPr>
              <a:defRPr lang="en-US"/>
            </a:defPPr>
            <a:lvl1pPr marL="0" algn="l" defTabSz="914400" rtl="0" eaLnBrk="1" latinLnBrk="0" hangingPunct="1">
              <a:defRPr sz="1400" b="1" kern="1200">
                <a:solidFill>
                  <a:srgbClr val="FFFFFF"/>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rtl="1"/>
            <a:fld id="{E8ADF199-8047-440E-B02B-E80683B392F2}" type="slidenum">
              <a:rPr lang="fa-IR" sz="1800" smtClean="0">
                <a:solidFill>
                  <a:schemeClr val="tx1"/>
                </a:solidFill>
                <a:cs typeface="B Lotus" panose="00000400000000000000" pitchFamily="2" charset="-78"/>
              </a:rPr>
              <a:pPr rtl="1"/>
              <a:t>36</a:t>
            </a:fld>
            <a:endParaRPr lang="fa-IR" sz="1800" dirty="0">
              <a:solidFill>
                <a:schemeClr val="tx1"/>
              </a:solidFill>
              <a:cs typeface="B Lotus" panose="00000400000000000000" pitchFamily="2" charset="-78"/>
            </a:endParaRPr>
          </a:p>
        </p:txBody>
      </p:sp>
      <p:pic>
        <p:nvPicPr>
          <p:cNvPr id="58" name="Picture 57" descr="پرونده:Azad University logo.png - ویکی‌پدیا، دانشنامهٔ آزاد">
            <a:extLst>
              <a:ext uri="{FF2B5EF4-FFF2-40B4-BE49-F238E27FC236}">
                <a16:creationId xmlns="" xmlns:a16="http://schemas.microsoft.com/office/drawing/2014/main" id="{1A9FEE44-0F48-48EE-A201-613E74B88238}"/>
              </a:ext>
            </a:extLst>
          </p:cNvPr>
          <p:cNvPicPr/>
          <p:nvPr/>
        </p:nvPicPr>
        <p:blipFill>
          <a:blip r:embed="rId7" cstate="print">
            <a:extLst>
              <a:ext uri="{28A0092B-C50C-407E-A947-70E740481C1C}">
                <a14:useLocalDpi xmlns:a14="http://schemas.microsoft.com/office/drawing/2010/main" val="0"/>
              </a:ext>
            </a:extLst>
          </a:blip>
          <a:srcRect/>
          <a:stretch>
            <a:fillRect/>
          </a:stretch>
        </p:blipFill>
        <p:spPr bwMode="auto">
          <a:xfrm>
            <a:off x="8610600" y="0"/>
            <a:ext cx="533400" cy="822959"/>
          </a:xfrm>
          <a:prstGeom prst="rect">
            <a:avLst/>
          </a:prstGeom>
          <a:noFill/>
          <a:ln>
            <a:noFill/>
          </a:ln>
        </p:spPr>
      </p:pic>
      <p:sp>
        <p:nvSpPr>
          <p:cNvPr id="59" name="AutoShape 10">
            <a:extLst>
              <a:ext uri="{FF2B5EF4-FFF2-40B4-BE49-F238E27FC236}">
                <a16:creationId xmlns="" xmlns:a16="http://schemas.microsoft.com/office/drawing/2014/main" id="{F6266893-797F-40B9-B7F1-28B13A3984C3}"/>
              </a:ext>
            </a:extLst>
          </p:cNvPr>
          <p:cNvSpPr>
            <a:spLocks noChangeArrowheads="1"/>
          </p:cNvSpPr>
          <p:nvPr/>
        </p:nvSpPr>
        <p:spPr bwMode="gray">
          <a:xfrm flipH="1">
            <a:off x="6246677" y="59426"/>
            <a:ext cx="2057400" cy="649224"/>
          </a:xfrm>
          <a:prstGeom prst="chevron">
            <a:avLst>
              <a:gd name="adj" fmla="val 17842"/>
            </a:avLst>
          </a:prstGeom>
          <a:gradFill rotWithShape="1">
            <a:gsLst>
              <a:gs pos="0">
                <a:srgbClr val="84B09A">
                  <a:gamma/>
                  <a:shade val="46275"/>
                  <a:invGamma/>
                </a:srgbClr>
              </a:gs>
              <a:gs pos="50000">
                <a:srgbClr val="84B09A"/>
              </a:gs>
              <a:gs pos="100000">
                <a:srgbClr val="84B09A">
                  <a:gamma/>
                  <a:shade val="46275"/>
                  <a:invGamma/>
                </a:srgbClr>
              </a:gs>
            </a:gsLst>
            <a:lin ang="2700000" scaled="1"/>
          </a:gradFill>
          <a:ln w="38100">
            <a:solidFill>
              <a:srgbClr val="EAEAEA"/>
            </a:solidFill>
            <a:miter lim="800000"/>
            <a:headEnd/>
            <a:tailEnd/>
          </a:ln>
          <a:effectLst>
            <a:outerShdw dist="109250" dir="3267739" algn="ctr" rotWithShape="0">
              <a:srgbClr val="333333">
                <a:alpha val="50000"/>
              </a:srgbClr>
            </a:outerShdw>
          </a:effectLst>
        </p:spPr>
        <p:txBody>
          <a:bodyPr wrap="square" anchor="ctr">
            <a:spAutoFit/>
          </a:bodyPr>
          <a:lstStyle/>
          <a:p>
            <a:pPr algn="ctr" fontAlgn="base">
              <a:spcBef>
                <a:spcPct val="0"/>
              </a:spcBef>
              <a:spcAft>
                <a:spcPct val="0"/>
              </a:spcAft>
            </a:pPr>
            <a:endParaRPr lang="en-US" kern="0" dirty="0">
              <a:solidFill>
                <a:srgbClr val="3D81BF"/>
              </a:solidFill>
            </a:endParaRPr>
          </a:p>
        </p:txBody>
      </p:sp>
      <p:sp>
        <p:nvSpPr>
          <p:cNvPr id="60" name="AutoShape 3">
            <a:extLst>
              <a:ext uri="{FF2B5EF4-FFF2-40B4-BE49-F238E27FC236}">
                <a16:creationId xmlns="" xmlns:a16="http://schemas.microsoft.com/office/drawing/2014/main" id="{3450B81F-1BA9-4F41-945E-CF31FD6A1BE2}"/>
              </a:ext>
            </a:extLst>
          </p:cNvPr>
          <p:cNvSpPr>
            <a:spLocks noChangeArrowheads="1"/>
          </p:cNvSpPr>
          <p:nvPr/>
        </p:nvSpPr>
        <p:spPr bwMode="gray">
          <a:xfrm flipH="1">
            <a:off x="4188613" y="57140"/>
            <a:ext cx="2056086" cy="651510"/>
          </a:xfrm>
          <a:prstGeom prst="chevron">
            <a:avLst>
              <a:gd name="adj" fmla="val 17009"/>
            </a:avLst>
          </a:prstGeom>
          <a:solidFill>
            <a:srgbClr val="2842AE"/>
          </a:solidFill>
          <a:ln w="38100">
            <a:solidFill>
              <a:srgbClr val="EAEAEA"/>
            </a:solidFill>
            <a:miter lim="800000"/>
            <a:headEnd/>
            <a:tailEnd/>
          </a:ln>
          <a:effectLst>
            <a:outerShdw dist="109250" dir="3267739" algn="ctr" rotWithShape="0">
              <a:srgbClr val="333333">
                <a:alpha val="50000"/>
              </a:srgbClr>
            </a:outerShdw>
          </a:effectLst>
        </p:spPr>
        <p:txBody>
          <a:bodyPr wrap="square" anchor="ctr">
            <a:spAutoFit/>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dirty="0">
              <a:ln>
                <a:noFill/>
              </a:ln>
              <a:solidFill>
                <a:srgbClr val="3D81BF"/>
              </a:solidFill>
              <a:effectLst/>
              <a:uLnTx/>
              <a:uFillTx/>
            </a:endParaRPr>
          </a:p>
        </p:txBody>
      </p:sp>
      <p:sp>
        <p:nvSpPr>
          <p:cNvPr id="61" name="AutoShape 3">
            <a:extLst>
              <a:ext uri="{FF2B5EF4-FFF2-40B4-BE49-F238E27FC236}">
                <a16:creationId xmlns="" xmlns:a16="http://schemas.microsoft.com/office/drawing/2014/main" id="{278C3753-7E5F-4A07-84E8-FA915CB0CE87}"/>
              </a:ext>
            </a:extLst>
          </p:cNvPr>
          <p:cNvSpPr>
            <a:spLocks noChangeArrowheads="1"/>
          </p:cNvSpPr>
          <p:nvPr/>
        </p:nvSpPr>
        <p:spPr bwMode="gray">
          <a:xfrm flipH="1">
            <a:off x="2588411" y="57141"/>
            <a:ext cx="1600202" cy="651510"/>
          </a:xfrm>
          <a:prstGeom prst="chevron">
            <a:avLst>
              <a:gd name="adj" fmla="val 17009"/>
            </a:avLst>
          </a:prstGeom>
          <a:gradFill rotWithShape="1">
            <a:gsLst>
              <a:gs pos="0">
                <a:srgbClr val="84B09A">
                  <a:gamma/>
                  <a:shade val="46275"/>
                  <a:invGamma/>
                </a:srgbClr>
              </a:gs>
              <a:gs pos="50000">
                <a:srgbClr val="84B09A"/>
              </a:gs>
              <a:gs pos="100000">
                <a:srgbClr val="84B09A">
                  <a:gamma/>
                  <a:shade val="46275"/>
                  <a:invGamma/>
                </a:srgbClr>
              </a:gs>
            </a:gsLst>
            <a:lin ang="2700000" scaled="1"/>
          </a:gradFill>
          <a:ln w="38100">
            <a:solidFill>
              <a:srgbClr val="EAEAEA"/>
            </a:solidFill>
            <a:miter lim="800000"/>
            <a:headEnd/>
            <a:tailEnd/>
          </a:ln>
          <a:effectLst>
            <a:outerShdw dist="109250" dir="3267739" algn="ctr" rotWithShape="0">
              <a:srgbClr val="333333">
                <a:alpha val="50000"/>
              </a:srgbClr>
            </a:outerShdw>
          </a:effectLst>
        </p:spPr>
        <p:txBody>
          <a:bodyPr wrap="square" anchor="ctr">
            <a:spAutoFit/>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endParaRPr>
          </a:p>
        </p:txBody>
      </p:sp>
      <p:sp>
        <p:nvSpPr>
          <p:cNvPr id="62" name="AutoShape 3">
            <a:extLst>
              <a:ext uri="{FF2B5EF4-FFF2-40B4-BE49-F238E27FC236}">
                <a16:creationId xmlns="" xmlns:a16="http://schemas.microsoft.com/office/drawing/2014/main" id="{B202AEB4-F766-4F6D-9D49-804AECBBBB79}"/>
              </a:ext>
            </a:extLst>
          </p:cNvPr>
          <p:cNvSpPr>
            <a:spLocks noChangeArrowheads="1"/>
          </p:cNvSpPr>
          <p:nvPr/>
        </p:nvSpPr>
        <p:spPr bwMode="gray">
          <a:xfrm flipH="1">
            <a:off x="161661" y="57140"/>
            <a:ext cx="2426749" cy="651510"/>
          </a:xfrm>
          <a:prstGeom prst="chevron">
            <a:avLst>
              <a:gd name="adj" fmla="val 17009"/>
            </a:avLst>
          </a:prstGeom>
          <a:gradFill rotWithShape="1">
            <a:gsLst>
              <a:gs pos="0">
                <a:srgbClr val="84B09A">
                  <a:gamma/>
                  <a:shade val="46275"/>
                  <a:invGamma/>
                </a:srgbClr>
              </a:gs>
              <a:gs pos="50000">
                <a:srgbClr val="84B09A"/>
              </a:gs>
              <a:gs pos="100000">
                <a:srgbClr val="84B09A">
                  <a:gamma/>
                  <a:shade val="46275"/>
                  <a:invGamma/>
                </a:srgbClr>
              </a:gs>
            </a:gsLst>
            <a:lin ang="2700000" scaled="1"/>
          </a:gradFill>
          <a:ln w="38100">
            <a:solidFill>
              <a:srgbClr val="EAEAEA"/>
            </a:solidFill>
            <a:miter lim="800000"/>
            <a:headEnd/>
            <a:tailEnd/>
          </a:ln>
          <a:effectLst>
            <a:outerShdw dist="109250" dir="3267739" algn="ctr" rotWithShape="0">
              <a:srgbClr val="333333">
                <a:alpha val="50000"/>
              </a:srgbClr>
            </a:outerShdw>
          </a:effectLst>
        </p:spPr>
        <p:txBody>
          <a:bodyPr wrap="square" anchor="ctr">
            <a:spAutoFit/>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endParaRPr>
          </a:p>
        </p:txBody>
      </p:sp>
      <p:sp>
        <p:nvSpPr>
          <p:cNvPr id="63" name="Rectangle 62">
            <a:extLst>
              <a:ext uri="{FF2B5EF4-FFF2-40B4-BE49-F238E27FC236}">
                <a16:creationId xmlns="" xmlns:a16="http://schemas.microsoft.com/office/drawing/2014/main" id="{89552ECA-1CA1-40F1-A87E-809897E322A0}"/>
              </a:ext>
            </a:extLst>
          </p:cNvPr>
          <p:cNvSpPr/>
          <p:nvPr/>
        </p:nvSpPr>
        <p:spPr>
          <a:xfrm>
            <a:off x="403231" y="91457"/>
            <a:ext cx="2056085" cy="584775"/>
          </a:xfrm>
          <a:prstGeom prst="rect">
            <a:avLst/>
          </a:prstGeom>
        </p:spPr>
        <p:txBody>
          <a:bodyPr wrap="square">
            <a:spAutoFit/>
          </a:bodyPr>
          <a:lstStyle/>
          <a:p>
            <a:pPr lvl="0" algn="ctr" rtl="1" fontAlgn="base">
              <a:spcBef>
                <a:spcPct val="0"/>
              </a:spcBef>
              <a:spcAft>
                <a:spcPct val="0"/>
              </a:spcAft>
            </a:pPr>
            <a:r>
              <a:rPr lang="fa-IR" sz="1600" b="1" dirty="0" smtClean="0">
                <a:solidFill>
                  <a:srgbClr val="FFFFFF"/>
                </a:solidFill>
                <a:latin typeface="Times New Roman" panose="02020603050405020304" pitchFamily="18" charset="0"/>
                <a:cs typeface="B Nazanin" panose="00000400000000000000" pitchFamily="2" charset="-78"/>
              </a:rPr>
              <a:t> پیاده سازی و ارزیابی همسان ساز پیشنهادی</a:t>
            </a:r>
            <a:endParaRPr lang="fa-IR" sz="1600" b="1" dirty="0">
              <a:solidFill>
                <a:srgbClr val="FFFFFF"/>
              </a:solidFill>
              <a:latin typeface="Times New Roman" panose="02020603050405020304" pitchFamily="18" charset="0"/>
              <a:cs typeface="B Nazanin" panose="00000400000000000000" pitchFamily="2" charset="-78"/>
            </a:endParaRPr>
          </a:p>
        </p:txBody>
      </p:sp>
      <p:sp>
        <p:nvSpPr>
          <p:cNvPr id="64" name="Rectangle 63">
            <a:extLst>
              <a:ext uri="{FF2B5EF4-FFF2-40B4-BE49-F238E27FC236}">
                <a16:creationId xmlns="" xmlns:a16="http://schemas.microsoft.com/office/drawing/2014/main" id="{2A9B9FDD-FEF5-46D3-8995-5604A1B4B80E}"/>
              </a:ext>
            </a:extLst>
          </p:cNvPr>
          <p:cNvSpPr/>
          <p:nvPr/>
        </p:nvSpPr>
        <p:spPr>
          <a:xfrm>
            <a:off x="2636749" y="78259"/>
            <a:ext cx="1600200" cy="584775"/>
          </a:xfrm>
          <a:prstGeom prst="rect">
            <a:avLst/>
          </a:prstGeom>
        </p:spPr>
        <p:txBody>
          <a:bodyPr wrap="square">
            <a:spAutoFit/>
          </a:bodyPr>
          <a:lstStyle/>
          <a:p>
            <a:pPr lvl="0" algn="ctr" rtl="1" fontAlgn="base">
              <a:spcBef>
                <a:spcPct val="0"/>
              </a:spcBef>
              <a:spcAft>
                <a:spcPct val="0"/>
              </a:spcAft>
            </a:pPr>
            <a:r>
              <a:rPr lang="fa-IR" sz="1600" b="1" dirty="0">
                <a:solidFill>
                  <a:srgbClr val="FFFFFF"/>
                </a:solidFill>
                <a:latin typeface="Times New Roman" panose="02020603050405020304" pitchFamily="18" charset="0"/>
                <a:cs typeface="B Nazanin" panose="00000400000000000000" pitchFamily="2" charset="-78"/>
              </a:rPr>
              <a:t>همسان سازی پیشنهادی</a:t>
            </a:r>
          </a:p>
        </p:txBody>
      </p:sp>
      <p:sp>
        <p:nvSpPr>
          <p:cNvPr id="65" name="Rectangle 64">
            <a:extLst>
              <a:ext uri="{FF2B5EF4-FFF2-40B4-BE49-F238E27FC236}">
                <a16:creationId xmlns="" xmlns:a16="http://schemas.microsoft.com/office/drawing/2014/main" id="{4756B784-8B4C-449F-AE9D-2B6BBC518073}"/>
              </a:ext>
            </a:extLst>
          </p:cNvPr>
          <p:cNvSpPr/>
          <p:nvPr/>
        </p:nvSpPr>
        <p:spPr>
          <a:xfrm>
            <a:off x="4495138" y="91457"/>
            <a:ext cx="1443038" cy="584775"/>
          </a:xfrm>
          <a:prstGeom prst="rect">
            <a:avLst/>
          </a:prstGeom>
        </p:spPr>
        <p:txBody>
          <a:bodyPr wrap="square">
            <a:spAutoFit/>
          </a:bodyPr>
          <a:lstStyle/>
          <a:p>
            <a:pPr lvl="0" algn="ctr" rtl="1" fontAlgn="base">
              <a:spcBef>
                <a:spcPct val="0"/>
              </a:spcBef>
              <a:spcAft>
                <a:spcPct val="0"/>
              </a:spcAft>
            </a:pPr>
            <a:r>
              <a:rPr lang="fa-IR" sz="1600" b="1" dirty="0">
                <a:solidFill>
                  <a:srgbClr val="FFFFFF"/>
                </a:solidFill>
                <a:latin typeface="Times New Roman" panose="02020603050405020304" pitchFamily="18" charset="0"/>
                <a:cs typeface="B Nazanin" panose="00000400000000000000" pitchFamily="2" charset="-78"/>
              </a:rPr>
              <a:t>همسان سازی باتری</a:t>
            </a:r>
          </a:p>
        </p:txBody>
      </p:sp>
      <p:sp>
        <p:nvSpPr>
          <p:cNvPr id="66" name="Rectangle 65">
            <a:extLst>
              <a:ext uri="{FF2B5EF4-FFF2-40B4-BE49-F238E27FC236}">
                <a16:creationId xmlns="" xmlns:a16="http://schemas.microsoft.com/office/drawing/2014/main" id="{E9011965-C922-40BF-B928-2A7E03BC5CDA}"/>
              </a:ext>
            </a:extLst>
          </p:cNvPr>
          <p:cNvSpPr/>
          <p:nvPr/>
        </p:nvSpPr>
        <p:spPr>
          <a:xfrm>
            <a:off x="6499957" y="197162"/>
            <a:ext cx="1626786" cy="323165"/>
          </a:xfrm>
          <a:prstGeom prst="rect">
            <a:avLst/>
          </a:prstGeom>
        </p:spPr>
        <p:txBody>
          <a:bodyPr wrap="square">
            <a:spAutoFit/>
          </a:bodyPr>
          <a:lstStyle/>
          <a:p>
            <a:pPr lvl="0" algn="ctr" fontAlgn="base">
              <a:spcBef>
                <a:spcPct val="0"/>
              </a:spcBef>
              <a:spcAft>
                <a:spcPct val="0"/>
              </a:spcAft>
              <a:defRPr/>
            </a:pPr>
            <a:r>
              <a:rPr lang="fa-IR" sz="1500" b="1" kern="0" dirty="0">
                <a:solidFill>
                  <a:srgbClr val="FFFFFF"/>
                </a:solidFill>
                <a:latin typeface="Times New Roman" panose="02020603050405020304" pitchFamily="18" charset="0"/>
                <a:cs typeface="B Nazanin" pitchFamily="2" charset="-78"/>
              </a:rPr>
              <a:t>باتری ها</a:t>
            </a:r>
            <a:endParaRPr lang="en-US" sz="1500" b="1" kern="0" dirty="0">
              <a:solidFill>
                <a:srgbClr val="FFFFFF"/>
              </a:solidFill>
              <a:latin typeface="Times New Roman" panose="02020603050405020304" pitchFamily="18" charset="0"/>
              <a:cs typeface="B Nazanin" pitchFamily="2" charset="-78"/>
            </a:endParaRPr>
          </a:p>
        </p:txBody>
      </p:sp>
      <p:sp>
        <p:nvSpPr>
          <p:cNvPr id="67" name="Rounded Rectangle 175">
            <a:extLst>
              <a:ext uri="{FF2B5EF4-FFF2-40B4-BE49-F238E27FC236}">
                <a16:creationId xmlns="" xmlns:a16="http://schemas.microsoft.com/office/drawing/2014/main" id="{5ED324C1-9E82-4B7C-8E12-63B5A59FFFC0}"/>
              </a:ext>
            </a:extLst>
          </p:cNvPr>
          <p:cNvSpPr/>
          <p:nvPr/>
        </p:nvSpPr>
        <p:spPr bwMode="auto">
          <a:xfrm>
            <a:off x="6324600" y="1066930"/>
            <a:ext cx="2922494" cy="418072"/>
          </a:xfrm>
          <a:prstGeom prst="roundRect">
            <a:avLst/>
          </a:prstGeom>
          <a:solidFill>
            <a:srgbClr val="3D81BF">
              <a:lumMod val="75000"/>
            </a:srgbClr>
          </a:solidFill>
          <a:ln w="9525" cap="flat" cmpd="sng" algn="ctr">
            <a:solidFill>
              <a:srgbClr val="000000"/>
            </a:solidFill>
            <a:prstDash val="solid"/>
            <a:round/>
            <a:headEnd type="none" w="med" len="med"/>
            <a:tailEnd type="none" w="med" len="med"/>
          </a:ln>
          <a:effectLst>
            <a:reflection blurRad="6350" stA="50000" endA="300" endPos="55000" dir="5400000" sy="-100000" algn="bl" rotWithShape="0"/>
          </a:effectLst>
          <a:scene3d>
            <a:camera prst="isometricOffAxis2Left"/>
            <a:lightRig rig="threePt" dir="t"/>
          </a:scene3d>
        </p:spPr>
        <p:txBody>
          <a:bodyPr vert="horz" wrap="square" lIns="91440" tIns="45720" rIns="91440" bIns="45720" numCol="1" rtlCol="0" anchor="t" anchorCtr="0" compatLnSpc="1">
            <a:prstTxWarp prst="textNoShape">
              <a:avLst/>
            </a:prstTxWarp>
          </a:bodyPr>
          <a:lstStyle/>
          <a:p>
            <a:pPr lvl="0" algn="ctr" rtl="1" fontAlgn="base">
              <a:spcBef>
                <a:spcPct val="0"/>
              </a:spcBef>
              <a:spcAft>
                <a:spcPct val="0"/>
              </a:spcAft>
            </a:pPr>
            <a:r>
              <a:rPr lang="fa-IR" sz="2000" b="1" dirty="0">
                <a:solidFill>
                  <a:srgbClr val="FFFFFF"/>
                </a:solidFill>
                <a:latin typeface="Times New Roman" panose="02020603050405020304" pitchFamily="18" charset="0"/>
                <a:cs typeface="B Nazanin" panose="00000400000000000000" pitchFamily="2" charset="-78"/>
              </a:rPr>
              <a:t>همسان سازی باتری</a:t>
            </a:r>
          </a:p>
        </p:txBody>
      </p:sp>
      <p:pic>
        <p:nvPicPr>
          <p:cNvPr id="1026" name="Picture 2" descr="Fuzzy Logic Icons - Free SVG &amp; PNG Fuzzy Logic Images - Noun Project"/>
          <p:cNvPicPr>
            <a:picLocks noChangeAspect="1" noChangeArrowheads="1"/>
          </p:cNvPicPr>
          <p:nvPr/>
        </p:nvPicPr>
        <p:blipFill>
          <a:blip r:embed="rId8">
            <a:extLst>
              <a:ext uri="{28A0092B-C50C-407E-A947-70E740481C1C}">
                <a14:useLocalDpi xmlns:a14="http://schemas.microsoft.com/office/drawing/2010/main" val="0"/>
              </a:ext>
            </a:extLst>
          </a:blip>
          <a:srcRect/>
          <a:stretch>
            <a:fillRect/>
          </a:stretch>
        </p:blipFill>
        <p:spPr bwMode="auto">
          <a:xfrm>
            <a:off x="4018026" y="2835557"/>
            <a:ext cx="1726022" cy="1726022"/>
          </a:xfrm>
          <a:prstGeom prst="rect">
            <a:avLst/>
          </a:prstGeom>
          <a:noFill/>
          <a:extLst>
            <a:ext uri="{909E8E84-426E-40DD-AFC4-6F175D3DCCD1}">
              <a14:hiddenFill xmlns:a14="http://schemas.microsoft.com/office/drawing/2010/main">
                <a:solidFill>
                  <a:srgbClr val="FFFFFF"/>
                </a:solidFill>
              </a14:hiddenFill>
            </a:ext>
          </a:extLst>
        </p:spPr>
      </p:pic>
      <p:pic>
        <p:nvPicPr>
          <p:cNvPr id="34" name="Picture 33"/>
          <p:cNvPicPr>
            <a:picLocks noChangeAspect="1"/>
          </p:cNvPicPr>
          <p:nvPr/>
        </p:nvPicPr>
        <p:blipFill>
          <a:blip r:embed="rId9"/>
          <a:stretch>
            <a:fillRect/>
          </a:stretch>
        </p:blipFill>
        <p:spPr>
          <a:xfrm>
            <a:off x="7406615" y="4167785"/>
            <a:ext cx="247650" cy="263198"/>
          </a:xfrm>
          <a:prstGeom prst="rect">
            <a:avLst/>
          </a:prstGeom>
        </p:spPr>
      </p:pic>
    </p:spTree>
    <p:extLst>
      <p:ext uri="{BB962C8B-B14F-4D97-AF65-F5344CB8AC3E}">
        <p14:creationId xmlns:p14="http://schemas.microsoft.com/office/powerpoint/2010/main" val="884390265"/>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9" name="Slide Number Placeholder 3">
            <a:extLst>
              <a:ext uri="{FF2B5EF4-FFF2-40B4-BE49-F238E27FC236}">
                <a16:creationId xmlns="" xmlns:a16="http://schemas.microsoft.com/office/drawing/2014/main" id="{FEFB061F-8AAB-4535-B272-1BA4D5A77191}"/>
              </a:ext>
            </a:extLst>
          </p:cNvPr>
          <p:cNvSpPr txBox="1">
            <a:spLocks/>
          </p:cNvSpPr>
          <p:nvPr/>
        </p:nvSpPr>
        <p:spPr>
          <a:xfrm>
            <a:off x="8965" y="6090313"/>
            <a:ext cx="676835" cy="767687"/>
          </a:xfrm>
          <a:prstGeom prst="rect">
            <a:avLst/>
          </a:prstGeom>
        </p:spPr>
        <p:txBody>
          <a:bodyPr vert="horz" lIns="91440" tIns="45720" rIns="91440" bIns="45720" rtlCol="0" anchor="ctr"/>
          <a:lstStyle>
            <a:defPPr>
              <a:defRPr lang="en-US"/>
            </a:defPPr>
            <a:lvl1pPr marL="0" algn="l" defTabSz="914400" rtl="0" eaLnBrk="1" latinLnBrk="0" hangingPunct="1">
              <a:defRPr sz="1400" b="1" kern="1200">
                <a:solidFill>
                  <a:srgbClr val="FFFFFF"/>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rtl="1"/>
            <a:fld id="{E8ADF199-8047-440E-B02B-E80683B392F2}" type="slidenum">
              <a:rPr lang="fa-IR" sz="1800" smtClean="0">
                <a:solidFill>
                  <a:schemeClr val="tx1"/>
                </a:solidFill>
                <a:cs typeface="B Lotus" panose="00000400000000000000" pitchFamily="2" charset="-78"/>
              </a:rPr>
              <a:pPr rtl="1"/>
              <a:t>37</a:t>
            </a:fld>
            <a:endParaRPr lang="fa-IR" sz="1800" dirty="0">
              <a:solidFill>
                <a:schemeClr val="tx1"/>
              </a:solidFill>
              <a:cs typeface="B Lotus" panose="00000400000000000000" pitchFamily="2" charset="-78"/>
            </a:endParaRPr>
          </a:p>
        </p:txBody>
      </p:sp>
      <p:pic>
        <p:nvPicPr>
          <p:cNvPr id="58" name="Picture 57" descr="پرونده:Azad University logo.png - ویکی‌پدیا، دانشنامهٔ آزاد">
            <a:extLst>
              <a:ext uri="{FF2B5EF4-FFF2-40B4-BE49-F238E27FC236}">
                <a16:creationId xmlns="" xmlns:a16="http://schemas.microsoft.com/office/drawing/2014/main" id="{1A9FEE44-0F48-48EE-A201-613E74B88238}"/>
              </a:ext>
            </a:extLst>
          </p:cNvPr>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8610600" y="0"/>
            <a:ext cx="533400" cy="822959"/>
          </a:xfrm>
          <a:prstGeom prst="rect">
            <a:avLst/>
          </a:prstGeom>
          <a:noFill/>
          <a:ln>
            <a:noFill/>
          </a:ln>
        </p:spPr>
      </p:pic>
      <p:sp>
        <p:nvSpPr>
          <p:cNvPr id="59" name="AutoShape 10">
            <a:extLst>
              <a:ext uri="{FF2B5EF4-FFF2-40B4-BE49-F238E27FC236}">
                <a16:creationId xmlns="" xmlns:a16="http://schemas.microsoft.com/office/drawing/2014/main" id="{F6266893-797F-40B9-B7F1-28B13A3984C3}"/>
              </a:ext>
            </a:extLst>
          </p:cNvPr>
          <p:cNvSpPr>
            <a:spLocks noChangeArrowheads="1"/>
          </p:cNvSpPr>
          <p:nvPr/>
        </p:nvSpPr>
        <p:spPr bwMode="gray">
          <a:xfrm flipH="1">
            <a:off x="6246677" y="59426"/>
            <a:ext cx="2057400" cy="649224"/>
          </a:xfrm>
          <a:prstGeom prst="chevron">
            <a:avLst>
              <a:gd name="adj" fmla="val 17842"/>
            </a:avLst>
          </a:prstGeom>
          <a:gradFill rotWithShape="1">
            <a:gsLst>
              <a:gs pos="0">
                <a:srgbClr val="84B09A">
                  <a:gamma/>
                  <a:shade val="46275"/>
                  <a:invGamma/>
                </a:srgbClr>
              </a:gs>
              <a:gs pos="50000">
                <a:srgbClr val="84B09A"/>
              </a:gs>
              <a:gs pos="100000">
                <a:srgbClr val="84B09A">
                  <a:gamma/>
                  <a:shade val="46275"/>
                  <a:invGamma/>
                </a:srgbClr>
              </a:gs>
            </a:gsLst>
            <a:lin ang="2700000" scaled="1"/>
          </a:gradFill>
          <a:ln w="38100">
            <a:solidFill>
              <a:srgbClr val="EAEAEA"/>
            </a:solidFill>
            <a:miter lim="800000"/>
            <a:headEnd/>
            <a:tailEnd/>
          </a:ln>
          <a:effectLst>
            <a:outerShdw dist="109250" dir="3267739" algn="ctr" rotWithShape="0">
              <a:srgbClr val="333333">
                <a:alpha val="50000"/>
              </a:srgbClr>
            </a:outerShdw>
          </a:effectLst>
        </p:spPr>
        <p:txBody>
          <a:bodyPr wrap="square" anchor="ctr">
            <a:spAutoFit/>
          </a:bodyPr>
          <a:lstStyle/>
          <a:p>
            <a:pPr algn="ctr" fontAlgn="base">
              <a:spcBef>
                <a:spcPct val="0"/>
              </a:spcBef>
              <a:spcAft>
                <a:spcPct val="0"/>
              </a:spcAft>
            </a:pPr>
            <a:endParaRPr lang="en-US" kern="0" dirty="0">
              <a:solidFill>
                <a:srgbClr val="3D81BF"/>
              </a:solidFill>
            </a:endParaRPr>
          </a:p>
        </p:txBody>
      </p:sp>
      <p:sp>
        <p:nvSpPr>
          <p:cNvPr id="60" name="AutoShape 3">
            <a:extLst>
              <a:ext uri="{FF2B5EF4-FFF2-40B4-BE49-F238E27FC236}">
                <a16:creationId xmlns="" xmlns:a16="http://schemas.microsoft.com/office/drawing/2014/main" id="{3450B81F-1BA9-4F41-945E-CF31FD6A1BE2}"/>
              </a:ext>
            </a:extLst>
          </p:cNvPr>
          <p:cNvSpPr>
            <a:spLocks noChangeArrowheads="1"/>
          </p:cNvSpPr>
          <p:nvPr/>
        </p:nvSpPr>
        <p:spPr bwMode="gray">
          <a:xfrm flipH="1">
            <a:off x="4188613" y="57140"/>
            <a:ext cx="2056086" cy="651510"/>
          </a:xfrm>
          <a:prstGeom prst="chevron">
            <a:avLst>
              <a:gd name="adj" fmla="val 17009"/>
            </a:avLst>
          </a:prstGeom>
          <a:solidFill>
            <a:srgbClr val="2842AE"/>
          </a:solidFill>
          <a:ln w="38100">
            <a:solidFill>
              <a:srgbClr val="EAEAEA"/>
            </a:solidFill>
            <a:miter lim="800000"/>
            <a:headEnd/>
            <a:tailEnd/>
          </a:ln>
          <a:effectLst>
            <a:outerShdw dist="109250" dir="3267739" algn="ctr" rotWithShape="0">
              <a:srgbClr val="333333">
                <a:alpha val="50000"/>
              </a:srgbClr>
            </a:outerShdw>
          </a:effectLst>
        </p:spPr>
        <p:txBody>
          <a:bodyPr wrap="square" anchor="ctr">
            <a:spAutoFit/>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dirty="0">
              <a:ln>
                <a:noFill/>
              </a:ln>
              <a:solidFill>
                <a:srgbClr val="3D81BF"/>
              </a:solidFill>
              <a:effectLst/>
              <a:uLnTx/>
              <a:uFillTx/>
            </a:endParaRPr>
          </a:p>
        </p:txBody>
      </p:sp>
      <p:sp>
        <p:nvSpPr>
          <p:cNvPr id="61" name="AutoShape 3">
            <a:extLst>
              <a:ext uri="{FF2B5EF4-FFF2-40B4-BE49-F238E27FC236}">
                <a16:creationId xmlns="" xmlns:a16="http://schemas.microsoft.com/office/drawing/2014/main" id="{278C3753-7E5F-4A07-84E8-FA915CB0CE87}"/>
              </a:ext>
            </a:extLst>
          </p:cNvPr>
          <p:cNvSpPr>
            <a:spLocks noChangeArrowheads="1"/>
          </p:cNvSpPr>
          <p:nvPr/>
        </p:nvSpPr>
        <p:spPr bwMode="gray">
          <a:xfrm flipH="1">
            <a:off x="2588411" y="57141"/>
            <a:ext cx="1600202" cy="651510"/>
          </a:xfrm>
          <a:prstGeom prst="chevron">
            <a:avLst>
              <a:gd name="adj" fmla="val 17009"/>
            </a:avLst>
          </a:prstGeom>
          <a:gradFill rotWithShape="1">
            <a:gsLst>
              <a:gs pos="0">
                <a:srgbClr val="84B09A">
                  <a:gamma/>
                  <a:shade val="46275"/>
                  <a:invGamma/>
                </a:srgbClr>
              </a:gs>
              <a:gs pos="50000">
                <a:srgbClr val="84B09A"/>
              </a:gs>
              <a:gs pos="100000">
                <a:srgbClr val="84B09A">
                  <a:gamma/>
                  <a:shade val="46275"/>
                  <a:invGamma/>
                </a:srgbClr>
              </a:gs>
            </a:gsLst>
            <a:lin ang="2700000" scaled="1"/>
          </a:gradFill>
          <a:ln w="38100">
            <a:solidFill>
              <a:srgbClr val="EAEAEA"/>
            </a:solidFill>
            <a:miter lim="800000"/>
            <a:headEnd/>
            <a:tailEnd/>
          </a:ln>
          <a:effectLst>
            <a:outerShdw dist="109250" dir="3267739" algn="ctr" rotWithShape="0">
              <a:srgbClr val="333333">
                <a:alpha val="50000"/>
              </a:srgbClr>
            </a:outerShdw>
          </a:effectLst>
        </p:spPr>
        <p:txBody>
          <a:bodyPr wrap="square" anchor="ctr">
            <a:spAutoFit/>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endParaRPr>
          </a:p>
        </p:txBody>
      </p:sp>
      <p:sp>
        <p:nvSpPr>
          <p:cNvPr id="62" name="AutoShape 3">
            <a:extLst>
              <a:ext uri="{FF2B5EF4-FFF2-40B4-BE49-F238E27FC236}">
                <a16:creationId xmlns="" xmlns:a16="http://schemas.microsoft.com/office/drawing/2014/main" id="{B202AEB4-F766-4F6D-9D49-804AECBBBB79}"/>
              </a:ext>
            </a:extLst>
          </p:cNvPr>
          <p:cNvSpPr>
            <a:spLocks noChangeArrowheads="1"/>
          </p:cNvSpPr>
          <p:nvPr/>
        </p:nvSpPr>
        <p:spPr bwMode="gray">
          <a:xfrm flipH="1">
            <a:off x="161661" y="57140"/>
            <a:ext cx="2426749" cy="651510"/>
          </a:xfrm>
          <a:prstGeom prst="chevron">
            <a:avLst>
              <a:gd name="adj" fmla="val 17009"/>
            </a:avLst>
          </a:prstGeom>
          <a:gradFill rotWithShape="1">
            <a:gsLst>
              <a:gs pos="0">
                <a:srgbClr val="84B09A">
                  <a:gamma/>
                  <a:shade val="46275"/>
                  <a:invGamma/>
                </a:srgbClr>
              </a:gs>
              <a:gs pos="50000">
                <a:srgbClr val="84B09A"/>
              </a:gs>
              <a:gs pos="100000">
                <a:srgbClr val="84B09A">
                  <a:gamma/>
                  <a:shade val="46275"/>
                  <a:invGamma/>
                </a:srgbClr>
              </a:gs>
            </a:gsLst>
            <a:lin ang="2700000" scaled="1"/>
          </a:gradFill>
          <a:ln w="38100">
            <a:solidFill>
              <a:srgbClr val="EAEAEA"/>
            </a:solidFill>
            <a:miter lim="800000"/>
            <a:headEnd/>
            <a:tailEnd/>
          </a:ln>
          <a:effectLst>
            <a:outerShdw dist="109250" dir="3267739" algn="ctr" rotWithShape="0">
              <a:srgbClr val="333333">
                <a:alpha val="50000"/>
              </a:srgbClr>
            </a:outerShdw>
          </a:effectLst>
        </p:spPr>
        <p:txBody>
          <a:bodyPr wrap="square" anchor="ctr">
            <a:spAutoFit/>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endParaRPr>
          </a:p>
        </p:txBody>
      </p:sp>
      <p:sp>
        <p:nvSpPr>
          <p:cNvPr id="63" name="Rectangle 62">
            <a:extLst>
              <a:ext uri="{FF2B5EF4-FFF2-40B4-BE49-F238E27FC236}">
                <a16:creationId xmlns="" xmlns:a16="http://schemas.microsoft.com/office/drawing/2014/main" id="{89552ECA-1CA1-40F1-A87E-809897E322A0}"/>
              </a:ext>
            </a:extLst>
          </p:cNvPr>
          <p:cNvSpPr/>
          <p:nvPr/>
        </p:nvSpPr>
        <p:spPr>
          <a:xfrm>
            <a:off x="403231" y="91457"/>
            <a:ext cx="2056085" cy="584775"/>
          </a:xfrm>
          <a:prstGeom prst="rect">
            <a:avLst/>
          </a:prstGeom>
        </p:spPr>
        <p:txBody>
          <a:bodyPr wrap="square">
            <a:spAutoFit/>
          </a:bodyPr>
          <a:lstStyle/>
          <a:p>
            <a:pPr lvl="0" algn="ctr" rtl="1" fontAlgn="base">
              <a:spcBef>
                <a:spcPct val="0"/>
              </a:spcBef>
              <a:spcAft>
                <a:spcPct val="0"/>
              </a:spcAft>
            </a:pPr>
            <a:r>
              <a:rPr lang="fa-IR" sz="1600" b="1" dirty="0" smtClean="0">
                <a:solidFill>
                  <a:srgbClr val="FFFFFF"/>
                </a:solidFill>
                <a:latin typeface="Times New Roman" panose="02020603050405020304" pitchFamily="18" charset="0"/>
                <a:cs typeface="B Nazanin" panose="00000400000000000000" pitchFamily="2" charset="-78"/>
              </a:rPr>
              <a:t> پیاده سازی و ارزیابی همسان ساز پیشنهادی</a:t>
            </a:r>
            <a:endParaRPr lang="fa-IR" sz="1600" b="1" dirty="0">
              <a:solidFill>
                <a:srgbClr val="FFFFFF"/>
              </a:solidFill>
              <a:latin typeface="Times New Roman" panose="02020603050405020304" pitchFamily="18" charset="0"/>
              <a:cs typeface="B Nazanin" panose="00000400000000000000" pitchFamily="2" charset="-78"/>
            </a:endParaRPr>
          </a:p>
        </p:txBody>
      </p:sp>
      <p:sp>
        <p:nvSpPr>
          <p:cNvPr id="64" name="Rectangle 63">
            <a:extLst>
              <a:ext uri="{FF2B5EF4-FFF2-40B4-BE49-F238E27FC236}">
                <a16:creationId xmlns="" xmlns:a16="http://schemas.microsoft.com/office/drawing/2014/main" id="{2A9B9FDD-FEF5-46D3-8995-5604A1B4B80E}"/>
              </a:ext>
            </a:extLst>
          </p:cNvPr>
          <p:cNvSpPr/>
          <p:nvPr/>
        </p:nvSpPr>
        <p:spPr>
          <a:xfrm>
            <a:off x="2636749" y="78259"/>
            <a:ext cx="1600200" cy="584775"/>
          </a:xfrm>
          <a:prstGeom prst="rect">
            <a:avLst/>
          </a:prstGeom>
        </p:spPr>
        <p:txBody>
          <a:bodyPr wrap="square">
            <a:spAutoFit/>
          </a:bodyPr>
          <a:lstStyle/>
          <a:p>
            <a:pPr lvl="0" algn="ctr" rtl="1" fontAlgn="base">
              <a:spcBef>
                <a:spcPct val="0"/>
              </a:spcBef>
              <a:spcAft>
                <a:spcPct val="0"/>
              </a:spcAft>
            </a:pPr>
            <a:r>
              <a:rPr lang="fa-IR" sz="1600" b="1" dirty="0">
                <a:solidFill>
                  <a:srgbClr val="FFFFFF"/>
                </a:solidFill>
                <a:latin typeface="Times New Roman" panose="02020603050405020304" pitchFamily="18" charset="0"/>
                <a:cs typeface="B Nazanin" panose="00000400000000000000" pitchFamily="2" charset="-78"/>
              </a:rPr>
              <a:t>همسان سازی پیشنهادی</a:t>
            </a:r>
          </a:p>
        </p:txBody>
      </p:sp>
      <p:sp>
        <p:nvSpPr>
          <p:cNvPr id="65" name="Rectangle 64">
            <a:extLst>
              <a:ext uri="{FF2B5EF4-FFF2-40B4-BE49-F238E27FC236}">
                <a16:creationId xmlns="" xmlns:a16="http://schemas.microsoft.com/office/drawing/2014/main" id="{4756B784-8B4C-449F-AE9D-2B6BBC518073}"/>
              </a:ext>
            </a:extLst>
          </p:cNvPr>
          <p:cNvSpPr/>
          <p:nvPr/>
        </p:nvSpPr>
        <p:spPr>
          <a:xfrm>
            <a:off x="4495138" y="91457"/>
            <a:ext cx="1443038" cy="584775"/>
          </a:xfrm>
          <a:prstGeom prst="rect">
            <a:avLst/>
          </a:prstGeom>
        </p:spPr>
        <p:txBody>
          <a:bodyPr wrap="square">
            <a:spAutoFit/>
          </a:bodyPr>
          <a:lstStyle/>
          <a:p>
            <a:pPr lvl="0" algn="ctr" rtl="1" fontAlgn="base">
              <a:spcBef>
                <a:spcPct val="0"/>
              </a:spcBef>
              <a:spcAft>
                <a:spcPct val="0"/>
              </a:spcAft>
            </a:pPr>
            <a:r>
              <a:rPr lang="fa-IR" sz="1600" b="1" dirty="0">
                <a:solidFill>
                  <a:srgbClr val="FFFFFF"/>
                </a:solidFill>
                <a:latin typeface="Times New Roman" panose="02020603050405020304" pitchFamily="18" charset="0"/>
                <a:cs typeface="B Nazanin" panose="00000400000000000000" pitchFamily="2" charset="-78"/>
              </a:rPr>
              <a:t>همسان سازی باتری</a:t>
            </a:r>
          </a:p>
        </p:txBody>
      </p:sp>
      <p:sp>
        <p:nvSpPr>
          <p:cNvPr id="66" name="Rectangle 65">
            <a:extLst>
              <a:ext uri="{FF2B5EF4-FFF2-40B4-BE49-F238E27FC236}">
                <a16:creationId xmlns="" xmlns:a16="http://schemas.microsoft.com/office/drawing/2014/main" id="{E9011965-C922-40BF-B928-2A7E03BC5CDA}"/>
              </a:ext>
            </a:extLst>
          </p:cNvPr>
          <p:cNvSpPr/>
          <p:nvPr/>
        </p:nvSpPr>
        <p:spPr>
          <a:xfrm>
            <a:off x="6499957" y="197162"/>
            <a:ext cx="1626786" cy="323165"/>
          </a:xfrm>
          <a:prstGeom prst="rect">
            <a:avLst/>
          </a:prstGeom>
        </p:spPr>
        <p:txBody>
          <a:bodyPr wrap="square">
            <a:spAutoFit/>
          </a:bodyPr>
          <a:lstStyle/>
          <a:p>
            <a:pPr lvl="0" algn="ctr" fontAlgn="base">
              <a:spcBef>
                <a:spcPct val="0"/>
              </a:spcBef>
              <a:spcAft>
                <a:spcPct val="0"/>
              </a:spcAft>
              <a:defRPr/>
            </a:pPr>
            <a:r>
              <a:rPr lang="fa-IR" sz="1500" b="1" kern="0" dirty="0">
                <a:solidFill>
                  <a:srgbClr val="FFFFFF"/>
                </a:solidFill>
                <a:latin typeface="Times New Roman" panose="02020603050405020304" pitchFamily="18" charset="0"/>
                <a:cs typeface="B Nazanin" pitchFamily="2" charset="-78"/>
              </a:rPr>
              <a:t>باتری ها</a:t>
            </a:r>
            <a:endParaRPr lang="en-US" sz="1500" b="1" kern="0" dirty="0">
              <a:solidFill>
                <a:srgbClr val="FFFFFF"/>
              </a:solidFill>
              <a:latin typeface="Times New Roman" panose="02020603050405020304" pitchFamily="18" charset="0"/>
              <a:cs typeface="B Nazanin" pitchFamily="2" charset="-78"/>
            </a:endParaRPr>
          </a:p>
        </p:txBody>
      </p:sp>
      <p:sp>
        <p:nvSpPr>
          <p:cNvPr id="67" name="Rounded Rectangle 175">
            <a:extLst>
              <a:ext uri="{FF2B5EF4-FFF2-40B4-BE49-F238E27FC236}">
                <a16:creationId xmlns="" xmlns:a16="http://schemas.microsoft.com/office/drawing/2014/main" id="{5ED324C1-9E82-4B7C-8E12-63B5A59FFFC0}"/>
              </a:ext>
            </a:extLst>
          </p:cNvPr>
          <p:cNvSpPr/>
          <p:nvPr/>
        </p:nvSpPr>
        <p:spPr bwMode="auto">
          <a:xfrm>
            <a:off x="6324600" y="1066930"/>
            <a:ext cx="2922494" cy="418072"/>
          </a:xfrm>
          <a:prstGeom prst="roundRect">
            <a:avLst/>
          </a:prstGeom>
          <a:solidFill>
            <a:srgbClr val="3D81BF">
              <a:lumMod val="75000"/>
            </a:srgbClr>
          </a:solidFill>
          <a:ln w="9525" cap="flat" cmpd="sng" algn="ctr">
            <a:solidFill>
              <a:srgbClr val="000000"/>
            </a:solidFill>
            <a:prstDash val="solid"/>
            <a:round/>
            <a:headEnd type="none" w="med" len="med"/>
            <a:tailEnd type="none" w="med" len="med"/>
          </a:ln>
          <a:effectLst>
            <a:reflection blurRad="6350" stA="50000" endA="300" endPos="55000" dir="5400000" sy="-100000" algn="bl" rotWithShape="0"/>
          </a:effectLst>
          <a:scene3d>
            <a:camera prst="isometricOffAxis2Left"/>
            <a:lightRig rig="threePt" dir="t"/>
          </a:scene3d>
        </p:spPr>
        <p:txBody>
          <a:bodyPr vert="horz" wrap="square" lIns="91440" tIns="45720" rIns="91440" bIns="45720" numCol="1" rtlCol="0" anchor="t" anchorCtr="0" compatLnSpc="1">
            <a:prstTxWarp prst="textNoShape">
              <a:avLst/>
            </a:prstTxWarp>
          </a:bodyPr>
          <a:lstStyle/>
          <a:p>
            <a:pPr lvl="0" algn="ctr" rtl="1" fontAlgn="base">
              <a:spcBef>
                <a:spcPct val="0"/>
              </a:spcBef>
              <a:spcAft>
                <a:spcPct val="0"/>
              </a:spcAft>
            </a:pPr>
            <a:r>
              <a:rPr lang="fa-IR" sz="2000" b="1" dirty="0">
                <a:solidFill>
                  <a:srgbClr val="FFFFFF"/>
                </a:solidFill>
                <a:latin typeface="Times New Roman" panose="02020603050405020304" pitchFamily="18" charset="0"/>
                <a:cs typeface="B Nazanin" panose="00000400000000000000" pitchFamily="2" charset="-78"/>
              </a:rPr>
              <a:t>همسان سازی باتری</a:t>
            </a:r>
          </a:p>
        </p:txBody>
      </p:sp>
      <p:sp>
        <p:nvSpPr>
          <p:cNvPr id="35" name="Rectangle 34"/>
          <p:cNvSpPr/>
          <p:nvPr/>
        </p:nvSpPr>
        <p:spPr>
          <a:xfrm>
            <a:off x="-923562" y="913041"/>
            <a:ext cx="6861738" cy="307777"/>
          </a:xfrm>
          <a:prstGeom prst="rect">
            <a:avLst/>
          </a:prstGeom>
        </p:spPr>
        <p:txBody>
          <a:bodyPr wrap="square">
            <a:spAutoFit/>
          </a:bodyPr>
          <a:lstStyle/>
          <a:p>
            <a:pPr algn="r" rtl="1" fontAlgn="base">
              <a:spcBef>
                <a:spcPct val="0"/>
              </a:spcBef>
              <a:spcAft>
                <a:spcPct val="0"/>
              </a:spcAft>
            </a:pPr>
            <a:r>
              <a:rPr lang="fa-IR" sz="1400" dirty="0">
                <a:cs typeface="B Lotus" panose="00000400000000000000" pitchFamily="2" charset="-78"/>
              </a:rPr>
              <a:t>پژوهشی بر روی همسان ساز باتری پک لیتیوم یونی با دو مرحله ای بر مبنای کنترل منطق فازی</a:t>
            </a:r>
            <a:endParaRPr lang="en-US" sz="1400" dirty="0">
              <a:latin typeface="Times New Roman" panose="02020603050405020304" pitchFamily="18" charset="0"/>
              <a:cs typeface="Times New Roman" panose="02020603050405020304" pitchFamily="18" charset="0"/>
            </a:endParaRPr>
          </a:p>
        </p:txBody>
      </p:sp>
      <p:sp>
        <p:nvSpPr>
          <p:cNvPr id="3" name="Rectangle 2"/>
          <p:cNvSpPr/>
          <p:nvPr/>
        </p:nvSpPr>
        <p:spPr>
          <a:xfrm>
            <a:off x="37438" y="5610426"/>
            <a:ext cx="8915399" cy="369332"/>
          </a:xfrm>
          <a:prstGeom prst="rect">
            <a:avLst/>
          </a:prstGeom>
        </p:spPr>
        <p:txBody>
          <a:bodyPr wrap="square">
            <a:spAutoFit/>
          </a:bodyPr>
          <a:lstStyle/>
          <a:p>
            <a:pPr algn="ctr" rtl="1"/>
            <a:r>
              <a:rPr lang="fa-IR" dirty="0">
                <a:latin typeface="Times New Roman" panose="02020603050405020304" pitchFamily="18" charset="0"/>
                <a:ea typeface="Calibri" panose="020F0502020204030204" pitchFamily="34" charset="0"/>
                <a:cs typeface="B Lotus" panose="00000400000000000000" pitchFamily="2" charset="-78"/>
              </a:rPr>
              <a:t>شکل 11</a:t>
            </a:r>
            <a:r>
              <a:rPr lang="fa-IR" dirty="0">
                <a:latin typeface="Times New Roman" panose="02020603050405020304" pitchFamily="18" charset="0"/>
                <a:cs typeface="B Lotus" panose="00000400000000000000" pitchFamily="2" charset="-78"/>
              </a:rPr>
              <a:t>فلوچارت الگوریتم همسان سازی دو مرحله ای باتری ها باتری ها با </a:t>
            </a:r>
            <a:r>
              <a:rPr lang="en-US" dirty="0">
                <a:latin typeface="Times New Roman" panose="02020603050405020304" pitchFamily="18" charset="0"/>
                <a:cs typeface="B Lotus" panose="00000400000000000000" pitchFamily="2" charset="-78"/>
              </a:rPr>
              <a:t>FLC</a:t>
            </a:r>
            <a:r>
              <a:rPr lang="fa-IR" dirty="0">
                <a:latin typeface="Times New Roman" panose="02020603050405020304" pitchFamily="18" charset="0"/>
                <a:cs typeface="B Lotus" panose="00000400000000000000" pitchFamily="2" charset="-78"/>
              </a:rPr>
              <a:t>.</a:t>
            </a:r>
            <a:r>
              <a:rPr lang="fa-IR" dirty="0">
                <a:latin typeface="Times New Roman" panose="02020603050405020304" pitchFamily="18" charset="0"/>
                <a:ea typeface="Calibri" panose="020F0502020204030204" pitchFamily="34" charset="0"/>
                <a:cs typeface="B Lotus" panose="00000400000000000000" pitchFamily="2" charset="-78"/>
              </a:rPr>
              <a:t> </a:t>
            </a:r>
            <a:endParaRPr lang="en-US" dirty="0">
              <a:latin typeface="Times New Roman" panose="02020603050405020304" pitchFamily="18" charset="0"/>
              <a:cs typeface="B Lotus" panose="00000400000000000000" pitchFamily="2" charset="-78"/>
            </a:endParaRPr>
          </a:p>
        </p:txBody>
      </p:sp>
      <p:pic>
        <p:nvPicPr>
          <p:cNvPr id="4" name="Picture 3"/>
          <p:cNvPicPr>
            <a:picLocks noChangeAspect="1"/>
          </p:cNvPicPr>
          <p:nvPr/>
        </p:nvPicPr>
        <p:blipFill>
          <a:blip r:embed="rId4"/>
          <a:stretch>
            <a:fillRect/>
          </a:stretch>
        </p:blipFill>
        <p:spPr>
          <a:xfrm>
            <a:off x="8965" y="1999199"/>
            <a:ext cx="9144000" cy="3432968"/>
          </a:xfrm>
          <a:prstGeom prst="rect">
            <a:avLst/>
          </a:prstGeom>
        </p:spPr>
      </p:pic>
    </p:spTree>
    <p:extLst>
      <p:ext uri="{BB962C8B-B14F-4D97-AF65-F5344CB8AC3E}">
        <p14:creationId xmlns:p14="http://schemas.microsoft.com/office/powerpoint/2010/main" val="958893161"/>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9" name="Slide Number Placeholder 3">
            <a:extLst>
              <a:ext uri="{FF2B5EF4-FFF2-40B4-BE49-F238E27FC236}">
                <a16:creationId xmlns="" xmlns:a16="http://schemas.microsoft.com/office/drawing/2014/main" id="{FEFB061F-8AAB-4535-B272-1BA4D5A77191}"/>
              </a:ext>
            </a:extLst>
          </p:cNvPr>
          <p:cNvSpPr txBox="1">
            <a:spLocks/>
          </p:cNvSpPr>
          <p:nvPr/>
        </p:nvSpPr>
        <p:spPr>
          <a:xfrm>
            <a:off x="8965" y="6090313"/>
            <a:ext cx="676835" cy="767687"/>
          </a:xfrm>
          <a:prstGeom prst="rect">
            <a:avLst/>
          </a:prstGeom>
        </p:spPr>
        <p:txBody>
          <a:bodyPr vert="horz" lIns="91440" tIns="45720" rIns="91440" bIns="45720" rtlCol="0" anchor="ctr"/>
          <a:lstStyle>
            <a:defPPr>
              <a:defRPr lang="en-US"/>
            </a:defPPr>
            <a:lvl1pPr marL="0" algn="l" defTabSz="914400" rtl="0" eaLnBrk="1" latinLnBrk="0" hangingPunct="1">
              <a:defRPr sz="1400" b="1" kern="1200">
                <a:solidFill>
                  <a:srgbClr val="FFFFFF"/>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rtl="1"/>
            <a:fld id="{E8ADF199-8047-440E-B02B-E80683B392F2}" type="slidenum">
              <a:rPr lang="fa-IR" sz="1800" smtClean="0">
                <a:solidFill>
                  <a:schemeClr val="tx1"/>
                </a:solidFill>
                <a:cs typeface="B Lotus" panose="00000400000000000000" pitchFamily="2" charset="-78"/>
              </a:rPr>
              <a:pPr rtl="1"/>
              <a:t>38</a:t>
            </a:fld>
            <a:endParaRPr lang="fa-IR" sz="1800" dirty="0">
              <a:solidFill>
                <a:schemeClr val="tx1"/>
              </a:solidFill>
              <a:cs typeface="B Lotus" panose="00000400000000000000" pitchFamily="2" charset="-78"/>
            </a:endParaRPr>
          </a:p>
        </p:txBody>
      </p:sp>
      <p:pic>
        <p:nvPicPr>
          <p:cNvPr id="58" name="Picture 57" descr="پرونده:Azad University logo.png - ویکی‌پدیا، دانشنامهٔ آزاد">
            <a:extLst>
              <a:ext uri="{FF2B5EF4-FFF2-40B4-BE49-F238E27FC236}">
                <a16:creationId xmlns="" xmlns:a16="http://schemas.microsoft.com/office/drawing/2014/main" id="{1A9FEE44-0F48-48EE-A201-613E74B88238}"/>
              </a:ext>
            </a:extLst>
          </p:cNvPr>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8610600" y="0"/>
            <a:ext cx="533400" cy="822959"/>
          </a:xfrm>
          <a:prstGeom prst="rect">
            <a:avLst/>
          </a:prstGeom>
          <a:noFill/>
          <a:ln>
            <a:noFill/>
          </a:ln>
        </p:spPr>
      </p:pic>
      <p:sp>
        <p:nvSpPr>
          <p:cNvPr id="59" name="AutoShape 10">
            <a:extLst>
              <a:ext uri="{FF2B5EF4-FFF2-40B4-BE49-F238E27FC236}">
                <a16:creationId xmlns="" xmlns:a16="http://schemas.microsoft.com/office/drawing/2014/main" id="{F6266893-797F-40B9-B7F1-28B13A3984C3}"/>
              </a:ext>
            </a:extLst>
          </p:cNvPr>
          <p:cNvSpPr>
            <a:spLocks noChangeArrowheads="1"/>
          </p:cNvSpPr>
          <p:nvPr/>
        </p:nvSpPr>
        <p:spPr bwMode="gray">
          <a:xfrm flipH="1">
            <a:off x="6246677" y="59426"/>
            <a:ext cx="2057400" cy="649224"/>
          </a:xfrm>
          <a:prstGeom prst="chevron">
            <a:avLst>
              <a:gd name="adj" fmla="val 17842"/>
            </a:avLst>
          </a:prstGeom>
          <a:gradFill rotWithShape="1">
            <a:gsLst>
              <a:gs pos="0">
                <a:srgbClr val="84B09A">
                  <a:gamma/>
                  <a:shade val="46275"/>
                  <a:invGamma/>
                </a:srgbClr>
              </a:gs>
              <a:gs pos="50000">
                <a:srgbClr val="84B09A"/>
              </a:gs>
              <a:gs pos="100000">
                <a:srgbClr val="84B09A">
                  <a:gamma/>
                  <a:shade val="46275"/>
                  <a:invGamma/>
                </a:srgbClr>
              </a:gs>
            </a:gsLst>
            <a:lin ang="2700000" scaled="1"/>
          </a:gradFill>
          <a:ln w="38100">
            <a:solidFill>
              <a:srgbClr val="EAEAEA"/>
            </a:solidFill>
            <a:miter lim="800000"/>
            <a:headEnd/>
            <a:tailEnd/>
          </a:ln>
          <a:effectLst>
            <a:outerShdw dist="109250" dir="3267739" algn="ctr" rotWithShape="0">
              <a:srgbClr val="333333">
                <a:alpha val="50000"/>
              </a:srgbClr>
            </a:outerShdw>
          </a:effectLst>
        </p:spPr>
        <p:txBody>
          <a:bodyPr wrap="square" anchor="ctr">
            <a:spAutoFit/>
          </a:bodyPr>
          <a:lstStyle/>
          <a:p>
            <a:pPr algn="ctr" fontAlgn="base">
              <a:spcBef>
                <a:spcPct val="0"/>
              </a:spcBef>
              <a:spcAft>
                <a:spcPct val="0"/>
              </a:spcAft>
            </a:pPr>
            <a:endParaRPr lang="en-US" kern="0" dirty="0">
              <a:solidFill>
                <a:srgbClr val="3D81BF"/>
              </a:solidFill>
            </a:endParaRPr>
          </a:p>
        </p:txBody>
      </p:sp>
      <p:sp>
        <p:nvSpPr>
          <p:cNvPr id="60" name="AutoShape 3">
            <a:extLst>
              <a:ext uri="{FF2B5EF4-FFF2-40B4-BE49-F238E27FC236}">
                <a16:creationId xmlns="" xmlns:a16="http://schemas.microsoft.com/office/drawing/2014/main" id="{3450B81F-1BA9-4F41-945E-CF31FD6A1BE2}"/>
              </a:ext>
            </a:extLst>
          </p:cNvPr>
          <p:cNvSpPr>
            <a:spLocks noChangeArrowheads="1"/>
          </p:cNvSpPr>
          <p:nvPr/>
        </p:nvSpPr>
        <p:spPr bwMode="gray">
          <a:xfrm flipH="1">
            <a:off x="4188613" y="57140"/>
            <a:ext cx="2056086" cy="651510"/>
          </a:xfrm>
          <a:prstGeom prst="chevron">
            <a:avLst>
              <a:gd name="adj" fmla="val 17009"/>
            </a:avLst>
          </a:prstGeom>
          <a:solidFill>
            <a:srgbClr val="2842AE"/>
          </a:solidFill>
          <a:ln w="38100">
            <a:solidFill>
              <a:srgbClr val="EAEAEA"/>
            </a:solidFill>
            <a:miter lim="800000"/>
            <a:headEnd/>
            <a:tailEnd/>
          </a:ln>
          <a:effectLst>
            <a:outerShdw dist="109250" dir="3267739" algn="ctr" rotWithShape="0">
              <a:srgbClr val="333333">
                <a:alpha val="50000"/>
              </a:srgbClr>
            </a:outerShdw>
          </a:effectLst>
        </p:spPr>
        <p:txBody>
          <a:bodyPr wrap="square" anchor="ctr">
            <a:spAutoFit/>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dirty="0">
              <a:ln>
                <a:noFill/>
              </a:ln>
              <a:solidFill>
                <a:srgbClr val="3D81BF"/>
              </a:solidFill>
              <a:effectLst/>
              <a:uLnTx/>
              <a:uFillTx/>
            </a:endParaRPr>
          </a:p>
        </p:txBody>
      </p:sp>
      <p:sp>
        <p:nvSpPr>
          <p:cNvPr id="61" name="AutoShape 3">
            <a:extLst>
              <a:ext uri="{FF2B5EF4-FFF2-40B4-BE49-F238E27FC236}">
                <a16:creationId xmlns="" xmlns:a16="http://schemas.microsoft.com/office/drawing/2014/main" id="{278C3753-7E5F-4A07-84E8-FA915CB0CE87}"/>
              </a:ext>
            </a:extLst>
          </p:cNvPr>
          <p:cNvSpPr>
            <a:spLocks noChangeArrowheads="1"/>
          </p:cNvSpPr>
          <p:nvPr/>
        </p:nvSpPr>
        <p:spPr bwMode="gray">
          <a:xfrm flipH="1">
            <a:off x="2588411" y="57141"/>
            <a:ext cx="1600202" cy="651510"/>
          </a:xfrm>
          <a:prstGeom prst="chevron">
            <a:avLst>
              <a:gd name="adj" fmla="val 17009"/>
            </a:avLst>
          </a:prstGeom>
          <a:gradFill rotWithShape="1">
            <a:gsLst>
              <a:gs pos="0">
                <a:srgbClr val="84B09A">
                  <a:gamma/>
                  <a:shade val="46275"/>
                  <a:invGamma/>
                </a:srgbClr>
              </a:gs>
              <a:gs pos="50000">
                <a:srgbClr val="84B09A"/>
              </a:gs>
              <a:gs pos="100000">
                <a:srgbClr val="84B09A">
                  <a:gamma/>
                  <a:shade val="46275"/>
                  <a:invGamma/>
                </a:srgbClr>
              </a:gs>
            </a:gsLst>
            <a:lin ang="2700000" scaled="1"/>
          </a:gradFill>
          <a:ln w="38100">
            <a:solidFill>
              <a:srgbClr val="EAEAEA"/>
            </a:solidFill>
            <a:miter lim="800000"/>
            <a:headEnd/>
            <a:tailEnd/>
          </a:ln>
          <a:effectLst>
            <a:outerShdw dist="109250" dir="3267739" algn="ctr" rotWithShape="0">
              <a:srgbClr val="333333">
                <a:alpha val="50000"/>
              </a:srgbClr>
            </a:outerShdw>
          </a:effectLst>
        </p:spPr>
        <p:txBody>
          <a:bodyPr wrap="square" anchor="ctr">
            <a:spAutoFit/>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endParaRPr>
          </a:p>
        </p:txBody>
      </p:sp>
      <p:sp>
        <p:nvSpPr>
          <p:cNvPr id="62" name="AutoShape 3">
            <a:extLst>
              <a:ext uri="{FF2B5EF4-FFF2-40B4-BE49-F238E27FC236}">
                <a16:creationId xmlns="" xmlns:a16="http://schemas.microsoft.com/office/drawing/2014/main" id="{B202AEB4-F766-4F6D-9D49-804AECBBBB79}"/>
              </a:ext>
            </a:extLst>
          </p:cNvPr>
          <p:cNvSpPr>
            <a:spLocks noChangeArrowheads="1"/>
          </p:cNvSpPr>
          <p:nvPr/>
        </p:nvSpPr>
        <p:spPr bwMode="gray">
          <a:xfrm flipH="1">
            <a:off x="161661" y="57140"/>
            <a:ext cx="2426749" cy="651510"/>
          </a:xfrm>
          <a:prstGeom prst="chevron">
            <a:avLst>
              <a:gd name="adj" fmla="val 17009"/>
            </a:avLst>
          </a:prstGeom>
          <a:gradFill rotWithShape="1">
            <a:gsLst>
              <a:gs pos="0">
                <a:srgbClr val="84B09A">
                  <a:gamma/>
                  <a:shade val="46275"/>
                  <a:invGamma/>
                </a:srgbClr>
              </a:gs>
              <a:gs pos="50000">
                <a:srgbClr val="84B09A"/>
              </a:gs>
              <a:gs pos="100000">
                <a:srgbClr val="84B09A">
                  <a:gamma/>
                  <a:shade val="46275"/>
                  <a:invGamma/>
                </a:srgbClr>
              </a:gs>
            </a:gsLst>
            <a:lin ang="2700000" scaled="1"/>
          </a:gradFill>
          <a:ln w="38100">
            <a:solidFill>
              <a:srgbClr val="EAEAEA"/>
            </a:solidFill>
            <a:miter lim="800000"/>
            <a:headEnd/>
            <a:tailEnd/>
          </a:ln>
          <a:effectLst>
            <a:outerShdw dist="109250" dir="3267739" algn="ctr" rotWithShape="0">
              <a:srgbClr val="333333">
                <a:alpha val="50000"/>
              </a:srgbClr>
            </a:outerShdw>
          </a:effectLst>
        </p:spPr>
        <p:txBody>
          <a:bodyPr wrap="square" anchor="ctr">
            <a:spAutoFit/>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endParaRPr>
          </a:p>
        </p:txBody>
      </p:sp>
      <p:sp>
        <p:nvSpPr>
          <p:cNvPr id="63" name="Rectangle 62">
            <a:extLst>
              <a:ext uri="{FF2B5EF4-FFF2-40B4-BE49-F238E27FC236}">
                <a16:creationId xmlns="" xmlns:a16="http://schemas.microsoft.com/office/drawing/2014/main" id="{89552ECA-1CA1-40F1-A87E-809897E322A0}"/>
              </a:ext>
            </a:extLst>
          </p:cNvPr>
          <p:cNvSpPr/>
          <p:nvPr/>
        </p:nvSpPr>
        <p:spPr>
          <a:xfrm>
            <a:off x="403231" y="91457"/>
            <a:ext cx="2056085" cy="584775"/>
          </a:xfrm>
          <a:prstGeom prst="rect">
            <a:avLst/>
          </a:prstGeom>
        </p:spPr>
        <p:txBody>
          <a:bodyPr wrap="square">
            <a:spAutoFit/>
          </a:bodyPr>
          <a:lstStyle/>
          <a:p>
            <a:pPr lvl="0" algn="ctr" rtl="1" fontAlgn="base">
              <a:spcBef>
                <a:spcPct val="0"/>
              </a:spcBef>
              <a:spcAft>
                <a:spcPct val="0"/>
              </a:spcAft>
            </a:pPr>
            <a:r>
              <a:rPr lang="fa-IR" sz="1600" b="1" dirty="0" smtClean="0">
                <a:solidFill>
                  <a:srgbClr val="FFFFFF"/>
                </a:solidFill>
                <a:latin typeface="Times New Roman" panose="02020603050405020304" pitchFamily="18" charset="0"/>
                <a:cs typeface="B Nazanin" panose="00000400000000000000" pitchFamily="2" charset="-78"/>
              </a:rPr>
              <a:t> پیاده سازی و ارزیابی همسان ساز پیشنهادی</a:t>
            </a:r>
            <a:endParaRPr lang="fa-IR" sz="1600" b="1" dirty="0">
              <a:solidFill>
                <a:srgbClr val="FFFFFF"/>
              </a:solidFill>
              <a:latin typeface="Times New Roman" panose="02020603050405020304" pitchFamily="18" charset="0"/>
              <a:cs typeface="B Nazanin" panose="00000400000000000000" pitchFamily="2" charset="-78"/>
            </a:endParaRPr>
          </a:p>
        </p:txBody>
      </p:sp>
      <p:sp>
        <p:nvSpPr>
          <p:cNvPr id="64" name="Rectangle 63">
            <a:extLst>
              <a:ext uri="{FF2B5EF4-FFF2-40B4-BE49-F238E27FC236}">
                <a16:creationId xmlns="" xmlns:a16="http://schemas.microsoft.com/office/drawing/2014/main" id="{2A9B9FDD-FEF5-46D3-8995-5604A1B4B80E}"/>
              </a:ext>
            </a:extLst>
          </p:cNvPr>
          <p:cNvSpPr/>
          <p:nvPr/>
        </p:nvSpPr>
        <p:spPr>
          <a:xfrm>
            <a:off x="2636749" y="78259"/>
            <a:ext cx="1600200" cy="584775"/>
          </a:xfrm>
          <a:prstGeom prst="rect">
            <a:avLst/>
          </a:prstGeom>
        </p:spPr>
        <p:txBody>
          <a:bodyPr wrap="square">
            <a:spAutoFit/>
          </a:bodyPr>
          <a:lstStyle/>
          <a:p>
            <a:pPr lvl="0" algn="ctr" rtl="1" fontAlgn="base">
              <a:spcBef>
                <a:spcPct val="0"/>
              </a:spcBef>
              <a:spcAft>
                <a:spcPct val="0"/>
              </a:spcAft>
            </a:pPr>
            <a:r>
              <a:rPr lang="fa-IR" sz="1600" b="1" dirty="0">
                <a:solidFill>
                  <a:srgbClr val="FFFFFF"/>
                </a:solidFill>
                <a:latin typeface="Times New Roman" panose="02020603050405020304" pitchFamily="18" charset="0"/>
                <a:cs typeface="B Nazanin" panose="00000400000000000000" pitchFamily="2" charset="-78"/>
              </a:rPr>
              <a:t>همسان سازی پیشنهادی</a:t>
            </a:r>
          </a:p>
        </p:txBody>
      </p:sp>
      <p:sp>
        <p:nvSpPr>
          <p:cNvPr id="65" name="Rectangle 64">
            <a:extLst>
              <a:ext uri="{FF2B5EF4-FFF2-40B4-BE49-F238E27FC236}">
                <a16:creationId xmlns="" xmlns:a16="http://schemas.microsoft.com/office/drawing/2014/main" id="{4756B784-8B4C-449F-AE9D-2B6BBC518073}"/>
              </a:ext>
            </a:extLst>
          </p:cNvPr>
          <p:cNvSpPr/>
          <p:nvPr/>
        </p:nvSpPr>
        <p:spPr>
          <a:xfrm>
            <a:off x="4495138" y="91457"/>
            <a:ext cx="1443038" cy="584775"/>
          </a:xfrm>
          <a:prstGeom prst="rect">
            <a:avLst/>
          </a:prstGeom>
        </p:spPr>
        <p:txBody>
          <a:bodyPr wrap="square">
            <a:spAutoFit/>
          </a:bodyPr>
          <a:lstStyle/>
          <a:p>
            <a:pPr lvl="0" algn="ctr" rtl="1" fontAlgn="base">
              <a:spcBef>
                <a:spcPct val="0"/>
              </a:spcBef>
              <a:spcAft>
                <a:spcPct val="0"/>
              </a:spcAft>
            </a:pPr>
            <a:r>
              <a:rPr lang="fa-IR" sz="1600" b="1" dirty="0">
                <a:solidFill>
                  <a:srgbClr val="FFFFFF"/>
                </a:solidFill>
                <a:latin typeface="Times New Roman" panose="02020603050405020304" pitchFamily="18" charset="0"/>
                <a:cs typeface="B Nazanin" panose="00000400000000000000" pitchFamily="2" charset="-78"/>
              </a:rPr>
              <a:t>همسان سازی باتری</a:t>
            </a:r>
          </a:p>
        </p:txBody>
      </p:sp>
      <p:sp>
        <p:nvSpPr>
          <p:cNvPr id="66" name="Rectangle 65">
            <a:extLst>
              <a:ext uri="{FF2B5EF4-FFF2-40B4-BE49-F238E27FC236}">
                <a16:creationId xmlns="" xmlns:a16="http://schemas.microsoft.com/office/drawing/2014/main" id="{E9011965-C922-40BF-B928-2A7E03BC5CDA}"/>
              </a:ext>
            </a:extLst>
          </p:cNvPr>
          <p:cNvSpPr/>
          <p:nvPr/>
        </p:nvSpPr>
        <p:spPr>
          <a:xfrm>
            <a:off x="6499957" y="197162"/>
            <a:ext cx="1626786" cy="323165"/>
          </a:xfrm>
          <a:prstGeom prst="rect">
            <a:avLst/>
          </a:prstGeom>
        </p:spPr>
        <p:txBody>
          <a:bodyPr wrap="square">
            <a:spAutoFit/>
          </a:bodyPr>
          <a:lstStyle/>
          <a:p>
            <a:pPr lvl="0" algn="ctr" fontAlgn="base">
              <a:spcBef>
                <a:spcPct val="0"/>
              </a:spcBef>
              <a:spcAft>
                <a:spcPct val="0"/>
              </a:spcAft>
              <a:defRPr/>
            </a:pPr>
            <a:r>
              <a:rPr lang="fa-IR" sz="1500" b="1" kern="0" dirty="0">
                <a:solidFill>
                  <a:srgbClr val="FFFFFF"/>
                </a:solidFill>
                <a:latin typeface="Times New Roman" panose="02020603050405020304" pitchFamily="18" charset="0"/>
                <a:cs typeface="B Nazanin" pitchFamily="2" charset="-78"/>
              </a:rPr>
              <a:t>باتری ها</a:t>
            </a:r>
            <a:endParaRPr lang="en-US" sz="1500" b="1" kern="0" dirty="0">
              <a:solidFill>
                <a:srgbClr val="FFFFFF"/>
              </a:solidFill>
              <a:latin typeface="Times New Roman" panose="02020603050405020304" pitchFamily="18" charset="0"/>
              <a:cs typeface="B Nazanin" pitchFamily="2" charset="-78"/>
            </a:endParaRPr>
          </a:p>
        </p:txBody>
      </p:sp>
      <p:sp>
        <p:nvSpPr>
          <p:cNvPr id="67" name="Rounded Rectangle 175">
            <a:extLst>
              <a:ext uri="{FF2B5EF4-FFF2-40B4-BE49-F238E27FC236}">
                <a16:creationId xmlns="" xmlns:a16="http://schemas.microsoft.com/office/drawing/2014/main" id="{5ED324C1-9E82-4B7C-8E12-63B5A59FFFC0}"/>
              </a:ext>
            </a:extLst>
          </p:cNvPr>
          <p:cNvSpPr/>
          <p:nvPr/>
        </p:nvSpPr>
        <p:spPr bwMode="auto">
          <a:xfrm>
            <a:off x="6324600" y="1066930"/>
            <a:ext cx="2922494" cy="418072"/>
          </a:xfrm>
          <a:prstGeom prst="roundRect">
            <a:avLst/>
          </a:prstGeom>
          <a:solidFill>
            <a:srgbClr val="3D81BF">
              <a:lumMod val="75000"/>
            </a:srgbClr>
          </a:solidFill>
          <a:ln w="9525" cap="flat" cmpd="sng" algn="ctr">
            <a:solidFill>
              <a:srgbClr val="000000"/>
            </a:solidFill>
            <a:prstDash val="solid"/>
            <a:round/>
            <a:headEnd type="none" w="med" len="med"/>
            <a:tailEnd type="none" w="med" len="med"/>
          </a:ln>
          <a:effectLst>
            <a:reflection blurRad="6350" stA="50000" endA="300" endPos="55000" dir="5400000" sy="-100000" algn="bl" rotWithShape="0"/>
          </a:effectLst>
          <a:scene3d>
            <a:camera prst="isometricOffAxis2Left"/>
            <a:lightRig rig="threePt" dir="t"/>
          </a:scene3d>
        </p:spPr>
        <p:txBody>
          <a:bodyPr vert="horz" wrap="square" lIns="91440" tIns="45720" rIns="91440" bIns="45720" numCol="1" rtlCol="0" anchor="t" anchorCtr="0" compatLnSpc="1">
            <a:prstTxWarp prst="textNoShape">
              <a:avLst/>
            </a:prstTxWarp>
          </a:bodyPr>
          <a:lstStyle/>
          <a:p>
            <a:pPr lvl="0" algn="ctr" rtl="1" fontAlgn="base">
              <a:spcBef>
                <a:spcPct val="0"/>
              </a:spcBef>
              <a:spcAft>
                <a:spcPct val="0"/>
              </a:spcAft>
            </a:pPr>
            <a:r>
              <a:rPr lang="fa-IR" sz="2000" b="1" dirty="0">
                <a:solidFill>
                  <a:srgbClr val="FFFFFF"/>
                </a:solidFill>
                <a:latin typeface="Times New Roman" panose="02020603050405020304" pitchFamily="18" charset="0"/>
                <a:cs typeface="B Nazanin" panose="00000400000000000000" pitchFamily="2" charset="-78"/>
              </a:rPr>
              <a:t>همسان سازی باتری</a:t>
            </a:r>
          </a:p>
        </p:txBody>
      </p:sp>
      <p:sp>
        <p:nvSpPr>
          <p:cNvPr id="35" name="Rectangle 34"/>
          <p:cNvSpPr/>
          <p:nvPr/>
        </p:nvSpPr>
        <p:spPr>
          <a:xfrm>
            <a:off x="-923562" y="913041"/>
            <a:ext cx="6861738" cy="307777"/>
          </a:xfrm>
          <a:prstGeom prst="rect">
            <a:avLst/>
          </a:prstGeom>
        </p:spPr>
        <p:txBody>
          <a:bodyPr wrap="square">
            <a:spAutoFit/>
          </a:bodyPr>
          <a:lstStyle/>
          <a:p>
            <a:pPr algn="r" rtl="1" fontAlgn="base">
              <a:spcBef>
                <a:spcPct val="0"/>
              </a:spcBef>
              <a:spcAft>
                <a:spcPct val="0"/>
              </a:spcAft>
            </a:pPr>
            <a:r>
              <a:rPr lang="fa-IR" sz="1400" dirty="0">
                <a:cs typeface="B Lotus" panose="00000400000000000000" pitchFamily="2" charset="-78"/>
              </a:rPr>
              <a:t>پژوهشی بر روی همسان ساز باتری پک لیتیوم یونی با دو مرحله ای بر مبنای کنترل منطق فازی</a:t>
            </a:r>
            <a:endParaRPr lang="en-US" sz="1400" dirty="0">
              <a:latin typeface="Times New Roman" panose="02020603050405020304" pitchFamily="18" charset="0"/>
              <a:cs typeface="Times New Roman" panose="02020603050405020304" pitchFamily="18" charset="0"/>
            </a:endParaRPr>
          </a:p>
        </p:txBody>
      </p:sp>
      <p:sp>
        <p:nvSpPr>
          <p:cNvPr id="3" name="Rectangle 2"/>
          <p:cNvSpPr/>
          <p:nvPr/>
        </p:nvSpPr>
        <p:spPr>
          <a:xfrm>
            <a:off x="-152400" y="5720981"/>
            <a:ext cx="8915399" cy="369332"/>
          </a:xfrm>
          <a:prstGeom prst="rect">
            <a:avLst/>
          </a:prstGeom>
        </p:spPr>
        <p:txBody>
          <a:bodyPr wrap="square">
            <a:spAutoFit/>
          </a:bodyPr>
          <a:lstStyle/>
          <a:p>
            <a:pPr algn="ctr" rtl="1"/>
            <a:r>
              <a:rPr lang="fa-IR" dirty="0">
                <a:latin typeface="Times New Roman" panose="02020603050405020304" pitchFamily="18" charset="0"/>
                <a:cs typeface="B Lotus" panose="00000400000000000000" pitchFamily="2" charset="-78"/>
              </a:rPr>
              <a:t>عکس نمودار سه بعدی و ج یک مرحله همسان سازی</a:t>
            </a:r>
            <a:endParaRPr lang="en-US" dirty="0">
              <a:latin typeface="Times New Roman" panose="02020603050405020304" pitchFamily="18" charset="0"/>
              <a:cs typeface="B Lotus" panose="00000400000000000000" pitchFamily="2" charset="-78"/>
            </a:endParaRPr>
          </a:p>
        </p:txBody>
      </p:sp>
    </p:spTree>
    <p:extLst>
      <p:ext uri="{BB962C8B-B14F-4D97-AF65-F5344CB8AC3E}">
        <p14:creationId xmlns:p14="http://schemas.microsoft.com/office/powerpoint/2010/main" val="634188041"/>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6" name="Slide Number Placeholder 3">
            <a:extLst>
              <a:ext uri="{FF2B5EF4-FFF2-40B4-BE49-F238E27FC236}">
                <a16:creationId xmlns="" xmlns:a16="http://schemas.microsoft.com/office/drawing/2014/main" id="{FEFB061F-8AAB-4535-B272-1BA4D5A77191}"/>
              </a:ext>
            </a:extLst>
          </p:cNvPr>
          <p:cNvSpPr txBox="1">
            <a:spLocks/>
          </p:cNvSpPr>
          <p:nvPr/>
        </p:nvSpPr>
        <p:spPr>
          <a:xfrm>
            <a:off x="8965" y="6090313"/>
            <a:ext cx="676835" cy="767687"/>
          </a:xfrm>
          <a:prstGeom prst="rect">
            <a:avLst/>
          </a:prstGeom>
        </p:spPr>
        <p:txBody>
          <a:bodyPr vert="horz" lIns="91440" tIns="45720" rIns="91440" bIns="45720" rtlCol="0" anchor="ctr"/>
          <a:lstStyle>
            <a:defPPr>
              <a:defRPr lang="en-US"/>
            </a:defPPr>
            <a:lvl1pPr marL="0" algn="l" defTabSz="914400" rtl="0" eaLnBrk="1" latinLnBrk="0" hangingPunct="1">
              <a:defRPr sz="1400" b="1" kern="1200">
                <a:solidFill>
                  <a:srgbClr val="FFFFFF"/>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rtl="1"/>
            <a:fld id="{E8ADF199-8047-440E-B02B-E80683B392F2}" type="slidenum">
              <a:rPr lang="fa-IR" sz="1800" smtClean="0">
                <a:solidFill>
                  <a:schemeClr val="tx1"/>
                </a:solidFill>
                <a:cs typeface="B Lotus" panose="00000400000000000000" pitchFamily="2" charset="-78"/>
              </a:rPr>
              <a:pPr rtl="1"/>
              <a:t>39</a:t>
            </a:fld>
            <a:endParaRPr lang="fa-IR" sz="1800" dirty="0">
              <a:solidFill>
                <a:schemeClr val="tx1"/>
              </a:solidFill>
              <a:cs typeface="B Lotus" panose="00000400000000000000" pitchFamily="2" charset="-78"/>
            </a:endParaRPr>
          </a:p>
        </p:txBody>
      </p:sp>
      <p:pic>
        <p:nvPicPr>
          <p:cNvPr id="4" name="Picture 3"/>
          <p:cNvPicPr>
            <a:picLocks noChangeAspect="1"/>
          </p:cNvPicPr>
          <p:nvPr/>
        </p:nvPicPr>
        <p:blipFill>
          <a:blip r:embed="rId3"/>
          <a:stretch>
            <a:fillRect/>
          </a:stretch>
        </p:blipFill>
        <p:spPr>
          <a:xfrm>
            <a:off x="85165" y="1830481"/>
            <a:ext cx="8906435" cy="4132315"/>
          </a:xfrm>
          <a:prstGeom prst="rect">
            <a:avLst/>
          </a:prstGeom>
        </p:spPr>
      </p:pic>
      <p:grpSp>
        <p:nvGrpSpPr>
          <p:cNvPr id="26" name="Group 25"/>
          <p:cNvGrpSpPr/>
          <p:nvPr/>
        </p:nvGrpSpPr>
        <p:grpSpPr>
          <a:xfrm>
            <a:off x="4922520" y="4372036"/>
            <a:ext cx="4191000" cy="1511418"/>
            <a:chOff x="9102590" y="2006844"/>
            <a:chExt cx="4495800" cy="1786464"/>
          </a:xfrm>
        </p:grpSpPr>
        <p:pic>
          <p:nvPicPr>
            <p:cNvPr id="30" name="Picture 29"/>
            <p:cNvPicPr/>
            <p:nvPr/>
          </p:nvPicPr>
          <p:blipFill>
            <a:blip r:embed="rId4" cstate="print">
              <a:extLst>
                <a:ext uri="{28A0092B-C50C-407E-A947-70E740481C1C}">
                  <a14:useLocalDpi xmlns:a14="http://schemas.microsoft.com/office/drawing/2010/main" val="0"/>
                </a:ext>
              </a:extLst>
            </a:blip>
            <a:stretch>
              <a:fillRect/>
            </a:stretch>
          </p:blipFill>
          <p:spPr>
            <a:xfrm>
              <a:off x="9144000" y="3048001"/>
              <a:ext cx="4454390" cy="745307"/>
            </a:xfrm>
            <a:prstGeom prst="rect">
              <a:avLst/>
            </a:prstGeom>
          </p:spPr>
        </p:pic>
        <p:sp>
          <p:nvSpPr>
            <p:cNvPr id="33" name="Rounded Rectangle 32"/>
            <p:cNvSpPr/>
            <p:nvPr/>
          </p:nvSpPr>
          <p:spPr>
            <a:xfrm>
              <a:off x="9102590" y="2998331"/>
              <a:ext cx="4495800" cy="794977"/>
            </a:xfrm>
            <a:prstGeom prst="roundRect">
              <a:avLst/>
            </a:prstGeom>
            <a:noFill/>
          </p:spPr>
          <p:style>
            <a:lnRef idx="2">
              <a:schemeClr val="accent6">
                <a:shade val="50000"/>
              </a:schemeClr>
            </a:lnRef>
            <a:fillRef idx="1">
              <a:schemeClr val="accent6"/>
            </a:fillRef>
            <a:effectRef idx="0">
              <a:schemeClr val="accent6"/>
            </a:effectRef>
            <a:fontRef idx="minor">
              <a:schemeClr val="lt1"/>
            </a:fontRef>
          </p:style>
          <p:txBody>
            <a:bodyPr rtlCol="0" anchor="ctr"/>
            <a:lstStyle/>
            <a:p>
              <a:pPr algn="ctr"/>
              <a:endParaRPr lang="en-US"/>
            </a:p>
          </p:txBody>
        </p:sp>
        <p:cxnSp>
          <p:nvCxnSpPr>
            <p:cNvPr id="34" name="Straight Connector 33"/>
            <p:cNvCxnSpPr/>
            <p:nvPr/>
          </p:nvCxnSpPr>
          <p:spPr>
            <a:xfrm flipV="1">
              <a:off x="9144000" y="2006844"/>
              <a:ext cx="154770" cy="1008739"/>
            </a:xfrm>
            <a:prstGeom prst="line">
              <a:avLst/>
            </a:prstGeom>
          </p:spPr>
          <p:style>
            <a:lnRef idx="2">
              <a:schemeClr val="dk1"/>
            </a:lnRef>
            <a:fillRef idx="0">
              <a:schemeClr val="dk1"/>
            </a:fillRef>
            <a:effectRef idx="1">
              <a:schemeClr val="dk1"/>
            </a:effectRef>
            <a:fontRef idx="minor">
              <a:schemeClr val="tx1"/>
            </a:fontRef>
          </p:style>
        </p:cxnSp>
        <p:cxnSp>
          <p:nvCxnSpPr>
            <p:cNvPr id="35" name="Straight Connector 34"/>
            <p:cNvCxnSpPr/>
            <p:nvPr/>
          </p:nvCxnSpPr>
          <p:spPr>
            <a:xfrm flipH="1" flipV="1">
              <a:off x="9298771" y="2006845"/>
              <a:ext cx="4210242" cy="991486"/>
            </a:xfrm>
            <a:prstGeom prst="line">
              <a:avLst/>
            </a:prstGeom>
          </p:spPr>
          <p:style>
            <a:lnRef idx="2">
              <a:schemeClr val="dk1"/>
            </a:lnRef>
            <a:fillRef idx="0">
              <a:schemeClr val="dk1"/>
            </a:fillRef>
            <a:effectRef idx="1">
              <a:schemeClr val="dk1"/>
            </a:effectRef>
            <a:fontRef idx="minor">
              <a:schemeClr val="tx1"/>
            </a:fontRef>
          </p:style>
        </p:cxnSp>
      </p:grpSp>
      <p:sp>
        <p:nvSpPr>
          <p:cNvPr id="36" name="TextBox 35"/>
          <p:cNvSpPr txBox="1"/>
          <p:nvPr/>
        </p:nvSpPr>
        <p:spPr>
          <a:xfrm>
            <a:off x="936768" y="5943746"/>
            <a:ext cx="7176965" cy="369332"/>
          </a:xfrm>
          <a:prstGeom prst="rect">
            <a:avLst/>
          </a:prstGeom>
          <a:noFill/>
        </p:spPr>
        <p:txBody>
          <a:bodyPr wrap="none" rtlCol="0">
            <a:spAutoFit/>
          </a:bodyPr>
          <a:lstStyle/>
          <a:p>
            <a:pPr algn="ctr" rtl="1"/>
            <a:r>
              <a:rPr lang="fa-IR" dirty="0">
                <a:latin typeface="Times New Roman" panose="02020603050405020304" pitchFamily="18" charset="0"/>
                <a:ea typeface="Calibri" panose="020F0502020204030204" pitchFamily="34" charset="0"/>
                <a:cs typeface="B Lotus" panose="00000400000000000000" pitchFamily="2" charset="-78"/>
              </a:rPr>
              <a:t>شکل 11 </a:t>
            </a:r>
            <a:r>
              <a:rPr lang="fa-IR" dirty="0">
                <a:latin typeface="Times New Roman" panose="02020603050405020304" pitchFamily="18" charset="0"/>
                <a:cs typeface="B Lotus" panose="00000400000000000000" pitchFamily="2" charset="-78"/>
              </a:rPr>
              <a:t>فلوچارت الگوریتم خوشه بندی باتری ها به روش </a:t>
            </a:r>
            <a:r>
              <a:rPr lang="en-US" dirty="0">
                <a:latin typeface="Times New Roman" panose="02020603050405020304" pitchFamily="18" charset="0"/>
                <a:cs typeface="B Lotus" panose="00000400000000000000" pitchFamily="2" charset="-78"/>
              </a:rPr>
              <a:t>k-means</a:t>
            </a:r>
            <a:r>
              <a:rPr lang="fa-IR" dirty="0">
                <a:latin typeface="Times New Roman" panose="02020603050405020304" pitchFamily="18" charset="0"/>
                <a:cs typeface="B Lotus" panose="00000400000000000000" pitchFamily="2" charset="-78"/>
              </a:rPr>
              <a:t> با نقاط حاصل از </a:t>
            </a:r>
            <a:r>
              <a:rPr lang="en-US" dirty="0">
                <a:latin typeface="Times New Roman" panose="02020603050405020304" pitchFamily="18" charset="0"/>
                <a:cs typeface="B Lotus" panose="00000400000000000000" pitchFamily="2" charset="-78"/>
              </a:rPr>
              <a:t>GA</a:t>
            </a:r>
            <a:r>
              <a:rPr lang="fa-IR" dirty="0">
                <a:solidFill>
                  <a:srgbClr val="61D6FF"/>
                </a:solidFill>
                <a:latin typeface="Times New Roman" panose="02020603050405020304" pitchFamily="18" charset="0"/>
                <a:cs typeface="B Lotus" panose="00000400000000000000" pitchFamily="2" charset="-78"/>
              </a:rPr>
              <a:t> [3]</a:t>
            </a:r>
            <a:r>
              <a:rPr lang="fa-IR" dirty="0">
                <a:latin typeface="Times New Roman" panose="02020603050405020304" pitchFamily="18" charset="0"/>
                <a:cs typeface="B Lotus" panose="00000400000000000000" pitchFamily="2" charset="-78"/>
              </a:rPr>
              <a:t>.</a:t>
            </a:r>
            <a:r>
              <a:rPr lang="fa-IR" dirty="0">
                <a:latin typeface="Times New Roman" panose="02020603050405020304" pitchFamily="18" charset="0"/>
                <a:ea typeface="Calibri" panose="020F0502020204030204" pitchFamily="34" charset="0"/>
                <a:cs typeface="B Lotus" panose="00000400000000000000" pitchFamily="2" charset="-78"/>
              </a:rPr>
              <a:t> </a:t>
            </a:r>
            <a:endParaRPr lang="en-US" dirty="0">
              <a:latin typeface="Times New Roman" panose="02020603050405020304" pitchFamily="18" charset="0"/>
              <a:cs typeface="B Lotus" panose="00000400000000000000" pitchFamily="2" charset="-78"/>
            </a:endParaRPr>
          </a:p>
        </p:txBody>
      </p:sp>
      <p:sp>
        <p:nvSpPr>
          <p:cNvPr id="37" name="Rectangle 36"/>
          <p:cNvSpPr/>
          <p:nvPr/>
        </p:nvSpPr>
        <p:spPr>
          <a:xfrm>
            <a:off x="418672" y="6427113"/>
            <a:ext cx="8725328" cy="430887"/>
          </a:xfrm>
          <a:prstGeom prst="rect">
            <a:avLst/>
          </a:prstGeom>
        </p:spPr>
        <p:txBody>
          <a:bodyPr wrap="square">
            <a:spAutoFit/>
          </a:bodyPr>
          <a:lstStyle/>
          <a:p>
            <a:pPr lvl="0">
              <a:defRPr/>
            </a:pPr>
            <a:r>
              <a:rPr lang="en-US" sz="1100" dirty="0"/>
              <a:t>[3]      S. </a:t>
            </a:r>
            <a:r>
              <a:rPr lang="en-US" sz="1100" dirty="0" err="1"/>
              <a:t>Jinlei</a:t>
            </a:r>
            <a:r>
              <a:rPr lang="en-US" sz="1100" dirty="0"/>
              <a:t>, L. Wei, T. </a:t>
            </a:r>
            <a:r>
              <a:rPr lang="en-US" sz="1100" dirty="0" err="1"/>
              <a:t>Chuanyu</a:t>
            </a:r>
            <a:r>
              <a:rPr lang="en-US" sz="1100" dirty="0"/>
              <a:t>, W. </a:t>
            </a:r>
            <a:r>
              <a:rPr lang="en-US" sz="1100" dirty="0" err="1"/>
              <a:t>Tianru</a:t>
            </a:r>
            <a:r>
              <a:rPr lang="en-US" sz="1100" dirty="0"/>
              <a:t>, J. Tao, and T. Yong, "A novel active equalization method for series-connected battery packs based on clustering analysis with genetic algorithm," </a:t>
            </a:r>
            <a:r>
              <a:rPr lang="en-US" sz="1100" i="1" dirty="0"/>
              <a:t>IEEE Transactions on Power Electronics, </a:t>
            </a:r>
            <a:r>
              <a:rPr lang="en-US" sz="1100" dirty="0"/>
              <a:t>vol. 36, no. 7, pp. 7853-7865, 2021.</a:t>
            </a:r>
          </a:p>
        </p:txBody>
      </p:sp>
      <p:sp>
        <p:nvSpPr>
          <p:cNvPr id="38" name="TextBox 37">
            <a:extLst>
              <a:ext uri="{FF2B5EF4-FFF2-40B4-BE49-F238E27FC236}">
                <a16:creationId xmlns="" xmlns:a16="http://schemas.microsoft.com/office/drawing/2014/main" id="{F43469DC-7F5B-471E-BD74-ED709E621F63}"/>
              </a:ext>
            </a:extLst>
          </p:cNvPr>
          <p:cNvSpPr txBox="1"/>
          <p:nvPr/>
        </p:nvSpPr>
        <p:spPr>
          <a:xfrm>
            <a:off x="-900706" y="941383"/>
            <a:ext cx="7315201" cy="307777"/>
          </a:xfrm>
          <a:prstGeom prst="rect">
            <a:avLst/>
          </a:prstGeom>
          <a:noFill/>
        </p:spPr>
        <p:txBody>
          <a:bodyPr wrap="square" rtlCol="0">
            <a:spAutoFit/>
          </a:bodyPr>
          <a:lstStyle/>
          <a:p>
            <a:pPr algn="r" rtl="1" fontAlgn="base">
              <a:spcBef>
                <a:spcPct val="0"/>
              </a:spcBef>
              <a:spcAft>
                <a:spcPct val="0"/>
              </a:spcAft>
            </a:pPr>
            <a:r>
              <a:rPr lang="fa-IR" sz="1400" dirty="0">
                <a:cs typeface="B Lotus" panose="00000400000000000000" pitchFamily="2" charset="-78"/>
              </a:rPr>
              <a:t>روشی نو برای همسان‌سازی باتری پک با اتصال سری بر مبنای تجزیه و تحلیل خوشه‌بندی همراه با الگوریتم ژنتیک</a:t>
            </a:r>
            <a:endParaRPr lang="en-US" sz="1400" dirty="0">
              <a:cs typeface="B Lotus" panose="00000400000000000000" pitchFamily="2" charset="-78"/>
            </a:endParaRPr>
          </a:p>
        </p:txBody>
      </p:sp>
      <p:pic>
        <p:nvPicPr>
          <p:cNvPr id="39" name="Picture 38" descr="پرونده:Azad University logo.png - ویکی‌پدیا، دانشنامهٔ آزاد">
            <a:extLst>
              <a:ext uri="{FF2B5EF4-FFF2-40B4-BE49-F238E27FC236}">
                <a16:creationId xmlns="" xmlns:a16="http://schemas.microsoft.com/office/drawing/2014/main" id="{1A9FEE44-0F48-48EE-A201-613E74B88238}"/>
              </a:ext>
            </a:extLst>
          </p:cNvPr>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8610600" y="0"/>
            <a:ext cx="533400" cy="822959"/>
          </a:xfrm>
          <a:prstGeom prst="rect">
            <a:avLst/>
          </a:prstGeom>
          <a:noFill/>
          <a:ln>
            <a:noFill/>
          </a:ln>
        </p:spPr>
      </p:pic>
      <p:sp>
        <p:nvSpPr>
          <p:cNvPr id="40" name="AutoShape 10">
            <a:extLst>
              <a:ext uri="{FF2B5EF4-FFF2-40B4-BE49-F238E27FC236}">
                <a16:creationId xmlns="" xmlns:a16="http://schemas.microsoft.com/office/drawing/2014/main" id="{F6266893-797F-40B9-B7F1-28B13A3984C3}"/>
              </a:ext>
            </a:extLst>
          </p:cNvPr>
          <p:cNvSpPr>
            <a:spLocks noChangeArrowheads="1"/>
          </p:cNvSpPr>
          <p:nvPr/>
        </p:nvSpPr>
        <p:spPr bwMode="gray">
          <a:xfrm flipH="1">
            <a:off x="6246677" y="59426"/>
            <a:ext cx="2057400" cy="649224"/>
          </a:xfrm>
          <a:prstGeom prst="chevron">
            <a:avLst>
              <a:gd name="adj" fmla="val 17842"/>
            </a:avLst>
          </a:prstGeom>
          <a:gradFill rotWithShape="1">
            <a:gsLst>
              <a:gs pos="0">
                <a:srgbClr val="84B09A">
                  <a:gamma/>
                  <a:shade val="46275"/>
                  <a:invGamma/>
                </a:srgbClr>
              </a:gs>
              <a:gs pos="50000">
                <a:srgbClr val="84B09A"/>
              </a:gs>
              <a:gs pos="100000">
                <a:srgbClr val="84B09A">
                  <a:gamma/>
                  <a:shade val="46275"/>
                  <a:invGamma/>
                </a:srgbClr>
              </a:gs>
            </a:gsLst>
            <a:lin ang="2700000" scaled="1"/>
          </a:gradFill>
          <a:ln w="38100">
            <a:solidFill>
              <a:srgbClr val="EAEAEA"/>
            </a:solidFill>
            <a:miter lim="800000"/>
            <a:headEnd/>
            <a:tailEnd/>
          </a:ln>
          <a:effectLst>
            <a:outerShdw dist="109250" dir="3267739" algn="ctr" rotWithShape="0">
              <a:srgbClr val="333333">
                <a:alpha val="50000"/>
              </a:srgbClr>
            </a:outerShdw>
          </a:effectLst>
        </p:spPr>
        <p:txBody>
          <a:bodyPr wrap="square" anchor="ctr">
            <a:spAutoFit/>
          </a:bodyPr>
          <a:lstStyle/>
          <a:p>
            <a:pPr algn="ctr" fontAlgn="base">
              <a:spcBef>
                <a:spcPct val="0"/>
              </a:spcBef>
              <a:spcAft>
                <a:spcPct val="0"/>
              </a:spcAft>
            </a:pPr>
            <a:endParaRPr lang="en-US" kern="0" dirty="0">
              <a:solidFill>
                <a:srgbClr val="3D81BF"/>
              </a:solidFill>
            </a:endParaRPr>
          </a:p>
        </p:txBody>
      </p:sp>
      <p:sp>
        <p:nvSpPr>
          <p:cNvPr id="41" name="AutoShape 3">
            <a:extLst>
              <a:ext uri="{FF2B5EF4-FFF2-40B4-BE49-F238E27FC236}">
                <a16:creationId xmlns="" xmlns:a16="http://schemas.microsoft.com/office/drawing/2014/main" id="{3450B81F-1BA9-4F41-945E-CF31FD6A1BE2}"/>
              </a:ext>
            </a:extLst>
          </p:cNvPr>
          <p:cNvSpPr>
            <a:spLocks noChangeArrowheads="1"/>
          </p:cNvSpPr>
          <p:nvPr/>
        </p:nvSpPr>
        <p:spPr bwMode="gray">
          <a:xfrm flipH="1">
            <a:off x="4188613" y="57140"/>
            <a:ext cx="2056086" cy="651510"/>
          </a:xfrm>
          <a:prstGeom prst="chevron">
            <a:avLst>
              <a:gd name="adj" fmla="val 17009"/>
            </a:avLst>
          </a:prstGeom>
          <a:solidFill>
            <a:srgbClr val="2842AE"/>
          </a:solidFill>
          <a:ln w="38100">
            <a:solidFill>
              <a:srgbClr val="EAEAEA"/>
            </a:solidFill>
            <a:miter lim="800000"/>
            <a:headEnd/>
            <a:tailEnd/>
          </a:ln>
          <a:effectLst>
            <a:outerShdw dist="109250" dir="3267739" algn="ctr" rotWithShape="0">
              <a:srgbClr val="333333">
                <a:alpha val="50000"/>
              </a:srgbClr>
            </a:outerShdw>
          </a:effectLst>
        </p:spPr>
        <p:txBody>
          <a:bodyPr wrap="square" anchor="ctr">
            <a:spAutoFit/>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dirty="0">
              <a:ln>
                <a:noFill/>
              </a:ln>
              <a:solidFill>
                <a:srgbClr val="3D81BF"/>
              </a:solidFill>
              <a:effectLst/>
              <a:uLnTx/>
              <a:uFillTx/>
            </a:endParaRPr>
          </a:p>
        </p:txBody>
      </p:sp>
      <p:sp>
        <p:nvSpPr>
          <p:cNvPr id="42" name="AutoShape 3">
            <a:extLst>
              <a:ext uri="{FF2B5EF4-FFF2-40B4-BE49-F238E27FC236}">
                <a16:creationId xmlns="" xmlns:a16="http://schemas.microsoft.com/office/drawing/2014/main" id="{278C3753-7E5F-4A07-84E8-FA915CB0CE87}"/>
              </a:ext>
            </a:extLst>
          </p:cNvPr>
          <p:cNvSpPr>
            <a:spLocks noChangeArrowheads="1"/>
          </p:cNvSpPr>
          <p:nvPr/>
        </p:nvSpPr>
        <p:spPr bwMode="gray">
          <a:xfrm flipH="1">
            <a:off x="2588411" y="57141"/>
            <a:ext cx="1600202" cy="651510"/>
          </a:xfrm>
          <a:prstGeom prst="chevron">
            <a:avLst>
              <a:gd name="adj" fmla="val 17009"/>
            </a:avLst>
          </a:prstGeom>
          <a:gradFill rotWithShape="1">
            <a:gsLst>
              <a:gs pos="0">
                <a:srgbClr val="84B09A">
                  <a:gamma/>
                  <a:shade val="46275"/>
                  <a:invGamma/>
                </a:srgbClr>
              </a:gs>
              <a:gs pos="50000">
                <a:srgbClr val="84B09A"/>
              </a:gs>
              <a:gs pos="100000">
                <a:srgbClr val="84B09A">
                  <a:gamma/>
                  <a:shade val="46275"/>
                  <a:invGamma/>
                </a:srgbClr>
              </a:gs>
            </a:gsLst>
            <a:lin ang="2700000" scaled="1"/>
          </a:gradFill>
          <a:ln w="38100">
            <a:solidFill>
              <a:srgbClr val="EAEAEA"/>
            </a:solidFill>
            <a:miter lim="800000"/>
            <a:headEnd/>
            <a:tailEnd/>
          </a:ln>
          <a:effectLst>
            <a:outerShdw dist="109250" dir="3267739" algn="ctr" rotWithShape="0">
              <a:srgbClr val="333333">
                <a:alpha val="50000"/>
              </a:srgbClr>
            </a:outerShdw>
          </a:effectLst>
        </p:spPr>
        <p:txBody>
          <a:bodyPr wrap="square" anchor="ctr">
            <a:spAutoFit/>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endParaRPr>
          </a:p>
        </p:txBody>
      </p:sp>
      <p:sp>
        <p:nvSpPr>
          <p:cNvPr id="43" name="AutoShape 3">
            <a:extLst>
              <a:ext uri="{FF2B5EF4-FFF2-40B4-BE49-F238E27FC236}">
                <a16:creationId xmlns="" xmlns:a16="http://schemas.microsoft.com/office/drawing/2014/main" id="{B202AEB4-F766-4F6D-9D49-804AECBBBB79}"/>
              </a:ext>
            </a:extLst>
          </p:cNvPr>
          <p:cNvSpPr>
            <a:spLocks noChangeArrowheads="1"/>
          </p:cNvSpPr>
          <p:nvPr/>
        </p:nvSpPr>
        <p:spPr bwMode="gray">
          <a:xfrm flipH="1">
            <a:off x="161661" y="57140"/>
            <a:ext cx="2426749" cy="651510"/>
          </a:xfrm>
          <a:prstGeom prst="chevron">
            <a:avLst>
              <a:gd name="adj" fmla="val 17009"/>
            </a:avLst>
          </a:prstGeom>
          <a:gradFill rotWithShape="1">
            <a:gsLst>
              <a:gs pos="0">
                <a:srgbClr val="84B09A">
                  <a:gamma/>
                  <a:shade val="46275"/>
                  <a:invGamma/>
                </a:srgbClr>
              </a:gs>
              <a:gs pos="50000">
                <a:srgbClr val="84B09A"/>
              </a:gs>
              <a:gs pos="100000">
                <a:srgbClr val="84B09A">
                  <a:gamma/>
                  <a:shade val="46275"/>
                  <a:invGamma/>
                </a:srgbClr>
              </a:gs>
            </a:gsLst>
            <a:lin ang="2700000" scaled="1"/>
          </a:gradFill>
          <a:ln w="38100">
            <a:solidFill>
              <a:srgbClr val="EAEAEA"/>
            </a:solidFill>
            <a:miter lim="800000"/>
            <a:headEnd/>
            <a:tailEnd/>
          </a:ln>
          <a:effectLst>
            <a:outerShdw dist="109250" dir="3267739" algn="ctr" rotWithShape="0">
              <a:srgbClr val="333333">
                <a:alpha val="50000"/>
              </a:srgbClr>
            </a:outerShdw>
          </a:effectLst>
        </p:spPr>
        <p:txBody>
          <a:bodyPr wrap="square" anchor="ctr">
            <a:spAutoFit/>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endParaRPr>
          </a:p>
        </p:txBody>
      </p:sp>
      <p:sp>
        <p:nvSpPr>
          <p:cNvPr id="44" name="Rectangle 43">
            <a:extLst>
              <a:ext uri="{FF2B5EF4-FFF2-40B4-BE49-F238E27FC236}">
                <a16:creationId xmlns="" xmlns:a16="http://schemas.microsoft.com/office/drawing/2014/main" id="{89552ECA-1CA1-40F1-A87E-809897E322A0}"/>
              </a:ext>
            </a:extLst>
          </p:cNvPr>
          <p:cNvSpPr/>
          <p:nvPr/>
        </p:nvSpPr>
        <p:spPr>
          <a:xfrm>
            <a:off x="403231" y="91457"/>
            <a:ext cx="2056085" cy="584775"/>
          </a:xfrm>
          <a:prstGeom prst="rect">
            <a:avLst/>
          </a:prstGeom>
        </p:spPr>
        <p:txBody>
          <a:bodyPr wrap="square">
            <a:spAutoFit/>
          </a:bodyPr>
          <a:lstStyle/>
          <a:p>
            <a:pPr lvl="0" algn="ctr" rtl="1" fontAlgn="base">
              <a:spcBef>
                <a:spcPct val="0"/>
              </a:spcBef>
              <a:spcAft>
                <a:spcPct val="0"/>
              </a:spcAft>
            </a:pPr>
            <a:r>
              <a:rPr lang="fa-IR" sz="1600" b="1" dirty="0" smtClean="0">
                <a:solidFill>
                  <a:srgbClr val="FFFFFF"/>
                </a:solidFill>
                <a:latin typeface="Times New Roman" panose="02020603050405020304" pitchFamily="18" charset="0"/>
                <a:cs typeface="B Nazanin" panose="00000400000000000000" pitchFamily="2" charset="-78"/>
              </a:rPr>
              <a:t> پیاده سازی و ارزیابی همسان ساز پیشنهادی</a:t>
            </a:r>
            <a:endParaRPr lang="fa-IR" sz="1600" b="1" dirty="0">
              <a:solidFill>
                <a:srgbClr val="FFFFFF"/>
              </a:solidFill>
              <a:latin typeface="Times New Roman" panose="02020603050405020304" pitchFamily="18" charset="0"/>
              <a:cs typeface="B Nazanin" panose="00000400000000000000" pitchFamily="2" charset="-78"/>
            </a:endParaRPr>
          </a:p>
        </p:txBody>
      </p:sp>
      <p:sp>
        <p:nvSpPr>
          <p:cNvPr id="45" name="Rectangle 44">
            <a:extLst>
              <a:ext uri="{FF2B5EF4-FFF2-40B4-BE49-F238E27FC236}">
                <a16:creationId xmlns="" xmlns:a16="http://schemas.microsoft.com/office/drawing/2014/main" id="{2A9B9FDD-FEF5-46D3-8995-5604A1B4B80E}"/>
              </a:ext>
            </a:extLst>
          </p:cNvPr>
          <p:cNvSpPr/>
          <p:nvPr/>
        </p:nvSpPr>
        <p:spPr>
          <a:xfrm>
            <a:off x="2636749" y="78259"/>
            <a:ext cx="1600200" cy="584775"/>
          </a:xfrm>
          <a:prstGeom prst="rect">
            <a:avLst/>
          </a:prstGeom>
        </p:spPr>
        <p:txBody>
          <a:bodyPr wrap="square">
            <a:spAutoFit/>
          </a:bodyPr>
          <a:lstStyle/>
          <a:p>
            <a:pPr lvl="0" algn="ctr" rtl="1" fontAlgn="base">
              <a:spcBef>
                <a:spcPct val="0"/>
              </a:spcBef>
              <a:spcAft>
                <a:spcPct val="0"/>
              </a:spcAft>
            </a:pPr>
            <a:r>
              <a:rPr lang="fa-IR" sz="1600" b="1" dirty="0">
                <a:solidFill>
                  <a:srgbClr val="FFFFFF"/>
                </a:solidFill>
                <a:latin typeface="Times New Roman" panose="02020603050405020304" pitchFamily="18" charset="0"/>
                <a:cs typeface="B Nazanin" panose="00000400000000000000" pitchFamily="2" charset="-78"/>
              </a:rPr>
              <a:t>همسان سازی پیشنهادی</a:t>
            </a:r>
          </a:p>
        </p:txBody>
      </p:sp>
      <p:sp>
        <p:nvSpPr>
          <p:cNvPr id="46" name="Rectangle 45">
            <a:extLst>
              <a:ext uri="{FF2B5EF4-FFF2-40B4-BE49-F238E27FC236}">
                <a16:creationId xmlns="" xmlns:a16="http://schemas.microsoft.com/office/drawing/2014/main" id="{4756B784-8B4C-449F-AE9D-2B6BBC518073}"/>
              </a:ext>
            </a:extLst>
          </p:cNvPr>
          <p:cNvSpPr/>
          <p:nvPr/>
        </p:nvSpPr>
        <p:spPr>
          <a:xfrm>
            <a:off x="4495138" y="91457"/>
            <a:ext cx="1443038" cy="584775"/>
          </a:xfrm>
          <a:prstGeom prst="rect">
            <a:avLst/>
          </a:prstGeom>
        </p:spPr>
        <p:txBody>
          <a:bodyPr wrap="square">
            <a:spAutoFit/>
          </a:bodyPr>
          <a:lstStyle/>
          <a:p>
            <a:pPr lvl="0" algn="ctr" rtl="1" fontAlgn="base">
              <a:spcBef>
                <a:spcPct val="0"/>
              </a:spcBef>
              <a:spcAft>
                <a:spcPct val="0"/>
              </a:spcAft>
            </a:pPr>
            <a:r>
              <a:rPr lang="fa-IR" sz="1600" b="1" dirty="0">
                <a:solidFill>
                  <a:srgbClr val="FFFFFF"/>
                </a:solidFill>
                <a:latin typeface="Times New Roman" panose="02020603050405020304" pitchFamily="18" charset="0"/>
                <a:cs typeface="B Nazanin" panose="00000400000000000000" pitchFamily="2" charset="-78"/>
              </a:rPr>
              <a:t>همسان سازی باتری</a:t>
            </a:r>
          </a:p>
        </p:txBody>
      </p:sp>
      <p:sp>
        <p:nvSpPr>
          <p:cNvPr id="47" name="Rectangle 46">
            <a:extLst>
              <a:ext uri="{FF2B5EF4-FFF2-40B4-BE49-F238E27FC236}">
                <a16:creationId xmlns="" xmlns:a16="http://schemas.microsoft.com/office/drawing/2014/main" id="{E9011965-C922-40BF-B928-2A7E03BC5CDA}"/>
              </a:ext>
            </a:extLst>
          </p:cNvPr>
          <p:cNvSpPr/>
          <p:nvPr/>
        </p:nvSpPr>
        <p:spPr>
          <a:xfrm>
            <a:off x="6499957" y="197162"/>
            <a:ext cx="1626786" cy="323165"/>
          </a:xfrm>
          <a:prstGeom prst="rect">
            <a:avLst/>
          </a:prstGeom>
        </p:spPr>
        <p:txBody>
          <a:bodyPr wrap="square">
            <a:spAutoFit/>
          </a:bodyPr>
          <a:lstStyle/>
          <a:p>
            <a:pPr lvl="0" algn="ctr" fontAlgn="base">
              <a:spcBef>
                <a:spcPct val="0"/>
              </a:spcBef>
              <a:spcAft>
                <a:spcPct val="0"/>
              </a:spcAft>
              <a:defRPr/>
            </a:pPr>
            <a:r>
              <a:rPr lang="fa-IR" sz="1500" b="1" kern="0" dirty="0">
                <a:solidFill>
                  <a:srgbClr val="FFFFFF"/>
                </a:solidFill>
                <a:latin typeface="Times New Roman" panose="02020603050405020304" pitchFamily="18" charset="0"/>
                <a:cs typeface="B Nazanin" pitchFamily="2" charset="-78"/>
              </a:rPr>
              <a:t>باتری ها</a:t>
            </a:r>
            <a:endParaRPr lang="en-US" sz="1500" b="1" kern="0" dirty="0">
              <a:solidFill>
                <a:srgbClr val="FFFFFF"/>
              </a:solidFill>
              <a:latin typeface="Times New Roman" panose="02020603050405020304" pitchFamily="18" charset="0"/>
              <a:cs typeface="B Nazanin" pitchFamily="2" charset="-78"/>
            </a:endParaRPr>
          </a:p>
        </p:txBody>
      </p:sp>
      <p:sp>
        <p:nvSpPr>
          <p:cNvPr id="48" name="Rounded Rectangle 175">
            <a:extLst>
              <a:ext uri="{FF2B5EF4-FFF2-40B4-BE49-F238E27FC236}">
                <a16:creationId xmlns="" xmlns:a16="http://schemas.microsoft.com/office/drawing/2014/main" id="{5ED324C1-9E82-4B7C-8E12-63B5A59FFFC0}"/>
              </a:ext>
            </a:extLst>
          </p:cNvPr>
          <p:cNvSpPr/>
          <p:nvPr/>
        </p:nvSpPr>
        <p:spPr bwMode="auto">
          <a:xfrm>
            <a:off x="6324600" y="1066930"/>
            <a:ext cx="2922494" cy="418072"/>
          </a:xfrm>
          <a:prstGeom prst="roundRect">
            <a:avLst/>
          </a:prstGeom>
          <a:solidFill>
            <a:srgbClr val="3D81BF">
              <a:lumMod val="75000"/>
            </a:srgbClr>
          </a:solidFill>
          <a:ln w="9525" cap="flat" cmpd="sng" algn="ctr">
            <a:solidFill>
              <a:srgbClr val="000000"/>
            </a:solidFill>
            <a:prstDash val="solid"/>
            <a:round/>
            <a:headEnd type="none" w="med" len="med"/>
            <a:tailEnd type="none" w="med" len="med"/>
          </a:ln>
          <a:effectLst>
            <a:reflection blurRad="6350" stA="50000" endA="300" endPos="55000" dir="5400000" sy="-100000" algn="bl" rotWithShape="0"/>
          </a:effectLst>
          <a:scene3d>
            <a:camera prst="isometricOffAxis2Left"/>
            <a:lightRig rig="threePt" dir="t"/>
          </a:scene3d>
        </p:spPr>
        <p:txBody>
          <a:bodyPr vert="horz" wrap="square" lIns="91440" tIns="45720" rIns="91440" bIns="45720" numCol="1" rtlCol="0" anchor="t" anchorCtr="0" compatLnSpc="1">
            <a:prstTxWarp prst="textNoShape">
              <a:avLst/>
            </a:prstTxWarp>
          </a:bodyPr>
          <a:lstStyle/>
          <a:p>
            <a:pPr lvl="0" algn="ctr" rtl="1" fontAlgn="base">
              <a:spcBef>
                <a:spcPct val="0"/>
              </a:spcBef>
              <a:spcAft>
                <a:spcPct val="0"/>
              </a:spcAft>
            </a:pPr>
            <a:r>
              <a:rPr lang="fa-IR" sz="2000" b="1" dirty="0">
                <a:solidFill>
                  <a:srgbClr val="FFFFFF"/>
                </a:solidFill>
                <a:latin typeface="Times New Roman" panose="02020603050405020304" pitchFamily="18" charset="0"/>
                <a:cs typeface="B Nazanin" panose="00000400000000000000" pitchFamily="2" charset="-78"/>
              </a:rPr>
              <a:t>همسان سازی باتری</a:t>
            </a:r>
          </a:p>
        </p:txBody>
      </p:sp>
    </p:spTree>
    <p:extLst>
      <p:ext uri="{BB962C8B-B14F-4D97-AF65-F5344CB8AC3E}">
        <p14:creationId xmlns:p14="http://schemas.microsoft.com/office/powerpoint/2010/main" val="4019638713"/>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4" name="Rectangle 23"/>
          <p:cNvSpPr/>
          <p:nvPr/>
        </p:nvSpPr>
        <p:spPr>
          <a:xfrm>
            <a:off x="905436" y="6071674"/>
            <a:ext cx="7095564" cy="369332"/>
          </a:xfrm>
          <a:prstGeom prst="rect">
            <a:avLst/>
          </a:prstGeom>
        </p:spPr>
        <p:txBody>
          <a:bodyPr wrap="square">
            <a:spAutoFit/>
          </a:bodyPr>
          <a:lstStyle/>
          <a:p>
            <a:pPr algn="ctr" rtl="1"/>
            <a:r>
              <a:rPr lang="fa-IR" dirty="0">
                <a:latin typeface="Times New Roman" panose="02020603050405020304" pitchFamily="18" charset="0"/>
                <a:ea typeface="Calibri" panose="020F0502020204030204" pitchFamily="34" charset="0"/>
                <a:cs typeface="B Lotus" panose="00000400000000000000" pitchFamily="2" charset="-78"/>
              </a:rPr>
              <a:t>شکل 12 مقادیر تابع تناسب و نتایج دسته‌بندی بهینه شده با ضرایب متفاوت در شبیه سازی </a:t>
            </a:r>
            <a:r>
              <a:rPr lang="fa-IR" dirty="0">
                <a:solidFill>
                  <a:srgbClr val="61D6FF"/>
                </a:solidFill>
                <a:latin typeface="Times New Roman" panose="02020603050405020304" pitchFamily="18" charset="0"/>
                <a:cs typeface="B Lotus" panose="00000400000000000000" pitchFamily="2" charset="-78"/>
              </a:rPr>
              <a:t>[3]</a:t>
            </a:r>
            <a:r>
              <a:rPr lang="fa-IR" dirty="0">
                <a:latin typeface="Times New Roman" panose="02020603050405020304" pitchFamily="18" charset="0"/>
                <a:cs typeface="B Lotus" panose="00000400000000000000" pitchFamily="2" charset="-78"/>
              </a:rPr>
              <a:t>.</a:t>
            </a:r>
            <a:endParaRPr lang="en-US" dirty="0"/>
          </a:p>
        </p:txBody>
      </p:sp>
      <p:grpSp>
        <p:nvGrpSpPr>
          <p:cNvPr id="4" name="Group 3"/>
          <p:cNvGrpSpPr/>
          <p:nvPr/>
        </p:nvGrpSpPr>
        <p:grpSpPr>
          <a:xfrm>
            <a:off x="228600" y="904863"/>
            <a:ext cx="8725328" cy="5303188"/>
            <a:chOff x="304800" y="899720"/>
            <a:chExt cx="8725328" cy="5475760"/>
          </a:xfrm>
        </p:grpSpPr>
        <p:pic>
          <p:nvPicPr>
            <p:cNvPr id="19" name="Picture 18"/>
            <p:cNvPicPr/>
            <p:nvPr/>
          </p:nvPicPr>
          <p:blipFill rotWithShape="1">
            <a:blip r:embed="rId3" cstate="print">
              <a:extLst>
                <a:ext uri="{28A0092B-C50C-407E-A947-70E740481C1C}">
                  <a14:useLocalDpi xmlns:a14="http://schemas.microsoft.com/office/drawing/2010/main" val="0"/>
                </a:ext>
              </a:extLst>
            </a:blip>
            <a:srcRect t="66089"/>
            <a:stretch/>
          </p:blipFill>
          <p:spPr bwMode="auto">
            <a:xfrm>
              <a:off x="304800" y="3750487"/>
              <a:ext cx="8725328" cy="2582759"/>
            </a:xfrm>
            <a:prstGeom prst="rect">
              <a:avLst/>
            </a:prstGeom>
            <a:noFill/>
            <a:ln>
              <a:noFill/>
            </a:ln>
          </p:spPr>
        </p:pic>
        <p:pic>
          <p:nvPicPr>
            <p:cNvPr id="31" name="Picture 30"/>
            <p:cNvPicPr/>
            <p:nvPr/>
          </p:nvPicPr>
          <p:blipFill rotWithShape="1">
            <a:blip r:embed="rId3" cstate="print">
              <a:extLst>
                <a:ext uri="{28A0092B-C50C-407E-A947-70E740481C1C}">
                  <a14:useLocalDpi xmlns:a14="http://schemas.microsoft.com/office/drawing/2010/main" val="0"/>
                </a:ext>
              </a:extLst>
            </a:blip>
            <a:srcRect b="66533"/>
            <a:stretch/>
          </p:blipFill>
          <p:spPr bwMode="auto">
            <a:xfrm>
              <a:off x="418672" y="899720"/>
              <a:ext cx="8611456" cy="2890600"/>
            </a:xfrm>
            <a:prstGeom prst="rect">
              <a:avLst/>
            </a:prstGeom>
            <a:noFill/>
            <a:ln>
              <a:noFill/>
            </a:ln>
          </p:spPr>
        </p:pic>
        <p:pic>
          <p:nvPicPr>
            <p:cNvPr id="21" name="Picture 20"/>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4525250" y="3298749"/>
              <a:ext cx="413300" cy="225964"/>
            </a:xfrm>
            <a:prstGeom prst="rect">
              <a:avLst/>
            </a:prstGeom>
          </p:spPr>
        </p:pic>
        <p:pic>
          <p:nvPicPr>
            <p:cNvPr id="26" name="Picture 25"/>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4563401" y="6161128"/>
              <a:ext cx="336998" cy="214352"/>
            </a:xfrm>
            <a:prstGeom prst="rect">
              <a:avLst/>
            </a:prstGeom>
          </p:spPr>
        </p:pic>
      </p:grpSp>
      <p:sp>
        <p:nvSpPr>
          <p:cNvPr id="22" name="Slide Number Placeholder 3">
            <a:extLst>
              <a:ext uri="{FF2B5EF4-FFF2-40B4-BE49-F238E27FC236}">
                <a16:creationId xmlns="" xmlns:a16="http://schemas.microsoft.com/office/drawing/2014/main" id="{FEFB061F-8AAB-4535-B272-1BA4D5A77191}"/>
              </a:ext>
            </a:extLst>
          </p:cNvPr>
          <p:cNvSpPr txBox="1">
            <a:spLocks/>
          </p:cNvSpPr>
          <p:nvPr/>
        </p:nvSpPr>
        <p:spPr>
          <a:xfrm>
            <a:off x="8965" y="6090313"/>
            <a:ext cx="676835" cy="767687"/>
          </a:xfrm>
          <a:prstGeom prst="rect">
            <a:avLst/>
          </a:prstGeom>
        </p:spPr>
        <p:txBody>
          <a:bodyPr vert="horz" lIns="91440" tIns="45720" rIns="91440" bIns="45720" rtlCol="0" anchor="ctr"/>
          <a:lstStyle>
            <a:defPPr>
              <a:defRPr lang="en-US"/>
            </a:defPPr>
            <a:lvl1pPr marL="0" algn="l" defTabSz="914400" rtl="0" eaLnBrk="1" latinLnBrk="0" hangingPunct="1">
              <a:defRPr sz="1400" b="1" kern="1200">
                <a:solidFill>
                  <a:srgbClr val="FFFFFF"/>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rtl="1"/>
            <a:fld id="{E8ADF199-8047-440E-B02B-E80683B392F2}" type="slidenum">
              <a:rPr lang="fa-IR" sz="1800" smtClean="0">
                <a:solidFill>
                  <a:schemeClr val="tx1"/>
                </a:solidFill>
                <a:cs typeface="B Lotus" panose="00000400000000000000" pitchFamily="2" charset="-78"/>
              </a:rPr>
              <a:pPr rtl="1"/>
              <a:t>40</a:t>
            </a:fld>
            <a:endParaRPr lang="fa-IR" sz="1800" dirty="0">
              <a:solidFill>
                <a:schemeClr val="tx1"/>
              </a:solidFill>
              <a:cs typeface="B Lotus" panose="00000400000000000000" pitchFamily="2" charset="-78"/>
            </a:endParaRPr>
          </a:p>
        </p:txBody>
      </p:sp>
      <p:sp>
        <p:nvSpPr>
          <p:cNvPr id="39" name="Rectangle 38"/>
          <p:cNvSpPr/>
          <p:nvPr/>
        </p:nvSpPr>
        <p:spPr>
          <a:xfrm>
            <a:off x="418672" y="6427113"/>
            <a:ext cx="8725328" cy="430887"/>
          </a:xfrm>
          <a:prstGeom prst="rect">
            <a:avLst/>
          </a:prstGeom>
        </p:spPr>
        <p:txBody>
          <a:bodyPr wrap="square">
            <a:spAutoFit/>
          </a:bodyPr>
          <a:lstStyle/>
          <a:p>
            <a:pPr lvl="0">
              <a:defRPr/>
            </a:pPr>
            <a:r>
              <a:rPr lang="en-US" sz="1100" dirty="0"/>
              <a:t>[3]      S. </a:t>
            </a:r>
            <a:r>
              <a:rPr lang="en-US" sz="1100" dirty="0" err="1"/>
              <a:t>Jinlei</a:t>
            </a:r>
            <a:r>
              <a:rPr lang="en-US" sz="1100" dirty="0"/>
              <a:t>, L. Wei, T. </a:t>
            </a:r>
            <a:r>
              <a:rPr lang="en-US" sz="1100" dirty="0" err="1"/>
              <a:t>Chuanyu</a:t>
            </a:r>
            <a:r>
              <a:rPr lang="en-US" sz="1100" dirty="0"/>
              <a:t>, W. </a:t>
            </a:r>
            <a:r>
              <a:rPr lang="en-US" sz="1100" dirty="0" err="1"/>
              <a:t>Tianru</a:t>
            </a:r>
            <a:r>
              <a:rPr lang="en-US" sz="1100" dirty="0"/>
              <a:t>, J. Tao, and T. Yong, "A novel active equalization method for series-connected battery packs based on clustering analysis with genetic algorithm," </a:t>
            </a:r>
            <a:r>
              <a:rPr lang="en-US" sz="1100" i="1" dirty="0"/>
              <a:t>IEEE Transactions on Power Electronics, </a:t>
            </a:r>
            <a:r>
              <a:rPr lang="en-US" sz="1100" dirty="0"/>
              <a:t>vol. 36, no. 7, pp. 7853-7865, 2021.</a:t>
            </a:r>
          </a:p>
        </p:txBody>
      </p:sp>
      <p:pic>
        <p:nvPicPr>
          <p:cNvPr id="30" name="Picture 29" descr="پرونده:Azad University logo.png - ویکی‌پدیا، دانشنامهٔ آزاد">
            <a:extLst>
              <a:ext uri="{FF2B5EF4-FFF2-40B4-BE49-F238E27FC236}">
                <a16:creationId xmlns="" xmlns:a16="http://schemas.microsoft.com/office/drawing/2014/main" id="{1A9FEE44-0F48-48EE-A201-613E74B88238}"/>
              </a:ext>
            </a:extLst>
          </p:cNvPr>
          <p:cNvPicPr/>
          <p:nvPr/>
        </p:nvPicPr>
        <p:blipFill>
          <a:blip r:embed="rId6" cstate="print">
            <a:extLst>
              <a:ext uri="{28A0092B-C50C-407E-A947-70E740481C1C}">
                <a14:useLocalDpi xmlns:a14="http://schemas.microsoft.com/office/drawing/2010/main" val="0"/>
              </a:ext>
            </a:extLst>
          </a:blip>
          <a:srcRect/>
          <a:stretch>
            <a:fillRect/>
          </a:stretch>
        </p:blipFill>
        <p:spPr bwMode="auto">
          <a:xfrm>
            <a:off x="8610600" y="0"/>
            <a:ext cx="533400" cy="822959"/>
          </a:xfrm>
          <a:prstGeom prst="rect">
            <a:avLst/>
          </a:prstGeom>
          <a:noFill/>
          <a:ln>
            <a:noFill/>
          </a:ln>
        </p:spPr>
      </p:pic>
      <p:sp>
        <p:nvSpPr>
          <p:cNvPr id="32" name="AutoShape 10">
            <a:extLst>
              <a:ext uri="{FF2B5EF4-FFF2-40B4-BE49-F238E27FC236}">
                <a16:creationId xmlns="" xmlns:a16="http://schemas.microsoft.com/office/drawing/2014/main" id="{F6266893-797F-40B9-B7F1-28B13A3984C3}"/>
              </a:ext>
            </a:extLst>
          </p:cNvPr>
          <p:cNvSpPr>
            <a:spLocks noChangeArrowheads="1"/>
          </p:cNvSpPr>
          <p:nvPr/>
        </p:nvSpPr>
        <p:spPr bwMode="gray">
          <a:xfrm flipH="1">
            <a:off x="6246677" y="59426"/>
            <a:ext cx="2057400" cy="649224"/>
          </a:xfrm>
          <a:prstGeom prst="chevron">
            <a:avLst>
              <a:gd name="adj" fmla="val 17842"/>
            </a:avLst>
          </a:prstGeom>
          <a:gradFill rotWithShape="1">
            <a:gsLst>
              <a:gs pos="0">
                <a:srgbClr val="84B09A">
                  <a:gamma/>
                  <a:shade val="46275"/>
                  <a:invGamma/>
                </a:srgbClr>
              </a:gs>
              <a:gs pos="50000">
                <a:srgbClr val="84B09A"/>
              </a:gs>
              <a:gs pos="100000">
                <a:srgbClr val="84B09A">
                  <a:gamma/>
                  <a:shade val="46275"/>
                  <a:invGamma/>
                </a:srgbClr>
              </a:gs>
            </a:gsLst>
            <a:lin ang="2700000" scaled="1"/>
          </a:gradFill>
          <a:ln w="38100">
            <a:solidFill>
              <a:srgbClr val="EAEAEA"/>
            </a:solidFill>
            <a:miter lim="800000"/>
            <a:headEnd/>
            <a:tailEnd/>
          </a:ln>
          <a:effectLst>
            <a:outerShdw dist="109250" dir="3267739" algn="ctr" rotWithShape="0">
              <a:srgbClr val="333333">
                <a:alpha val="50000"/>
              </a:srgbClr>
            </a:outerShdw>
          </a:effectLst>
        </p:spPr>
        <p:txBody>
          <a:bodyPr wrap="square" anchor="ctr">
            <a:spAutoFit/>
          </a:bodyPr>
          <a:lstStyle/>
          <a:p>
            <a:pPr algn="ctr" fontAlgn="base">
              <a:spcBef>
                <a:spcPct val="0"/>
              </a:spcBef>
              <a:spcAft>
                <a:spcPct val="0"/>
              </a:spcAft>
            </a:pPr>
            <a:endParaRPr lang="en-US" kern="0" dirty="0">
              <a:solidFill>
                <a:srgbClr val="3D81BF"/>
              </a:solidFill>
            </a:endParaRPr>
          </a:p>
        </p:txBody>
      </p:sp>
      <p:sp>
        <p:nvSpPr>
          <p:cNvPr id="37" name="AutoShape 3">
            <a:extLst>
              <a:ext uri="{FF2B5EF4-FFF2-40B4-BE49-F238E27FC236}">
                <a16:creationId xmlns="" xmlns:a16="http://schemas.microsoft.com/office/drawing/2014/main" id="{3450B81F-1BA9-4F41-945E-CF31FD6A1BE2}"/>
              </a:ext>
            </a:extLst>
          </p:cNvPr>
          <p:cNvSpPr>
            <a:spLocks noChangeArrowheads="1"/>
          </p:cNvSpPr>
          <p:nvPr/>
        </p:nvSpPr>
        <p:spPr bwMode="gray">
          <a:xfrm flipH="1">
            <a:off x="4188613" y="57140"/>
            <a:ext cx="2056086" cy="651510"/>
          </a:xfrm>
          <a:prstGeom prst="chevron">
            <a:avLst>
              <a:gd name="adj" fmla="val 17009"/>
            </a:avLst>
          </a:prstGeom>
          <a:solidFill>
            <a:srgbClr val="2842AE"/>
          </a:solidFill>
          <a:ln w="38100">
            <a:solidFill>
              <a:srgbClr val="EAEAEA"/>
            </a:solidFill>
            <a:miter lim="800000"/>
            <a:headEnd/>
            <a:tailEnd/>
          </a:ln>
          <a:effectLst>
            <a:outerShdw dist="109250" dir="3267739" algn="ctr" rotWithShape="0">
              <a:srgbClr val="333333">
                <a:alpha val="50000"/>
              </a:srgbClr>
            </a:outerShdw>
          </a:effectLst>
        </p:spPr>
        <p:txBody>
          <a:bodyPr wrap="square" anchor="ctr">
            <a:spAutoFit/>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dirty="0">
              <a:ln>
                <a:noFill/>
              </a:ln>
              <a:solidFill>
                <a:srgbClr val="3D81BF"/>
              </a:solidFill>
              <a:effectLst/>
              <a:uLnTx/>
              <a:uFillTx/>
            </a:endParaRPr>
          </a:p>
        </p:txBody>
      </p:sp>
      <p:sp>
        <p:nvSpPr>
          <p:cNvPr id="38" name="AutoShape 3">
            <a:extLst>
              <a:ext uri="{FF2B5EF4-FFF2-40B4-BE49-F238E27FC236}">
                <a16:creationId xmlns="" xmlns:a16="http://schemas.microsoft.com/office/drawing/2014/main" id="{278C3753-7E5F-4A07-84E8-FA915CB0CE87}"/>
              </a:ext>
            </a:extLst>
          </p:cNvPr>
          <p:cNvSpPr>
            <a:spLocks noChangeArrowheads="1"/>
          </p:cNvSpPr>
          <p:nvPr/>
        </p:nvSpPr>
        <p:spPr bwMode="gray">
          <a:xfrm flipH="1">
            <a:off x="2588411" y="57141"/>
            <a:ext cx="1600202" cy="651510"/>
          </a:xfrm>
          <a:prstGeom prst="chevron">
            <a:avLst>
              <a:gd name="adj" fmla="val 17009"/>
            </a:avLst>
          </a:prstGeom>
          <a:gradFill rotWithShape="1">
            <a:gsLst>
              <a:gs pos="0">
                <a:srgbClr val="84B09A">
                  <a:gamma/>
                  <a:shade val="46275"/>
                  <a:invGamma/>
                </a:srgbClr>
              </a:gs>
              <a:gs pos="50000">
                <a:srgbClr val="84B09A"/>
              </a:gs>
              <a:gs pos="100000">
                <a:srgbClr val="84B09A">
                  <a:gamma/>
                  <a:shade val="46275"/>
                  <a:invGamma/>
                </a:srgbClr>
              </a:gs>
            </a:gsLst>
            <a:lin ang="2700000" scaled="1"/>
          </a:gradFill>
          <a:ln w="38100">
            <a:solidFill>
              <a:srgbClr val="EAEAEA"/>
            </a:solidFill>
            <a:miter lim="800000"/>
            <a:headEnd/>
            <a:tailEnd/>
          </a:ln>
          <a:effectLst>
            <a:outerShdw dist="109250" dir="3267739" algn="ctr" rotWithShape="0">
              <a:srgbClr val="333333">
                <a:alpha val="50000"/>
              </a:srgbClr>
            </a:outerShdw>
          </a:effectLst>
        </p:spPr>
        <p:txBody>
          <a:bodyPr wrap="square" anchor="ctr">
            <a:spAutoFit/>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endParaRPr>
          </a:p>
        </p:txBody>
      </p:sp>
      <p:sp>
        <p:nvSpPr>
          <p:cNvPr id="40" name="AutoShape 3">
            <a:extLst>
              <a:ext uri="{FF2B5EF4-FFF2-40B4-BE49-F238E27FC236}">
                <a16:creationId xmlns="" xmlns:a16="http://schemas.microsoft.com/office/drawing/2014/main" id="{B202AEB4-F766-4F6D-9D49-804AECBBBB79}"/>
              </a:ext>
            </a:extLst>
          </p:cNvPr>
          <p:cNvSpPr>
            <a:spLocks noChangeArrowheads="1"/>
          </p:cNvSpPr>
          <p:nvPr/>
        </p:nvSpPr>
        <p:spPr bwMode="gray">
          <a:xfrm flipH="1">
            <a:off x="161661" y="57140"/>
            <a:ext cx="2426749" cy="651510"/>
          </a:xfrm>
          <a:prstGeom prst="chevron">
            <a:avLst>
              <a:gd name="adj" fmla="val 17009"/>
            </a:avLst>
          </a:prstGeom>
          <a:gradFill rotWithShape="1">
            <a:gsLst>
              <a:gs pos="0">
                <a:srgbClr val="84B09A">
                  <a:gamma/>
                  <a:shade val="46275"/>
                  <a:invGamma/>
                </a:srgbClr>
              </a:gs>
              <a:gs pos="50000">
                <a:srgbClr val="84B09A"/>
              </a:gs>
              <a:gs pos="100000">
                <a:srgbClr val="84B09A">
                  <a:gamma/>
                  <a:shade val="46275"/>
                  <a:invGamma/>
                </a:srgbClr>
              </a:gs>
            </a:gsLst>
            <a:lin ang="2700000" scaled="1"/>
          </a:gradFill>
          <a:ln w="38100">
            <a:solidFill>
              <a:srgbClr val="EAEAEA"/>
            </a:solidFill>
            <a:miter lim="800000"/>
            <a:headEnd/>
            <a:tailEnd/>
          </a:ln>
          <a:effectLst>
            <a:outerShdw dist="109250" dir="3267739" algn="ctr" rotWithShape="0">
              <a:srgbClr val="333333">
                <a:alpha val="50000"/>
              </a:srgbClr>
            </a:outerShdw>
          </a:effectLst>
        </p:spPr>
        <p:txBody>
          <a:bodyPr wrap="square" anchor="ctr">
            <a:spAutoFit/>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endParaRPr>
          </a:p>
        </p:txBody>
      </p:sp>
      <p:sp>
        <p:nvSpPr>
          <p:cNvPr id="41" name="Rectangle 40">
            <a:extLst>
              <a:ext uri="{FF2B5EF4-FFF2-40B4-BE49-F238E27FC236}">
                <a16:creationId xmlns="" xmlns:a16="http://schemas.microsoft.com/office/drawing/2014/main" id="{89552ECA-1CA1-40F1-A87E-809897E322A0}"/>
              </a:ext>
            </a:extLst>
          </p:cNvPr>
          <p:cNvSpPr/>
          <p:nvPr/>
        </p:nvSpPr>
        <p:spPr>
          <a:xfrm>
            <a:off x="403231" y="91457"/>
            <a:ext cx="2056085" cy="584775"/>
          </a:xfrm>
          <a:prstGeom prst="rect">
            <a:avLst/>
          </a:prstGeom>
        </p:spPr>
        <p:txBody>
          <a:bodyPr wrap="square">
            <a:spAutoFit/>
          </a:bodyPr>
          <a:lstStyle/>
          <a:p>
            <a:pPr lvl="0" algn="ctr" rtl="1" fontAlgn="base">
              <a:spcBef>
                <a:spcPct val="0"/>
              </a:spcBef>
              <a:spcAft>
                <a:spcPct val="0"/>
              </a:spcAft>
            </a:pPr>
            <a:r>
              <a:rPr lang="fa-IR" sz="1600" b="1" dirty="0" smtClean="0">
                <a:solidFill>
                  <a:srgbClr val="FFFFFF"/>
                </a:solidFill>
                <a:latin typeface="Times New Roman" panose="02020603050405020304" pitchFamily="18" charset="0"/>
                <a:cs typeface="B Nazanin" panose="00000400000000000000" pitchFamily="2" charset="-78"/>
              </a:rPr>
              <a:t> پیاده سازی و ارزیابی همسان ساز پیشنهادی</a:t>
            </a:r>
            <a:endParaRPr lang="fa-IR" sz="1600" b="1" dirty="0">
              <a:solidFill>
                <a:srgbClr val="FFFFFF"/>
              </a:solidFill>
              <a:latin typeface="Times New Roman" panose="02020603050405020304" pitchFamily="18" charset="0"/>
              <a:cs typeface="B Nazanin" panose="00000400000000000000" pitchFamily="2" charset="-78"/>
            </a:endParaRPr>
          </a:p>
        </p:txBody>
      </p:sp>
      <p:sp>
        <p:nvSpPr>
          <p:cNvPr id="42" name="Rectangle 41">
            <a:extLst>
              <a:ext uri="{FF2B5EF4-FFF2-40B4-BE49-F238E27FC236}">
                <a16:creationId xmlns="" xmlns:a16="http://schemas.microsoft.com/office/drawing/2014/main" id="{2A9B9FDD-FEF5-46D3-8995-5604A1B4B80E}"/>
              </a:ext>
            </a:extLst>
          </p:cNvPr>
          <p:cNvSpPr/>
          <p:nvPr/>
        </p:nvSpPr>
        <p:spPr>
          <a:xfrm>
            <a:off x="2636749" y="78259"/>
            <a:ext cx="1600200" cy="584775"/>
          </a:xfrm>
          <a:prstGeom prst="rect">
            <a:avLst/>
          </a:prstGeom>
        </p:spPr>
        <p:txBody>
          <a:bodyPr wrap="square">
            <a:spAutoFit/>
          </a:bodyPr>
          <a:lstStyle/>
          <a:p>
            <a:pPr lvl="0" algn="ctr" rtl="1" fontAlgn="base">
              <a:spcBef>
                <a:spcPct val="0"/>
              </a:spcBef>
              <a:spcAft>
                <a:spcPct val="0"/>
              </a:spcAft>
            </a:pPr>
            <a:r>
              <a:rPr lang="fa-IR" sz="1600" b="1" dirty="0">
                <a:solidFill>
                  <a:srgbClr val="FFFFFF"/>
                </a:solidFill>
                <a:latin typeface="Times New Roman" panose="02020603050405020304" pitchFamily="18" charset="0"/>
                <a:cs typeface="B Nazanin" panose="00000400000000000000" pitchFamily="2" charset="-78"/>
              </a:rPr>
              <a:t>همسان سازی پیشنهادی</a:t>
            </a:r>
          </a:p>
        </p:txBody>
      </p:sp>
      <p:sp>
        <p:nvSpPr>
          <p:cNvPr id="43" name="Rectangle 42">
            <a:extLst>
              <a:ext uri="{FF2B5EF4-FFF2-40B4-BE49-F238E27FC236}">
                <a16:creationId xmlns="" xmlns:a16="http://schemas.microsoft.com/office/drawing/2014/main" id="{4756B784-8B4C-449F-AE9D-2B6BBC518073}"/>
              </a:ext>
            </a:extLst>
          </p:cNvPr>
          <p:cNvSpPr/>
          <p:nvPr/>
        </p:nvSpPr>
        <p:spPr>
          <a:xfrm>
            <a:off x="4495138" y="91457"/>
            <a:ext cx="1443038" cy="584775"/>
          </a:xfrm>
          <a:prstGeom prst="rect">
            <a:avLst/>
          </a:prstGeom>
        </p:spPr>
        <p:txBody>
          <a:bodyPr wrap="square">
            <a:spAutoFit/>
          </a:bodyPr>
          <a:lstStyle/>
          <a:p>
            <a:pPr lvl="0" algn="ctr" rtl="1" fontAlgn="base">
              <a:spcBef>
                <a:spcPct val="0"/>
              </a:spcBef>
              <a:spcAft>
                <a:spcPct val="0"/>
              </a:spcAft>
            </a:pPr>
            <a:r>
              <a:rPr lang="fa-IR" sz="1600" b="1" dirty="0">
                <a:solidFill>
                  <a:srgbClr val="FFFFFF"/>
                </a:solidFill>
                <a:latin typeface="Times New Roman" panose="02020603050405020304" pitchFamily="18" charset="0"/>
                <a:cs typeface="B Nazanin" panose="00000400000000000000" pitchFamily="2" charset="-78"/>
              </a:rPr>
              <a:t>همسان سازی باتری</a:t>
            </a:r>
          </a:p>
        </p:txBody>
      </p:sp>
      <p:sp>
        <p:nvSpPr>
          <p:cNvPr id="44" name="Rectangle 43">
            <a:extLst>
              <a:ext uri="{FF2B5EF4-FFF2-40B4-BE49-F238E27FC236}">
                <a16:creationId xmlns="" xmlns:a16="http://schemas.microsoft.com/office/drawing/2014/main" id="{E9011965-C922-40BF-B928-2A7E03BC5CDA}"/>
              </a:ext>
            </a:extLst>
          </p:cNvPr>
          <p:cNvSpPr/>
          <p:nvPr/>
        </p:nvSpPr>
        <p:spPr>
          <a:xfrm>
            <a:off x="6499957" y="197162"/>
            <a:ext cx="1626786" cy="323165"/>
          </a:xfrm>
          <a:prstGeom prst="rect">
            <a:avLst/>
          </a:prstGeom>
        </p:spPr>
        <p:txBody>
          <a:bodyPr wrap="square">
            <a:spAutoFit/>
          </a:bodyPr>
          <a:lstStyle/>
          <a:p>
            <a:pPr lvl="0" algn="ctr" fontAlgn="base">
              <a:spcBef>
                <a:spcPct val="0"/>
              </a:spcBef>
              <a:spcAft>
                <a:spcPct val="0"/>
              </a:spcAft>
              <a:defRPr/>
            </a:pPr>
            <a:r>
              <a:rPr lang="fa-IR" sz="1500" b="1" kern="0" dirty="0">
                <a:solidFill>
                  <a:srgbClr val="FFFFFF"/>
                </a:solidFill>
                <a:latin typeface="Times New Roman" panose="02020603050405020304" pitchFamily="18" charset="0"/>
                <a:cs typeface="B Nazanin" pitchFamily="2" charset="-78"/>
              </a:rPr>
              <a:t>باتری ها</a:t>
            </a:r>
            <a:endParaRPr lang="en-US" sz="1500" b="1" kern="0" dirty="0">
              <a:solidFill>
                <a:srgbClr val="FFFFFF"/>
              </a:solidFill>
              <a:latin typeface="Times New Roman" panose="02020603050405020304" pitchFamily="18" charset="0"/>
              <a:cs typeface="B Nazanin" pitchFamily="2" charset="-78"/>
            </a:endParaRPr>
          </a:p>
        </p:txBody>
      </p:sp>
    </p:spTree>
    <p:extLst>
      <p:ext uri="{BB962C8B-B14F-4D97-AF65-F5344CB8AC3E}">
        <p14:creationId xmlns:p14="http://schemas.microsoft.com/office/powerpoint/2010/main" val="3965845591"/>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angle 3">
            <a:extLst>
              <a:ext uri="{FF2B5EF4-FFF2-40B4-BE49-F238E27FC236}">
                <a16:creationId xmlns="" xmlns:a16="http://schemas.microsoft.com/office/drawing/2014/main" id="{1402C14E-057E-4F2D-854C-AF69C4E6CBD7}"/>
              </a:ext>
            </a:extLst>
          </p:cNvPr>
          <p:cNvSpPr/>
          <p:nvPr/>
        </p:nvSpPr>
        <p:spPr>
          <a:xfrm>
            <a:off x="-12231" y="6006516"/>
            <a:ext cx="4475473" cy="600164"/>
          </a:xfrm>
          <a:prstGeom prst="rect">
            <a:avLst/>
          </a:prstGeom>
        </p:spPr>
        <p:txBody>
          <a:bodyPr wrap="square">
            <a:spAutoFit/>
          </a:bodyPr>
          <a:lstStyle/>
          <a:p>
            <a:pPr algn="r" rtl="1"/>
            <a:r>
              <a:rPr lang="fa-IR" sz="1100" dirty="0">
                <a:latin typeface="Times New Roman" panose="02020603050405020304" pitchFamily="18" charset="0"/>
                <a:ea typeface="Calibri" panose="020F0502020204030204" pitchFamily="34" charset="0"/>
                <a:cs typeface="B Lotus" panose="00000400000000000000" pitchFamily="2" charset="-78"/>
              </a:rPr>
              <a:t>شکل 19 وضعیت باتری در شرایط مختلف تعادل (الف) وضعیت باتری در حالت تعادل در ایستا، (ب) وضعیت باتری در حالت تعادل در شارژ، (ج) وضعیت باتری در حالت تعادل در دشارژ در شبیه سازی</a:t>
            </a:r>
            <a:r>
              <a:rPr lang="fa-IR" sz="1100" dirty="0">
                <a:solidFill>
                  <a:srgbClr val="61D6FF"/>
                </a:solidFill>
                <a:latin typeface="Times New Roman" panose="02020603050405020304" pitchFamily="18" charset="0"/>
                <a:ea typeface="Calibri" panose="020F0502020204030204" pitchFamily="34" charset="0"/>
                <a:cs typeface="B Lotus" panose="00000400000000000000" pitchFamily="2" charset="-78"/>
              </a:rPr>
              <a:t> [4]</a:t>
            </a:r>
            <a:r>
              <a:rPr lang="fa-IR" sz="1100" dirty="0">
                <a:latin typeface="Times New Roman" panose="02020603050405020304" pitchFamily="18" charset="0"/>
                <a:ea typeface="Calibri" panose="020F0502020204030204" pitchFamily="34" charset="0"/>
                <a:cs typeface="B Lotus" panose="00000400000000000000" pitchFamily="2" charset="-78"/>
              </a:rPr>
              <a:t>. </a:t>
            </a:r>
            <a:endParaRPr lang="en-US" sz="1100" dirty="0"/>
          </a:p>
        </p:txBody>
      </p:sp>
      <p:pic>
        <p:nvPicPr>
          <p:cNvPr id="19" name="Picture 18" descr="پرونده:Azad University logo.png - ویکی‌پدیا، دانشنامهٔ آزاد">
            <a:extLst>
              <a:ext uri="{FF2B5EF4-FFF2-40B4-BE49-F238E27FC236}">
                <a16:creationId xmlns="" xmlns:a16="http://schemas.microsoft.com/office/drawing/2014/main" id="{B260B773-F2C5-485B-BA12-93452E166218}"/>
              </a:ext>
            </a:extLst>
          </p:cNvPr>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8610600" y="0"/>
            <a:ext cx="533400" cy="822959"/>
          </a:xfrm>
          <a:prstGeom prst="rect">
            <a:avLst/>
          </a:prstGeom>
          <a:noFill/>
          <a:ln>
            <a:noFill/>
          </a:ln>
        </p:spPr>
      </p:pic>
      <p:sp>
        <p:nvSpPr>
          <p:cNvPr id="20" name="TextBox 19">
            <a:extLst>
              <a:ext uri="{FF2B5EF4-FFF2-40B4-BE49-F238E27FC236}">
                <a16:creationId xmlns="" xmlns:a16="http://schemas.microsoft.com/office/drawing/2014/main" id="{90C43403-B77E-474E-A638-C5BD6540DB40}"/>
              </a:ext>
            </a:extLst>
          </p:cNvPr>
          <p:cNvSpPr txBox="1"/>
          <p:nvPr/>
        </p:nvSpPr>
        <p:spPr>
          <a:xfrm>
            <a:off x="2648411" y="686668"/>
            <a:ext cx="65" cy="276999"/>
          </a:xfrm>
          <a:prstGeom prst="rect">
            <a:avLst/>
          </a:prstGeom>
          <a:noFill/>
        </p:spPr>
        <p:txBody>
          <a:bodyPr wrap="none" lIns="0" tIns="0" rIns="0" bIns="0" rtlCol="0">
            <a:spAutoFit/>
          </a:bodyPr>
          <a:lstStyle/>
          <a:p>
            <a:endParaRPr lang="en-US" dirty="0"/>
          </a:p>
        </p:txBody>
      </p:sp>
      <p:sp>
        <p:nvSpPr>
          <p:cNvPr id="21" name="Slide Number Placeholder 4">
            <a:extLst>
              <a:ext uri="{FF2B5EF4-FFF2-40B4-BE49-F238E27FC236}">
                <a16:creationId xmlns="" xmlns:a16="http://schemas.microsoft.com/office/drawing/2014/main" id="{27EA69B3-891D-46E8-8004-444EAE0D2017}"/>
              </a:ext>
            </a:extLst>
          </p:cNvPr>
          <p:cNvSpPr>
            <a:spLocks noGrp="1"/>
          </p:cNvSpPr>
          <p:nvPr>
            <p:ph type="sldNum" sz="quarter" idx="12"/>
          </p:nvPr>
        </p:nvSpPr>
        <p:spPr>
          <a:xfrm>
            <a:off x="7620000" y="18288"/>
            <a:ext cx="1066800" cy="329184"/>
          </a:xfrm>
        </p:spPr>
        <p:txBody>
          <a:bodyPr/>
          <a:lstStyle/>
          <a:p>
            <a:fld id="{7FC2E40A-4446-4E2B-B9AD-16F559E28E02}" type="slidenum">
              <a:rPr lang="en-US" smtClean="0"/>
              <a:t>41</a:t>
            </a:fld>
            <a:endParaRPr lang="en-US"/>
          </a:p>
        </p:txBody>
      </p:sp>
      <p:sp>
        <p:nvSpPr>
          <p:cNvPr id="22" name="AutoShape 3"/>
          <p:cNvSpPr>
            <a:spLocks noChangeArrowheads="1"/>
          </p:cNvSpPr>
          <p:nvPr/>
        </p:nvSpPr>
        <p:spPr bwMode="gray">
          <a:xfrm flipH="1">
            <a:off x="2190754" y="54854"/>
            <a:ext cx="2056085" cy="651510"/>
          </a:xfrm>
          <a:prstGeom prst="chevron">
            <a:avLst>
              <a:gd name="adj" fmla="val 17009"/>
            </a:avLst>
          </a:prstGeom>
          <a:gradFill rotWithShape="1">
            <a:gsLst>
              <a:gs pos="0">
                <a:srgbClr val="84B09A">
                  <a:gamma/>
                  <a:shade val="46275"/>
                  <a:invGamma/>
                </a:srgbClr>
              </a:gs>
              <a:gs pos="50000">
                <a:srgbClr val="84B09A"/>
              </a:gs>
              <a:gs pos="100000">
                <a:srgbClr val="84B09A">
                  <a:gamma/>
                  <a:shade val="46275"/>
                  <a:invGamma/>
                </a:srgbClr>
              </a:gs>
            </a:gsLst>
            <a:lin ang="2700000" scaled="1"/>
          </a:gradFill>
          <a:ln w="38100">
            <a:solidFill>
              <a:srgbClr val="EAEAEA"/>
            </a:solidFill>
            <a:miter lim="800000"/>
            <a:headEnd/>
            <a:tailEnd/>
          </a:ln>
          <a:effectLst>
            <a:outerShdw dist="109250" dir="3267739" algn="ctr" rotWithShape="0">
              <a:srgbClr val="333333">
                <a:alpha val="50000"/>
              </a:srgbClr>
            </a:outerShdw>
          </a:effectLst>
        </p:spPr>
        <p:txBody>
          <a:bodyPr wrap="square" anchor="ctr">
            <a:spAutoFit/>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endParaRPr>
          </a:p>
        </p:txBody>
      </p:sp>
      <p:sp>
        <p:nvSpPr>
          <p:cNvPr id="23" name="AutoShape 3"/>
          <p:cNvSpPr>
            <a:spLocks noChangeArrowheads="1"/>
          </p:cNvSpPr>
          <p:nvPr/>
        </p:nvSpPr>
        <p:spPr bwMode="gray">
          <a:xfrm flipH="1">
            <a:off x="148662" y="55997"/>
            <a:ext cx="2057400" cy="649224"/>
          </a:xfrm>
          <a:prstGeom prst="chevron">
            <a:avLst>
              <a:gd name="adj" fmla="val 17009"/>
            </a:avLst>
          </a:prstGeom>
          <a:gradFill rotWithShape="1">
            <a:gsLst>
              <a:gs pos="0">
                <a:srgbClr val="3659EC">
                  <a:gamma/>
                  <a:shade val="46275"/>
                  <a:invGamma/>
                </a:srgbClr>
              </a:gs>
              <a:gs pos="50000">
                <a:srgbClr val="3659EC"/>
              </a:gs>
              <a:gs pos="100000">
                <a:srgbClr val="3659EC">
                  <a:gamma/>
                  <a:shade val="46275"/>
                  <a:invGamma/>
                </a:srgbClr>
              </a:gs>
            </a:gsLst>
            <a:lin ang="2700000" scaled="1"/>
          </a:gradFill>
          <a:ln w="38100">
            <a:solidFill>
              <a:srgbClr val="EAEAEA"/>
            </a:solidFill>
            <a:miter lim="800000"/>
            <a:headEnd/>
            <a:tailEnd/>
          </a:ln>
          <a:effectLst>
            <a:outerShdw dist="109250" dir="3267739" algn="ctr" rotWithShape="0">
              <a:srgbClr val="333333">
                <a:alpha val="50000"/>
              </a:srgbClr>
            </a:outerShdw>
          </a:effectLst>
        </p:spPr>
        <p:txBody>
          <a:bodyPr wrap="square" anchor="ctr">
            <a:spAutoFit/>
          </a:bodyPr>
          <a:lstStyle/>
          <a:p>
            <a:pPr algn="ctr" fontAlgn="base">
              <a:spcBef>
                <a:spcPct val="0"/>
              </a:spcBef>
              <a:spcAft>
                <a:spcPct val="0"/>
              </a:spcAft>
            </a:pPr>
            <a:endParaRPr lang="en-US" kern="0">
              <a:solidFill>
                <a:srgbClr val="3D81BF"/>
              </a:solidFill>
            </a:endParaRPr>
          </a:p>
        </p:txBody>
      </p:sp>
      <p:sp>
        <p:nvSpPr>
          <p:cNvPr id="24" name="Rectangle 23"/>
          <p:cNvSpPr/>
          <p:nvPr/>
        </p:nvSpPr>
        <p:spPr>
          <a:xfrm>
            <a:off x="418672" y="193150"/>
            <a:ext cx="1443038" cy="338554"/>
          </a:xfrm>
          <a:prstGeom prst="rect">
            <a:avLst/>
          </a:prstGeom>
        </p:spPr>
        <p:txBody>
          <a:bodyPr wrap="square">
            <a:spAutoFit/>
          </a:bodyPr>
          <a:lstStyle/>
          <a:p>
            <a:pPr lvl="0" algn="ctr" rtl="1" fontAlgn="base">
              <a:spcBef>
                <a:spcPct val="0"/>
              </a:spcBef>
              <a:spcAft>
                <a:spcPct val="0"/>
              </a:spcAft>
            </a:pPr>
            <a:r>
              <a:rPr lang="fa-IR" sz="1600" b="1" dirty="0">
                <a:solidFill>
                  <a:srgbClr val="FFFFFF"/>
                </a:solidFill>
                <a:latin typeface="Times New Roman" panose="02020603050405020304" pitchFamily="18" charset="0"/>
                <a:cs typeface="B Nazanin" panose="00000400000000000000" pitchFamily="2" charset="-78"/>
              </a:rPr>
              <a:t>مقالات اخیر</a:t>
            </a:r>
            <a:endParaRPr lang="en-US" sz="1600" b="1" dirty="0">
              <a:solidFill>
                <a:srgbClr val="FFFFFF"/>
              </a:solidFill>
              <a:latin typeface="Times New Roman" panose="02020603050405020304" pitchFamily="18" charset="0"/>
              <a:cs typeface="B Nazanin" panose="00000400000000000000" pitchFamily="2" charset="-78"/>
            </a:endParaRPr>
          </a:p>
        </p:txBody>
      </p:sp>
      <p:sp>
        <p:nvSpPr>
          <p:cNvPr id="25" name="Rectangle 24"/>
          <p:cNvSpPr/>
          <p:nvPr/>
        </p:nvSpPr>
        <p:spPr>
          <a:xfrm>
            <a:off x="2393380" y="70040"/>
            <a:ext cx="1600200" cy="584775"/>
          </a:xfrm>
          <a:prstGeom prst="rect">
            <a:avLst/>
          </a:prstGeom>
        </p:spPr>
        <p:txBody>
          <a:bodyPr wrap="square">
            <a:spAutoFit/>
          </a:bodyPr>
          <a:lstStyle/>
          <a:p>
            <a:pPr lvl="0" algn="ctr" rtl="1" fontAlgn="base">
              <a:spcBef>
                <a:spcPct val="0"/>
              </a:spcBef>
              <a:spcAft>
                <a:spcPct val="0"/>
              </a:spcAft>
            </a:pPr>
            <a:r>
              <a:rPr lang="fa-IR" sz="1600" b="1" dirty="0">
                <a:solidFill>
                  <a:srgbClr val="FFFFFF"/>
                </a:solidFill>
                <a:latin typeface="Times New Roman" panose="02020603050405020304" pitchFamily="18" charset="0"/>
                <a:cs typeface="B Nazanin" panose="00000400000000000000" pitchFamily="2" charset="-78"/>
              </a:rPr>
              <a:t>سیستم مدیریت همسان سازی</a:t>
            </a:r>
            <a:endParaRPr lang="en-US" sz="1600" b="1" dirty="0">
              <a:solidFill>
                <a:srgbClr val="FFFFFF"/>
              </a:solidFill>
              <a:latin typeface="Times New Roman" panose="02020603050405020304" pitchFamily="18" charset="0"/>
              <a:cs typeface="B Nazanin" panose="00000400000000000000" pitchFamily="2" charset="-78"/>
            </a:endParaRPr>
          </a:p>
        </p:txBody>
      </p:sp>
      <p:pic>
        <p:nvPicPr>
          <p:cNvPr id="27" name="Picture 26" descr="پرونده:Azad University logo.png - ویکی‌پدیا، دانشنامهٔ آزاد">
            <a:extLst>
              <a:ext uri="{FF2B5EF4-FFF2-40B4-BE49-F238E27FC236}">
                <a16:creationId xmlns="" xmlns:a16="http://schemas.microsoft.com/office/drawing/2014/main" id="{FA988D60-670C-406B-B8FB-D5A0053424E9}"/>
              </a:ext>
            </a:extLst>
          </p:cNvPr>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8610600" y="0"/>
            <a:ext cx="533400" cy="822959"/>
          </a:xfrm>
          <a:prstGeom prst="rect">
            <a:avLst/>
          </a:prstGeom>
          <a:noFill/>
          <a:ln>
            <a:noFill/>
          </a:ln>
        </p:spPr>
      </p:pic>
      <p:sp>
        <p:nvSpPr>
          <p:cNvPr id="28" name="AutoShape 10">
            <a:extLst>
              <a:ext uri="{FF2B5EF4-FFF2-40B4-BE49-F238E27FC236}">
                <a16:creationId xmlns="" xmlns:a16="http://schemas.microsoft.com/office/drawing/2014/main" id="{96E6A76C-5024-445C-8373-4A127C8598B1}"/>
              </a:ext>
            </a:extLst>
          </p:cNvPr>
          <p:cNvSpPr>
            <a:spLocks noChangeArrowheads="1"/>
          </p:cNvSpPr>
          <p:nvPr/>
        </p:nvSpPr>
        <p:spPr bwMode="gray">
          <a:xfrm flipH="1">
            <a:off x="6244699" y="55997"/>
            <a:ext cx="2137301" cy="649224"/>
          </a:xfrm>
          <a:prstGeom prst="chevron">
            <a:avLst>
              <a:gd name="adj" fmla="val 17842"/>
            </a:avLst>
          </a:prstGeom>
          <a:gradFill rotWithShape="1">
            <a:gsLst>
              <a:gs pos="0">
                <a:srgbClr val="84B09A">
                  <a:gamma/>
                  <a:shade val="46275"/>
                  <a:invGamma/>
                </a:srgbClr>
              </a:gs>
              <a:gs pos="50000">
                <a:srgbClr val="84B09A"/>
              </a:gs>
              <a:gs pos="100000">
                <a:srgbClr val="84B09A">
                  <a:gamma/>
                  <a:shade val="46275"/>
                  <a:invGamma/>
                </a:srgbClr>
              </a:gs>
            </a:gsLst>
            <a:lin ang="2700000" scaled="1"/>
          </a:gradFill>
          <a:ln w="38100">
            <a:solidFill>
              <a:srgbClr val="EAEAEA"/>
            </a:solidFill>
            <a:miter lim="800000"/>
            <a:headEnd/>
            <a:tailEnd/>
          </a:ln>
          <a:effectLst>
            <a:outerShdw dist="109250" dir="3267739" algn="ctr" rotWithShape="0">
              <a:srgbClr val="333333">
                <a:alpha val="50000"/>
              </a:srgbClr>
            </a:outerShdw>
          </a:effectLst>
        </p:spPr>
        <p:txBody>
          <a:bodyPr wrap="square" anchor="ctr">
            <a:spAutoFit/>
          </a:bodyPr>
          <a:lstStyle/>
          <a:p>
            <a:pPr algn="ctr" fontAlgn="base">
              <a:spcBef>
                <a:spcPct val="0"/>
              </a:spcBef>
              <a:spcAft>
                <a:spcPct val="0"/>
              </a:spcAft>
            </a:pPr>
            <a:endParaRPr lang="en-US" kern="0">
              <a:solidFill>
                <a:srgbClr val="3D81BF"/>
              </a:solidFill>
            </a:endParaRPr>
          </a:p>
        </p:txBody>
      </p:sp>
      <p:sp>
        <p:nvSpPr>
          <p:cNvPr id="29" name="Rectangle 28">
            <a:extLst>
              <a:ext uri="{FF2B5EF4-FFF2-40B4-BE49-F238E27FC236}">
                <a16:creationId xmlns="" xmlns:a16="http://schemas.microsoft.com/office/drawing/2014/main" id="{BF9CF44D-C94F-4B09-AF24-15EACD7BE0F4}"/>
              </a:ext>
            </a:extLst>
          </p:cNvPr>
          <p:cNvSpPr/>
          <p:nvPr/>
        </p:nvSpPr>
        <p:spPr>
          <a:xfrm>
            <a:off x="6499957" y="197162"/>
            <a:ext cx="1626786" cy="323165"/>
          </a:xfrm>
          <a:prstGeom prst="rect">
            <a:avLst/>
          </a:prstGeom>
        </p:spPr>
        <p:txBody>
          <a:bodyPr wrap="square">
            <a:spAutoFit/>
          </a:bodyPr>
          <a:lstStyle/>
          <a:p>
            <a:pPr lvl="0" algn="ctr" fontAlgn="base">
              <a:spcBef>
                <a:spcPct val="0"/>
              </a:spcBef>
              <a:spcAft>
                <a:spcPct val="0"/>
              </a:spcAft>
              <a:defRPr/>
            </a:pPr>
            <a:r>
              <a:rPr lang="fa-IR" sz="1500" b="1" kern="0" dirty="0" err="1">
                <a:solidFill>
                  <a:srgbClr val="FFFFFF"/>
                </a:solidFill>
                <a:latin typeface="Times New Roman" panose="02020603050405020304" pitchFamily="18" charset="0"/>
                <a:cs typeface="B Nazanin" pitchFamily="2" charset="-78"/>
              </a:rPr>
              <a:t>باتریها</a:t>
            </a:r>
            <a:endParaRPr lang="en-US" sz="1500" b="1" kern="0" dirty="0">
              <a:solidFill>
                <a:srgbClr val="FFFFFF"/>
              </a:solidFill>
              <a:latin typeface="Times New Roman" panose="02020603050405020304" pitchFamily="18" charset="0"/>
              <a:cs typeface="B Nazanin" pitchFamily="2" charset="-78"/>
            </a:endParaRPr>
          </a:p>
        </p:txBody>
      </p:sp>
      <p:sp>
        <p:nvSpPr>
          <p:cNvPr id="31" name="AutoShape 3">
            <a:extLst>
              <a:ext uri="{FF2B5EF4-FFF2-40B4-BE49-F238E27FC236}">
                <a16:creationId xmlns="" xmlns:a16="http://schemas.microsoft.com/office/drawing/2014/main" id="{DBA5C955-0E66-467E-8B5F-EF4EE5F8F3FA}"/>
              </a:ext>
            </a:extLst>
          </p:cNvPr>
          <p:cNvSpPr>
            <a:spLocks noChangeArrowheads="1"/>
          </p:cNvSpPr>
          <p:nvPr/>
        </p:nvSpPr>
        <p:spPr bwMode="gray">
          <a:xfrm flipH="1">
            <a:off x="4215687" y="54854"/>
            <a:ext cx="2056085" cy="651510"/>
          </a:xfrm>
          <a:prstGeom prst="chevron">
            <a:avLst>
              <a:gd name="adj" fmla="val 17009"/>
            </a:avLst>
          </a:prstGeom>
          <a:gradFill rotWithShape="1">
            <a:gsLst>
              <a:gs pos="0">
                <a:srgbClr val="84B09A">
                  <a:gamma/>
                  <a:shade val="46275"/>
                  <a:invGamma/>
                </a:srgbClr>
              </a:gs>
              <a:gs pos="50000">
                <a:srgbClr val="84B09A"/>
              </a:gs>
              <a:gs pos="100000">
                <a:srgbClr val="84B09A">
                  <a:gamma/>
                  <a:shade val="46275"/>
                  <a:invGamma/>
                </a:srgbClr>
              </a:gs>
            </a:gsLst>
            <a:lin ang="2700000" scaled="1"/>
          </a:gradFill>
          <a:ln w="38100">
            <a:solidFill>
              <a:srgbClr val="EAEAEA"/>
            </a:solidFill>
            <a:miter lim="800000"/>
            <a:headEnd/>
            <a:tailEnd/>
          </a:ln>
          <a:effectLst>
            <a:outerShdw dist="109250" dir="3267739" algn="ctr" rotWithShape="0">
              <a:srgbClr val="333333">
                <a:alpha val="50000"/>
              </a:srgbClr>
            </a:outerShdw>
          </a:effectLst>
        </p:spPr>
        <p:txBody>
          <a:bodyPr wrap="square" anchor="ctr">
            <a:spAutoFit/>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endParaRPr>
          </a:p>
        </p:txBody>
      </p:sp>
      <p:sp>
        <p:nvSpPr>
          <p:cNvPr id="32" name="Rectangle 31">
            <a:extLst>
              <a:ext uri="{FF2B5EF4-FFF2-40B4-BE49-F238E27FC236}">
                <a16:creationId xmlns="" xmlns:a16="http://schemas.microsoft.com/office/drawing/2014/main" id="{AC165A2D-60D3-440C-A112-7B419F7E72B2}"/>
              </a:ext>
            </a:extLst>
          </p:cNvPr>
          <p:cNvSpPr/>
          <p:nvPr/>
        </p:nvSpPr>
        <p:spPr>
          <a:xfrm>
            <a:off x="4525250" y="89171"/>
            <a:ext cx="1443038" cy="584775"/>
          </a:xfrm>
          <a:prstGeom prst="rect">
            <a:avLst/>
          </a:prstGeom>
        </p:spPr>
        <p:txBody>
          <a:bodyPr wrap="square">
            <a:spAutoFit/>
          </a:bodyPr>
          <a:lstStyle/>
          <a:p>
            <a:pPr lvl="0" algn="ctr" rtl="1" fontAlgn="base">
              <a:spcBef>
                <a:spcPct val="0"/>
              </a:spcBef>
              <a:spcAft>
                <a:spcPct val="0"/>
              </a:spcAft>
            </a:pPr>
            <a:r>
              <a:rPr lang="fa-IR" sz="1600" b="1" dirty="0">
                <a:solidFill>
                  <a:srgbClr val="FFFFFF"/>
                </a:solidFill>
                <a:latin typeface="Times New Roman" panose="02020603050405020304" pitchFamily="18" charset="0"/>
                <a:cs typeface="B Nazanin" panose="00000400000000000000" pitchFamily="2" charset="-78"/>
              </a:rPr>
              <a:t>سیستم مدیریت باتری</a:t>
            </a:r>
            <a:endParaRPr lang="en-US" sz="1600" b="1" dirty="0">
              <a:solidFill>
                <a:srgbClr val="FFFFFF"/>
              </a:solidFill>
              <a:latin typeface="Times New Roman" panose="02020603050405020304" pitchFamily="18" charset="0"/>
              <a:cs typeface="B Nazanin" panose="00000400000000000000" pitchFamily="2" charset="-78"/>
            </a:endParaRPr>
          </a:p>
        </p:txBody>
      </p:sp>
      <p:grpSp>
        <p:nvGrpSpPr>
          <p:cNvPr id="7" name="Group 6"/>
          <p:cNvGrpSpPr/>
          <p:nvPr/>
        </p:nvGrpSpPr>
        <p:grpSpPr>
          <a:xfrm>
            <a:off x="503855" y="751889"/>
            <a:ext cx="3711832" cy="5316953"/>
            <a:chOff x="631568" y="909186"/>
            <a:chExt cx="3711832" cy="5316953"/>
          </a:xfrm>
        </p:grpSpPr>
        <p:pic>
          <p:nvPicPr>
            <p:cNvPr id="18" name="Picture 17"/>
            <p:cNvPicPr/>
            <p:nvPr/>
          </p:nvPicPr>
          <p:blipFill>
            <a:blip r:embed="rId4" cstate="print">
              <a:extLst>
                <a:ext uri="{28A0092B-C50C-407E-A947-70E740481C1C}">
                  <a14:useLocalDpi xmlns:a14="http://schemas.microsoft.com/office/drawing/2010/main" val="0"/>
                </a:ext>
              </a:extLst>
            </a:blip>
            <a:stretch>
              <a:fillRect/>
            </a:stretch>
          </p:blipFill>
          <p:spPr>
            <a:xfrm>
              <a:off x="631568" y="909186"/>
              <a:ext cx="3711832" cy="5316953"/>
            </a:xfrm>
            <a:prstGeom prst="rect">
              <a:avLst/>
            </a:prstGeom>
          </p:spPr>
        </p:pic>
        <p:grpSp>
          <p:nvGrpSpPr>
            <p:cNvPr id="5" name="Group 4"/>
            <p:cNvGrpSpPr/>
            <p:nvPr/>
          </p:nvGrpSpPr>
          <p:grpSpPr>
            <a:xfrm>
              <a:off x="2393380" y="2545157"/>
              <a:ext cx="288925" cy="3661932"/>
              <a:chOff x="2393380" y="2545157"/>
              <a:chExt cx="288925" cy="3661932"/>
            </a:xfrm>
          </p:grpSpPr>
          <p:pic>
            <p:nvPicPr>
              <p:cNvPr id="40" name="Picture 39"/>
              <p:cNvPicPr/>
              <p:nvPr/>
            </p:nvPicPr>
            <p:blipFill>
              <a:blip r:embed="rId5">
                <a:extLst>
                  <a:ext uri="{28A0092B-C50C-407E-A947-70E740481C1C}">
                    <a14:useLocalDpi xmlns:a14="http://schemas.microsoft.com/office/drawing/2010/main" val="0"/>
                  </a:ext>
                </a:extLst>
              </a:blip>
              <a:stretch>
                <a:fillRect/>
              </a:stretch>
            </p:blipFill>
            <p:spPr>
              <a:xfrm>
                <a:off x="2393380" y="2545157"/>
                <a:ext cx="288925" cy="173355"/>
              </a:xfrm>
              <a:prstGeom prst="rect">
                <a:avLst/>
              </a:prstGeom>
            </p:spPr>
          </p:pic>
          <p:pic>
            <p:nvPicPr>
              <p:cNvPr id="41" name="Picture 40"/>
              <p:cNvPicPr/>
              <p:nvPr/>
            </p:nvPicPr>
            <p:blipFill>
              <a:blip r:embed="rId6">
                <a:extLst>
                  <a:ext uri="{28A0092B-C50C-407E-A947-70E740481C1C}">
                    <a14:useLocalDpi xmlns:a14="http://schemas.microsoft.com/office/drawing/2010/main" val="0"/>
                  </a:ext>
                </a:extLst>
              </a:blip>
              <a:stretch>
                <a:fillRect/>
              </a:stretch>
            </p:blipFill>
            <p:spPr>
              <a:xfrm>
                <a:off x="2421320" y="4297491"/>
                <a:ext cx="233045" cy="162560"/>
              </a:xfrm>
              <a:prstGeom prst="rect">
                <a:avLst/>
              </a:prstGeom>
            </p:spPr>
          </p:pic>
          <p:pic>
            <p:nvPicPr>
              <p:cNvPr id="42" name="Picture 41"/>
              <p:cNvPicPr/>
              <p:nvPr/>
            </p:nvPicPr>
            <p:blipFill>
              <a:blip r:embed="rId7">
                <a:extLst>
                  <a:ext uri="{28A0092B-C50C-407E-A947-70E740481C1C}">
                    <a14:useLocalDpi xmlns:a14="http://schemas.microsoft.com/office/drawing/2010/main" val="0"/>
                  </a:ext>
                </a:extLst>
              </a:blip>
              <a:stretch>
                <a:fillRect/>
              </a:stretch>
            </p:blipFill>
            <p:spPr>
              <a:xfrm>
                <a:off x="2414335" y="6022304"/>
                <a:ext cx="247015" cy="184785"/>
              </a:xfrm>
              <a:prstGeom prst="rect">
                <a:avLst/>
              </a:prstGeom>
            </p:spPr>
          </p:pic>
        </p:grpSp>
      </p:grpSp>
      <p:grpSp>
        <p:nvGrpSpPr>
          <p:cNvPr id="8" name="Group 7"/>
          <p:cNvGrpSpPr/>
          <p:nvPr/>
        </p:nvGrpSpPr>
        <p:grpSpPr>
          <a:xfrm>
            <a:off x="4482051" y="751889"/>
            <a:ext cx="4229436" cy="5316953"/>
            <a:chOff x="4609764" y="909186"/>
            <a:chExt cx="4267536" cy="5309333"/>
          </a:xfrm>
        </p:grpSpPr>
        <p:grpSp>
          <p:nvGrpSpPr>
            <p:cNvPr id="2" name="Group 1"/>
            <p:cNvGrpSpPr/>
            <p:nvPr/>
          </p:nvGrpSpPr>
          <p:grpSpPr>
            <a:xfrm>
              <a:off x="4609764" y="909186"/>
              <a:ext cx="4267536" cy="5186814"/>
              <a:chOff x="4525250" y="748577"/>
              <a:chExt cx="4417060" cy="6042328"/>
            </a:xfrm>
          </p:grpSpPr>
          <p:pic>
            <p:nvPicPr>
              <p:cNvPr id="36" name="Picture 35"/>
              <p:cNvPicPr/>
              <p:nvPr/>
            </p:nvPicPr>
            <p:blipFill>
              <a:blip r:embed="rId8">
                <a:extLst>
                  <a:ext uri="{28A0092B-C50C-407E-A947-70E740481C1C}">
                    <a14:useLocalDpi xmlns:a14="http://schemas.microsoft.com/office/drawing/2010/main" val="0"/>
                  </a:ext>
                </a:extLst>
              </a:blip>
              <a:stretch>
                <a:fillRect/>
              </a:stretch>
            </p:blipFill>
            <p:spPr>
              <a:xfrm>
                <a:off x="4534775" y="748577"/>
                <a:ext cx="4407535" cy="1954530"/>
              </a:xfrm>
              <a:prstGeom prst="rect">
                <a:avLst/>
              </a:prstGeom>
            </p:spPr>
          </p:pic>
          <p:pic>
            <p:nvPicPr>
              <p:cNvPr id="38" name="Picture 37"/>
              <p:cNvPicPr/>
              <p:nvPr/>
            </p:nvPicPr>
            <p:blipFill>
              <a:blip r:embed="rId9">
                <a:extLst>
                  <a:ext uri="{28A0092B-C50C-407E-A947-70E740481C1C}">
                    <a14:useLocalDpi xmlns:a14="http://schemas.microsoft.com/office/drawing/2010/main" val="0"/>
                  </a:ext>
                </a:extLst>
              </a:blip>
              <a:stretch>
                <a:fillRect/>
              </a:stretch>
            </p:blipFill>
            <p:spPr>
              <a:xfrm>
                <a:off x="4525250" y="2703107"/>
                <a:ext cx="4417060" cy="2091055"/>
              </a:xfrm>
              <a:prstGeom prst="rect">
                <a:avLst/>
              </a:prstGeom>
            </p:spPr>
          </p:pic>
          <p:pic>
            <p:nvPicPr>
              <p:cNvPr id="39" name="Picture 38"/>
              <p:cNvPicPr/>
              <p:nvPr/>
            </p:nvPicPr>
            <p:blipFill>
              <a:blip r:embed="rId10">
                <a:extLst>
                  <a:ext uri="{28A0092B-C50C-407E-A947-70E740481C1C}">
                    <a14:useLocalDpi xmlns:a14="http://schemas.microsoft.com/office/drawing/2010/main" val="0"/>
                  </a:ext>
                </a:extLst>
              </a:blip>
              <a:stretch>
                <a:fillRect/>
              </a:stretch>
            </p:blipFill>
            <p:spPr>
              <a:xfrm>
                <a:off x="4534775" y="4795100"/>
                <a:ext cx="4407535" cy="1995805"/>
              </a:xfrm>
              <a:prstGeom prst="rect">
                <a:avLst/>
              </a:prstGeom>
            </p:spPr>
          </p:pic>
        </p:grpSp>
        <p:pic>
          <p:nvPicPr>
            <p:cNvPr id="43" name="Picture 42"/>
            <p:cNvPicPr/>
            <p:nvPr/>
          </p:nvPicPr>
          <p:blipFill>
            <a:blip r:embed="rId5">
              <a:extLst>
                <a:ext uri="{28A0092B-C50C-407E-A947-70E740481C1C}">
                  <a14:useLocalDpi xmlns:a14="http://schemas.microsoft.com/office/drawing/2010/main" val="0"/>
                </a:ext>
              </a:extLst>
            </a:blip>
            <a:stretch>
              <a:fillRect/>
            </a:stretch>
          </p:blipFill>
          <p:spPr>
            <a:xfrm>
              <a:off x="6746428" y="2556587"/>
              <a:ext cx="288925" cy="173355"/>
            </a:xfrm>
            <a:prstGeom prst="rect">
              <a:avLst/>
            </a:prstGeom>
          </p:spPr>
        </p:pic>
        <p:pic>
          <p:nvPicPr>
            <p:cNvPr id="44" name="Picture 43"/>
            <p:cNvPicPr/>
            <p:nvPr/>
          </p:nvPicPr>
          <p:blipFill>
            <a:blip r:embed="rId6">
              <a:extLst>
                <a:ext uri="{28A0092B-C50C-407E-A947-70E740481C1C}">
                  <a14:useLocalDpi xmlns:a14="http://schemas.microsoft.com/office/drawing/2010/main" val="0"/>
                </a:ext>
              </a:extLst>
            </a:blip>
            <a:stretch>
              <a:fillRect/>
            </a:stretch>
          </p:blipFill>
          <p:spPr>
            <a:xfrm>
              <a:off x="6774368" y="4308921"/>
              <a:ext cx="233045" cy="162560"/>
            </a:xfrm>
            <a:prstGeom prst="rect">
              <a:avLst/>
            </a:prstGeom>
          </p:spPr>
        </p:pic>
        <p:pic>
          <p:nvPicPr>
            <p:cNvPr id="45" name="Picture 44"/>
            <p:cNvPicPr/>
            <p:nvPr/>
          </p:nvPicPr>
          <p:blipFill>
            <a:blip r:embed="rId7">
              <a:extLst>
                <a:ext uri="{28A0092B-C50C-407E-A947-70E740481C1C}">
                  <a14:useLocalDpi xmlns:a14="http://schemas.microsoft.com/office/drawing/2010/main" val="0"/>
                </a:ext>
              </a:extLst>
            </a:blip>
            <a:stretch>
              <a:fillRect/>
            </a:stretch>
          </p:blipFill>
          <p:spPr>
            <a:xfrm>
              <a:off x="6767383" y="6033734"/>
              <a:ext cx="247015" cy="184785"/>
            </a:xfrm>
            <a:prstGeom prst="rect">
              <a:avLst/>
            </a:prstGeom>
          </p:spPr>
        </p:pic>
      </p:grpSp>
      <p:sp>
        <p:nvSpPr>
          <p:cNvPr id="47" name="Rectangle 46">
            <a:extLst>
              <a:ext uri="{FF2B5EF4-FFF2-40B4-BE49-F238E27FC236}">
                <a16:creationId xmlns="" xmlns:a16="http://schemas.microsoft.com/office/drawing/2014/main" id="{1402C14E-057E-4F2D-854C-AF69C4E6CBD7}"/>
              </a:ext>
            </a:extLst>
          </p:cNvPr>
          <p:cNvSpPr/>
          <p:nvPr/>
        </p:nvSpPr>
        <p:spPr>
          <a:xfrm>
            <a:off x="4548919" y="6003057"/>
            <a:ext cx="4618750" cy="600164"/>
          </a:xfrm>
          <a:prstGeom prst="rect">
            <a:avLst/>
          </a:prstGeom>
        </p:spPr>
        <p:txBody>
          <a:bodyPr wrap="square">
            <a:spAutoFit/>
          </a:bodyPr>
          <a:lstStyle/>
          <a:p>
            <a:pPr algn="r" rtl="1"/>
            <a:r>
              <a:rPr lang="fa-IR" sz="1100" dirty="0">
                <a:latin typeface="Times New Roman" panose="02020603050405020304" pitchFamily="18" charset="0"/>
                <a:ea typeface="Calibri" panose="020F0502020204030204" pitchFamily="34" charset="0"/>
                <a:cs typeface="B Lotus" panose="00000400000000000000" pitchFamily="2" charset="-78"/>
              </a:rPr>
              <a:t>شکل 18 وضعیت باتری در شرایط مختلف تعادل (الف) وضعیت باتری در حالت تعادل در ایستا، (ب) وضعیت باتری در حالت تعادل در شارژ، (ج) وضعیت باتری در حالت تعادل در دشارژ در پیاده سازی عملی</a:t>
            </a:r>
            <a:r>
              <a:rPr lang="fa-IR" sz="1100" dirty="0">
                <a:solidFill>
                  <a:srgbClr val="61D6FF"/>
                </a:solidFill>
                <a:latin typeface="Times New Roman" panose="02020603050405020304" pitchFamily="18" charset="0"/>
                <a:ea typeface="Calibri" panose="020F0502020204030204" pitchFamily="34" charset="0"/>
                <a:cs typeface="B Lotus" panose="00000400000000000000" pitchFamily="2" charset="-78"/>
              </a:rPr>
              <a:t> [4]</a:t>
            </a:r>
            <a:r>
              <a:rPr lang="fa-IR" sz="1100" dirty="0">
                <a:latin typeface="Times New Roman" panose="02020603050405020304" pitchFamily="18" charset="0"/>
                <a:ea typeface="Calibri" panose="020F0502020204030204" pitchFamily="34" charset="0"/>
                <a:cs typeface="B Lotus" panose="00000400000000000000" pitchFamily="2" charset="-78"/>
              </a:rPr>
              <a:t>. </a:t>
            </a:r>
            <a:endParaRPr lang="en-US" sz="1100" dirty="0"/>
          </a:p>
        </p:txBody>
      </p:sp>
      <p:sp>
        <p:nvSpPr>
          <p:cNvPr id="30" name="Slide Number Placeholder 3">
            <a:extLst>
              <a:ext uri="{FF2B5EF4-FFF2-40B4-BE49-F238E27FC236}">
                <a16:creationId xmlns="" xmlns:a16="http://schemas.microsoft.com/office/drawing/2014/main" id="{FEFB061F-8AAB-4535-B272-1BA4D5A77191}"/>
              </a:ext>
            </a:extLst>
          </p:cNvPr>
          <p:cNvSpPr txBox="1">
            <a:spLocks/>
          </p:cNvSpPr>
          <p:nvPr/>
        </p:nvSpPr>
        <p:spPr>
          <a:xfrm>
            <a:off x="0" y="5573992"/>
            <a:ext cx="676835" cy="767687"/>
          </a:xfrm>
          <a:prstGeom prst="rect">
            <a:avLst/>
          </a:prstGeom>
        </p:spPr>
        <p:txBody>
          <a:bodyPr vert="horz" lIns="91440" tIns="45720" rIns="91440" bIns="45720" rtlCol="0" anchor="ctr"/>
          <a:lstStyle>
            <a:defPPr>
              <a:defRPr lang="en-US"/>
            </a:defPPr>
            <a:lvl1pPr marL="0" algn="l" defTabSz="914400" rtl="0" eaLnBrk="1" latinLnBrk="0" hangingPunct="1">
              <a:defRPr sz="1400" b="1" kern="1200">
                <a:solidFill>
                  <a:srgbClr val="FFFFFF"/>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rtl="1"/>
            <a:fld id="{E8ADF199-8047-440E-B02B-E80683B392F2}" type="slidenum">
              <a:rPr lang="fa-IR" sz="1800" smtClean="0">
                <a:solidFill>
                  <a:schemeClr val="tx1"/>
                </a:solidFill>
                <a:cs typeface="B Lotus" panose="00000400000000000000" pitchFamily="2" charset="-78"/>
              </a:rPr>
              <a:pPr rtl="1"/>
              <a:t>41</a:t>
            </a:fld>
            <a:endParaRPr lang="fa-IR" sz="1800" dirty="0">
              <a:solidFill>
                <a:schemeClr val="tx1"/>
              </a:solidFill>
              <a:cs typeface="B Lotus" panose="00000400000000000000" pitchFamily="2" charset="-78"/>
            </a:endParaRPr>
          </a:p>
        </p:txBody>
      </p:sp>
      <p:sp>
        <p:nvSpPr>
          <p:cNvPr id="33" name="Rectangle 32"/>
          <p:cNvSpPr/>
          <p:nvPr/>
        </p:nvSpPr>
        <p:spPr>
          <a:xfrm>
            <a:off x="418672" y="6499576"/>
            <a:ext cx="8725328" cy="369332"/>
          </a:xfrm>
          <a:prstGeom prst="rect">
            <a:avLst/>
          </a:prstGeom>
        </p:spPr>
        <p:txBody>
          <a:bodyPr wrap="square">
            <a:spAutoFit/>
          </a:bodyPr>
          <a:lstStyle/>
          <a:p>
            <a:r>
              <a:rPr lang="en-US" sz="900" dirty="0"/>
              <a:t>[4]         </a:t>
            </a:r>
            <a:r>
              <a:rPr lang="en-US" sz="900" dirty="0" err="1"/>
              <a:t>Difrancesco</a:t>
            </a:r>
            <a:r>
              <a:rPr lang="en-US" sz="900" dirty="0"/>
              <a:t>, Paul-Mark &amp; </a:t>
            </a:r>
            <a:r>
              <a:rPr lang="en-US" sz="900" dirty="0" err="1"/>
              <a:t>Bonneau</a:t>
            </a:r>
            <a:r>
              <a:rPr lang="en-US" sz="900" dirty="0"/>
              <a:t>, David &amp; Hutchinson, D.. (2020). The Implications of M3C2 Projection Diameter on 3D Semi-Automated </a:t>
            </a:r>
            <a:r>
              <a:rPr lang="en-US" sz="900" dirty="0" err="1"/>
              <a:t>Rockfall</a:t>
            </a:r>
            <a:r>
              <a:rPr lang="en-US" sz="900" dirty="0"/>
              <a:t> Extraction from Sequential Terrestrial Laser Scanning Point Clouds. Remote Sensing. 12. 1885. 10.3390/rs12111885. </a:t>
            </a:r>
            <a:endParaRPr lang="en-US" sz="900" i="1" dirty="0"/>
          </a:p>
        </p:txBody>
      </p:sp>
    </p:spTree>
    <p:extLst>
      <p:ext uri="{BB962C8B-B14F-4D97-AF65-F5344CB8AC3E}">
        <p14:creationId xmlns:p14="http://schemas.microsoft.com/office/powerpoint/2010/main" val="1537680498"/>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6" name="TextBox 25">
            <a:extLst>
              <a:ext uri="{FF2B5EF4-FFF2-40B4-BE49-F238E27FC236}">
                <a16:creationId xmlns="" xmlns:a16="http://schemas.microsoft.com/office/drawing/2014/main" id="{90C43403-B77E-474E-A638-C5BD6540DB40}"/>
              </a:ext>
            </a:extLst>
          </p:cNvPr>
          <p:cNvSpPr txBox="1"/>
          <p:nvPr/>
        </p:nvSpPr>
        <p:spPr>
          <a:xfrm>
            <a:off x="-635497" y="2998200"/>
            <a:ext cx="65" cy="276999"/>
          </a:xfrm>
          <a:prstGeom prst="rect">
            <a:avLst/>
          </a:prstGeom>
          <a:noFill/>
        </p:spPr>
        <p:txBody>
          <a:bodyPr wrap="none" lIns="0" tIns="0" rIns="0" bIns="0" rtlCol="0">
            <a:spAutoFit/>
          </a:bodyPr>
          <a:lstStyle/>
          <a:p>
            <a:endParaRPr lang="en-US" dirty="0"/>
          </a:p>
        </p:txBody>
      </p:sp>
      <p:pic>
        <p:nvPicPr>
          <p:cNvPr id="5" name="Picture 4"/>
          <p:cNvPicPr>
            <a:picLocks noChangeAspect="1"/>
          </p:cNvPicPr>
          <p:nvPr/>
        </p:nvPicPr>
        <p:blipFill>
          <a:blip r:embed="rId3"/>
          <a:stretch>
            <a:fillRect/>
          </a:stretch>
        </p:blipFill>
        <p:spPr>
          <a:xfrm>
            <a:off x="148662" y="921845"/>
            <a:ext cx="1234508" cy="1234508"/>
          </a:xfrm>
          <a:prstGeom prst="rect">
            <a:avLst/>
          </a:prstGeom>
        </p:spPr>
      </p:pic>
      <p:sp>
        <p:nvSpPr>
          <p:cNvPr id="45" name="AutoShape 2">
            <a:extLst>
              <a:ext uri="{FF2B5EF4-FFF2-40B4-BE49-F238E27FC236}">
                <a16:creationId xmlns="" xmlns:a16="http://schemas.microsoft.com/office/drawing/2014/main" id="{497A908A-E454-4B9F-A07D-96505D4C7818}"/>
              </a:ext>
            </a:extLst>
          </p:cNvPr>
          <p:cNvSpPr>
            <a:spLocks noChangeAspect="1" noChangeArrowheads="1"/>
          </p:cNvSpPr>
          <p:nvPr/>
        </p:nvSpPr>
        <p:spPr bwMode="ltGray">
          <a:xfrm rot="16200000" flipH="1">
            <a:off x="6766228" y="1901826"/>
            <a:ext cx="4824413" cy="4770438"/>
          </a:xfrm>
          <a:custGeom>
            <a:avLst/>
            <a:gdLst>
              <a:gd name="G0" fmla="+- 10478 0 0"/>
              <a:gd name="G1" fmla="+- -11739500 0 0"/>
              <a:gd name="G2" fmla="+- 0 0 -11739500"/>
              <a:gd name="T0" fmla="*/ 0 256 1"/>
              <a:gd name="T1" fmla="*/ 180 256 1"/>
              <a:gd name="G3" fmla="+- -11739500 T0 T1"/>
              <a:gd name="T2" fmla="*/ 0 256 1"/>
              <a:gd name="T3" fmla="*/ 90 256 1"/>
              <a:gd name="G4" fmla="+- -11739500 T2 T3"/>
              <a:gd name="G5" fmla="*/ G4 2 1"/>
              <a:gd name="T4" fmla="*/ 90 256 1"/>
              <a:gd name="T5" fmla="*/ 0 256 1"/>
              <a:gd name="G6" fmla="+- -11739500 T4 T5"/>
              <a:gd name="G7" fmla="*/ G6 2 1"/>
              <a:gd name="G8" fmla="abs -11739500"/>
              <a:gd name="T6" fmla="*/ 0 256 1"/>
              <a:gd name="T7" fmla="*/ 90 256 1"/>
              <a:gd name="G9" fmla="+- G8 T6 T7"/>
              <a:gd name="G10" fmla="?: G9 G7 G5"/>
              <a:gd name="T8" fmla="*/ 0 256 1"/>
              <a:gd name="T9" fmla="*/ 360 256 1"/>
              <a:gd name="G11" fmla="+- G10 T8 T9"/>
              <a:gd name="G12" fmla="?: G10 G11 G10"/>
              <a:gd name="T10" fmla="*/ 0 256 1"/>
              <a:gd name="T11" fmla="*/ 360 256 1"/>
              <a:gd name="G13" fmla="+- G12 T10 T11"/>
              <a:gd name="G14" fmla="?: G12 G13 G12"/>
              <a:gd name="G15" fmla="+- 0 0 G14"/>
              <a:gd name="G16" fmla="+- 10800 0 0"/>
              <a:gd name="G17" fmla="+- 10800 0 10478"/>
              <a:gd name="G18" fmla="*/ 10478 1 2"/>
              <a:gd name="G19" fmla="+- G18 5400 0"/>
              <a:gd name="G20" fmla="cos G19 -11739500"/>
              <a:gd name="G21" fmla="sin G19 -11739500"/>
              <a:gd name="G22" fmla="+- G20 10800 0"/>
              <a:gd name="G23" fmla="+- G21 10800 0"/>
              <a:gd name="G24" fmla="+- 10800 0 G20"/>
              <a:gd name="G25" fmla="+- 10478 10800 0"/>
              <a:gd name="G26" fmla="?: G9 G17 G25"/>
              <a:gd name="G27" fmla="?: G9 0 21600"/>
              <a:gd name="G28" fmla="cos 10800 -11739500"/>
              <a:gd name="G29" fmla="sin 10800 -11739500"/>
              <a:gd name="G30" fmla="sin 10478 -11739500"/>
              <a:gd name="G31" fmla="+- G28 10800 0"/>
              <a:gd name="G32" fmla="+- G29 10800 0"/>
              <a:gd name="G33" fmla="+- G30 10800 0"/>
              <a:gd name="G34" fmla="?: G4 0 G31"/>
              <a:gd name="G35" fmla="?: -11739500 G34 0"/>
              <a:gd name="G36" fmla="?: G6 G35 G31"/>
              <a:gd name="G37" fmla="+- 21600 0 G36"/>
              <a:gd name="G38" fmla="?: G4 0 G33"/>
              <a:gd name="G39" fmla="?: -11739500 G38 G32"/>
              <a:gd name="G40" fmla="?: G6 G39 0"/>
              <a:gd name="G41" fmla="?: G4 G32 21600"/>
              <a:gd name="G42" fmla="?: G6 G41 G33"/>
              <a:gd name="T12" fmla="*/ 10800 w 21600"/>
              <a:gd name="T13" fmla="*/ 0 h 21600"/>
              <a:gd name="T14" fmla="*/ 162 w 21600"/>
              <a:gd name="T15" fmla="*/ 10638 h 21600"/>
              <a:gd name="T16" fmla="*/ 10800 w 21600"/>
              <a:gd name="T17" fmla="*/ 322 h 21600"/>
              <a:gd name="T18" fmla="*/ 21438 w 21600"/>
              <a:gd name="T19" fmla="*/ 10638 h 21600"/>
              <a:gd name="T20" fmla="*/ G36 w 21600"/>
              <a:gd name="T21" fmla="*/ G40 h 21600"/>
              <a:gd name="T22" fmla="*/ G37 w 21600"/>
              <a:gd name="T23" fmla="*/ G42 h 21600"/>
            </a:gdLst>
            <a:ahLst/>
            <a:cxnLst>
              <a:cxn ang="0">
                <a:pos x="T12" y="T13"/>
              </a:cxn>
              <a:cxn ang="0">
                <a:pos x="T14" y="T15"/>
              </a:cxn>
              <a:cxn ang="0">
                <a:pos x="T16" y="T17"/>
              </a:cxn>
              <a:cxn ang="0">
                <a:pos x="T18" y="T19"/>
              </a:cxn>
            </a:cxnLst>
            <a:rect l="T20" t="T21" r="T22" b="T23"/>
            <a:pathLst>
              <a:path w="21600" h="21600">
                <a:moveTo>
                  <a:pt x="323" y="10641"/>
                </a:moveTo>
                <a:cubicBezTo>
                  <a:pt x="410" y="4916"/>
                  <a:pt x="5075" y="321"/>
                  <a:pt x="10800" y="322"/>
                </a:cubicBezTo>
                <a:cubicBezTo>
                  <a:pt x="16524" y="322"/>
                  <a:pt x="21189" y="4916"/>
                  <a:pt x="21276" y="10641"/>
                </a:cubicBezTo>
                <a:lnTo>
                  <a:pt x="21598" y="10636"/>
                </a:lnTo>
                <a:cubicBezTo>
                  <a:pt x="21509" y="4736"/>
                  <a:pt x="16700" y="-1"/>
                  <a:pt x="10799" y="0"/>
                </a:cubicBezTo>
                <a:cubicBezTo>
                  <a:pt x="4899" y="0"/>
                  <a:pt x="90" y="4736"/>
                  <a:pt x="1" y="10636"/>
                </a:cubicBezTo>
                <a:close/>
              </a:path>
            </a:pathLst>
          </a:custGeom>
          <a:gradFill rotWithShape="0">
            <a:gsLst>
              <a:gs pos="0">
                <a:srgbClr val="B0BAD8">
                  <a:gamma/>
                  <a:tint val="45490"/>
                  <a:invGamma/>
                </a:srgbClr>
              </a:gs>
              <a:gs pos="100000">
                <a:srgbClr val="B0BAD8"/>
              </a:gs>
            </a:gsLst>
            <a:lin ang="0" scaled="1"/>
          </a:gradFill>
          <a:ln w="9525" algn="ctr">
            <a:noFill/>
            <a:miter lim="800000"/>
            <a:headEnd/>
            <a:tailEnd/>
          </a:ln>
          <a:effectLst/>
        </p:spPr>
        <p:txBody>
          <a:bodyPr wrap="none" anchor="ct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endParaRPr>
          </a:p>
        </p:txBody>
      </p:sp>
      <p:sp>
        <p:nvSpPr>
          <p:cNvPr id="46" name="AutoShape 3">
            <a:extLst>
              <a:ext uri="{FF2B5EF4-FFF2-40B4-BE49-F238E27FC236}">
                <a16:creationId xmlns="" xmlns:a16="http://schemas.microsoft.com/office/drawing/2014/main" id="{481E592A-A902-40E8-8D57-EEB2C886C06E}"/>
              </a:ext>
            </a:extLst>
          </p:cNvPr>
          <p:cNvSpPr>
            <a:spLocks noChangeAspect="1" noChangeArrowheads="1"/>
          </p:cNvSpPr>
          <p:nvPr/>
        </p:nvSpPr>
        <p:spPr bwMode="ltGray">
          <a:xfrm rot="16200000">
            <a:off x="7127876" y="2337594"/>
            <a:ext cx="4032250" cy="3929063"/>
          </a:xfrm>
          <a:custGeom>
            <a:avLst/>
            <a:gdLst>
              <a:gd name="G0" fmla="+- 56 0 0"/>
              <a:gd name="G1" fmla="+- 11796480 0 0"/>
              <a:gd name="G2" fmla="+- 0 0 11796480"/>
              <a:gd name="T0" fmla="*/ 0 256 1"/>
              <a:gd name="T1" fmla="*/ 180 256 1"/>
              <a:gd name="G3" fmla="+- 11796480 T0 T1"/>
              <a:gd name="T2" fmla="*/ 0 256 1"/>
              <a:gd name="T3" fmla="*/ 90 256 1"/>
              <a:gd name="G4" fmla="+- 11796480 T2 T3"/>
              <a:gd name="G5" fmla="*/ G4 2 1"/>
              <a:gd name="T4" fmla="*/ 90 256 1"/>
              <a:gd name="T5" fmla="*/ 0 256 1"/>
              <a:gd name="G6" fmla="+- 11796480 T4 T5"/>
              <a:gd name="G7" fmla="*/ G6 2 1"/>
              <a:gd name="G8" fmla="abs 11796480"/>
              <a:gd name="T6" fmla="*/ 0 256 1"/>
              <a:gd name="T7" fmla="*/ 90 256 1"/>
              <a:gd name="G9" fmla="+- G8 T6 T7"/>
              <a:gd name="G10" fmla="?: G9 G7 G5"/>
              <a:gd name="T8" fmla="*/ 0 256 1"/>
              <a:gd name="T9" fmla="*/ 360 256 1"/>
              <a:gd name="G11" fmla="+- G10 T8 T9"/>
              <a:gd name="G12" fmla="?: G10 G11 G10"/>
              <a:gd name="T10" fmla="*/ 0 256 1"/>
              <a:gd name="T11" fmla="*/ 360 256 1"/>
              <a:gd name="G13" fmla="+- G12 T10 T11"/>
              <a:gd name="G14" fmla="?: G12 G13 G12"/>
              <a:gd name="G15" fmla="+- 0 0 G14"/>
              <a:gd name="G16" fmla="+- 10800 0 0"/>
              <a:gd name="G17" fmla="+- 10800 0 56"/>
              <a:gd name="G18" fmla="*/ 56 1 2"/>
              <a:gd name="G19" fmla="+- G18 5400 0"/>
              <a:gd name="G20" fmla="cos G19 11796480"/>
              <a:gd name="G21" fmla="sin G19 11796480"/>
              <a:gd name="G22" fmla="+- G20 10800 0"/>
              <a:gd name="G23" fmla="+- G21 10800 0"/>
              <a:gd name="G24" fmla="+- 10800 0 G20"/>
              <a:gd name="G25" fmla="+- 56 10800 0"/>
              <a:gd name="G26" fmla="?: G9 G17 G25"/>
              <a:gd name="G27" fmla="?: G9 0 21600"/>
              <a:gd name="G28" fmla="cos 10800 11796480"/>
              <a:gd name="G29" fmla="sin 10800 11796480"/>
              <a:gd name="G30" fmla="sin 56 11796480"/>
              <a:gd name="G31" fmla="+- G28 10800 0"/>
              <a:gd name="G32" fmla="+- G29 10800 0"/>
              <a:gd name="G33" fmla="+- G30 10800 0"/>
              <a:gd name="G34" fmla="?: G4 0 G31"/>
              <a:gd name="G35" fmla="?: 11796480 G34 0"/>
              <a:gd name="G36" fmla="?: G6 G35 G31"/>
              <a:gd name="G37" fmla="+- 21600 0 G36"/>
              <a:gd name="G38" fmla="?: G4 0 G33"/>
              <a:gd name="G39" fmla="?: 11796480 G38 G32"/>
              <a:gd name="G40" fmla="?: G6 G39 0"/>
              <a:gd name="G41" fmla="?: G4 G32 21600"/>
              <a:gd name="G42" fmla="?: G6 G41 G33"/>
              <a:gd name="T12" fmla="*/ 10800 w 21600"/>
              <a:gd name="T13" fmla="*/ 0 h 21600"/>
              <a:gd name="T14" fmla="*/ 5372 w 21600"/>
              <a:gd name="T15" fmla="*/ 10800 h 21600"/>
              <a:gd name="T16" fmla="*/ 10800 w 21600"/>
              <a:gd name="T17" fmla="*/ 10744 h 21600"/>
              <a:gd name="T18" fmla="*/ 16228 w 21600"/>
              <a:gd name="T19" fmla="*/ 10800 h 21600"/>
              <a:gd name="T20" fmla="*/ G36 w 21600"/>
              <a:gd name="T21" fmla="*/ G40 h 21600"/>
              <a:gd name="T22" fmla="*/ G37 w 21600"/>
              <a:gd name="T23" fmla="*/ G42 h 21600"/>
            </a:gdLst>
            <a:ahLst/>
            <a:cxnLst>
              <a:cxn ang="0">
                <a:pos x="T12" y="T13"/>
              </a:cxn>
              <a:cxn ang="0">
                <a:pos x="T14" y="T15"/>
              </a:cxn>
              <a:cxn ang="0">
                <a:pos x="T16" y="T17"/>
              </a:cxn>
              <a:cxn ang="0">
                <a:pos x="T18" y="T19"/>
              </a:cxn>
            </a:cxnLst>
            <a:rect l="T20" t="T21" r="T22" b="T23"/>
            <a:pathLst>
              <a:path w="21600" h="21600">
                <a:moveTo>
                  <a:pt x="10744" y="10800"/>
                </a:moveTo>
                <a:cubicBezTo>
                  <a:pt x="10744" y="10769"/>
                  <a:pt x="10769" y="10744"/>
                  <a:pt x="10800" y="10744"/>
                </a:cubicBezTo>
                <a:cubicBezTo>
                  <a:pt x="10830" y="10743"/>
                  <a:pt x="10855" y="10769"/>
                  <a:pt x="10856" y="10799"/>
                </a:cubicBezTo>
                <a:lnTo>
                  <a:pt x="21600" y="10800"/>
                </a:lnTo>
                <a:cubicBezTo>
                  <a:pt x="21600" y="4835"/>
                  <a:pt x="16764" y="0"/>
                  <a:pt x="10800" y="0"/>
                </a:cubicBezTo>
                <a:cubicBezTo>
                  <a:pt x="4835" y="0"/>
                  <a:pt x="0" y="4835"/>
                  <a:pt x="0" y="10800"/>
                </a:cubicBezTo>
                <a:close/>
              </a:path>
            </a:pathLst>
          </a:custGeom>
          <a:gradFill rotWithShape="0">
            <a:gsLst>
              <a:gs pos="0">
                <a:srgbClr val="B8CCFE">
                  <a:gamma/>
                  <a:tint val="39216"/>
                  <a:invGamma/>
                </a:srgbClr>
              </a:gs>
              <a:gs pos="100000">
                <a:srgbClr val="B8CCFE"/>
              </a:gs>
            </a:gsLst>
            <a:lin ang="0" scaled="1"/>
          </a:gradFill>
          <a:ln w="0" algn="ctr">
            <a:noFill/>
            <a:miter lim="800000"/>
            <a:headEnd/>
            <a:tailEnd/>
          </a:ln>
          <a:effectLst/>
        </p:spPr>
        <p:txBody>
          <a:bodyPr wrap="none" anchor="ct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endParaRPr>
          </a:p>
        </p:txBody>
      </p:sp>
      <p:sp>
        <p:nvSpPr>
          <p:cNvPr id="48" name="AutoShape 8">
            <a:extLst>
              <a:ext uri="{FF2B5EF4-FFF2-40B4-BE49-F238E27FC236}">
                <a16:creationId xmlns="" xmlns:a16="http://schemas.microsoft.com/office/drawing/2014/main" id="{FF901E6E-4D39-4565-9B46-60C2C5B1D5F6}"/>
              </a:ext>
            </a:extLst>
          </p:cNvPr>
          <p:cNvSpPr>
            <a:spLocks noChangeAspect="1" noChangeArrowheads="1"/>
          </p:cNvSpPr>
          <p:nvPr/>
        </p:nvSpPr>
        <p:spPr bwMode="gray">
          <a:xfrm>
            <a:off x="835796" y="2534512"/>
            <a:ext cx="6309820" cy="508000"/>
          </a:xfrm>
          <a:prstGeom prst="roundRect">
            <a:avLst>
              <a:gd name="adj" fmla="val 50000"/>
            </a:avLst>
          </a:prstGeom>
          <a:gradFill flip="none" rotWithShape="1">
            <a:gsLst>
              <a:gs pos="0">
                <a:srgbClr val="B7E7FF">
                  <a:gamma/>
                  <a:tint val="0"/>
                  <a:invGamma/>
                </a:srgbClr>
              </a:gs>
              <a:gs pos="100000">
                <a:srgbClr val="B7E7FF"/>
              </a:gs>
            </a:gsLst>
            <a:lin ang="10800000" scaled="1"/>
            <a:tileRect/>
          </a:gradFill>
          <a:ln w="28575" algn="ctr">
            <a:solidFill>
              <a:srgbClr val="C4E59F"/>
            </a:solidFill>
            <a:round/>
            <a:headEnd/>
            <a:tailEnd/>
          </a:ln>
          <a:effectLst/>
        </p:spPr>
        <p:txBody>
          <a:bodyPr wrap="none" anchor="ctr"/>
          <a:lstStyle/>
          <a:p>
            <a:pPr algn="r" rtl="1" fontAlgn="base">
              <a:spcBef>
                <a:spcPct val="0"/>
              </a:spcBef>
              <a:spcAft>
                <a:spcPct val="0"/>
              </a:spcAft>
            </a:pPr>
            <a:r>
              <a:rPr lang="fa-IR" dirty="0">
                <a:cs typeface="B Lotus" panose="00000400000000000000" pitchFamily="2" charset="-78"/>
              </a:rPr>
              <a:t>الگوریتم بهبودیافته و تسریع‌کننده فرآیند همسان‌سازی متناسب خودروهای تجاری کِشنده</a:t>
            </a:r>
            <a:endParaRPr lang="en-US" b="1" dirty="0">
              <a:solidFill>
                <a:srgbClr val="000000"/>
              </a:solidFill>
              <a:latin typeface="Times New Roman" panose="02020603050405020304" pitchFamily="18" charset="0"/>
              <a:cs typeface="B Lotus" panose="00000400000000000000" pitchFamily="2" charset="-78"/>
            </a:endParaRPr>
          </a:p>
        </p:txBody>
      </p:sp>
      <p:grpSp>
        <p:nvGrpSpPr>
          <p:cNvPr id="49" name="Group 23">
            <a:extLst>
              <a:ext uri="{FF2B5EF4-FFF2-40B4-BE49-F238E27FC236}">
                <a16:creationId xmlns="" xmlns:a16="http://schemas.microsoft.com/office/drawing/2014/main" id="{978D1582-1549-4D37-9C95-34020E281F7D}"/>
              </a:ext>
            </a:extLst>
          </p:cNvPr>
          <p:cNvGrpSpPr>
            <a:grpSpLocks noChangeAspect="1"/>
          </p:cNvGrpSpPr>
          <p:nvPr/>
        </p:nvGrpSpPr>
        <p:grpSpPr bwMode="auto">
          <a:xfrm>
            <a:off x="7102750" y="2610712"/>
            <a:ext cx="381000" cy="381000"/>
            <a:chOff x="2078" y="1680"/>
            <a:chExt cx="1615" cy="1615"/>
          </a:xfrm>
        </p:grpSpPr>
        <p:sp>
          <p:nvSpPr>
            <p:cNvPr id="50" name="Oval 24">
              <a:extLst>
                <a:ext uri="{FF2B5EF4-FFF2-40B4-BE49-F238E27FC236}">
                  <a16:creationId xmlns="" xmlns:a16="http://schemas.microsoft.com/office/drawing/2014/main" id="{394744AB-69AD-4039-A10B-0D8E0439243B}"/>
                </a:ext>
              </a:extLst>
            </p:cNvPr>
            <p:cNvSpPr>
              <a:spLocks noChangeArrowheads="1"/>
            </p:cNvSpPr>
            <p:nvPr/>
          </p:nvSpPr>
          <p:spPr bwMode="gray">
            <a:xfrm>
              <a:off x="2078" y="1680"/>
              <a:ext cx="1615" cy="1615"/>
            </a:xfrm>
            <a:prstGeom prst="ellipse">
              <a:avLst/>
            </a:prstGeom>
            <a:gradFill rotWithShape="1">
              <a:gsLst>
                <a:gs pos="0">
                  <a:srgbClr val="FFFFFF">
                    <a:gamma/>
                    <a:shade val="46275"/>
                    <a:invGamma/>
                  </a:srgbClr>
                </a:gs>
                <a:gs pos="50000">
                  <a:srgbClr val="FFFFFF"/>
                </a:gs>
                <a:gs pos="100000">
                  <a:srgbClr val="FFFFFF">
                    <a:gamma/>
                    <a:shade val="46275"/>
                    <a:invGamma/>
                  </a:srgbClr>
                </a:gs>
              </a:gsLst>
              <a:lin ang="5400000" scaled="1"/>
            </a:gradFill>
            <a:ln w="57150" algn="ctr">
              <a:noFill/>
              <a:round/>
              <a:headEnd/>
              <a:tailEnd/>
            </a:ln>
            <a:effectLst/>
          </p:spPr>
          <p:txBody>
            <a:bodyPr wrap="none" anchor="ct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latin typeface="Arial" pitchFamily="34" charset="0"/>
              </a:endParaRPr>
            </a:p>
          </p:txBody>
        </p:sp>
        <p:sp>
          <p:nvSpPr>
            <p:cNvPr id="51" name="Oval 25">
              <a:extLst>
                <a:ext uri="{FF2B5EF4-FFF2-40B4-BE49-F238E27FC236}">
                  <a16:creationId xmlns="" xmlns:a16="http://schemas.microsoft.com/office/drawing/2014/main" id="{154704C5-3C92-4C99-8D43-D388A6C5B289}"/>
                </a:ext>
              </a:extLst>
            </p:cNvPr>
            <p:cNvSpPr>
              <a:spLocks noChangeArrowheads="1"/>
            </p:cNvSpPr>
            <p:nvPr/>
          </p:nvSpPr>
          <p:spPr bwMode="gray">
            <a:xfrm>
              <a:off x="2170" y="1771"/>
              <a:ext cx="1430" cy="1430"/>
            </a:xfrm>
            <a:prstGeom prst="ellipse">
              <a:avLst/>
            </a:prstGeom>
            <a:gradFill rotWithShape="1">
              <a:gsLst>
                <a:gs pos="0">
                  <a:srgbClr val="FFFFFF">
                    <a:gamma/>
                    <a:shade val="63529"/>
                    <a:invGamma/>
                  </a:srgbClr>
                </a:gs>
                <a:gs pos="50000">
                  <a:srgbClr val="FFFFFF"/>
                </a:gs>
                <a:gs pos="100000">
                  <a:srgbClr val="FFFFFF">
                    <a:gamma/>
                    <a:shade val="63529"/>
                    <a:invGamma/>
                  </a:srgbClr>
                </a:gs>
              </a:gsLst>
              <a:lin ang="0" scaled="1"/>
            </a:gradFill>
            <a:ln w="9525" algn="ctr">
              <a:noFill/>
              <a:round/>
              <a:headEnd/>
              <a:tailEnd/>
            </a:ln>
            <a:effectLst/>
          </p:spPr>
          <p:txBody>
            <a:bodyPr wrap="none" anchor="ct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latin typeface="Arial" pitchFamily="34" charset="0"/>
              </a:endParaRPr>
            </a:p>
          </p:txBody>
        </p:sp>
        <p:sp>
          <p:nvSpPr>
            <p:cNvPr id="52" name="Oval 26">
              <a:extLst>
                <a:ext uri="{FF2B5EF4-FFF2-40B4-BE49-F238E27FC236}">
                  <a16:creationId xmlns="" xmlns:a16="http://schemas.microsoft.com/office/drawing/2014/main" id="{04F66D2C-385D-4CBC-8E8F-3E3A912DFC98}"/>
                </a:ext>
              </a:extLst>
            </p:cNvPr>
            <p:cNvSpPr>
              <a:spLocks noChangeArrowheads="1"/>
            </p:cNvSpPr>
            <p:nvPr/>
          </p:nvSpPr>
          <p:spPr bwMode="gray">
            <a:xfrm>
              <a:off x="2254" y="1856"/>
              <a:ext cx="1262" cy="1264"/>
            </a:xfrm>
            <a:prstGeom prst="ellipse">
              <a:avLst/>
            </a:prstGeom>
            <a:gradFill rotWithShape="1">
              <a:gsLst>
                <a:gs pos="0">
                  <a:srgbClr val="8AD4CD">
                    <a:gamma/>
                    <a:tint val="0"/>
                    <a:invGamma/>
                  </a:srgbClr>
                </a:gs>
                <a:gs pos="50000">
                  <a:srgbClr val="8AD4CD"/>
                </a:gs>
                <a:gs pos="100000">
                  <a:srgbClr val="8AD4CD">
                    <a:gamma/>
                    <a:tint val="0"/>
                    <a:invGamma/>
                  </a:srgbClr>
                </a:gs>
              </a:gsLst>
              <a:lin ang="2700000" scaled="1"/>
            </a:gradFill>
            <a:ln w="38100" algn="ctr">
              <a:noFill/>
              <a:round/>
              <a:headEnd/>
              <a:tailEnd/>
            </a:ln>
            <a:effectLst/>
          </p:spPr>
          <p:txBody>
            <a:bodyPr wrap="none" anchor="ctr">
              <a:spAutoFit/>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latin typeface="Arial" pitchFamily="34" charset="0"/>
              </a:endParaRPr>
            </a:p>
          </p:txBody>
        </p:sp>
        <p:sp>
          <p:nvSpPr>
            <p:cNvPr id="53" name="Oval 27">
              <a:extLst>
                <a:ext uri="{FF2B5EF4-FFF2-40B4-BE49-F238E27FC236}">
                  <a16:creationId xmlns="" xmlns:a16="http://schemas.microsoft.com/office/drawing/2014/main" id="{EA27390D-90C7-4FEF-9F37-D35FD2EA7723}"/>
                </a:ext>
              </a:extLst>
            </p:cNvPr>
            <p:cNvSpPr>
              <a:spLocks noChangeArrowheads="1"/>
            </p:cNvSpPr>
            <p:nvPr/>
          </p:nvSpPr>
          <p:spPr bwMode="gray">
            <a:xfrm>
              <a:off x="2254" y="1856"/>
              <a:ext cx="1262" cy="1264"/>
            </a:xfrm>
            <a:prstGeom prst="ellipse">
              <a:avLst/>
            </a:prstGeom>
            <a:gradFill rotWithShape="1">
              <a:gsLst>
                <a:gs pos="0">
                  <a:srgbClr val="21B3E1"/>
                </a:gs>
                <a:gs pos="100000">
                  <a:srgbClr val="21B3E1">
                    <a:gamma/>
                    <a:shade val="46275"/>
                    <a:invGamma/>
                  </a:srgbClr>
                </a:gs>
              </a:gsLst>
              <a:lin ang="5400000" scaled="1"/>
            </a:gradFill>
            <a:ln w="38100" algn="ctr">
              <a:noFill/>
              <a:round/>
              <a:headEnd/>
              <a:tailEnd/>
            </a:ln>
            <a:effectLst/>
          </p:spPr>
          <p:txBody>
            <a:bodyPr wrap="none" anchor="ctr">
              <a:spAutoFit/>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latin typeface="Arial" pitchFamily="34" charset="0"/>
              </a:endParaRPr>
            </a:p>
          </p:txBody>
        </p:sp>
        <p:sp>
          <p:nvSpPr>
            <p:cNvPr id="54" name="Oval 28">
              <a:extLst>
                <a:ext uri="{FF2B5EF4-FFF2-40B4-BE49-F238E27FC236}">
                  <a16:creationId xmlns="" xmlns:a16="http://schemas.microsoft.com/office/drawing/2014/main" id="{5C9AFE92-58F0-4BF1-8021-7EEAC92E3206}"/>
                </a:ext>
              </a:extLst>
            </p:cNvPr>
            <p:cNvSpPr>
              <a:spLocks noChangeArrowheads="1"/>
            </p:cNvSpPr>
            <p:nvPr/>
          </p:nvSpPr>
          <p:spPr bwMode="gray">
            <a:xfrm>
              <a:off x="2337" y="1939"/>
              <a:ext cx="1096" cy="1098"/>
            </a:xfrm>
            <a:prstGeom prst="ellipse">
              <a:avLst/>
            </a:prstGeom>
            <a:gradFill rotWithShape="1">
              <a:gsLst>
                <a:gs pos="0">
                  <a:srgbClr val="8AD4CD">
                    <a:gamma/>
                    <a:shade val="54118"/>
                    <a:invGamma/>
                  </a:srgbClr>
                </a:gs>
                <a:gs pos="50000">
                  <a:srgbClr val="8AD4CD"/>
                </a:gs>
                <a:gs pos="100000">
                  <a:srgbClr val="8AD4CD">
                    <a:gamma/>
                    <a:shade val="54118"/>
                    <a:invGamma/>
                  </a:srgbClr>
                </a:gs>
              </a:gsLst>
              <a:lin ang="18900000" scaled="1"/>
            </a:gradFill>
            <a:ln w="38100" algn="ctr">
              <a:noFill/>
              <a:round/>
              <a:headEnd/>
              <a:tailEnd/>
            </a:ln>
            <a:effectLst/>
          </p:spPr>
          <p:txBody>
            <a:bodyPr anchor="ctr">
              <a:spAutoFit/>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latin typeface="Arial" pitchFamily="34" charset="0"/>
              </a:endParaRPr>
            </a:p>
          </p:txBody>
        </p:sp>
        <p:sp>
          <p:nvSpPr>
            <p:cNvPr id="55" name="Oval 29">
              <a:extLst>
                <a:ext uri="{FF2B5EF4-FFF2-40B4-BE49-F238E27FC236}">
                  <a16:creationId xmlns="" xmlns:a16="http://schemas.microsoft.com/office/drawing/2014/main" id="{1B81B5B2-AD7F-472D-BBE8-64F0040E5D5F}"/>
                </a:ext>
              </a:extLst>
            </p:cNvPr>
            <p:cNvSpPr>
              <a:spLocks noChangeArrowheads="1"/>
            </p:cNvSpPr>
            <p:nvPr/>
          </p:nvSpPr>
          <p:spPr bwMode="gray">
            <a:xfrm>
              <a:off x="2337" y="1939"/>
              <a:ext cx="1096" cy="1098"/>
            </a:xfrm>
            <a:prstGeom prst="ellipse">
              <a:avLst/>
            </a:prstGeom>
            <a:gradFill rotWithShape="1">
              <a:gsLst>
                <a:gs pos="0">
                  <a:srgbClr val="21B3E1"/>
                </a:gs>
                <a:gs pos="100000">
                  <a:srgbClr val="21B3E1">
                    <a:gamma/>
                    <a:shade val="48627"/>
                    <a:invGamma/>
                  </a:srgbClr>
                </a:gs>
              </a:gsLst>
              <a:lin ang="2700000" scaled="1"/>
            </a:gradFill>
            <a:ln w="38100" algn="ctr">
              <a:noFill/>
              <a:round/>
              <a:headEnd/>
              <a:tailEnd/>
            </a:ln>
            <a:effectLst/>
          </p:spPr>
          <p:txBody>
            <a:bodyPr anchor="ctr">
              <a:spAutoFit/>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latin typeface="Arial" pitchFamily="34" charset="0"/>
              </a:endParaRPr>
            </a:p>
          </p:txBody>
        </p:sp>
      </p:grpSp>
      <p:sp>
        <p:nvSpPr>
          <p:cNvPr id="56" name="TextBox 55">
            <a:extLst>
              <a:ext uri="{FF2B5EF4-FFF2-40B4-BE49-F238E27FC236}">
                <a16:creationId xmlns="" xmlns:a16="http://schemas.microsoft.com/office/drawing/2014/main" id="{90C43403-B77E-474E-A638-C5BD6540DB40}"/>
              </a:ext>
            </a:extLst>
          </p:cNvPr>
          <p:cNvSpPr txBox="1"/>
          <p:nvPr/>
        </p:nvSpPr>
        <p:spPr>
          <a:xfrm>
            <a:off x="2992949" y="3228549"/>
            <a:ext cx="65" cy="276999"/>
          </a:xfrm>
          <a:prstGeom prst="rect">
            <a:avLst/>
          </a:prstGeom>
          <a:noFill/>
        </p:spPr>
        <p:txBody>
          <a:bodyPr wrap="none" lIns="0" tIns="0" rIns="0" bIns="0" rtlCol="0">
            <a:spAutoFit/>
          </a:bodyPr>
          <a:lstStyle/>
          <a:p>
            <a:endParaRPr lang="en-US" dirty="0"/>
          </a:p>
        </p:txBody>
      </p:sp>
      <p:sp>
        <p:nvSpPr>
          <p:cNvPr id="57" name="AutoShape 8">
            <a:extLst>
              <a:ext uri="{FF2B5EF4-FFF2-40B4-BE49-F238E27FC236}">
                <a16:creationId xmlns="" xmlns:a16="http://schemas.microsoft.com/office/drawing/2014/main" id="{B5862EDC-452E-4DF3-BF8D-680DE0577504}"/>
              </a:ext>
            </a:extLst>
          </p:cNvPr>
          <p:cNvSpPr>
            <a:spLocks noChangeAspect="1" noChangeArrowheads="1"/>
          </p:cNvSpPr>
          <p:nvPr/>
        </p:nvSpPr>
        <p:spPr bwMode="gray">
          <a:xfrm>
            <a:off x="148662" y="3953150"/>
            <a:ext cx="6575687" cy="595352"/>
          </a:xfrm>
          <a:prstGeom prst="roundRect">
            <a:avLst>
              <a:gd name="adj" fmla="val 50000"/>
            </a:avLst>
          </a:prstGeom>
          <a:gradFill flip="none" rotWithShape="1">
            <a:gsLst>
              <a:gs pos="0">
                <a:srgbClr val="B7E7FF">
                  <a:gamma/>
                  <a:tint val="0"/>
                  <a:invGamma/>
                </a:srgbClr>
              </a:gs>
              <a:gs pos="100000">
                <a:srgbClr val="B7E7FF"/>
              </a:gs>
            </a:gsLst>
            <a:lin ang="10800000" scaled="1"/>
            <a:tileRect/>
          </a:gradFill>
          <a:ln w="28575" algn="ctr">
            <a:solidFill>
              <a:srgbClr val="C4E59F"/>
            </a:solidFill>
            <a:round/>
            <a:headEnd/>
            <a:tailEnd/>
          </a:ln>
          <a:effectLst/>
        </p:spPr>
        <p:txBody>
          <a:bodyPr wrap="none" anchor="ctr"/>
          <a:lstStyle/>
          <a:p>
            <a:pPr algn="r" rtl="1" fontAlgn="base">
              <a:spcBef>
                <a:spcPct val="0"/>
              </a:spcBef>
              <a:spcAft>
                <a:spcPct val="0"/>
              </a:spcAft>
            </a:pPr>
            <a:r>
              <a:rPr lang="fa-IR" dirty="0">
                <a:cs typeface="B Lotus" panose="00000400000000000000" pitchFamily="2" charset="-78"/>
              </a:rPr>
              <a:t>روشی نو برای همسان‌سازی باتری پک با اتصال سری بر مبنای تجزیه و تحلیل </a:t>
            </a:r>
            <a:r>
              <a:rPr lang="fa-IR" dirty="0" err="1">
                <a:cs typeface="B Lotus" panose="00000400000000000000" pitchFamily="2" charset="-78"/>
              </a:rPr>
              <a:t>خوشه‌بندی</a:t>
            </a:r>
            <a:endParaRPr lang="fa-IR" dirty="0">
              <a:cs typeface="B Lotus" panose="00000400000000000000" pitchFamily="2" charset="-78"/>
            </a:endParaRPr>
          </a:p>
          <a:p>
            <a:pPr algn="r" rtl="1" fontAlgn="base">
              <a:spcBef>
                <a:spcPct val="0"/>
              </a:spcBef>
              <a:spcAft>
                <a:spcPct val="0"/>
              </a:spcAft>
            </a:pPr>
            <a:r>
              <a:rPr lang="fa-IR" dirty="0">
                <a:cs typeface="B Lotus" panose="00000400000000000000" pitchFamily="2" charset="-78"/>
              </a:rPr>
              <a:t> همراه با الگوریتم ژنتیک</a:t>
            </a:r>
            <a:endParaRPr lang="en-US" dirty="0">
              <a:cs typeface="B Lotus" panose="00000400000000000000" pitchFamily="2" charset="-78"/>
            </a:endParaRPr>
          </a:p>
        </p:txBody>
      </p:sp>
      <p:sp>
        <p:nvSpPr>
          <p:cNvPr id="58" name="AutoShape 8">
            <a:extLst>
              <a:ext uri="{FF2B5EF4-FFF2-40B4-BE49-F238E27FC236}">
                <a16:creationId xmlns="" xmlns:a16="http://schemas.microsoft.com/office/drawing/2014/main" id="{3B3A499C-E5A4-4F32-9CCC-AD714CA7AEF7}"/>
              </a:ext>
            </a:extLst>
          </p:cNvPr>
          <p:cNvSpPr>
            <a:spLocks noChangeAspect="1" noChangeArrowheads="1"/>
          </p:cNvSpPr>
          <p:nvPr/>
        </p:nvSpPr>
        <p:spPr bwMode="gray">
          <a:xfrm>
            <a:off x="777499" y="5459140"/>
            <a:ext cx="6383614" cy="654499"/>
          </a:xfrm>
          <a:prstGeom prst="roundRect">
            <a:avLst>
              <a:gd name="adj" fmla="val 50000"/>
            </a:avLst>
          </a:prstGeom>
          <a:gradFill flip="none" rotWithShape="1">
            <a:gsLst>
              <a:gs pos="0">
                <a:srgbClr val="B7E7FF">
                  <a:gamma/>
                  <a:tint val="0"/>
                  <a:invGamma/>
                </a:srgbClr>
              </a:gs>
              <a:gs pos="100000">
                <a:srgbClr val="B7E7FF"/>
              </a:gs>
            </a:gsLst>
            <a:lin ang="10800000" scaled="1"/>
            <a:tileRect/>
          </a:gradFill>
          <a:ln w="28575" algn="ctr">
            <a:solidFill>
              <a:srgbClr val="C4E59F"/>
            </a:solidFill>
            <a:round/>
            <a:headEnd/>
            <a:tailEnd/>
          </a:ln>
          <a:effectLst/>
        </p:spPr>
        <p:txBody>
          <a:bodyPr wrap="none" anchor="ctr"/>
          <a:lstStyle/>
          <a:p>
            <a:pPr algn="r" rtl="1" fontAlgn="base">
              <a:spcBef>
                <a:spcPct val="0"/>
              </a:spcBef>
              <a:spcAft>
                <a:spcPct val="0"/>
              </a:spcAft>
            </a:pPr>
            <a:r>
              <a:rPr lang="fa-IR" dirty="0">
                <a:cs typeface="B Lotus" panose="00000400000000000000" pitchFamily="2" charset="-78"/>
              </a:rPr>
              <a:t>روشی بهینه و سریع برای همسان‌سازی فعال پک باتری مستهلک با استفاده از مبدل ولتاژ</a:t>
            </a:r>
            <a:r>
              <a:rPr lang="en-US" dirty="0">
                <a:cs typeface="B Lotus" panose="00000400000000000000" pitchFamily="2" charset="-78"/>
              </a:rPr>
              <a:t/>
            </a:r>
            <a:br>
              <a:rPr lang="en-US" dirty="0">
                <a:cs typeface="B Lotus" panose="00000400000000000000" pitchFamily="2" charset="-78"/>
              </a:rPr>
            </a:br>
            <a:r>
              <a:rPr lang="fa-IR" dirty="0">
                <a:cs typeface="B Lotus" panose="00000400000000000000" pitchFamily="2" charset="-78"/>
              </a:rPr>
              <a:t> دوطرفه با دامنه ولتاژ کاری وسیع و الگوریتم خوشه‌بندی </a:t>
            </a:r>
            <a:r>
              <a:rPr lang="en-US" i="1" dirty="0">
                <a:latin typeface="Times New Roman" panose="02020603050405020304" pitchFamily="18" charset="0"/>
                <a:cs typeface="Times New Roman" panose="02020603050405020304" pitchFamily="18" charset="0"/>
              </a:rPr>
              <a:t>DBSCAN</a:t>
            </a:r>
            <a:endParaRPr lang="en-US" dirty="0">
              <a:latin typeface="Times New Roman" panose="02020603050405020304" pitchFamily="18" charset="0"/>
              <a:cs typeface="Times New Roman" panose="02020603050405020304" pitchFamily="18" charset="0"/>
            </a:endParaRPr>
          </a:p>
        </p:txBody>
      </p:sp>
      <p:grpSp>
        <p:nvGrpSpPr>
          <p:cNvPr id="59" name="Group 23">
            <a:extLst>
              <a:ext uri="{FF2B5EF4-FFF2-40B4-BE49-F238E27FC236}">
                <a16:creationId xmlns="" xmlns:a16="http://schemas.microsoft.com/office/drawing/2014/main" id="{480CFC9E-AE3C-48F6-BC4D-4934E415B67E}"/>
              </a:ext>
            </a:extLst>
          </p:cNvPr>
          <p:cNvGrpSpPr>
            <a:grpSpLocks noChangeAspect="1"/>
          </p:cNvGrpSpPr>
          <p:nvPr/>
        </p:nvGrpSpPr>
        <p:grpSpPr bwMode="auto">
          <a:xfrm>
            <a:off x="6629139" y="4057157"/>
            <a:ext cx="381000" cy="381000"/>
            <a:chOff x="2078" y="1680"/>
            <a:chExt cx="1615" cy="1615"/>
          </a:xfrm>
        </p:grpSpPr>
        <p:sp>
          <p:nvSpPr>
            <p:cNvPr id="60" name="Oval 24">
              <a:extLst>
                <a:ext uri="{FF2B5EF4-FFF2-40B4-BE49-F238E27FC236}">
                  <a16:creationId xmlns="" xmlns:a16="http://schemas.microsoft.com/office/drawing/2014/main" id="{CACFC30A-9877-4806-9B4C-587ACE150345}"/>
                </a:ext>
              </a:extLst>
            </p:cNvPr>
            <p:cNvSpPr>
              <a:spLocks noChangeArrowheads="1"/>
            </p:cNvSpPr>
            <p:nvPr/>
          </p:nvSpPr>
          <p:spPr bwMode="gray">
            <a:xfrm>
              <a:off x="2078" y="1680"/>
              <a:ext cx="1615" cy="1615"/>
            </a:xfrm>
            <a:prstGeom prst="ellipse">
              <a:avLst/>
            </a:prstGeom>
            <a:gradFill rotWithShape="1">
              <a:gsLst>
                <a:gs pos="0">
                  <a:srgbClr val="FFFFFF">
                    <a:gamma/>
                    <a:shade val="46275"/>
                    <a:invGamma/>
                  </a:srgbClr>
                </a:gs>
                <a:gs pos="50000">
                  <a:srgbClr val="FFFFFF"/>
                </a:gs>
                <a:gs pos="100000">
                  <a:srgbClr val="FFFFFF">
                    <a:gamma/>
                    <a:shade val="46275"/>
                    <a:invGamma/>
                  </a:srgbClr>
                </a:gs>
              </a:gsLst>
              <a:lin ang="5400000" scaled="1"/>
            </a:gradFill>
            <a:ln w="57150" algn="ctr">
              <a:noFill/>
              <a:round/>
              <a:headEnd/>
              <a:tailEnd/>
            </a:ln>
            <a:effectLst/>
          </p:spPr>
          <p:txBody>
            <a:bodyPr wrap="none" anchor="ct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latin typeface="Arial" pitchFamily="34" charset="0"/>
              </a:endParaRPr>
            </a:p>
          </p:txBody>
        </p:sp>
        <p:sp>
          <p:nvSpPr>
            <p:cNvPr id="61" name="Oval 25">
              <a:extLst>
                <a:ext uri="{FF2B5EF4-FFF2-40B4-BE49-F238E27FC236}">
                  <a16:creationId xmlns="" xmlns:a16="http://schemas.microsoft.com/office/drawing/2014/main" id="{640C1602-143A-456B-BA22-7664A3DEFFCF}"/>
                </a:ext>
              </a:extLst>
            </p:cNvPr>
            <p:cNvSpPr>
              <a:spLocks noChangeArrowheads="1"/>
            </p:cNvSpPr>
            <p:nvPr/>
          </p:nvSpPr>
          <p:spPr bwMode="gray">
            <a:xfrm>
              <a:off x="2170" y="1771"/>
              <a:ext cx="1430" cy="1430"/>
            </a:xfrm>
            <a:prstGeom prst="ellipse">
              <a:avLst/>
            </a:prstGeom>
            <a:gradFill rotWithShape="1">
              <a:gsLst>
                <a:gs pos="0">
                  <a:srgbClr val="FFFFFF">
                    <a:gamma/>
                    <a:shade val="63529"/>
                    <a:invGamma/>
                  </a:srgbClr>
                </a:gs>
                <a:gs pos="50000">
                  <a:srgbClr val="FFFFFF"/>
                </a:gs>
                <a:gs pos="100000">
                  <a:srgbClr val="FFFFFF">
                    <a:gamma/>
                    <a:shade val="63529"/>
                    <a:invGamma/>
                  </a:srgbClr>
                </a:gs>
              </a:gsLst>
              <a:lin ang="0" scaled="1"/>
            </a:gradFill>
            <a:ln w="9525" algn="ctr">
              <a:noFill/>
              <a:round/>
              <a:headEnd/>
              <a:tailEnd/>
            </a:ln>
            <a:effectLst/>
          </p:spPr>
          <p:txBody>
            <a:bodyPr wrap="none" anchor="ct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latin typeface="Arial" pitchFamily="34" charset="0"/>
              </a:endParaRPr>
            </a:p>
          </p:txBody>
        </p:sp>
        <p:sp>
          <p:nvSpPr>
            <p:cNvPr id="62" name="Oval 26">
              <a:extLst>
                <a:ext uri="{FF2B5EF4-FFF2-40B4-BE49-F238E27FC236}">
                  <a16:creationId xmlns="" xmlns:a16="http://schemas.microsoft.com/office/drawing/2014/main" id="{53792F8F-0D9C-4345-A703-F034640FA7A7}"/>
                </a:ext>
              </a:extLst>
            </p:cNvPr>
            <p:cNvSpPr>
              <a:spLocks noChangeArrowheads="1"/>
            </p:cNvSpPr>
            <p:nvPr/>
          </p:nvSpPr>
          <p:spPr bwMode="gray">
            <a:xfrm>
              <a:off x="2254" y="1856"/>
              <a:ext cx="1262" cy="1264"/>
            </a:xfrm>
            <a:prstGeom prst="ellipse">
              <a:avLst/>
            </a:prstGeom>
            <a:gradFill rotWithShape="1">
              <a:gsLst>
                <a:gs pos="0">
                  <a:srgbClr val="8AD4CD">
                    <a:gamma/>
                    <a:tint val="0"/>
                    <a:invGamma/>
                  </a:srgbClr>
                </a:gs>
                <a:gs pos="50000">
                  <a:srgbClr val="8AD4CD"/>
                </a:gs>
                <a:gs pos="100000">
                  <a:srgbClr val="8AD4CD">
                    <a:gamma/>
                    <a:tint val="0"/>
                    <a:invGamma/>
                  </a:srgbClr>
                </a:gs>
              </a:gsLst>
              <a:lin ang="2700000" scaled="1"/>
            </a:gradFill>
            <a:ln w="38100" algn="ctr">
              <a:noFill/>
              <a:round/>
              <a:headEnd/>
              <a:tailEnd/>
            </a:ln>
            <a:effectLst/>
          </p:spPr>
          <p:txBody>
            <a:bodyPr wrap="none" anchor="ctr">
              <a:spAutoFit/>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latin typeface="Arial" pitchFamily="34" charset="0"/>
              </a:endParaRPr>
            </a:p>
          </p:txBody>
        </p:sp>
        <p:sp>
          <p:nvSpPr>
            <p:cNvPr id="63" name="Oval 27">
              <a:extLst>
                <a:ext uri="{FF2B5EF4-FFF2-40B4-BE49-F238E27FC236}">
                  <a16:creationId xmlns="" xmlns:a16="http://schemas.microsoft.com/office/drawing/2014/main" id="{B29790E8-4F4B-4579-8A6B-FE3F9B0CAEF2}"/>
                </a:ext>
              </a:extLst>
            </p:cNvPr>
            <p:cNvSpPr>
              <a:spLocks noChangeArrowheads="1"/>
            </p:cNvSpPr>
            <p:nvPr/>
          </p:nvSpPr>
          <p:spPr bwMode="gray">
            <a:xfrm>
              <a:off x="2254" y="1856"/>
              <a:ext cx="1262" cy="1264"/>
            </a:xfrm>
            <a:prstGeom prst="ellipse">
              <a:avLst/>
            </a:prstGeom>
            <a:gradFill rotWithShape="1">
              <a:gsLst>
                <a:gs pos="0">
                  <a:srgbClr val="21B3E1"/>
                </a:gs>
                <a:gs pos="100000">
                  <a:srgbClr val="21B3E1">
                    <a:gamma/>
                    <a:shade val="46275"/>
                    <a:invGamma/>
                  </a:srgbClr>
                </a:gs>
              </a:gsLst>
              <a:lin ang="5400000" scaled="1"/>
            </a:gradFill>
            <a:ln w="38100" algn="ctr">
              <a:noFill/>
              <a:round/>
              <a:headEnd/>
              <a:tailEnd/>
            </a:ln>
            <a:effectLst/>
          </p:spPr>
          <p:txBody>
            <a:bodyPr wrap="none" anchor="ctr">
              <a:spAutoFit/>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latin typeface="Arial" pitchFamily="34" charset="0"/>
              </a:endParaRPr>
            </a:p>
          </p:txBody>
        </p:sp>
        <p:sp>
          <p:nvSpPr>
            <p:cNvPr id="64" name="Oval 28">
              <a:extLst>
                <a:ext uri="{FF2B5EF4-FFF2-40B4-BE49-F238E27FC236}">
                  <a16:creationId xmlns="" xmlns:a16="http://schemas.microsoft.com/office/drawing/2014/main" id="{358C33BB-071D-4F24-839E-CC9C393EF0D8}"/>
                </a:ext>
              </a:extLst>
            </p:cNvPr>
            <p:cNvSpPr>
              <a:spLocks noChangeArrowheads="1"/>
            </p:cNvSpPr>
            <p:nvPr/>
          </p:nvSpPr>
          <p:spPr bwMode="gray">
            <a:xfrm>
              <a:off x="2337" y="1939"/>
              <a:ext cx="1096" cy="1098"/>
            </a:xfrm>
            <a:prstGeom prst="ellipse">
              <a:avLst/>
            </a:prstGeom>
            <a:gradFill rotWithShape="1">
              <a:gsLst>
                <a:gs pos="0">
                  <a:srgbClr val="8AD4CD">
                    <a:gamma/>
                    <a:shade val="54118"/>
                    <a:invGamma/>
                  </a:srgbClr>
                </a:gs>
                <a:gs pos="50000">
                  <a:srgbClr val="8AD4CD"/>
                </a:gs>
                <a:gs pos="100000">
                  <a:srgbClr val="8AD4CD">
                    <a:gamma/>
                    <a:shade val="54118"/>
                    <a:invGamma/>
                  </a:srgbClr>
                </a:gs>
              </a:gsLst>
              <a:lin ang="18900000" scaled="1"/>
            </a:gradFill>
            <a:ln w="38100" algn="ctr">
              <a:noFill/>
              <a:round/>
              <a:headEnd/>
              <a:tailEnd/>
            </a:ln>
            <a:effectLst/>
          </p:spPr>
          <p:txBody>
            <a:bodyPr anchor="ctr">
              <a:spAutoFit/>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latin typeface="Arial" pitchFamily="34" charset="0"/>
              </a:endParaRPr>
            </a:p>
          </p:txBody>
        </p:sp>
        <p:sp>
          <p:nvSpPr>
            <p:cNvPr id="65" name="Oval 29">
              <a:extLst>
                <a:ext uri="{FF2B5EF4-FFF2-40B4-BE49-F238E27FC236}">
                  <a16:creationId xmlns="" xmlns:a16="http://schemas.microsoft.com/office/drawing/2014/main" id="{4E06C84A-1EFC-44EA-B29A-11ED722DE85A}"/>
                </a:ext>
              </a:extLst>
            </p:cNvPr>
            <p:cNvSpPr>
              <a:spLocks noChangeArrowheads="1"/>
            </p:cNvSpPr>
            <p:nvPr/>
          </p:nvSpPr>
          <p:spPr bwMode="gray">
            <a:xfrm>
              <a:off x="2337" y="1939"/>
              <a:ext cx="1096" cy="1098"/>
            </a:xfrm>
            <a:prstGeom prst="ellipse">
              <a:avLst/>
            </a:prstGeom>
            <a:gradFill rotWithShape="1">
              <a:gsLst>
                <a:gs pos="0">
                  <a:srgbClr val="21B3E1"/>
                </a:gs>
                <a:gs pos="100000">
                  <a:srgbClr val="21B3E1">
                    <a:gamma/>
                    <a:shade val="48627"/>
                    <a:invGamma/>
                  </a:srgbClr>
                </a:gs>
              </a:gsLst>
              <a:lin ang="2700000" scaled="1"/>
            </a:gradFill>
            <a:ln w="38100" algn="ctr">
              <a:noFill/>
              <a:round/>
              <a:headEnd/>
              <a:tailEnd/>
            </a:ln>
            <a:effectLst/>
          </p:spPr>
          <p:txBody>
            <a:bodyPr anchor="ctr">
              <a:spAutoFit/>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latin typeface="Arial" pitchFamily="34" charset="0"/>
              </a:endParaRPr>
            </a:p>
          </p:txBody>
        </p:sp>
      </p:grpSp>
      <p:grpSp>
        <p:nvGrpSpPr>
          <p:cNvPr id="66" name="Group 23">
            <a:extLst>
              <a:ext uri="{FF2B5EF4-FFF2-40B4-BE49-F238E27FC236}">
                <a16:creationId xmlns="" xmlns:a16="http://schemas.microsoft.com/office/drawing/2014/main" id="{DBD88F74-281E-49A6-BC26-B30CBBAE64C9}"/>
              </a:ext>
            </a:extLst>
          </p:cNvPr>
          <p:cNvGrpSpPr>
            <a:grpSpLocks noChangeAspect="1"/>
          </p:cNvGrpSpPr>
          <p:nvPr/>
        </p:nvGrpSpPr>
        <p:grpSpPr bwMode="auto">
          <a:xfrm>
            <a:off x="7066156" y="5621597"/>
            <a:ext cx="381000" cy="381000"/>
            <a:chOff x="2078" y="1680"/>
            <a:chExt cx="1615" cy="1615"/>
          </a:xfrm>
        </p:grpSpPr>
        <p:sp>
          <p:nvSpPr>
            <p:cNvPr id="67" name="Oval 24">
              <a:extLst>
                <a:ext uri="{FF2B5EF4-FFF2-40B4-BE49-F238E27FC236}">
                  <a16:creationId xmlns="" xmlns:a16="http://schemas.microsoft.com/office/drawing/2014/main" id="{8B6A68AB-47EE-4BEB-9563-FC726BE4E43A}"/>
                </a:ext>
              </a:extLst>
            </p:cNvPr>
            <p:cNvSpPr>
              <a:spLocks noChangeArrowheads="1"/>
            </p:cNvSpPr>
            <p:nvPr/>
          </p:nvSpPr>
          <p:spPr bwMode="gray">
            <a:xfrm>
              <a:off x="2078" y="1680"/>
              <a:ext cx="1615" cy="1615"/>
            </a:xfrm>
            <a:prstGeom prst="ellipse">
              <a:avLst/>
            </a:prstGeom>
            <a:gradFill rotWithShape="1">
              <a:gsLst>
                <a:gs pos="0">
                  <a:srgbClr val="FFFFFF">
                    <a:gamma/>
                    <a:shade val="46275"/>
                    <a:invGamma/>
                  </a:srgbClr>
                </a:gs>
                <a:gs pos="50000">
                  <a:srgbClr val="FFFFFF"/>
                </a:gs>
                <a:gs pos="100000">
                  <a:srgbClr val="FFFFFF">
                    <a:gamma/>
                    <a:shade val="46275"/>
                    <a:invGamma/>
                  </a:srgbClr>
                </a:gs>
              </a:gsLst>
              <a:lin ang="5400000" scaled="1"/>
            </a:gradFill>
            <a:ln w="57150" algn="ctr">
              <a:noFill/>
              <a:round/>
              <a:headEnd/>
              <a:tailEnd/>
            </a:ln>
            <a:effectLst/>
          </p:spPr>
          <p:txBody>
            <a:bodyPr wrap="none" anchor="ct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latin typeface="Arial" pitchFamily="34" charset="0"/>
              </a:endParaRPr>
            </a:p>
          </p:txBody>
        </p:sp>
        <p:sp>
          <p:nvSpPr>
            <p:cNvPr id="68" name="Oval 25">
              <a:extLst>
                <a:ext uri="{FF2B5EF4-FFF2-40B4-BE49-F238E27FC236}">
                  <a16:creationId xmlns="" xmlns:a16="http://schemas.microsoft.com/office/drawing/2014/main" id="{004826CD-E5CF-47B8-BD5C-D81E5D353CD7}"/>
                </a:ext>
              </a:extLst>
            </p:cNvPr>
            <p:cNvSpPr>
              <a:spLocks noChangeArrowheads="1"/>
            </p:cNvSpPr>
            <p:nvPr/>
          </p:nvSpPr>
          <p:spPr bwMode="gray">
            <a:xfrm>
              <a:off x="2170" y="1771"/>
              <a:ext cx="1430" cy="1430"/>
            </a:xfrm>
            <a:prstGeom prst="ellipse">
              <a:avLst/>
            </a:prstGeom>
            <a:gradFill rotWithShape="1">
              <a:gsLst>
                <a:gs pos="0">
                  <a:srgbClr val="FFFFFF">
                    <a:gamma/>
                    <a:shade val="63529"/>
                    <a:invGamma/>
                  </a:srgbClr>
                </a:gs>
                <a:gs pos="50000">
                  <a:srgbClr val="FFFFFF"/>
                </a:gs>
                <a:gs pos="100000">
                  <a:srgbClr val="FFFFFF">
                    <a:gamma/>
                    <a:shade val="63529"/>
                    <a:invGamma/>
                  </a:srgbClr>
                </a:gs>
              </a:gsLst>
              <a:lin ang="0" scaled="1"/>
            </a:gradFill>
            <a:ln w="9525" algn="ctr">
              <a:noFill/>
              <a:round/>
              <a:headEnd/>
              <a:tailEnd/>
            </a:ln>
            <a:effectLst/>
          </p:spPr>
          <p:txBody>
            <a:bodyPr wrap="none" anchor="ct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latin typeface="Arial" pitchFamily="34" charset="0"/>
              </a:endParaRPr>
            </a:p>
          </p:txBody>
        </p:sp>
        <p:sp>
          <p:nvSpPr>
            <p:cNvPr id="69" name="Oval 26">
              <a:extLst>
                <a:ext uri="{FF2B5EF4-FFF2-40B4-BE49-F238E27FC236}">
                  <a16:creationId xmlns="" xmlns:a16="http://schemas.microsoft.com/office/drawing/2014/main" id="{3B71C91A-95B1-48A6-8F6E-2BCE30BA5067}"/>
                </a:ext>
              </a:extLst>
            </p:cNvPr>
            <p:cNvSpPr>
              <a:spLocks noChangeArrowheads="1"/>
            </p:cNvSpPr>
            <p:nvPr/>
          </p:nvSpPr>
          <p:spPr bwMode="gray">
            <a:xfrm>
              <a:off x="2254" y="1856"/>
              <a:ext cx="1262" cy="1264"/>
            </a:xfrm>
            <a:prstGeom prst="ellipse">
              <a:avLst/>
            </a:prstGeom>
            <a:gradFill rotWithShape="1">
              <a:gsLst>
                <a:gs pos="0">
                  <a:srgbClr val="8AD4CD">
                    <a:gamma/>
                    <a:tint val="0"/>
                    <a:invGamma/>
                  </a:srgbClr>
                </a:gs>
                <a:gs pos="50000">
                  <a:srgbClr val="8AD4CD"/>
                </a:gs>
                <a:gs pos="100000">
                  <a:srgbClr val="8AD4CD">
                    <a:gamma/>
                    <a:tint val="0"/>
                    <a:invGamma/>
                  </a:srgbClr>
                </a:gs>
              </a:gsLst>
              <a:lin ang="2700000" scaled="1"/>
            </a:gradFill>
            <a:ln w="38100" algn="ctr">
              <a:noFill/>
              <a:round/>
              <a:headEnd/>
              <a:tailEnd/>
            </a:ln>
            <a:effectLst/>
          </p:spPr>
          <p:txBody>
            <a:bodyPr wrap="none" anchor="ctr">
              <a:spAutoFit/>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latin typeface="Arial" pitchFamily="34" charset="0"/>
              </a:endParaRPr>
            </a:p>
          </p:txBody>
        </p:sp>
        <p:sp>
          <p:nvSpPr>
            <p:cNvPr id="70" name="Oval 27">
              <a:extLst>
                <a:ext uri="{FF2B5EF4-FFF2-40B4-BE49-F238E27FC236}">
                  <a16:creationId xmlns="" xmlns:a16="http://schemas.microsoft.com/office/drawing/2014/main" id="{4B68C4BF-098A-4123-BB53-98CECA7F4A81}"/>
                </a:ext>
              </a:extLst>
            </p:cNvPr>
            <p:cNvSpPr>
              <a:spLocks noChangeArrowheads="1"/>
            </p:cNvSpPr>
            <p:nvPr/>
          </p:nvSpPr>
          <p:spPr bwMode="gray">
            <a:xfrm>
              <a:off x="2254" y="1856"/>
              <a:ext cx="1262" cy="1264"/>
            </a:xfrm>
            <a:prstGeom prst="ellipse">
              <a:avLst/>
            </a:prstGeom>
            <a:gradFill rotWithShape="1">
              <a:gsLst>
                <a:gs pos="0">
                  <a:srgbClr val="21B3E1"/>
                </a:gs>
                <a:gs pos="100000">
                  <a:srgbClr val="21B3E1">
                    <a:gamma/>
                    <a:shade val="46275"/>
                    <a:invGamma/>
                  </a:srgbClr>
                </a:gs>
              </a:gsLst>
              <a:lin ang="5400000" scaled="1"/>
            </a:gradFill>
            <a:ln w="38100" algn="ctr">
              <a:noFill/>
              <a:round/>
              <a:headEnd/>
              <a:tailEnd/>
            </a:ln>
            <a:effectLst/>
          </p:spPr>
          <p:txBody>
            <a:bodyPr wrap="none" anchor="ctr">
              <a:spAutoFit/>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latin typeface="Arial" pitchFamily="34" charset="0"/>
              </a:endParaRPr>
            </a:p>
          </p:txBody>
        </p:sp>
        <p:sp>
          <p:nvSpPr>
            <p:cNvPr id="71" name="Oval 28">
              <a:extLst>
                <a:ext uri="{FF2B5EF4-FFF2-40B4-BE49-F238E27FC236}">
                  <a16:creationId xmlns="" xmlns:a16="http://schemas.microsoft.com/office/drawing/2014/main" id="{3C5FE447-2DEF-4C03-AA66-D8D7E4B6E8E3}"/>
                </a:ext>
              </a:extLst>
            </p:cNvPr>
            <p:cNvSpPr>
              <a:spLocks noChangeArrowheads="1"/>
            </p:cNvSpPr>
            <p:nvPr/>
          </p:nvSpPr>
          <p:spPr bwMode="gray">
            <a:xfrm>
              <a:off x="2337" y="1939"/>
              <a:ext cx="1096" cy="1098"/>
            </a:xfrm>
            <a:prstGeom prst="ellipse">
              <a:avLst/>
            </a:prstGeom>
            <a:gradFill rotWithShape="1">
              <a:gsLst>
                <a:gs pos="0">
                  <a:srgbClr val="8AD4CD">
                    <a:gamma/>
                    <a:shade val="54118"/>
                    <a:invGamma/>
                  </a:srgbClr>
                </a:gs>
                <a:gs pos="50000">
                  <a:srgbClr val="8AD4CD"/>
                </a:gs>
                <a:gs pos="100000">
                  <a:srgbClr val="8AD4CD">
                    <a:gamma/>
                    <a:shade val="54118"/>
                    <a:invGamma/>
                  </a:srgbClr>
                </a:gs>
              </a:gsLst>
              <a:lin ang="18900000" scaled="1"/>
            </a:gradFill>
            <a:ln w="38100" algn="ctr">
              <a:noFill/>
              <a:round/>
              <a:headEnd/>
              <a:tailEnd/>
            </a:ln>
            <a:effectLst/>
          </p:spPr>
          <p:txBody>
            <a:bodyPr anchor="ctr">
              <a:spAutoFit/>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latin typeface="Arial" pitchFamily="34" charset="0"/>
              </a:endParaRPr>
            </a:p>
          </p:txBody>
        </p:sp>
        <p:sp>
          <p:nvSpPr>
            <p:cNvPr id="72" name="Oval 29">
              <a:extLst>
                <a:ext uri="{FF2B5EF4-FFF2-40B4-BE49-F238E27FC236}">
                  <a16:creationId xmlns="" xmlns:a16="http://schemas.microsoft.com/office/drawing/2014/main" id="{A8ADD6E4-DB30-4BEC-98B9-1D2EAA799DA1}"/>
                </a:ext>
              </a:extLst>
            </p:cNvPr>
            <p:cNvSpPr>
              <a:spLocks noChangeArrowheads="1"/>
            </p:cNvSpPr>
            <p:nvPr/>
          </p:nvSpPr>
          <p:spPr bwMode="gray">
            <a:xfrm>
              <a:off x="2337" y="1939"/>
              <a:ext cx="1096" cy="1098"/>
            </a:xfrm>
            <a:prstGeom prst="ellipse">
              <a:avLst/>
            </a:prstGeom>
            <a:gradFill rotWithShape="1">
              <a:gsLst>
                <a:gs pos="0">
                  <a:srgbClr val="21B3E1"/>
                </a:gs>
                <a:gs pos="100000">
                  <a:srgbClr val="21B3E1">
                    <a:gamma/>
                    <a:shade val="48627"/>
                    <a:invGamma/>
                  </a:srgbClr>
                </a:gs>
              </a:gsLst>
              <a:lin ang="2700000" scaled="1"/>
            </a:gradFill>
            <a:ln w="38100" algn="ctr">
              <a:noFill/>
              <a:round/>
              <a:headEnd/>
              <a:tailEnd/>
            </a:ln>
            <a:effectLst/>
          </p:spPr>
          <p:txBody>
            <a:bodyPr anchor="ctr">
              <a:spAutoFit/>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latin typeface="Arial" pitchFamily="34" charset="0"/>
              </a:endParaRPr>
            </a:p>
          </p:txBody>
        </p:sp>
      </p:grpSp>
      <p:sp>
        <p:nvSpPr>
          <p:cNvPr id="42" name="Rounded Rectangle 175">
            <a:extLst>
              <a:ext uri="{FF2B5EF4-FFF2-40B4-BE49-F238E27FC236}">
                <a16:creationId xmlns="" xmlns:a16="http://schemas.microsoft.com/office/drawing/2014/main" id="{AACCE7D9-540A-47B9-8964-41031B797FDD}"/>
              </a:ext>
            </a:extLst>
          </p:cNvPr>
          <p:cNvSpPr/>
          <p:nvPr/>
        </p:nvSpPr>
        <p:spPr bwMode="auto">
          <a:xfrm>
            <a:off x="7124531" y="917675"/>
            <a:ext cx="1486069" cy="498507"/>
          </a:xfrm>
          <a:prstGeom prst="roundRect">
            <a:avLst/>
          </a:prstGeom>
          <a:solidFill>
            <a:srgbClr val="3D81BF">
              <a:lumMod val="75000"/>
            </a:srgbClr>
          </a:solidFill>
          <a:ln w="9525" cap="flat" cmpd="sng" algn="ctr">
            <a:solidFill>
              <a:srgbClr val="000000"/>
            </a:solidFill>
            <a:prstDash val="solid"/>
            <a:round/>
            <a:headEnd type="none" w="med" len="med"/>
            <a:tailEnd type="none" w="med" len="med"/>
          </a:ln>
          <a:effectLst>
            <a:reflection blurRad="6350" stA="50000" endA="300" endPos="55000" dir="5400000" sy="-100000" algn="bl" rotWithShape="0"/>
          </a:effectLst>
          <a:scene3d>
            <a:camera prst="isometricOffAxis2Left"/>
            <a:lightRig rig="threePt" dir="t"/>
          </a:scene3d>
        </p:spPr>
        <p:txBody>
          <a:bodyPr vert="horz" wrap="square" lIns="91440" tIns="45720" rIns="91440" bIns="45720" numCol="1" rtlCol="0" anchor="t" anchorCtr="0" compatLnSpc="1">
            <a:prstTxWarp prst="textNoShape">
              <a:avLst/>
            </a:prstTxWarp>
          </a:bodyPr>
          <a:lstStyle/>
          <a:p>
            <a:pPr lvl="0" algn="ctr" rtl="1" fontAlgn="base">
              <a:spcBef>
                <a:spcPct val="0"/>
              </a:spcBef>
              <a:spcAft>
                <a:spcPct val="0"/>
              </a:spcAft>
            </a:pPr>
            <a:r>
              <a:rPr lang="fa-IR" sz="2400" b="1" dirty="0">
                <a:solidFill>
                  <a:srgbClr val="FFFFFF"/>
                </a:solidFill>
                <a:latin typeface="Times New Roman" panose="02020603050405020304" pitchFamily="18" charset="0"/>
                <a:cs typeface="B Nazanin" panose="00000400000000000000" pitchFamily="2" charset="-78"/>
              </a:rPr>
              <a:t>مقالات اخیر</a:t>
            </a:r>
            <a:endParaRPr lang="en-US" sz="2400" b="1" dirty="0">
              <a:solidFill>
                <a:srgbClr val="FFFFFF"/>
              </a:solidFill>
              <a:latin typeface="Times New Roman" panose="02020603050405020304" pitchFamily="18" charset="0"/>
              <a:cs typeface="B Nazanin" panose="00000400000000000000" pitchFamily="2" charset="-78"/>
            </a:endParaRPr>
          </a:p>
        </p:txBody>
      </p:sp>
      <p:sp>
        <p:nvSpPr>
          <p:cNvPr id="78" name="AutoShape 3"/>
          <p:cNvSpPr>
            <a:spLocks noChangeArrowheads="1"/>
          </p:cNvSpPr>
          <p:nvPr/>
        </p:nvSpPr>
        <p:spPr bwMode="gray">
          <a:xfrm flipH="1">
            <a:off x="2190754" y="54854"/>
            <a:ext cx="2056085" cy="651510"/>
          </a:xfrm>
          <a:prstGeom prst="chevron">
            <a:avLst>
              <a:gd name="adj" fmla="val 17009"/>
            </a:avLst>
          </a:prstGeom>
          <a:gradFill rotWithShape="1">
            <a:gsLst>
              <a:gs pos="0">
                <a:srgbClr val="84B09A">
                  <a:gamma/>
                  <a:shade val="46275"/>
                  <a:invGamma/>
                </a:srgbClr>
              </a:gs>
              <a:gs pos="50000">
                <a:srgbClr val="84B09A"/>
              </a:gs>
              <a:gs pos="100000">
                <a:srgbClr val="84B09A">
                  <a:gamma/>
                  <a:shade val="46275"/>
                  <a:invGamma/>
                </a:srgbClr>
              </a:gs>
            </a:gsLst>
            <a:lin ang="2700000" scaled="1"/>
          </a:gradFill>
          <a:ln w="38100">
            <a:solidFill>
              <a:srgbClr val="EAEAEA"/>
            </a:solidFill>
            <a:miter lim="800000"/>
            <a:headEnd/>
            <a:tailEnd/>
          </a:ln>
          <a:effectLst>
            <a:outerShdw dist="109250" dir="3267739" algn="ctr" rotWithShape="0">
              <a:srgbClr val="333333">
                <a:alpha val="50000"/>
              </a:srgbClr>
            </a:outerShdw>
          </a:effectLst>
        </p:spPr>
        <p:txBody>
          <a:bodyPr wrap="square" anchor="ctr">
            <a:spAutoFit/>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endParaRPr>
          </a:p>
        </p:txBody>
      </p:sp>
      <p:sp>
        <p:nvSpPr>
          <p:cNvPr id="79" name="AutoShape 3"/>
          <p:cNvSpPr>
            <a:spLocks noChangeArrowheads="1"/>
          </p:cNvSpPr>
          <p:nvPr/>
        </p:nvSpPr>
        <p:spPr bwMode="gray">
          <a:xfrm flipH="1">
            <a:off x="148662" y="55997"/>
            <a:ext cx="2057400" cy="649224"/>
          </a:xfrm>
          <a:prstGeom prst="chevron">
            <a:avLst>
              <a:gd name="adj" fmla="val 17009"/>
            </a:avLst>
          </a:prstGeom>
          <a:gradFill rotWithShape="1">
            <a:gsLst>
              <a:gs pos="0">
                <a:srgbClr val="3659EC">
                  <a:gamma/>
                  <a:shade val="46275"/>
                  <a:invGamma/>
                </a:srgbClr>
              </a:gs>
              <a:gs pos="50000">
                <a:srgbClr val="3659EC"/>
              </a:gs>
              <a:gs pos="100000">
                <a:srgbClr val="3659EC">
                  <a:gamma/>
                  <a:shade val="46275"/>
                  <a:invGamma/>
                </a:srgbClr>
              </a:gs>
            </a:gsLst>
            <a:lin ang="2700000" scaled="1"/>
          </a:gradFill>
          <a:ln w="38100">
            <a:solidFill>
              <a:srgbClr val="EAEAEA"/>
            </a:solidFill>
            <a:miter lim="800000"/>
            <a:headEnd/>
            <a:tailEnd/>
          </a:ln>
          <a:effectLst>
            <a:outerShdw dist="109250" dir="3267739" algn="ctr" rotWithShape="0">
              <a:srgbClr val="333333">
                <a:alpha val="50000"/>
              </a:srgbClr>
            </a:outerShdw>
          </a:effectLst>
        </p:spPr>
        <p:txBody>
          <a:bodyPr wrap="square" anchor="ctr">
            <a:spAutoFit/>
          </a:bodyPr>
          <a:lstStyle/>
          <a:p>
            <a:pPr algn="ctr" fontAlgn="base">
              <a:spcBef>
                <a:spcPct val="0"/>
              </a:spcBef>
              <a:spcAft>
                <a:spcPct val="0"/>
              </a:spcAft>
            </a:pPr>
            <a:endParaRPr lang="en-US" kern="0">
              <a:solidFill>
                <a:srgbClr val="3D81BF"/>
              </a:solidFill>
            </a:endParaRPr>
          </a:p>
        </p:txBody>
      </p:sp>
      <p:sp>
        <p:nvSpPr>
          <p:cNvPr id="80" name="Rectangle 79"/>
          <p:cNvSpPr/>
          <p:nvPr/>
        </p:nvSpPr>
        <p:spPr>
          <a:xfrm>
            <a:off x="418672" y="193150"/>
            <a:ext cx="1443038" cy="338554"/>
          </a:xfrm>
          <a:prstGeom prst="rect">
            <a:avLst/>
          </a:prstGeom>
        </p:spPr>
        <p:txBody>
          <a:bodyPr wrap="square">
            <a:spAutoFit/>
          </a:bodyPr>
          <a:lstStyle/>
          <a:p>
            <a:pPr lvl="0" algn="ctr" rtl="1" fontAlgn="base">
              <a:spcBef>
                <a:spcPct val="0"/>
              </a:spcBef>
              <a:spcAft>
                <a:spcPct val="0"/>
              </a:spcAft>
            </a:pPr>
            <a:r>
              <a:rPr lang="fa-IR" sz="1600" b="1" dirty="0">
                <a:solidFill>
                  <a:srgbClr val="FFFFFF"/>
                </a:solidFill>
                <a:latin typeface="Times New Roman" panose="02020603050405020304" pitchFamily="18" charset="0"/>
                <a:cs typeface="B Nazanin" panose="00000400000000000000" pitchFamily="2" charset="-78"/>
              </a:rPr>
              <a:t>مقالات اخیر</a:t>
            </a:r>
            <a:endParaRPr lang="en-US" sz="1600" b="1" dirty="0">
              <a:solidFill>
                <a:srgbClr val="FFFFFF"/>
              </a:solidFill>
              <a:latin typeface="Times New Roman" panose="02020603050405020304" pitchFamily="18" charset="0"/>
              <a:cs typeface="B Nazanin" panose="00000400000000000000" pitchFamily="2" charset="-78"/>
            </a:endParaRPr>
          </a:p>
        </p:txBody>
      </p:sp>
      <p:sp>
        <p:nvSpPr>
          <p:cNvPr id="81" name="Rectangle 80"/>
          <p:cNvSpPr/>
          <p:nvPr/>
        </p:nvSpPr>
        <p:spPr>
          <a:xfrm>
            <a:off x="2393380" y="70040"/>
            <a:ext cx="1600200" cy="584775"/>
          </a:xfrm>
          <a:prstGeom prst="rect">
            <a:avLst/>
          </a:prstGeom>
        </p:spPr>
        <p:txBody>
          <a:bodyPr wrap="square">
            <a:spAutoFit/>
          </a:bodyPr>
          <a:lstStyle/>
          <a:p>
            <a:pPr lvl="0" algn="ctr" rtl="1" fontAlgn="base">
              <a:spcBef>
                <a:spcPct val="0"/>
              </a:spcBef>
              <a:spcAft>
                <a:spcPct val="0"/>
              </a:spcAft>
            </a:pPr>
            <a:r>
              <a:rPr lang="fa-IR" sz="1600" b="1" dirty="0">
                <a:solidFill>
                  <a:srgbClr val="FFFFFF"/>
                </a:solidFill>
                <a:latin typeface="Times New Roman" panose="02020603050405020304" pitchFamily="18" charset="0"/>
                <a:cs typeface="B Nazanin" panose="00000400000000000000" pitchFamily="2" charset="-78"/>
              </a:rPr>
              <a:t>سیستم مدیریت همسان سازی</a:t>
            </a:r>
            <a:endParaRPr lang="en-US" sz="1600" b="1" dirty="0">
              <a:solidFill>
                <a:srgbClr val="FFFFFF"/>
              </a:solidFill>
              <a:latin typeface="Times New Roman" panose="02020603050405020304" pitchFamily="18" charset="0"/>
              <a:cs typeface="B Nazanin" panose="00000400000000000000" pitchFamily="2" charset="-78"/>
            </a:endParaRPr>
          </a:p>
        </p:txBody>
      </p:sp>
      <p:pic>
        <p:nvPicPr>
          <p:cNvPr id="82" name="Picture 81" descr="پرونده:Azad University logo.png - ویکی‌پدیا، دانشنامهٔ آزاد">
            <a:extLst>
              <a:ext uri="{FF2B5EF4-FFF2-40B4-BE49-F238E27FC236}">
                <a16:creationId xmlns="" xmlns:a16="http://schemas.microsoft.com/office/drawing/2014/main" id="{FA988D60-670C-406B-B8FB-D5A0053424E9}"/>
              </a:ext>
            </a:extLst>
          </p:cNvPr>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8610600" y="0"/>
            <a:ext cx="533400" cy="822959"/>
          </a:xfrm>
          <a:prstGeom prst="rect">
            <a:avLst/>
          </a:prstGeom>
          <a:noFill/>
          <a:ln>
            <a:noFill/>
          </a:ln>
        </p:spPr>
      </p:pic>
      <p:sp>
        <p:nvSpPr>
          <p:cNvPr id="83" name="AutoShape 10">
            <a:extLst>
              <a:ext uri="{FF2B5EF4-FFF2-40B4-BE49-F238E27FC236}">
                <a16:creationId xmlns="" xmlns:a16="http://schemas.microsoft.com/office/drawing/2014/main" id="{96E6A76C-5024-445C-8373-4A127C8598B1}"/>
              </a:ext>
            </a:extLst>
          </p:cNvPr>
          <p:cNvSpPr>
            <a:spLocks noChangeArrowheads="1"/>
          </p:cNvSpPr>
          <p:nvPr/>
        </p:nvSpPr>
        <p:spPr bwMode="gray">
          <a:xfrm flipH="1">
            <a:off x="6244699" y="55997"/>
            <a:ext cx="2137301" cy="649224"/>
          </a:xfrm>
          <a:prstGeom prst="chevron">
            <a:avLst>
              <a:gd name="adj" fmla="val 17842"/>
            </a:avLst>
          </a:prstGeom>
          <a:gradFill rotWithShape="1">
            <a:gsLst>
              <a:gs pos="0">
                <a:srgbClr val="84B09A">
                  <a:gamma/>
                  <a:shade val="46275"/>
                  <a:invGamma/>
                </a:srgbClr>
              </a:gs>
              <a:gs pos="50000">
                <a:srgbClr val="84B09A"/>
              </a:gs>
              <a:gs pos="100000">
                <a:srgbClr val="84B09A">
                  <a:gamma/>
                  <a:shade val="46275"/>
                  <a:invGamma/>
                </a:srgbClr>
              </a:gs>
            </a:gsLst>
            <a:lin ang="2700000" scaled="1"/>
          </a:gradFill>
          <a:ln w="38100">
            <a:solidFill>
              <a:srgbClr val="EAEAEA"/>
            </a:solidFill>
            <a:miter lim="800000"/>
            <a:headEnd/>
            <a:tailEnd/>
          </a:ln>
          <a:effectLst>
            <a:outerShdw dist="109250" dir="3267739" algn="ctr" rotWithShape="0">
              <a:srgbClr val="333333">
                <a:alpha val="50000"/>
              </a:srgbClr>
            </a:outerShdw>
          </a:effectLst>
        </p:spPr>
        <p:txBody>
          <a:bodyPr wrap="square" anchor="ctr">
            <a:spAutoFit/>
          </a:bodyPr>
          <a:lstStyle/>
          <a:p>
            <a:pPr algn="ctr" fontAlgn="base">
              <a:spcBef>
                <a:spcPct val="0"/>
              </a:spcBef>
              <a:spcAft>
                <a:spcPct val="0"/>
              </a:spcAft>
            </a:pPr>
            <a:endParaRPr lang="en-US" kern="0">
              <a:solidFill>
                <a:srgbClr val="3D81BF"/>
              </a:solidFill>
            </a:endParaRPr>
          </a:p>
        </p:txBody>
      </p:sp>
      <p:sp>
        <p:nvSpPr>
          <p:cNvPr id="84" name="Rectangle 83">
            <a:extLst>
              <a:ext uri="{FF2B5EF4-FFF2-40B4-BE49-F238E27FC236}">
                <a16:creationId xmlns="" xmlns:a16="http://schemas.microsoft.com/office/drawing/2014/main" id="{BF9CF44D-C94F-4B09-AF24-15EACD7BE0F4}"/>
              </a:ext>
            </a:extLst>
          </p:cNvPr>
          <p:cNvSpPr/>
          <p:nvPr/>
        </p:nvSpPr>
        <p:spPr>
          <a:xfrm>
            <a:off x="6499957" y="197162"/>
            <a:ext cx="1626786" cy="323165"/>
          </a:xfrm>
          <a:prstGeom prst="rect">
            <a:avLst/>
          </a:prstGeom>
        </p:spPr>
        <p:txBody>
          <a:bodyPr wrap="square">
            <a:spAutoFit/>
          </a:bodyPr>
          <a:lstStyle/>
          <a:p>
            <a:pPr lvl="0" algn="ctr" fontAlgn="base">
              <a:spcBef>
                <a:spcPct val="0"/>
              </a:spcBef>
              <a:spcAft>
                <a:spcPct val="0"/>
              </a:spcAft>
              <a:defRPr/>
            </a:pPr>
            <a:r>
              <a:rPr lang="fa-IR" sz="1500" b="1" kern="0" dirty="0" err="1">
                <a:solidFill>
                  <a:srgbClr val="FFFFFF"/>
                </a:solidFill>
                <a:latin typeface="Times New Roman" panose="02020603050405020304" pitchFamily="18" charset="0"/>
                <a:cs typeface="B Nazanin" pitchFamily="2" charset="-78"/>
              </a:rPr>
              <a:t>باتریها</a:t>
            </a:r>
            <a:endParaRPr lang="en-US" sz="1500" b="1" kern="0" dirty="0">
              <a:solidFill>
                <a:srgbClr val="FFFFFF"/>
              </a:solidFill>
              <a:latin typeface="Times New Roman" panose="02020603050405020304" pitchFamily="18" charset="0"/>
              <a:cs typeface="B Nazanin" pitchFamily="2" charset="-78"/>
            </a:endParaRPr>
          </a:p>
        </p:txBody>
      </p:sp>
      <p:sp>
        <p:nvSpPr>
          <p:cNvPr id="85" name="AutoShape 3">
            <a:extLst>
              <a:ext uri="{FF2B5EF4-FFF2-40B4-BE49-F238E27FC236}">
                <a16:creationId xmlns="" xmlns:a16="http://schemas.microsoft.com/office/drawing/2014/main" id="{DBA5C955-0E66-467E-8B5F-EF4EE5F8F3FA}"/>
              </a:ext>
            </a:extLst>
          </p:cNvPr>
          <p:cNvSpPr>
            <a:spLocks noChangeArrowheads="1"/>
          </p:cNvSpPr>
          <p:nvPr/>
        </p:nvSpPr>
        <p:spPr bwMode="gray">
          <a:xfrm flipH="1">
            <a:off x="4215687" y="54854"/>
            <a:ext cx="2056085" cy="651510"/>
          </a:xfrm>
          <a:prstGeom prst="chevron">
            <a:avLst>
              <a:gd name="adj" fmla="val 17009"/>
            </a:avLst>
          </a:prstGeom>
          <a:gradFill rotWithShape="1">
            <a:gsLst>
              <a:gs pos="0">
                <a:srgbClr val="84B09A">
                  <a:gamma/>
                  <a:shade val="46275"/>
                  <a:invGamma/>
                </a:srgbClr>
              </a:gs>
              <a:gs pos="50000">
                <a:srgbClr val="84B09A"/>
              </a:gs>
              <a:gs pos="100000">
                <a:srgbClr val="84B09A">
                  <a:gamma/>
                  <a:shade val="46275"/>
                  <a:invGamma/>
                </a:srgbClr>
              </a:gs>
            </a:gsLst>
            <a:lin ang="2700000" scaled="1"/>
          </a:gradFill>
          <a:ln w="38100">
            <a:solidFill>
              <a:srgbClr val="EAEAEA"/>
            </a:solidFill>
            <a:miter lim="800000"/>
            <a:headEnd/>
            <a:tailEnd/>
          </a:ln>
          <a:effectLst>
            <a:outerShdw dist="109250" dir="3267739" algn="ctr" rotWithShape="0">
              <a:srgbClr val="333333">
                <a:alpha val="50000"/>
              </a:srgbClr>
            </a:outerShdw>
          </a:effectLst>
        </p:spPr>
        <p:txBody>
          <a:bodyPr wrap="square" anchor="ctr">
            <a:spAutoFit/>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endParaRPr>
          </a:p>
        </p:txBody>
      </p:sp>
      <p:sp>
        <p:nvSpPr>
          <p:cNvPr id="86" name="Rectangle 85">
            <a:extLst>
              <a:ext uri="{FF2B5EF4-FFF2-40B4-BE49-F238E27FC236}">
                <a16:creationId xmlns="" xmlns:a16="http://schemas.microsoft.com/office/drawing/2014/main" id="{AC165A2D-60D3-440C-A112-7B419F7E72B2}"/>
              </a:ext>
            </a:extLst>
          </p:cNvPr>
          <p:cNvSpPr/>
          <p:nvPr/>
        </p:nvSpPr>
        <p:spPr>
          <a:xfrm>
            <a:off x="4525250" y="89171"/>
            <a:ext cx="1443038" cy="584775"/>
          </a:xfrm>
          <a:prstGeom prst="rect">
            <a:avLst/>
          </a:prstGeom>
        </p:spPr>
        <p:txBody>
          <a:bodyPr wrap="square">
            <a:spAutoFit/>
          </a:bodyPr>
          <a:lstStyle/>
          <a:p>
            <a:pPr lvl="0" algn="ctr" rtl="1" fontAlgn="base">
              <a:spcBef>
                <a:spcPct val="0"/>
              </a:spcBef>
              <a:spcAft>
                <a:spcPct val="0"/>
              </a:spcAft>
            </a:pPr>
            <a:r>
              <a:rPr lang="fa-IR" sz="1600" b="1" dirty="0">
                <a:solidFill>
                  <a:srgbClr val="FFFFFF"/>
                </a:solidFill>
                <a:latin typeface="Times New Roman" panose="02020603050405020304" pitchFamily="18" charset="0"/>
                <a:cs typeface="B Nazanin" panose="00000400000000000000" pitchFamily="2" charset="-78"/>
              </a:rPr>
              <a:t>سیستم مدیریت باتری</a:t>
            </a:r>
            <a:endParaRPr lang="en-US" sz="1600" b="1" dirty="0">
              <a:solidFill>
                <a:srgbClr val="FFFFFF"/>
              </a:solidFill>
              <a:latin typeface="Times New Roman" panose="02020603050405020304" pitchFamily="18" charset="0"/>
              <a:cs typeface="B Nazanin" panose="00000400000000000000" pitchFamily="2" charset="-78"/>
            </a:endParaRPr>
          </a:p>
        </p:txBody>
      </p:sp>
      <p:sp>
        <p:nvSpPr>
          <p:cNvPr id="43" name="Slide Number Placeholder 3">
            <a:extLst>
              <a:ext uri="{FF2B5EF4-FFF2-40B4-BE49-F238E27FC236}">
                <a16:creationId xmlns="" xmlns:a16="http://schemas.microsoft.com/office/drawing/2014/main" id="{FEFB061F-8AAB-4535-B272-1BA4D5A77191}"/>
              </a:ext>
            </a:extLst>
          </p:cNvPr>
          <p:cNvSpPr txBox="1">
            <a:spLocks/>
          </p:cNvSpPr>
          <p:nvPr/>
        </p:nvSpPr>
        <p:spPr>
          <a:xfrm>
            <a:off x="8965" y="6090313"/>
            <a:ext cx="676835" cy="767687"/>
          </a:xfrm>
          <a:prstGeom prst="rect">
            <a:avLst/>
          </a:prstGeom>
        </p:spPr>
        <p:txBody>
          <a:bodyPr vert="horz" lIns="91440" tIns="45720" rIns="91440" bIns="45720" rtlCol="0" anchor="ctr"/>
          <a:lstStyle>
            <a:defPPr>
              <a:defRPr lang="en-US"/>
            </a:defPPr>
            <a:lvl1pPr marL="0" algn="l" defTabSz="914400" rtl="0" eaLnBrk="1" latinLnBrk="0" hangingPunct="1">
              <a:defRPr sz="1400" b="1" kern="1200">
                <a:solidFill>
                  <a:srgbClr val="FFFFFF"/>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rtl="1"/>
            <a:fld id="{E8ADF199-8047-440E-B02B-E80683B392F2}" type="slidenum">
              <a:rPr lang="fa-IR" sz="1800" smtClean="0">
                <a:solidFill>
                  <a:schemeClr val="tx1"/>
                </a:solidFill>
                <a:cs typeface="B Lotus" panose="00000400000000000000" pitchFamily="2" charset="-78"/>
              </a:rPr>
              <a:pPr rtl="1"/>
              <a:t>42</a:t>
            </a:fld>
            <a:endParaRPr lang="fa-IR" sz="1800" dirty="0">
              <a:solidFill>
                <a:schemeClr val="tx1"/>
              </a:solidFill>
              <a:cs typeface="B Lotus" panose="00000400000000000000" pitchFamily="2" charset="-78"/>
            </a:endParaRPr>
          </a:p>
        </p:txBody>
      </p:sp>
    </p:spTree>
    <p:extLst>
      <p:ext uri="{BB962C8B-B14F-4D97-AF65-F5344CB8AC3E}">
        <p14:creationId xmlns:p14="http://schemas.microsoft.com/office/powerpoint/2010/main" val="2009715385"/>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8" name="Picture 17">
            <a:extLst>
              <a:ext uri="{FF2B5EF4-FFF2-40B4-BE49-F238E27FC236}">
                <a16:creationId xmlns="" xmlns:a16="http://schemas.microsoft.com/office/drawing/2014/main" id="{D25F6269-095B-45A9-87C4-41FB340F4A57}"/>
              </a:ext>
            </a:extLst>
          </p:cNvPr>
          <p:cNvPicPr/>
          <p:nvPr/>
        </p:nvPicPr>
        <p:blipFill>
          <a:blip r:embed="rId3" cstate="print">
            <a:extLst>
              <a:ext uri="{28A0092B-C50C-407E-A947-70E740481C1C}">
                <a14:useLocalDpi xmlns:a14="http://schemas.microsoft.com/office/drawing/2010/main" val="0"/>
              </a:ext>
            </a:extLst>
          </a:blip>
          <a:stretch>
            <a:fillRect/>
          </a:stretch>
        </p:blipFill>
        <p:spPr>
          <a:xfrm>
            <a:off x="304800" y="1619600"/>
            <a:ext cx="8534401" cy="4545820"/>
          </a:xfrm>
          <a:prstGeom prst="rect">
            <a:avLst/>
          </a:prstGeom>
        </p:spPr>
      </p:pic>
      <p:sp>
        <p:nvSpPr>
          <p:cNvPr id="3" name="Rectangle 2">
            <a:extLst>
              <a:ext uri="{FF2B5EF4-FFF2-40B4-BE49-F238E27FC236}">
                <a16:creationId xmlns="" xmlns:a16="http://schemas.microsoft.com/office/drawing/2014/main" id="{E1064F08-C24D-4F6A-BE26-383C44EF2475}"/>
              </a:ext>
            </a:extLst>
          </p:cNvPr>
          <p:cNvSpPr/>
          <p:nvPr/>
        </p:nvSpPr>
        <p:spPr>
          <a:xfrm>
            <a:off x="1667553" y="6052213"/>
            <a:ext cx="4419800" cy="369332"/>
          </a:xfrm>
          <a:prstGeom prst="rect">
            <a:avLst/>
          </a:prstGeom>
        </p:spPr>
        <p:txBody>
          <a:bodyPr wrap="none">
            <a:spAutoFit/>
          </a:bodyPr>
          <a:lstStyle/>
          <a:p>
            <a:pPr algn="r" rtl="1"/>
            <a:r>
              <a:rPr lang="fa-IR" dirty="0">
                <a:latin typeface="Times New Roman" panose="02020603050405020304" pitchFamily="18" charset="0"/>
                <a:ea typeface="Calibri" panose="020F0502020204030204" pitchFamily="34" charset="0"/>
                <a:cs typeface="B Lotus" panose="00000400000000000000" pitchFamily="2" charset="-78"/>
              </a:rPr>
              <a:t>شکل 15 ساختار توپولوژی ارائه شده در طرح پیشنهادی </a:t>
            </a:r>
            <a:r>
              <a:rPr lang="fa-IR" dirty="0">
                <a:solidFill>
                  <a:srgbClr val="61D6FF"/>
                </a:solidFill>
                <a:latin typeface="Times New Roman" panose="02020603050405020304" pitchFamily="18" charset="0"/>
                <a:ea typeface="Calibri" panose="020F0502020204030204" pitchFamily="34" charset="0"/>
                <a:cs typeface="B Lotus" panose="00000400000000000000" pitchFamily="2" charset="-78"/>
              </a:rPr>
              <a:t>[4]</a:t>
            </a:r>
            <a:r>
              <a:rPr lang="fa-IR" dirty="0">
                <a:latin typeface="Times New Roman" panose="02020603050405020304" pitchFamily="18" charset="0"/>
                <a:ea typeface="Calibri" panose="020F0502020204030204" pitchFamily="34" charset="0"/>
                <a:cs typeface="B Lotus" panose="00000400000000000000" pitchFamily="2" charset="-78"/>
              </a:rPr>
              <a:t>.</a:t>
            </a:r>
            <a:endParaRPr lang="en-US" dirty="0"/>
          </a:p>
        </p:txBody>
      </p:sp>
      <p:pic>
        <p:nvPicPr>
          <p:cNvPr id="19" name="Picture 18" descr="پرونده:Azad University logo.png - ویکی‌پدیا، دانشنامهٔ آزاد">
            <a:extLst>
              <a:ext uri="{FF2B5EF4-FFF2-40B4-BE49-F238E27FC236}">
                <a16:creationId xmlns="" xmlns:a16="http://schemas.microsoft.com/office/drawing/2014/main" id="{B260B773-F2C5-485B-BA12-93452E166218}"/>
              </a:ext>
            </a:extLst>
          </p:cNvPr>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8610600" y="0"/>
            <a:ext cx="533400" cy="822959"/>
          </a:xfrm>
          <a:prstGeom prst="rect">
            <a:avLst/>
          </a:prstGeom>
          <a:noFill/>
          <a:ln>
            <a:noFill/>
          </a:ln>
        </p:spPr>
      </p:pic>
      <p:sp>
        <p:nvSpPr>
          <p:cNvPr id="20" name="TextBox 19">
            <a:extLst>
              <a:ext uri="{FF2B5EF4-FFF2-40B4-BE49-F238E27FC236}">
                <a16:creationId xmlns="" xmlns:a16="http://schemas.microsoft.com/office/drawing/2014/main" id="{90C43403-B77E-474E-A638-C5BD6540DB40}"/>
              </a:ext>
            </a:extLst>
          </p:cNvPr>
          <p:cNvSpPr txBox="1"/>
          <p:nvPr/>
        </p:nvSpPr>
        <p:spPr>
          <a:xfrm>
            <a:off x="2648411" y="686668"/>
            <a:ext cx="65" cy="276999"/>
          </a:xfrm>
          <a:prstGeom prst="rect">
            <a:avLst/>
          </a:prstGeom>
          <a:noFill/>
        </p:spPr>
        <p:txBody>
          <a:bodyPr wrap="none" lIns="0" tIns="0" rIns="0" bIns="0" rtlCol="0">
            <a:spAutoFit/>
          </a:bodyPr>
          <a:lstStyle/>
          <a:p>
            <a:endParaRPr lang="en-US" dirty="0"/>
          </a:p>
        </p:txBody>
      </p:sp>
      <p:sp>
        <p:nvSpPr>
          <p:cNvPr id="21" name="Slide Number Placeholder 4">
            <a:extLst>
              <a:ext uri="{FF2B5EF4-FFF2-40B4-BE49-F238E27FC236}">
                <a16:creationId xmlns="" xmlns:a16="http://schemas.microsoft.com/office/drawing/2014/main" id="{27EA69B3-891D-46E8-8004-444EAE0D2017}"/>
              </a:ext>
            </a:extLst>
          </p:cNvPr>
          <p:cNvSpPr>
            <a:spLocks noGrp="1"/>
          </p:cNvSpPr>
          <p:nvPr>
            <p:ph type="sldNum" sz="quarter" idx="12"/>
          </p:nvPr>
        </p:nvSpPr>
        <p:spPr>
          <a:xfrm>
            <a:off x="7620000" y="18288"/>
            <a:ext cx="1066800" cy="329184"/>
          </a:xfrm>
        </p:spPr>
        <p:txBody>
          <a:bodyPr/>
          <a:lstStyle/>
          <a:p>
            <a:fld id="{7FC2E40A-4446-4E2B-B9AD-16F559E28E02}" type="slidenum">
              <a:rPr lang="en-US" smtClean="0"/>
              <a:t>43</a:t>
            </a:fld>
            <a:endParaRPr lang="en-US"/>
          </a:p>
        </p:txBody>
      </p:sp>
      <p:sp>
        <p:nvSpPr>
          <p:cNvPr id="22" name="AutoShape 3"/>
          <p:cNvSpPr>
            <a:spLocks noChangeArrowheads="1"/>
          </p:cNvSpPr>
          <p:nvPr/>
        </p:nvSpPr>
        <p:spPr bwMode="gray">
          <a:xfrm flipH="1">
            <a:off x="2190754" y="54854"/>
            <a:ext cx="2056085" cy="651510"/>
          </a:xfrm>
          <a:prstGeom prst="chevron">
            <a:avLst>
              <a:gd name="adj" fmla="val 17009"/>
            </a:avLst>
          </a:prstGeom>
          <a:gradFill rotWithShape="1">
            <a:gsLst>
              <a:gs pos="0">
                <a:srgbClr val="84B09A">
                  <a:gamma/>
                  <a:shade val="46275"/>
                  <a:invGamma/>
                </a:srgbClr>
              </a:gs>
              <a:gs pos="50000">
                <a:srgbClr val="84B09A"/>
              </a:gs>
              <a:gs pos="100000">
                <a:srgbClr val="84B09A">
                  <a:gamma/>
                  <a:shade val="46275"/>
                  <a:invGamma/>
                </a:srgbClr>
              </a:gs>
            </a:gsLst>
            <a:lin ang="2700000" scaled="1"/>
          </a:gradFill>
          <a:ln w="38100">
            <a:solidFill>
              <a:srgbClr val="EAEAEA"/>
            </a:solidFill>
            <a:miter lim="800000"/>
            <a:headEnd/>
            <a:tailEnd/>
          </a:ln>
          <a:effectLst>
            <a:outerShdw dist="109250" dir="3267739" algn="ctr" rotWithShape="0">
              <a:srgbClr val="333333">
                <a:alpha val="50000"/>
              </a:srgbClr>
            </a:outerShdw>
          </a:effectLst>
        </p:spPr>
        <p:txBody>
          <a:bodyPr wrap="square" anchor="ctr">
            <a:spAutoFit/>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endParaRPr>
          </a:p>
        </p:txBody>
      </p:sp>
      <p:sp>
        <p:nvSpPr>
          <p:cNvPr id="23" name="AutoShape 3"/>
          <p:cNvSpPr>
            <a:spLocks noChangeArrowheads="1"/>
          </p:cNvSpPr>
          <p:nvPr/>
        </p:nvSpPr>
        <p:spPr bwMode="gray">
          <a:xfrm flipH="1">
            <a:off x="148662" y="55997"/>
            <a:ext cx="2057400" cy="649224"/>
          </a:xfrm>
          <a:prstGeom prst="chevron">
            <a:avLst>
              <a:gd name="adj" fmla="val 17009"/>
            </a:avLst>
          </a:prstGeom>
          <a:gradFill rotWithShape="1">
            <a:gsLst>
              <a:gs pos="0">
                <a:srgbClr val="3659EC">
                  <a:gamma/>
                  <a:shade val="46275"/>
                  <a:invGamma/>
                </a:srgbClr>
              </a:gs>
              <a:gs pos="50000">
                <a:srgbClr val="3659EC"/>
              </a:gs>
              <a:gs pos="100000">
                <a:srgbClr val="3659EC">
                  <a:gamma/>
                  <a:shade val="46275"/>
                  <a:invGamma/>
                </a:srgbClr>
              </a:gs>
            </a:gsLst>
            <a:lin ang="2700000" scaled="1"/>
          </a:gradFill>
          <a:ln w="38100">
            <a:solidFill>
              <a:srgbClr val="EAEAEA"/>
            </a:solidFill>
            <a:miter lim="800000"/>
            <a:headEnd/>
            <a:tailEnd/>
          </a:ln>
          <a:effectLst>
            <a:outerShdw dist="109250" dir="3267739" algn="ctr" rotWithShape="0">
              <a:srgbClr val="333333">
                <a:alpha val="50000"/>
              </a:srgbClr>
            </a:outerShdw>
          </a:effectLst>
        </p:spPr>
        <p:txBody>
          <a:bodyPr wrap="square" anchor="ctr">
            <a:spAutoFit/>
          </a:bodyPr>
          <a:lstStyle/>
          <a:p>
            <a:pPr algn="ctr" fontAlgn="base">
              <a:spcBef>
                <a:spcPct val="0"/>
              </a:spcBef>
              <a:spcAft>
                <a:spcPct val="0"/>
              </a:spcAft>
            </a:pPr>
            <a:endParaRPr lang="en-US" kern="0">
              <a:solidFill>
                <a:srgbClr val="3D81BF"/>
              </a:solidFill>
            </a:endParaRPr>
          </a:p>
        </p:txBody>
      </p:sp>
      <p:sp>
        <p:nvSpPr>
          <p:cNvPr id="24" name="Rectangle 23"/>
          <p:cNvSpPr/>
          <p:nvPr/>
        </p:nvSpPr>
        <p:spPr>
          <a:xfrm>
            <a:off x="418672" y="193150"/>
            <a:ext cx="1443038" cy="338554"/>
          </a:xfrm>
          <a:prstGeom prst="rect">
            <a:avLst/>
          </a:prstGeom>
        </p:spPr>
        <p:txBody>
          <a:bodyPr wrap="square">
            <a:spAutoFit/>
          </a:bodyPr>
          <a:lstStyle/>
          <a:p>
            <a:pPr lvl="0" algn="ctr" rtl="1" fontAlgn="base">
              <a:spcBef>
                <a:spcPct val="0"/>
              </a:spcBef>
              <a:spcAft>
                <a:spcPct val="0"/>
              </a:spcAft>
            </a:pPr>
            <a:r>
              <a:rPr lang="fa-IR" sz="1600" b="1" dirty="0">
                <a:solidFill>
                  <a:srgbClr val="FFFFFF"/>
                </a:solidFill>
                <a:latin typeface="Times New Roman" panose="02020603050405020304" pitchFamily="18" charset="0"/>
                <a:cs typeface="B Nazanin" panose="00000400000000000000" pitchFamily="2" charset="-78"/>
              </a:rPr>
              <a:t>مقالات اخیر</a:t>
            </a:r>
            <a:endParaRPr lang="en-US" sz="1600" b="1" dirty="0">
              <a:solidFill>
                <a:srgbClr val="FFFFFF"/>
              </a:solidFill>
              <a:latin typeface="Times New Roman" panose="02020603050405020304" pitchFamily="18" charset="0"/>
              <a:cs typeface="B Nazanin" panose="00000400000000000000" pitchFamily="2" charset="-78"/>
            </a:endParaRPr>
          </a:p>
        </p:txBody>
      </p:sp>
      <p:sp>
        <p:nvSpPr>
          <p:cNvPr id="25" name="Rectangle 24"/>
          <p:cNvSpPr/>
          <p:nvPr/>
        </p:nvSpPr>
        <p:spPr>
          <a:xfrm>
            <a:off x="2393380" y="70040"/>
            <a:ext cx="1600200" cy="584775"/>
          </a:xfrm>
          <a:prstGeom prst="rect">
            <a:avLst/>
          </a:prstGeom>
        </p:spPr>
        <p:txBody>
          <a:bodyPr wrap="square">
            <a:spAutoFit/>
          </a:bodyPr>
          <a:lstStyle/>
          <a:p>
            <a:pPr lvl="0" algn="ctr" rtl="1" fontAlgn="base">
              <a:spcBef>
                <a:spcPct val="0"/>
              </a:spcBef>
              <a:spcAft>
                <a:spcPct val="0"/>
              </a:spcAft>
            </a:pPr>
            <a:r>
              <a:rPr lang="fa-IR" sz="1600" b="1" dirty="0">
                <a:solidFill>
                  <a:srgbClr val="FFFFFF"/>
                </a:solidFill>
                <a:latin typeface="Times New Roman" panose="02020603050405020304" pitchFamily="18" charset="0"/>
                <a:cs typeface="B Nazanin" panose="00000400000000000000" pitchFamily="2" charset="-78"/>
              </a:rPr>
              <a:t>سیستم مدیریت همسان سازی</a:t>
            </a:r>
            <a:endParaRPr lang="en-US" sz="1600" b="1" dirty="0">
              <a:solidFill>
                <a:srgbClr val="FFFFFF"/>
              </a:solidFill>
              <a:latin typeface="Times New Roman" panose="02020603050405020304" pitchFamily="18" charset="0"/>
              <a:cs typeface="B Nazanin" panose="00000400000000000000" pitchFamily="2" charset="-78"/>
            </a:endParaRPr>
          </a:p>
        </p:txBody>
      </p:sp>
      <p:pic>
        <p:nvPicPr>
          <p:cNvPr id="27" name="Picture 26" descr="پرونده:Azad University logo.png - ویکی‌پدیا، دانشنامهٔ آزاد">
            <a:extLst>
              <a:ext uri="{FF2B5EF4-FFF2-40B4-BE49-F238E27FC236}">
                <a16:creationId xmlns="" xmlns:a16="http://schemas.microsoft.com/office/drawing/2014/main" id="{FA988D60-670C-406B-B8FB-D5A0053424E9}"/>
              </a:ext>
            </a:extLst>
          </p:cNvPr>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8610600" y="0"/>
            <a:ext cx="533400" cy="822959"/>
          </a:xfrm>
          <a:prstGeom prst="rect">
            <a:avLst/>
          </a:prstGeom>
          <a:noFill/>
          <a:ln>
            <a:noFill/>
          </a:ln>
        </p:spPr>
      </p:pic>
      <p:sp>
        <p:nvSpPr>
          <p:cNvPr id="28" name="AutoShape 10">
            <a:extLst>
              <a:ext uri="{FF2B5EF4-FFF2-40B4-BE49-F238E27FC236}">
                <a16:creationId xmlns="" xmlns:a16="http://schemas.microsoft.com/office/drawing/2014/main" id="{96E6A76C-5024-445C-8373-4A127C8598B1}"/>
              </a:ext>
            </a:extLst>
          </p:cNvPr>
          <p:cNvSpPr>
            <a:spLocks noChangeArrowheads="1"/>
          </p:cNvSpPr>
          <p:nvPr/>
        </p:nvSpPr>
        <p:spPr bwMode="gray">
          <a:xfrm flipH="1">
            <a:off x="6244699" y="55997"/>
            <a:ext cx="2137301" cy="649224"/>
          </a:xfrm>
          <a:prstGeom prst="chevron">
            <a:avLst>
              <a:gd name="adj" fmla="val 17842"/>
            </a:avLst>
          </a:prstGeom>
          <a:gradFill rotWithShape="1">
            <a:gsLst>
              <a:gs pos="0">
                <a:srgbClr val="84B09A">
                  <a:gamma/>
                  <a:shade val="46275"/>
                  <a:invGamma/>
                </a:srgbClr>
              </a:gs>
              <a:gs pos="50000">
                <a:srgbClr val="84B09A"/>
              </a:gs>
              <a:gs pos="100000">
                <a:srgbClr val="84B09A">
                  <a:gamma/>
                  <a:shade val="46275"/>
                  <a:invGamma/>
                </a:srgbClr>
              </a:gs>
            </a:gsLst>
            <a:lin ang="2700000" scaled="1"/>
          </a:gradFill>
          <a:ln w="38100">
            <a:solidFill>
              <a:srgbClr val="EAEAEA"/>
            </a:solidFill>
            <a:miter lim="800000"/>
            <a:headEnd/>
            <a:tailEnd/>
          </a:ln>
          <a:effectLst>
            <a:outerShdw dist="109250" dir="3267739" algn="ctr" rotWithShape="0">
              <a:srgbClr val="333333">
                <a:alpha val="50000"/>
              </a:srgbClr>
            </a:outerShdw>
          </a:effectLst>
        </p:spPr>
        <p:txBody>
          <a:bodyPr wrap="square" anchor="ctr">
            <a:spAutoFit/>
          </a:bodyPr>
          <a:lstStyle/>
          <a:p>
            <a:pPr algn="ctr" fontAlgn="base">
              <a:spcBef>
                <a:spcPct val="0"/>
              </a:spcBef>
              <a:spcAft>
                <a:spcPct val="0"/>
              </a:spcAft>
            </a:pPr>
            <a:endParaRPr lang="en-US" kern="0">
              <a:solidFill>
                <a:srgbClr val="3D81BF"/>
              </a:solidFill>
            </a:endParaRPr>
          </a:p>
        </p:txBody>
      </p:sp>
      <p:sp>
        <p:nvSpPr>
          <p:cNvPr id="29" name="Rectangle 28">
            <a:extLst>
              <a:ext uri="{FF2B5EF4-FFF2-40B4-BE49-F238E27FC236}">
                <a16:creationId xmlns="" xmlns:a16="http://schemas.microsoft.com/office/drawing/2014/main" id="{BF9CF44D-C94F-4B09-AF24-15EACD7BE0F4}"/>
              </a:ext>
            </a:extLst>
          </p:cNvPr>
          <p:cNvSpPr/>
          <p:nvPr/>
        </p:nvSpPr>
        <p:spPr>
          <a:xfrm>
            <a:off x="6499957" y="197162"/>
            <a:ext cx="1626786" cy="323165"/>
          </a:xfrm>
          <a:prstGeom prst="rect">
            <a:avLst/>
          </a:prstGeom>
        </p:spPr>
        <p:txBody>
          <a:bodyPr wrap="square">
            <a:spAutoFit/>
          </a:bodyPr>
          <a:lstStyle/>
          <a:p>
            <a:pPr lvl="0" algn="ctr" fontAlgn="base">
              <a:spcBef>
                <a:spcPct val="0"/>
              </a:spcBef>
              <a:spcAft>
                <a:spcPct val="0"/>
              </a:spcAft>
              <a:defRPr/>
            </a:pPr>
            <a:r>
              <a:rPr lang="fa-IR" sz="1500" b="1" kern="0" dirty="0" err="1">
                <a:solidFill>
                  <a:srgbClr val="FFFFFF"/>
                </a:solidFill>
                <a:latin typeface="Times New Roman" panose="02020603050405020304" pitchFamily="18" charset="0"/>
                <a:cs typeface="B Nazanin" pitchFamily="2" charset="-78"/>
              </a:rPr>
              <a:t>باتریها</a:t>
            </a:r>
            <a:endParaRPr lang="en-US" sz="1500" b="1" kern="0" dirty="0">
              <a:solidFill>
                <a:srgbClr val="FFFFFF"/>
              </a:solidFill>
              <a:latin typeface="Times New Roman" panose="02020603050405020304" pitchFamily="18" charset="0"/>
              <a:cs typeface="B Nazanin" pitchFamily="2" charset="-78"/>
            </a:endParaRPr>
          </a:p>
        </p:txBody>
      </p:sp>
      <p:sp>
        <p:nvSpPr>
          <p:cNvPr id="31" name="AutoShape 3">
            <a:extLst>
              <a:ext uri="{FF2B5EF4-FFF2-40B4-BE49-F238E27FC236}">
                <a16:creationId xmlns="" xmlns:a16="http://schemas.microsoft.com/office/drawing/2014/main" id="{DBA5C955-0E66-467E-8B5F-EF4EE5F8F3FA}"/>
              </a:ext>
            </a:extLst>
          </p:cNvPr>
          <p:cNvSpPr>
            <a:spLocks noChangeArrowheads="1"/>
          </p:cNvSpPr>
          <p:nvPr/>
        </p:nvSpPr>
        <p:spPr bwMode="gray">
          <a:xfrm flipH="1">
            <a:off x="4215687" y="54854"/>
            <a:ext cx="2056085" cy="651510"/>
          </a:xfrm>
          <a:prstGeom prst="chevron">
            <a:avLst>
              <a:gd name="adj" fmla="val 17009"/>
            </a:avLst>
          </a:prstGeom>
          <a:gradFill rotWithShape="1">
            <a:gsLst>
              <a:gs pos="0">
                <a:srgbClr val="84B09A">
                  <a:gamma/>
                  <a:shade val="46275"/>
                  <a:invGamma/>
                </a:srgbClr>
              </a:gs>
              <a:gs pos="50000">
                <a:srgbClr val="84B09A"/>
              </a:gs>
              <a:gs pos="100000">
                <a:srgbClr val="84B09A">
                  <a:gamma/>
                  <a:shade val="46275"/>
                  <a:invGamma/>
                </a:srgbClr>
              </a:gs>
            </a:gsLst>
            <a:lin ang="2700000" scaled="1"/>
          </a:gradFill>
          <a:ln w="38100">
            <a:solidFill>
              <a:srgbClr val="EAEAEA"/>
            </a:solidFill>
            <a:miter lim="800000"/>
            <a:headEnd/>
            <a:tailEnd/>
          </a:ln>
          <a:effectLst>
            <a:outerShdw dist="109250" dir="3267739" algn="ctr" rotWithShape="0">
              <a:srgbClr val="333333">
                <a:alpha val="50000"/>
              </a:srgbClr>
            </a:outerShdw>
          </a:effectLst>
        </p:spPr>
        <p:txBody>
          <a:bodyPr wrap="square" anchor="ctr">
            <a:spAutoFit/>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endParaRPr>
          </a:p>
        </p:txBody>
      </p:sp>
      <p:sp>
        <p:nvSpPr>
          <p:cNvPr id="32" name="Rectangle 31">
            <a:extLst>
              <a:ext uri="{FF2B5EF4-FFF2-40B4-BE49-F238E27FC236}">
                <a16:creationId xmlns="" xmlns:a16="http://schemas.microsoft.com/office/drawing/2014/main" id="{AC165A2D-60D3-440C-A112-7B419F7E72B2}"/>
              </a:ext>
            </a:extLst>
          </p:cNvPr>
          <p:cNvSpPr/>
          <p:nvPr/>
        </p:nvSpPr>
        <p:spPr>
          <a:xfrm>
            <a:off x="4525250" y="89171"/>
            <a:ext cx="1443038" cy="584775"/>
          </a:xfrm>
          <a:prstGeom prst="rect">
            <a:avLst/>
          </a:prstGeom>
        </p:spPr>
        <p:txBody>
          <a:bodyPr wrap="square">
            <a:spAutoFit/>
          </a:bodyPr>
          <a:lstStyle/>
          <a:p>
            <a:pPr lvl="0" algn="ctr" rtl="1" fontAlgn="base">
              <a:spcBef>
                <a:spcPct val="0"/>
              </a:spcBef>
              <a:spcAft>
                <a:spcPct val="0"/>
              </a:spcAft>
            </a:pPr>
            <a:r>
              <a:rPr lang="fa-IR" sz="1600" b="1" dirty="0">
                <a:solidFill>
                  <a:srgbClr val="FFFFFF"/>
                </a:solidFill>
                <a:latin typeface="Times New Roman" panose="02020603050405020304" pitchFamily="18" charset="0"/>
                <a:cs typeface="B Nazanin" panose="00000400000000000000" pitchFamily="2" charset="-78"/>
              </a:rPr>
              <a:t>سیستم مدیریت باتری</a:t>
            </a:r>
            <a:endParaRPr lang="en-US" sz="1600" b="1" dirty="0">
              <a:solidFill>
                <a:srgbClr val="FFFFFF"/>
              </a:solidFill>
              <a:latin typeface="Times New Roman" panose="02020603050405020304" pitchFamily="18" charset="0"/>
              <a:cs typeface="B Nazanin" panose="00000400000000000000" pitchFamily="2" charset="-78"/>
            </a:endParaRPr>
          </a:p>
        </p:txBody>
      </p:sp>
      <p:sp>
        <p:nvSpPr>
          <p:cNvPr id="33" name="Rounded Rectangle 175">
            <a:extLst>
              <a:ext uri="{FF2B5EF4-FFF2-40B4-BE49-F238E27FC236}">
                <a16:creationId xmlns="" xmlns:a16="http://schemas.microsoft.com/office/drawing/2014/main" id="{AACCE7D9-540A-47B9-8964-41031B797FDD}"/>
              </a:ext>
            </a:extLst>
          </p:cNvPr>
          <p:cNvSpPr/>
          <p:nvPr/>
        </p:nvSpPr>
        <p:spPr bwMode="auto">
          <a:xfrm>
            <a:off x="7124531" y="917675"/>
            <a:ext cx="1486069" cy="498507"/>
          </a:xfrm>
          <a:prstGeom prst="roundRect">
            <a:avLst/>
          </a:prstGeom>
          <a:solidFill>
            <a:srgbClr val="3D81BF">
              <a:lumMod val="75000"/>
            </a:srgbClr>
          </a:solidFill>
          <a:ln w="9525" cap="flat" cmpd="sng" algn="ctr">
            <a:solidFill>
              <a:srgbClr val="000000"/>
            </a:solidFill>
            <a:prstDash val="solid"/>
            <a:round/>
            <a:headEnd type="none" w="med" len="med"/>
            <a:tailEnd type="none" w="med" len="med"/>
          </a:ln>
          <a:effectLst>
            <a:reflection blurRad="6350" stA="50000" endA="300" endPos="55000" dir="5400000" sy="-100000" algn="bl" rotWithShape="0"/>
          </a:effectLst>
          <a:scene3d>
            <a:camera prst="isometricOffAxis2Left"/>
            <a:lightRig rig="threePt" dir="t"/>
          </a:scene3d>
        </p:spPr>
        <p:txBody>
          <a:bodyPr vert="horz" wrap="square" lIns="91440" tIns="45720" rIns="91440" bIns="45720" numCol="1" rtlCol="0" anchor="t" anchorCtr="0" compatLnSpc="1">
            <a:prstTxWarp prst="textNoShape">
              <a:avLst/>
            </a:prstTxWarp>
          </a:bodyPr>
          <a:lstStyle/>
          <a:p>
            <a:pPr lvl="0" algn="ctr" rtl="1" fontAlgn="base">
              <a:spcBef>
                <a:spcPct val="0"/>
              </a:spcBef>
              <a:spcAft>
                <a:spcPct val="0"/>
              </a:spcAft>
            </a:pPr>
            <a:r>
              <a:rPr lang="fa-IR" sz="2400" b="1" dirty="0">
                <a:solidFill>
                  <a:srgbClr val="FFFFFF"/>
                </a:solidFill>
                <a:latin typeface="Times New Roman" panose="02020603050405020304" pitchFamily="18" charset="0"/>
                <a:cs typeface="B Nazanin" panose="00000400000000000000" pitchFamily="2" charset="-78"/>
              </a:rPr>
              <a:t>مقالات اخیر</a:t>
            </a:r>
            <a:endParaRPr lang="en-US" sz="2400" b="1" dirty="0">
              <a:solidFill>
                <a:srgbClr val="FFFFFF"/>
              </a:solidFill>
              <a:latin typeface="Times New Roman" panose="02020603050405020304" pitchFamily="18" charset="0"/>
              <a:cs typeface="B Nazanin" panose="00000400000000000000" pitchFamily="2" charset="-78"/>
            </a:endParaRPr>
          </a:p>
        </p:txBody>
      </p:sp>
      <p:sp>
        <p:nvSpPr>
          <p:cNvPr id="2" name="Rectangle 1"/>
          <p:cNvSpPr/>
          <p:nvPr/>
        </p:nvSpPr>
        <p:spPr>
          <a:xfrm>
            <a:off x="148663" y="916237"/>
            <a:ext cx="6861738" cy="523220"/>
          </a:xfrm>
          <a:prstGeom prst="rect">
            <a:avLst/>
          </a:prstGeom>
        </p:spPr>
        <p:txBody>
          <a:bodyPr wrap="square">
            <a:spAutoFit/>
          </a:bodyPr>
          <a:lstStyle/>
          <a:p>
            <a:pPr algn="r" rtl="1" fontAlgn="base">
              <a:spcBef>
                <a:spcPct val="0"/>
              </a:spcBef>
              <a:spcAft>
                <a:spcPct val="0"/>
              </a:spcAft>
            </a:pPr>
            <a:r>
              <a:rPr lang="fa-IR" sz="1400" dirty="0">
                <a:cs typeface="B Lotus" panose="00000400000000000000" pitchFamily="2" charset="-78"/>
              </a:rPr>
              <a:t>روشی بهینه و سریع برای همسان‌سازی فعال پک باتری مستهلک با استفاده از مبدل ولتاژ</a:t>
            </a:r>
            <a:r>
              <a:rPr lang="en-US" sz="1400" dirty="0">
                <a:cs typeface="B Lotus" panose="00000400000000000000" pitchFamily="2" charset="-78"/>
              </a:rPr>
              <a:t> </a:t>
            </a:r>
            <a:r>
              <a:rPr lang="fa-IR" sz="1400" dirty="0">
                <a:cs typeface="B Lotus" panose="00000400000000000000" pitchFamily="2" charset="-78"/>
              </a:rPr>
              <a:t>دوطرفه با دامنه ولتاژ کاری وسیع و الگوریتم خوشه‌بندی </a:t>
            </a:r>
            <a:r>
              <a:rPr lang="en-US" sz="1400" i="1" dirty="0">
                <a:latin typeface="Times New Roman" panose="02020603050405020304" pitchFamily="18" charset="0"/>
                <a:cs typeface="Times New Roman" panose="02020603050405020304" pitchFamily="18" charset="0"/>
              </a:rPr>
              <a:t>DBSCAN</a:t>
            </a:r>
            <a:endParaRPr lang="en-US" sz="1400" dirty="0">
              <a:latin typeface="Times New Roman" panose="02020603050405020304" pitchFamily="18" charset="0"/>
              <a:cs typeface="Times New Roman" panose="02020603050405020304" pitchFamily="18" charset="0"/>
            </a:endParaRPr>
          </a:p>
        </p:txBody>
      </p:sp>
      <p:sp>
        <p:nvSpPr>
          <p:cNvPr id="26" name="Slide Number Placeholder 3">
            <a:extLst>
              <a:ext uri="{FF2B5EF4-FFF2-40B4-BE49-F238E27FC236}">
                <a16:creationId xmlns="" xmlns:a16="http://schemas.microsoft.com/office/drawing/2014/main" id="{FEFB061F-8AAB-4535-B272-1BA4D5A77191}"/>
              </a:ext>
            </a:extLst>
          </p:cNvPr>
          <p:cNvSpPr txBox="1">
            <a:spLocks/>
          </p:cNvSpPr>
          <p:nvPr/>
        </p:nvSpPr>
        <p:spPr>
          <a:xfrm>
            <a:off x="8965" y="6090313"/>
            <a:ext cx="676835" cy="767687"/>
          </a:xfrm>
          <a:prstGeom prst="rect">
            <a:avLst/>
          </a:prstGeom>
        </p:spPr>
        <p:txBody>
          <a:bodyPr vert="horz" lIns="91440" tIns="45720" rIns="91440" bIns="45720" rtlCol="0" anchor="ctr"/>
          <a:lstStyle>
            <a:defPPr>
              <a:defRPr lang="en-US"/>
            </a:defPPr>
            <a:lvl1pPr marL="0" algn="l" defTabSz="914400" rtl="0" eaLnBrk="1" latinLnBrk="0" hangingPunct="1">
              <a:defRPr sz="1400" b="1" kern="1200">
                <a:solidFill>
                  <a:srgbClr val="FFFFFF"/>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rtl="1"/>
            <a:fld id="{E8ADF199-8047-440E-B02B-E80683B392F2}" type="slidenum">
              <a:rPr lang="fa-IR" sz="1800" smtClean="0">
                <a:solidFill>
                  <a:schemeClr val="tx1"/>
                </a:solidFill>
                <a:cs typeface="B Lotus" panose="00000400000000000000" pitchFamily="2" charset="-78"/>
              </a:rPr>
              <a:pPr rtl="1"/>
              <a:t>43</a:t>
            </a:fld>
            <a:endParaRPr lang="fa-IR" sz="1800" dirty="0">
              <a:solidFill>
                <a:schemeClr val="tx1"/>
              </a:solidFill>
              <a:cs typeface="B Lotus" panose="00000400000000000000" pitchFamily="2" charset="-78"/>
            </a:endParaRPr>
          </a:p>
        </p:txBody>
      </p:sp>
      <p:sp>
        <p:nvSpPr>
          <p:cNvPr id="30" name="Rectangle 29"/>
          <p:cNvSpPr/>
          <p:nvPr/>
        </p:nvSpPr>
        <p:spPr>
          <a:xfrm>
            <a:off x="418672" y="6427113"/>
            <a:ext cx="8725328" cy="430887"/>
          </a:xfrm>
          <a:prstGeom prst="rect">
            <a:avLst/>
          </a:prstGeom>
        </p:spPr>
        <p:txBody>
          <a:bodyPr wrap="square">
            <a:spAutoFit/>
          </a:bodyPr>
          <a:lstStyle/>
          <a:p>
            <a:r>
              <a:rPr lang="en-US" sz="1100" dirty="0"/>
              <a:t>[4]         </a:t>
            </a:r>
            <a:r>
              <a:rPr lang="en-US" sz="1100" dirty="0" err="1"/>
              <a:t>Difrancesco</a:t>
            </a:r>
            <a:r>
              <a:rPr lang="en-US" sz="1100" dirty="0"/>
              <a:t>, Paul-Mark &amp; </a:t>
            </a:r>
            <a:r>
              <a:rPr lang="en-US" sz="1100" dirty="0" err="1"/>
              <a:t>Bonneau</a:t>
            </a:r>
            <a:r>
              <a:rPr lang="en-US" sz="1100" dirty="0"/>
              <a:t>, David &amp; Hutchinson, D.. (2020). The Implications of M3C2 Projection Diameter on 3D Semi-Automated </a:t>
            </a:r>
            <a:r>
              <a:rPr lang="en-US" sz="1100" dirty="0" err="1"/>
              <a:t>Rockfall</a:t>
            </a:r>
            <a:r>
              <a:rPr lang="en-US" sz="1100" dirty="0"/>
              <a:t> Extraction from Sequential Terrestrial Laser Scanning Point Clouds. Remote Sensing. 12. 1885. 10.3390/rs12111885. </a:t>
            </a:r>
            <a:endParaRPr lang="en-US" sz="1100" i="1" dirty="0"/>
          </a:p>
        </p:txBody>
      </p:sp>
    </p:spTree>
    <p:extLst>
      <p:ext uri="{BB962C8B-B14F-4D97-AF65-F5344CB8AC3E}">
        <p14:creationId xmlns:p14="http://schemas.microsoft.com/office/powerpoint/2010/main" val="4142866690"/>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2">
            <a:extLst>
              <a:ext uri="{FF2B5EF4-FFF2-40B4-BE49-F238E27FC236}">
                <a16:creationId xmlns="" xmlns:a16="http://schemas.microsoft.com/office/drawing/2014/main" id="{DBC95E25-1BC4-4BA6-800E-CB747C68872A}"/>
              </a:ext>
            </a:extLst>
          </p:cNvPr>
          <p:cNvSpPr/>
          <p:nvPr/>
        </p:nvSpPr>
        <p:spPr>
          <a:xfrm>
            <a:off x="2055148" y="5955820"/>
            <a:ext cx="4140877" cy="369332"/>
          </a:xfrm>
          <a:prstGeom prst="rect">
            <a:avLst/>
          </a:prstGeom>
        </p:spPr>
        <p:txBody>
          <a:bodyPr wrap="none">
            <a:spAutoFit/>
          </a:bodyPr>
          <a:lstStyle/>
          <a:p>
            <a:pPr algn="ctr" rtl="1"/>
            <a:r>
              <a:rPr lang="fa-IR" dirty="0">
                <a:latin typeface="Times New Roman" panose="02020603050405020304" pitchFamily="18" charset="0"/>
                <a:ea typeface="Calibri" panose="020F0502020204030204" pitchFamily="34" charset="0"/>
                <a:cs typeface="B Lotus" panose="00000400000000000000" pitchFamily="2" charset="-78"/>
              </a:rPr>
              <a:t>شکل 16 نمایی از فرآیند انتقال شارژ سلول به سلول </a:t>
            </a:r>
            <a:r>
              <a:rPr lang="fa-IR" dirty="0">
                <a:solidFill>
                  <a:srgbClr val="61D6FF"/>
                </a:solidFill>
                <a:latin typeface="Times New Roman" panose="02020603050405020304" pitchFamily="18" charset="0"/>
                <a:ea typeface="Calibri" panose="020F0502020204030204" pitchFamily="34" charset="0"/>
                <a:cs typeface="B Lotus" panose="00000400000000000000" pitchFamily="2" charset="-78"/>
              </a:rPr>
              <a:t>[4]</a:t>
            </a:r>
            <a:r>
              <a:rPr lang="fa-IR" dirty="0">
                <a:latin typeface="Times New Roman" panose="02020603050405020304" pitchFamily="18" charset="0"/>
                <a:ea typeface="Calibri" panose="020F0502020204030204" pitchFamily="34" charset="0"/>
                <a:cs typeface="B Lotus" panose="00000400000000000000" pitchFamily="2" charset="-78"/>
              </a:rPr>
              <a:t>.</a:t>
            </a:r>
            <a:endParaRPr lang="en-US" dirty="0"/>
          </a:p>
        </p:txBody>
      </p:sp>
      <p:pic>
        <p:nvPicPr>
          <p:cNvPr id="18" name="Picture 17">
            <a:extLst>
              <a:ext uri="{FF2B5EF4-FFF2-40B4-BE49-F238E27FC236}">
                <a16:creationId xmlns="" xmlns:a16="http://schemas.microsoft.com/office/drawing/2014/main" id="{D6F540C4-43BB-4171-AD37-C1F0B4C57C3E}"/>
              </a:ext>
            </a:extLst>
          </p:cNvPr>
          <p:cNvPicPr/>
          <p:nvPr/>
        </p:nvPicPr>
        <p:blipFill>
          <a:blip r:embed="rId3" cstate="print">
            <a:extLst>
              <a:ext uri="{28A0092B-C50C-407E-A947-70E740481C1C}">
                <a14:useLocalDpi xmlns:a14="http://schemas.microsoft.com/office/drawing/2010/main" val="0"/>
              </a:ext>
            </a:extLst>
          </a:blip>
          <a:stretch>
            <a:fillRect/>
          </a:stretch>
        </p:blipFill>
        <p:spPr>
          <a:xfrm>
            <a:off x="418774" y="1568376"/>
            <a:ext cx="7910548" cy="4387444"/>
          </a:xfrm>
          <a:prstGeom prst="rect">
            <a:avLst/>
          </a:prstGeom>
        </p:spPr>
      </p:pic>
      <p:pic>
        <p:nvPicPr>
          <p:cNvPr id="19" name="Picture 18" descr="پرونده:Azad University logo.png - ویکی‌پدیا، دانشنامهٔ آزاد">
            <a:extLst>
              <a:ext uri="{FF2B5EF4-FFF2-40B4-BE49-F238E27FC236}">
                <a16:creationId xmlns="" xmlns:a16="http://schemas.microsoft.com/office/drawing/2014/main" id="{B260B773-F2C5-485B-BA12-93452E166218}"/>
              </a:ext>
            </a:extLst>
          </p:cNvPr>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8610600" y="0"/>
            <a:ext cx="533400" cy="822959"/>
          </a:xfrm>
          <a:prstGeom prst="rect">
            <a:avLst/>
          </a:prstGeom>
          <a:noFill/>
          <a:ln>
            <a:noFill/>
          </a:ln>
        </p:spPr>
      </p:pic>
      <p:sp>
        <p:nvSpPr>
          <p:cNvPr id="20" name="TextBox 19">
            <a:extLst>
              <a:ext uri="{FF2B5EF4-FFF2-40B4-BE49-F238E27FC236}">
                <a16:creationId xmlns="" xmlns:a16="http://schemas.microsoft.com/office/drawing/2014/main" id="{90C43403-B77E-474E-A638-C5BD6540DB40}"/>
              </a:ext>
            </a:extLst>
          </p:cNvPr>
          <p:cNvSpPr txBox="1"/>
          <p:nvPr/>
        </p:nvSpPr>
        <p:spPr>
          <a:xfrm>
            <a:off x="2648411" y="686668"/>
            <a:ext cx="65" cy="276999"/>
          </a:xfrm>
          <a:prstGeom prst="rect">
            <a:avLst/>
          </a:prstGeom>
          <a:noFill/>
        </p:spPr>
        <p:txBody>
          <a:bodyPr wrap="none" lIns="0" tIns="0" rIns="0" bIns="0" rtlCol="0">
            <a:spAutoFit/>
          </a:bodyPr>
          <a:lstStyle/>
          <a:p>
            <a:endParaRPr lang="en-US" dirty="0"/>
          </a:p>
        </p:txBody>
      </p:sp>
      <p:sp>
        <p:nvSpPr>
          <p:cNvPr id="21" name="Slide Number Placeholder 4">
            <a:extLst>
              <a:ext uri="{FF2B5EF4-FFF2-40B4-BE49-F238E27FC236}">
                <a16:creationId xmlns="" xmlns:a16="http://schemas.microsoft.com/office/drawing/2014/main" id="{27EA69B3-891D-46E8-8004-444EAE0D2017}"/>
              </a:ext>
            </a:extLst>
          </p:cNvPr>
          <p:cNvSpPr>
            <a:spLocks noGrp="1"/>
          </p:cNvSpPr>
          <p:nvPr>
            <p:ph type="sldNum" sz="quarter" idx="12"/>
          </p:nvPr>
        </p:nvSpPr>
        <p:spPr>
          <a:xfrm>
            <a:off x="7620000" y="18288"/>
            <a:ext cx="1066800" cy="329184"/>
          </a:xfrm>
        </p:spPr>
        <p:txBody>
          <a:bodyPr/>
          <a:lstStyle/>
          <a:p>
            <a:fld id="{7FC2E40A-4446-4E2B-B9AD-16F559E28E02}" type="slidenum">
              <a:rPr lang="en-US" smtClean="0"/>
              <a:t>44</a:t>
            </a:fld>
            <a:endParaRPr lang="en-US"/>
          </a:p>
        </p:txBody>
      </p:sp>
      <p:sp>
        <p:nvSpPr>
          <p:cNvPr id="22" name="AutoShape 3"/>
          <p:cNvSpPr>
            <a:spLocks noChangeArrowheads="1"/>
          </p:cNvSpPr>
          <p:nvPr/>
        </p:nvSpPr>
        <p:spPr bwMode="gray">
          <a:xfrm flipH="1">
            <a:off x="2190754" y="54854"/>
            <a:ext cx="2056085" cy="651510"/>
          </a:xfrm>
          <a:prstGeom prst="chevron">
            <a:avLst>
              <a:gd name="adj" fmla="val 17009"/>
            </a:avLst>
          </a:prstGeom>
          <a:gradFill rotWithShape="1">
            <a:gsLst>
              <a:gs pos="0">
                <a:srgbClr val="84B09A">
                  <a:gamma/>
                  <a:shade val="46275"/>
                  <a:invGamma/>
                </a:srgbClr>
              </a:gs>
              <a:gs pos="50000">
                <a:srgbClr val="84B09A"/>
              </a:gs>
              <a:gs pos="100000">
                <a:srgbClr val="84B09A">
                  <a:gamma/>
                  <a:shade val="46275"/>
                  <a:invGamma/>
                </a:srgbClr>
              </a:gs>
            </a:gsLst>
            <a:lin ang="2700000" scaled="1"/>
          </a:gradFill>
          <a:ln w="38100">
            <a:solidFill>
              <a:srgbClr val="EAEAEA"/>
            </a:solidFill>
            <a:miter lim="800000"/>
            <a:headEnd/>
            <a:tailEnd/>
          </a:ln>
          <a:effectLst>
            <a:outerShdw dist="109250" dir="3267739" algn="ctr" rotWithShape="0">
              <a:srgbClr val="333333">
                <a:alpha val="50000"/>
              </a:srgbClr>
            </a:outerShdw>
          </a:effectLst>
        </p:spPr>
        <p:txBody>
          <a:bodyPr wrap="square" anchor="ctr">
            <a:spAutoFit/>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endParaRPr>
          </a:p>
        </p:txBody>
      </p:sp>
      <p:sp>
        <p:nvSpPr>
          <p:cNvPr id="23" name="AutoShape 3"/>
          <p:cNvSpPr>
            <a:spLocks noChangeArrowheads="1"/>
          </p:cNvSpPr>
          <p:nvPr/>
        </p:nvSpPr>
        <p:spPr bwMode="gray">
          <a:xfrm flipH="1">
            <a:off x="148662" y="55997"/>
            <a:ext cx="2057400" cy="649224"/>
          </a:xfrm>
          <a:prstGeom prst="chevron">
            <a:avLst>
              <a:gd name="adj" fmla="val 17009"/>
            </a:avLst>
          </a:prstGeom>
          <a:gradFill rotWithShape="1">
            <a:gsLst>
              <a:gs pos="0">
                <a:srgbClr val="3659EC">
                  <a:gamma/>
                  <a:shade val="46275"/>
                  <a:invGamma/>
                </a:srgbClr>
              </a:gs>
              <a:gs pos="50000">
                <a:srgbClr val="3659EC"/>
              </a:gs>
              <a:gs pos="100000">
                <a:srgbClr val="3659EC">
                  <a:gamma/>
                  <a:shade val="46275"/>
                  <a:invGamma/>
                </a:srgbClr>
              </a:gs>
            </a:gsLst>
            <a:lin ang="2700000" scaled="1"/>
          </a:gradFill>
          <a:ln w="38100">
            <a:solidFill>
              <a:srgbClr val="EAEAEA"/>
            </a:solidFill>
            <a:miter lim="800000"/>
            <a:headEnd/>
            <a:tailEnd/>
          </a:ln>
          <a:effectLst>
            <a:outerShdw dist="109250" dir="3267739" algn="ctr" rotWithShape="0">
              <a:srgbClr val="333333">
                <a:alpha val="50000"/>
              </a:srgbClr>
            </a:outerShdw>
          </a:effectLst>
        </p:spPr>
        <p:txBody>
          <a:bodyPr wrap="square" anchor="ctr">
            <a:spAutoFit/>
          </a:bodyPr>
          <a:lstStyle/>
          <a:p>
            <a:pPr algn="ctr" fontAlgn="base">
              <a:spcBef>
                <a:spcPct val="0"/>
              </a:spcBef>
              <a:spcAft>
                <a:spcPct val="0"/>
              </a:spcAft>
            </a:pPr>
            <a:endParaRPr lang="en-US" kern="0">
              <a:solidFill>
                <a:srgbClr val="3D81BF"/>
              </a:solidFill>
            </a:endParaRPr>
          </a:p>
        </p:txBody>
      </p:sp>
      <p:sp>
        <p:nvSpPr>
          <p:cNvPr id="24" name="Rectangle 23"/>
          <p:cNvSpPr/>
          <p:nvPr/>
        </p:nvSpPr>
        <p:spPr>
          <a:xfrm>
            <a:off x="418672" y="193150"/>
            <a:ext cx="1443038" cy="338554"/>
          </a:xfrm>
          <a:prstGeom prst="rect">
            <a:avLst/>
          </a:prstGeom>
        </p:spPr>
        <p:txBody>
          <a:bodyPr wrap="square">
            <a:spAutoFit/>
          </a:bodyPr>
          <a:lstStyle/>
          <a:p>
            <a:pPr lvl="0" algn="ctr" rtl="1" fontAlgn="base">
              <a:spcBef>
                <a:spcPct val="0"/>
              </a:spcBef>
              <a:spcAft>
                <a:spcPct val="0"/>
              </a:spcAft>
            </a:pPr>
            <a:r>
              <a:rPr lang="fa-IR" sz="1600" b="1" dirty="0">
                <a:solidFill>
                  <a:srgbClr val="FFFFFF"/>
                </a:solidFill>
                <a:latin typeface="Times New Roman" panose="02020603050405020304" pitchFamily="18" charset="0"/>
                <a:cs typeface="B Nazanin" panose="00000400000000000000" pitchFamily="2" charset="-78"/>
              </a:rPr>
              <a:t>مقالات اخیر</a:t>
            </a:r>
            <a:endParaRPr lang="en-US" sz="1600" b="1" dirty="0">
              <a:solidFill>
                <a:srgbClr val="FFFFFF"/>
              </a:solidFill>
              <a:latin typeface="Times New Roman" panose="02020603050405020304" pitchFamily="18" charset="0"/>
              <a:cs typeface="B Nazanin" panose="00000400000000000000" pitchFamily="2" charset="-78"/>
            </a:endParaRPr>
          </a:p>
        </p:txBody>
      </p:sp>
      <p:sp>
        <p:nvSpPr>
          <p:cNvPr id="25" name="Rectangle 24"/>
          <p:cNvSpPr/>
          <p:nvPr/>
        </p:nvSpPr>
        <p:spPr>
          <a:xfrm>
            <a:off x="2393380" y="70040"/>
            <a:ext cx="1600200" cy="584775"/>
          </a:xfrm>
          <a:prstGeom prst="rect">
            <a:avLst/>
          </a:prstGeom>
        </p:spPr>
        <p:txBody>
          <a:bodyPr wrap="square">
            <a:spAutoFit/>
          </a:bodyPr>
          <a:lstStyle/>
          <a:p>
            <a:pPr lvl="0" algn="ctr" rtl="1" fontAlgn="base">
              <a:spcBef>
                <a:spcPct val="0"/>
              </a:spcBef>
              <a:spcAft>
                <a:spcPct val="0"/>
              </a:spcAft>
            </a:pPr>
            <a:r>
              <a:rPr lang="fa-IR" sz="1600" b="1" dirty="0">
                <a:solidFill>
                  <a:srgbClr val="FFFFFF"/>
                </a:solidFill>
                <a:latin typeface="Times New Roman" panose="02020603050405020304" pitchFamily="18" charset="0"/>
                <a:cs typeface="B Nazanin" panose="00000400000000000000" pitchFamily="2" charset="-78"/>
              </a:rPr>
              <a:t>سیستم مدیریت همسان سازی</a:t>
            </a:r>
            <a:endParaRPr lang="en-US" sz="1600" b="1" dirty="0">
              <a:solidFill>
                <a:srgbClr val="FFFFFF"/>
              </a:solidFill>
              <a:latin typeface="Times New Roman" panose="02020603050405020304" pitchFamily="18" charset="0"/>
              <a:cs typeface="B Nazanin" panose="00000400000000000000" pitchFamily="2" charset="-78"/>
            </a:endParaRPr>
          </a:p>
        </p:txBody>
      </p:sp>
      <p:pic>
        <p:nvPicPr>
          <p:cNvPr id="27" name="Picture 26" descr="پرونده:Azad University logo.png - ویکی‌پدیا، دانشنامهٔ آزاد">
            <a:extLst>
              <a:ext uri="{FF2B5EF4-FFF2-40B4-BE49-F238E27FC236}">
                <a16:creationId xmlns="" xmlns:a16="http://schemas.microsoft.com/office/drawing/2014/main" id="{FA988D60-670C-406B-B8FB-D5A0053424E9}"/>
              </a:ext>
            </a:extLst>
          </p:cNvPr>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8610600" y="0"/>
            <a:ext cx="533400" cy="822959"/>
          </a:xfrm>
          <a:prstGeom prst="rect">
            <a:avLst/>
          </a:prstGeom>
          <a:noFill/>
          <a:ln>
            <a:noFill/>
          </a:ln>
        </p:spPr>
      </p:pic>
      <p:sp>
        <p:nvSpPr>
          <p:cNvPr id="28" name="AutoShape 10">
            <a:extLst>
              <a:ext uri="{FF2B5EF4-FFF2-40B4-BE49-F238E27FC236}">
                <a16:creationId xmlns="" xmlns:a16="http://schemas.microsoft.com/office/drawing/2014/main" id="{96E6A76C-5024-445C-8373-4A127C8598B1}"/>
              </a:ext>
            </a:extLst>
          </p:cNvPr>
          <p:cNvSpPr>
            <a:spLocks noChangeArrowheads="1"/>
          </p:cNvSpPr>
          <p:nvPr/>
        </p:nvSpPr>
        <p:spPr bwMode="gray">
          <a:xfrm flipH="1">
            <a:off x="6244699" y="55997"/>
            <a:ext cx="2137301" cy="649224"/>
          </a:xfrm>
          <a:prstGeom prst="chevron">
            <a:avLst>
              <a:gd name="adj" fmla="val 17842"/>
            </a:avLst>
          </a:prstGeom>
          <a:gradFill rotWithShape="1">
            <a:gsLst>
              <a:gs pos="0">
                <a:srgbClr val="84B09A">
                  <a:gamma/>
                  <a:shade val="46275"/>
                  <a:invGamma/>
                </a:srgbClr>
              </a:gs>
              <a:gs pos="50000">
                <a:srgbClr val="84B09A"/>
              </a:gs>
              <a:gs pos="100000">
                <a:srgbClr val="84B09A">
                  <a:gamma/>
                  <a:shade val="46275"/>
                  <a:invGamma/>
                </a:srgbClr>
              </a:gs>
            </a:gsLst>
            <a:lin ang="2700000" scaled="1"/>
          </a:gradFill>
          <a:ln w="38100">
            <a:solidFill>
              <a:srgbClr val="EAEAEA"/>
            </a:solidFill>
            <a:miter lim="800000"/>
            <a:headEnd/>
            <a:tailEnd/>
          </a:ln>
          <a:effectLst>
            <a:outerShdw dist="109250" dir="3267739" algn="ctr" rotWithShape="0">
              <a:srgbClr val="333333">
                <a:alpha val="50000"/>
              </a:srgbClr>
            </a:outerShdw>
          </a:effectLst>
        </p:spPr>
        <p:txBody>
          <a:bodyPr wrap="square" anchor="ctr">
            <a:spAutoFit/>
          </a:bodyPr>
          <a:lstStyle/>
          <a:p>
            <a:pPr algn="ctr" fontAlgn="base">
              <a:spcBef>
                <a:spcPct val="0"/>
              </a:spcBef>
              <a:spcAft>
                <a:spcPct val="0"/>
              </a:spcAft>
            </a:pPr>
            <a:endParaRPr lang="en-US" kern="0">
              <a:solidFill>
                <a:srgbClr val="3D81BF"/>
              </a:solidFill>
            </a:endParaRPr>
          </a:p>
        </p:txBody>
      </p:sp>
      <p:sp>
        <p:nvSpPr>
          <p:cNvPr id="29" name="Rectangle 28">
            <a:extLst>
              <a:ext uri="{FF2B5EF4-FFF2-40B4-BE49-F238E27FC236}">
                <a16:creationId xmlns="" xmlns:a16="http://schemas.microsoft.com/office/drawing/2014/main" id="{BF9CF44D-C94F-4B09-AF24-15EACD7BE0F4}"/>
              </a:ext>
            </a:extLst>
          </p:cNvPr>
          <p:cNvSpPr/>
          <p:nvPr/>
        </p:nvSpPr>
        <p:spPr>
          <a:xfrm>
            <a:off x="6499957" y="197162"/>
            <a:ext cx="1626786" cy="323165"/>
          </a:xfrm>
          <a:prstGeom prst="rect">
            <a:avLst/>
          </a:prstGeom>
        </p:spPr>
        <p:txBody>
          <a:bodyPr wrap="square">
            <a:spAutoFit/>
          </a:bodyPr>
          <a:lstStyle/>
          <a:p>
            <a:pPr lvl="0" algn="ctr" fontAlgn="base">
              <a:spcBef>
                <a:spcPct val="0"/>
              </a:spcBef>
              <a:spcAft>
                <a:spcPct val="0"/>
              </a:spcAft>
              <a:defRPr/>
            </a:pPr>
            <a:r>
              <a:rPr lang="fa-IR" sz="1500" b="1" kern="0" dirty="0" err="1">
                <a:solidFill>
                  <a:srgbClr val="FFFFFF"/>
                </a:solidFill>
                <a:latin typeface="Times New Roman" panose="02020603050405020304" pitchFamily="18" charset="0"/>
                <a:cs typeface="B Nazanin" pitchFamily="2" charset="-78"/>
              </a:rPr>
              <a:t>باتریها</a:t>
            </a:r>
            <a:endParaRPr lang="en-US" sz="1500" b="1" kern="0" dirty="0">
              <a:solidFill>
                <a:srgbClr val="FFFFFF"/>
              </a:solidFill>
              <a:latin typeface="Times New Roman" panose="02020603050405020304" pitchFamily="18" charset="0"/>
              <a:cs typeface="B Nazanin" pitchFamily="2" charset="-78"/>
            </a:endParaRPr>
          </a:p>
        </p:txBody>
      </p:sp>
      <p:sp>
        <p:nvSpPr>
          <p:cNvPr id="31" name="AutoShape 3">
            <a:extLst>
              <a:ext uri="{FF2B5EF4-FFF2-40B4-BE49-F238E27FC236}">
                <a16:creationId xmlns="" xmlns:a16="http://schemas.microsoft.com/office/drawing/2014/main" id="{DBA5C955-0E66-467E-8B5F-EF4EE5F8F3FA}"/>
              </a:ext>
            </a:extLst>
          </p:cNvPr>
          <p:cNvSpPr>
            <a:spLocks noChangeArrowheads="1"/>
          </p:cNvSpPr>
          <p:nvPr/>
        </p:nvSpPr>
        <p:spPr bwMode="gray">
          <a:xfrm flipH="1">
            <a:off x="4215687" y="54854"/>
            <a:ext cx="2056085" cy="651510"/>
          </a:xfrm>
          <a:prstGeom prst="chevron">
            <a:avLst>
              <a:gd name="adj" fmla="val 17009"/>
            </a:avLst>
          </a:prstGeom>
          <a:gradFill rotWithShape="1">
            <a:gsLst>
              <a:gs pos="0">
                <a:srgbClr val="84B09A">
                  <a:gamma/>
                  <a:shade val="46275"/>
                  <a:invGamma/>
                </a:srgbClr>
              </a:gs>
              <a:gs pos="50000">
                <a:srgbClr val="84B09A"/>
              </a:gs>
              <a:gs pos="100000">
                <a:srgbClr val="84B09A">
                  <a:gamma/>
                  <a:shade val="46275"/>
                  <a:invGamma/>
                </a:srgbClr>
              </a:gs>
            </a:gsLst>
            <a:lin ang="2700000" scaled="1"/>
          </a:gradFill>
          <a:ln w="38100">
            <a:solidFill>
              <a:srgbClr val="EAEAEA"/>
            </a:solidFill>
            <a:miter lim="800000"/>
            <a:headEnd/>
            <a:tailEnd/>
          </a:ln>
          <a:effectLst>
            <a:outerShdw dist="109250" dir="3267739" algn="ctr" rotWithShape="0">
              <a:srgbClr val="333333">
                <a:alpha val="50000"/>
              </a:srgbClr>
            </a:outerShdw>
          </a:effectLst>
        </p:spPr>
        <p:txBody>
          <a:bodyPr wrap="square" anchor="ctr">
            <a:spAutoFit/>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endParaRPr>
          </a:p>
        </p:txBody>
      </p:sp>
      <p:sp>
        <p:nvSpPr>
          <p:cNvPr id="32" name="Rectangle 31">
            <a:extLst>
              <a:ext uri="{FF2B5EF4-FFF2-40B4-BE49-F238E27FC236}">
                <a16:creationId xmlns="" xmlns:a16="http://schemas.microsoft.com/office/drawing/2014/main" id="{AC165A2D-60D3-440C-A112-7B419F7E72B2}"/>
              </a:ext>
            </a:extLst>
          </p:cNvPr>
          <p:cNvSpPr/>
          <p:nvPr/>
        </p:nvSpPr>
        <p:spPr>
          <a:xfrm>
            <a:off x="4525250" y="89171"/>
            <a:ext cx="1443038" cy="584775"/>
          </a:xfrm>
          <a:prstGeom prst="rect">
            <a:avLst/>
          </a:prstGeom>
        </p:spPr>
        <p:txBody>
          <a:bodyPr wrap="square">
            <a:spAutoFit/>
          </a:bodyPr>
          <a:lstStyle/>
          <a:p>
            <a:pPr lvl="0" algn="ctr" rtl="1" fontAlgn="base">
              <a:spcBef>
                <a:spcPct val="0"/>
              </a:spcBef>
              <a:spcAft>
                <a:spcPct val="0"/>
              </a:spcAft>
            </a:pPr>
            <a:r>
              <a:rPr lang="fa-IR" sz="1600" b="1" dirty="0">
                <a:solidFill>
                  <a:srgbClr val="FFFFFF"/>
                </a:solidFill>
                <a:latin typeface="Times New Roman" panose="02020603050405020304" pitchFamily="18" charset="0"/>
                <a:cs typeface="B Nazanin" panose="00000400000000000000" pitchFamily="2" charset="-78"/>
              </a:rPr>
              <a:t>سیستم مدیریت باتری</a:t>
            </a:r>
            <a:endParaRPr lang="en-US" sz="1600" b="1" dirty="0">
              <a:solidFill>
                <a:srgbClr val="FFFFFF"/>
              </a:solidFill>
              <a:latin typeface="Times New Roman" panose="02020603050405020304" pitchFamily="18" charset="0"/>
              <a:cs typeface="B Nazanin" panose="00000400000000000000" pitchFamily="2" charset="-78"/>
            </a:endParaRPr>
          </a:p>
        </p:txBody>
      </p:sp>
      <p:sp>
        <p:nvSpPr>
          <p:cNvPr id="33" name="Rounded Rectangle 175">
            <a:extLst>
              <a:ext uri="{FF2B5EF4-FFF2-40B4-BE49-F238E27FC236}">
                <a16:creationId xmlns="" xmlns:a16="http://schemas.microsoft.com/office/drawing/2014/main" id="{AACCE7D9-540A-47B9-8964-41031B797FDD}"/>
              </a:ext>
            </a:extLst>
          </p:cNvPr>
          <p:cNvSpPr/>
          <p:nvPr/>
        </p:nvSpPr>
        <p:spPr bwMode="auto">
          <a:xfrm>
            <a:off x="7124531" y="917675"/>
            <a:ext cx="1486069" cy="498507"/>
          </a:xfrm>
          <a:prstGeom prst="roundRect">
            <a:avLst/>
          </a:prstGeom>
          <a:solidFill>
            <a:srgbClr val="3D81BF">
              <a:lumMod val="75000"/>
            </a:srgbClr>
          </a:solidFill>
          <a:ln w="9525" cap="flat" cmpd="sng" algn="ctr">
            <a:solidFill>
              <a:srgbClr val="000000"/>
            </a:solidFill>
            <a:prstDash val="solid"/>
            <a:round/>
            <a:headEnd type="none" w="med" len="med"/>
            <a:tailEnd type="none" w="med" len="med"/>
          </a:ln>
          <a:effectLst>
            <a:reflection blurRad="6350" stA="50000" endA="300" endPos="55000" dir="5400000" sy="-100000" algn="bl" rotWithShape="0"/>
          </a:effectLst>
          <a:scene3d>
            <a:camera prst="isometricOffAxis2Left"/>
            <a:lightRig rig="threePt" dir="t"/>
          </a:scene3d>
        </p:spPr>
        <p:txBody>
          <a:bodyPr vert="horz" wrap="square" lIns="91440" tIns="45720" rIns="91440" bIns="45720" numCol="1" rtlCol="0" anchor="t" anchorCtr="0" compatLnSpc="1">
            <a:prstTxWarp prst="textNoShape">
              <a:avLst/>
            </a:prstTxWarp>
          </a:bodyPr>
          <a:lstStyle/>
          <a:p>
            <a:pPr lvl="0" algn="ctr" rtl="1" fontAlgn="base">
              <a:spcBef>
                <a:spcPct val="0"/>
              </a:spcBef>
              <a:spcAft>
                <a:spcPct val="0"/>
              </a:spcAft>
            </a:pPr>
            <a:r>
              <a:rPr lang="fa-IR" sz="2400" b="1" dirty="0">
                <a:solidFill>
                  <a:srgbClr val="FFFFFF"/>
                </a:solidFill>
                <a:latin typeface="Times New Roman" panose="02020603050405020304" pitchFamily="18" charset="0"/>
                <a:cs typeface="B Nazanin" panose="00000400000000000000" pitchFamily="2" charset="-78"/>
              </a:rPr>
              <a:t>مقالات اخیر</a:t>
            </a:r>
            <a:endParaRPr lang="en-US" sz="2400" b="1" dirty="0">
              <a:solidFill>
                <a:srgbClr val="FFFFFF"/>
              </a:solidFill>
              <a:latin typeface="Times New Roman" panose="02020603050405020304" pitchFamily="18" charset="0"/>
              <a:cs typeface="B Nazanin" panose="00000400000000000000" pitchFamily="2" charset="-78"/>
            </a:endParaRPr>
          </a:p>
        </p:txBody>
      </p:sp>
      <p:sp>
        <p:nvSpPr>
          <p:cNvPr id="34" name="Rectangle 33"/>
          <p:cNvSpPr/>
          <p:nvPr/>
        </p:nvSpPr>
        <p:spPr>
          <a:xfrm>
            <a:off x="148663" y="916237"/>
            <a:ext cx="6861738" cy="523220"/>
          </a:xfrm>
          <a:prstGeom prst="rect">
            <a:avLst/>
          </a:prstGeom>
        </p:spPr>
        <p:txBody>
          <a:bodyPr wrap="square">
            <a:spAutoFit/>
          </a:bodyPr>
          <a:lstStyle/>
          <a:p>
            <a:pPr algn="r" rtl="1" fontAlgn="base">
              <a:spcBef>
                <a:spcPct val="0"/>
              </a:spcBef>
              <a:spcAft>
                <a:spcPct val="0"/>
              </a:spcAft>
            </a:pPr>
            <a:r>
              <a:rPr lang="fa-IR" sz="1400" dirty="0">
                <a:cs typeface="B Lotus" panose="00000400000000000000" pitchFamily="2" charset="-78"/>
              </a:rPr>
              <a:t>روشی بهینه و سریع برای همسان‌سازی فعال پک باتری مستهلک با استفاده از مبدل ولتاژ</a:t>
            </a:r>
            <a:r>
              <a:rPr lang="en-US" sz="1400" dirty="0">
                <a:cs typeface="B Lotus" panose="00000400000000000000" pitchFamily="2" charset="-78"/>
              </a:rPr>
              <a:t> </a:t>
            </a:r>
            <a:r>
              <a:rPr lang="fa-IR" sz="1400" dirty="0">
                <a:cs typeface="B Lotus" panose="00000400000000000000" pitchFamily="2" charset="-78"/>
              </a:rPr>
              <a:t>دوطرفه با دامنه ولتاژ کاری وسیع و الگوریتم خوشه‌بندی </a:t>
            </a:r>
            <a:r>
              <a:rPr lang="en-US" sz="1400" i="1" dirty="0">
                <a:latin typeface="Times New Roman" panose="02020603050405020304" pitchFamily="18" charset="0"/>
                <a:cs typeface="Times New Roman" panose="02020603050405020304" pitchFamily="18" charset="0"/>
              </a:rPr>
              <a:t>DBSCAN</a:t>
            </a:r>
            <a:endParaRPr lang="en-US" sz="1400" dirty="0">
              <a:latin typeface="Times New Roman" panose="02020603050405020304" pitchFamily="18" charset="0"/>
              <a:cs typeface="Times New Roman" panose="02020603050405020304" pitchFamily="18" charset="0"/>
            </a:endParaRPr>
          </a:p>
        </p:txBody>
      </p:sp>
      <p:sp>
        <p:nvSpPr>
          <p:cNvPr id="26" name="Slide Number Placeholder 3">
            <a:extLst>
              <a:ext uri="{FF2B5EF4-FFF2-40B4-BE49-F238E27FC236}">
                <a16:creationId xmlns="" xmlns:a16="http://schemas.microsoft.com/office/drawing/2014/main" id="{FEFB061F-8AAB-4535-B272-1BA4D5A77191}"/>
              </a:ext>
            </a:extLst>
          </p:cNvPr>
          <p:cNvSpPr txBox="1">
            <a:spLocks/>
          </p:cNvSpPr>
          <p:nvPr/>
        </p:nvSpPr>
        <p:spPr>
          <a:xfrm>
            <a:off x="8965" y="6090313"/>
            <a:ext cx="676835" cy="767687"/>
          </a:xfrm>
          <a:prstGeom prst="rect">
            <a:avLst/>
          </a:prstGeom>
        </p:spPr>
        <p:txBody>
          <a:bodyPr vert="horz" lIns="91440" tIns="45720" rIns="91440" bIns="45720" rtlCol="0" anchor="ctr"/>
          <a:lstStyle>
            <a:defPPr>
              <a:defRPr lang="en-US"/>
            </a:defPPr>
            <a:lvl1pPr marL="0" algn="l" defTabSz="914400" rtl="0" eaLnBrk="1" latinLnBrk="0" hangingPunct="1">
              <a:defRPr sz="1400" b="1" kern="1200">
                <a:solidFill>
                  <a:srgbClr val="FFFFFF"/>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rtl="1"/>
            <a:fld id="{E8ADF199-8047-440E-B02B-E80683B392F2}" type="slidenum">
              <a:rPr lang="fa-IR" sz="1800" smtClean="0">
                <a:solidFill>
                  <a:schemeClr val="tx1"/>
                </a:solidFill>
                <a:cs typeface="B Lotus" panose="00000400000000000000" pitchFamily="2" charset="-78"/>
              </a:rPr>
              <a:pPr rtl="1"/>
              <a:t>44</a:t>
            </a:fld>
            <a:endParaRPr lang="fa-IR" sz="1800" dirty="0">
              <a:solidFill>
                <a:schemeClr val="tx1"/>
              </a:solidFill>
              <a:cs typeface="B Lotus" panose="00000400000000000000" pitchFamily="2" charset="-78"/>
            </a:endParaRPr>
          </a:p>
        </p:txBody>
      </p:sp>
      <p:sp>
        <p:nvSpPr>
          <p:cNvPr id="30" name="Rectangle 29"/>
          <p:cNvSpPr/>
          <p:nvPr/>
        </p:nvSpPr>
        <p:spPr>
          <a:xfrm>
            <a:off x="418672" y="6427113"/>
            <a:ext cx="8725328" cy="430887"/>
          </a:xfrm>
          <a:prstGeom prst="rect">
            <a:avLst/>
          </a:prstGeom>
        </p:spPr>
        <p:txBody>
          <a:bodyPr wrap="square">
            <a:spAutoFit/>
          </a:bodyPr>
          <a:lstStyle/>
          <a:p>
            <a:r>
              <a:rPr lang="en-US" sz="1100" dirty="0"/>
              <a:t>[4]         </a:t>
            </a:r>
            <a:r>
              <a:rPr lang="en-US" sz="1100" dirty="0" err="1"/>
              <a:t>Difrancesco</a:t>
            </a:r>
            <a:r>
              <a:rPr lang="en-US" sz="1100" dirty="0"/>
              <a:t>, Paul-Mark &amp; </a:t>
            </a:r>
            <a:r>
              <a:rPr lang="en-US" sz="1100" dirty="0" err="1"/>
              <a:t>Bonneau</a:t>
            </a:r>
            <a:r>
              <a:rPr lang="en-US" sz="1100" dirty="0"/>
              <a:t>, David &amp; Hutchinson, D.. (2020). The Implications of M3C2 Projection Diameter on 3D Semi-Automated </a:t>
            </a:r>
            <a:r>
              <a:rPr lang="en-US" sz="1100" dirty="0" err="1"/>
              <a:t>Rockfall</a:t>
            </a:r>
            <a:r>
              <a:rPr lang="en-US" sz="1100" dirty="0"/>
              <a:t> Extraction from Sequential Terrestrial Laser Scanning Point Clouds. Remote Sensing. 12. 1885. 10.3390/rs12111885. </a:t>
            </a:r>
            <a:endParaRPr lang="en-US" sz="1100" i="1" dirty="0"/>
          </a:p>
        </p:txBody>
      </p:sp>
    </p:spTree>
    <p:extLst>
      <p:ext uri="{BB962C8B-B14F-4D97-AF65-F5344CB8AC3E}">
        <p14:creationId xmlns:p14="http://schemas.microsoft.com/office/powerpoint/2010/main" val="3629911673"/>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2">
            <a:extLst>
              <a:ext uri="{FF2B5EF4-FFF2-40B4-BE49-F238E27FC236}">
                <a16:creationId xmlns="" xmlns:a16="http://schemas.microsoft.com/office/drawing/2014/main" id="{DBC95E25-1BC4-4BA6-800E-CB747C68872A}"/>
              </a:ext>
            </a:extLst>
          </p:cNvPr>
          <p:cNvSpPr/>
          <p:nvPr/>
        </p:nvSpPr>
        <p:spPr>
          <a:xfrm>
            <a:off x="1969628" y="5875485"/>
            <a:ext cx="4047903" cy="369332"/>
          </a:xfrm>
          <a:prstGeom prst="rect">
            <a:avLst/>
          </a:prstGeom>
        </p:spPr>
        <p:txBody>
          <a:bodyPr wrap="none">
            <a:spAutoFit/>
          </a:bodyPr>
          <a:lstStyle/>
          <a:p>
            <a:pPr algn="ctr" rtl="1"/>
            <a:r>
              <a:rPr lang="fa-IR" dirty="0">
                <a:latin typeface="Times New Roman" panose="02020603050405020304" pitchFamily="18" charset="0"/>
                <a:ea typeface="Calibri" panose="020F0502020204030204" pitchFamily="34" charset="0"/>
                <a:cs typeface="B Lotus" panose="00000400000000000000" pitchFamily="2" charset="-78"/>
              </a:rPr>
              <a:t>شکل 17 نمایی از فرآیند انتقال شارژ گروه به گروه </a:t>
            </a:r>
            <a:r>
              <a:rPr lang="fa-IR" dirty="0">
                <a:solidFill>
                  <a:srgbClr val="61D6FF"/>
                </a:solidFill>
                <a:latin typeface="Times New Roman" panose="02020603050405020304" pitchFamily="18" charset="0"/>
                <a:ea typeface="Calibri" panose="020F0502020204030204" pitchFamily="34" charset="0"/>
                <a:cs typeface="B Lotus" panose="00000400000000000000" pitchFamily="2" charset="-78"/>
              </a:rPr>
              <a:t>[4]</a:t>
            </a:r>
            <a:r>
              <a:rPr lang="fa-IR" dirty="0">
                <a:latin typeface="Times New Roman" panose="02020603050405020304" pitchFamily="18" charset="0"/>
                <a:ea typeface="Calibri" panose="020F0502020204030204" pitchFamily="34" charset="0"/>
                <a:cs typeface="B Lotus" panose="00000400000000000000" pitchFamily="2" charset="-78"/>
              </a:rPr>
              <a:t>.</a:t>
            </a:r>
            <a:endParaRPr lang="en-US" dirty="0"/>
          </a:p>
        </p:txBody>
      </p:sp>
      <p:pic>
        <p:nvPicPr>
          <p:cNvPr id="18" name="Picture 17">
            <a:extLst>
              <a:ext uri="{FF2B5EF4-FFF2-40B4-BE49-F238E27FC236}">
                <a16:creationId xmlns="" xmlns:a16="http://schemas.microsoft.com/office/drawing/2014/main" id="{D6F540C4-43BB-4171-AD37-C1F0B4C57C3E}"/>
              </a:ext>
            </a:extLst>
          </p:cNvPr>
          <p:cNvPicPr/>
          <p:nvPr/>
        </p:nvPicPr>
        <p:blipFill>
          <a:blip r:embed="rId3">
            <a:extLst>
              <a:ext uri="{28A0092B-C50C-407E-A947-70E740481C1C}">
                <a14:useLocalDpi xmlns:a14="http://schemas.microsoft.com/office/drawing/2010/main" val="0"/>
              </a:ext>
            </a:extLst>
          </a:blip>
          <a:stretch>
            <a:fillRect/>
          </a:stretch>
        </p:blipFill>
        <p:spPr>
          <a:xfrm>
            <a:off x="390925" y="1533870"/>
            <a:ext cx="7991075" cy="4375877"/>
          </a:xfrm>
          <a:prstGeom prst="rect">
            <a:avLst/>
          </a:prstGeom>
        </p:spPr>
      </p:pic>
      <p:pic>
        <p:nvPicPr>
          <p:cNvPr id="19" name="Picture 18" descr="پرونده:Azad University logo.png - ویکی‌پدیا، دانشنامهٔ آزاد">
            <a:extLst>
              <a:ext uri="{FF2B5EF4-FFF2-40B4-BE49-F238E27FC236}">
                <a16:creationId xmlns="" xmlns:a16="http://schemas.microsoft.com/office/drawing/2014/main" id="{B260B773-F2C5-485B-BA12-93452E166218}"/>
              </a:ext>
            </a:extLst>
          </p:cNvPr>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8610600" y="0"/>
            <a:ext cx="533400" cy="822959"/>
          </a:xfrm>
          <a:prstGeom prst="rect">
            <a:avLst/>
          </a:prstGeom>
          <a:noFill/>
          <a:ln>
            <a:noFill/>
          </a:ln>
        </p:spPr>
      </p:pic>
      <p:sp>
        <p:nvSpPr>
          <p:cNvPr id="20" name="TextBox 19">
            <a:extLst>
              <a:ext uri="{FF2B5EF4-FFF2-40B4-BE49-F238E27FC236}">
                <a16:creationId xmlns="" xmlns:a16="http://schemas.microsoft.com/office/drawing/2014/main" id="{90C43403-B77E-474E-A638-C5BD6540DB40}"/>
              </a:ext>
            </a:extLst>
          </p:cNvPr>
          <p:cNvSpPr txBox="1"/>
          <p:nvPr/>
        </p:nvSpPr>
        <p:spPr>
          <a:xfrm>
            <a:off x="2648411" y="686668"/>
            <a:ext cx="65" cy="276999"/>
          </a:xfrm>
          <a:prstGeom prst="rect">
            <a:avLst/>
          </a:prstGeom>
          <a:noFill/>
        </p:spPr>
        <p:txBody>
          <a:bodyPr wrap="none" lIns="0" tIns="0" rIns="0" bIns="0" rtlCol="0">
            <a:spAutoFit/>
          </a:bodyPr>
          <a:lstStyle/>
          <a:p>
            <a:endParaRPr lang="en-US" dirty="0"/>
          </a:p>
        </p:txBody>
      </p:sp>
      <p:sp>
        <p:nvSpPr>
          <p:cNvPr id="21" name="Slide Number Placeholder 4">
            <a:extLst>
              <a:ext uri="{FF2B5EF4-FFF2-40B4-BE49-F238E27FC236}">
                <a16:creationId xmlns="" xmlns:a16="http://schemas.microsoft.com/office/drawing/2014/main" id="{27EA69B3-891D-46E8-8004-444EAE0D2017}"/>
              </a:ext>
            </a:extLst>
          </p:cNvPr>
          <p:cNvSpPr>
            <a:spLocks noGrp="1"/>
          </p:cNvSpPr>
          <p:nvPr>
            <p:ph type="sldNum" sz="quarter" idx="12"/>
          </p:nvPr>
        </p:nvSpPr>
        <p:spPr>
          <a:xfrm>
            <a:off x="7620000" y="18288"/>
            <a:ext cx="1066800" cy="329184"/>
          </a:xfrm>
        </p:spPr>
        <p:txBody>
          <a:bodyPr/>
          <a:lstStyle/>
          <a:p>
            <a:fld id="{7FC2E40A-4446-4E2B-B9AD-16F559E28E02}" type="slidenum">
              <a:rPr lang="en-US" smtClean="0"/>
              <a:t>45</a:t>
            </a:fld>
            <a:endParaRPr lang="en-US"/>
          </a:p>
        </p:txBody>
      </p:sp>
      <p:sp>
        <p:nvSpPr>
          <p:cNvPr id="22" name="AutoShape 3"/>
          <p:cNvSpPr>
            <a:spLocks noChangeArrowheads="1"/>
          </p:cNvSpPr>
          <p:nvPr/>
        </p:nvSpPr>
        <p:spPr bwMode="gray">
          <a:xfrm flipH="1">
            <a:off x="2190754" y="54854"/>
            <a:ext cx="2056085" cy="651510"/>
          </a:xfrm>
          <a:prstGeom prst="chevron">
            <a:avLst>
              <a:gd name="adj" fmla="val 17009"/>
            </a:avLst>
          </a:prstGeom>
          <a:gradFill rotWithShape="1">
            <a:gsLst>
              <a:gs pos="0">
                <a:srgbClr val="84B09A">
                  <a:gamma/>
                  <a:shade val="46275"/>
                  <a:invGamma/>
                </a:srgbClr>
              </a:gs>
              <a:gs pos="50000">
                <a:srgbClr val="84B09A"/>
              </a:gs>
              <a:gs pos="100000">
                <a:srgbClr val="84B09A">
                  <a:gamma/>
                  <a:shade val="46275"/>
                  <a:invGamma/>
                </a:srgbClr>
              </a:gs>
            </a:gsLst>
            <a:lin ang="2700000" scaled="1"/>
          </a:gradFill>
          <a:ln w="38100">
            <a:solidFill>
              <a:srgbClr val="EAEAEA"/>
            </a:solidFill>
            <a:miter lim="800000"/>
            <a:headEnd/>
            <a:tailEnd/>
          </a:ln>
          <a:effectLst>
            <a:outerShdw dist="109250" dir="3267739" algn="ctr" rotWithShape="0">
              <a:srgbClr val="333333">
                <a:alpha val="50000"/>
              </a:srgbClr>
            </a:outerShdw>
          </a:effectLst>
        </p:spPr>
        <p:txBody>
          <a:bodyPr wrap="square" anchor="ctr">
            <a:spAutoFit/>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endParaRPr>
          </a:p>
        </p:txBody>
      </p:sp>
      <p:sp>
        <p:nvSpPr>
          <p:cNvPr id="23" name="AutoShape 3"/>
          <p:cNvSpPr>
            <a:spLocks noChangeArrowheads="1"/>
          </p:cNvSpPr>
          <p:nvPr/>
        </p:nvSpPr>
        <p:spPr bwMode="gray">
          <a:xfrm flipH="1">
            <a:off x="148662" y="55997"/>
            <a:ext cx="2057400" cy="649224"/>
          </a:xfrm>
          <a:prstGeom prst="chevron">
            <a:avLst>
              <a:gd name="adj" fmla="val 17009"/>
            </a:avLst>
          </a:prstGeom>
          <a:gradFill rotWithShape="1">
            <a:gsLst>
              <a:gs pos="0">
                <a:srgbClr val="3659EC">
                  <a:gamma/>
                  <a:shade val="46275"/>
                  <a:invGamma/>
                </a:srgbClr>
              </a:gs>
              <a:gs pos="50000">
                <a:srgbClr val="3659EC"/>
              </a:gs>
              <a:gs pos="100000">
                <a:srgbClr val="3659EC">
                  <a:gamma/>
                  <a:shade val="46275"/>
                  <a:invGamma/>
                </a:srgbClr>
              </a:gs>
            </a:gsLst>
            <a:lin ang="2700000" scaled="1"/>
          </a:gradFill>
          <a:ln w="38100">
            <a:solidFill>
              <a:srgbClr val="EAEAEA"/>
            </a:solidFill>
            <a:miter lim="800000"/>
            <a:headEnd/>
            <a:tailEnd/>
          </a:ln>
          <a:effectLst>
            <a:outerShdw dist="109250" dir="3267739" algn="ctr" rotWithShape="0">
              <a:srgbClr val="333333">
                <a:alpha val="50000"/>
              </a:srgbClr>
            </a:outerShdw>
          </a:effectLst>
        </p:spPr>
        <p:txBody>
          <a:bodyPr wrap="square" anchor="ctr">
            <a:spAutoFit/>
          </a:bodyPr>
          <a:lstStyle/>
          <a:p>
            <a:pPr algn="ctr" fontAlgn="base">
              <a:spcBef>
                <a:spcPct val="0"/>
              </a:spcBef>
              <a:spcAft>
                <a:spcPct val="0"/>
              </a:spcAft>
            </a:pPr>
            <a:endParaRPr lang="en-US" kern="0">
              <a:solidFill>
                <a:srgbClr val="3D81BF"/>
              </a:solidFill>
            </a:endParaRPr>
          </a:p>
        </p:txBody>
      </p:sp>
      <p:sp>
        <p:nvSpPr>
          <p:cNvPr id="24" name="Rectangle 23"/>
          <p:cNvSpPr/>
          <p:nvPr/>
        </p:nvSpPr>
        <p:spPr>
          <a:xfrm>
            <a:off x="418672" y="193150"/>
            <a:ext cx="1443038" cy="338554"/>
          </a:xfrm>
          <a:prstGeom prst="rect">
            <a:avLst/>
          </a:prstGeom>
        </p:spPr>
        <p:txBody>
          <a:bodyPr wrap="square">
            <a:spAutoFit/>
          </a:bodyPr>
          <a:lstStyle/>
          <a:p>
            <a:pPr lvl="0" algn="ctr" rtl="1" fontAlgn="base">
              <a:spcBef>
                <a:spcPct val="0"/>
              </a:spcBef>
              <a:spcAft>
                <a:spcPct val="0"/>
              </a:spcAft>
            </a:pPr>
            <a:r>
              <a:rPr lang="fa-IR" sz="1600" b="1" dirty="0">
                <a:solidFill>
                  <a:srgbClr val="FFFFFF"/>
                </a:solidFill>
                <a:latin typeface="Times New Roman" panose="02020603050405020304" pitchFamily="18" charset="0"/>
                <a:cs typeface="B Nazanin" panose="00000400000000000000" pitchFamily="2" charset="-78"/>
              </a:rPr>
              <a:t>مقالات اخیر</a:t>
            </a:r>
            <a:endParaRPr lang="en-US" sz="1600" b="1" dirty="0">
              <a:solidFill>
                <a:srgbClr val="FFFFFF"/>
              </a:solidFill>
              <a:latin typeface="Times New Roman" panose="02020603050405020304" pitchFamily="18" charset="0"/>
              <a:cs typeface="B Nazanin" panose="00000400000000000000" pitchFamily="2" charset="-78"/>
            </a:endParaRPr>
          </a:p>
        </p:txBody>
      </p:sp>
      <p:sp>
        <p:nvSpPr>
          <p:cNvPr id="25" name="Rectangle 24"/>
          <p:cNvSpPr/>
          <p:nvPr/>
        </p:nvSpPr>
        <p:spPr>
          <a:xfrm>
            <a:off x="2393380" y="70040"/>
            <a:ext cx="1600200" cy="584775"/>
          </a:xfrm>
          <a:prstGeom prst="rect">
            <a:avLst/>
          </a:prstGeom>
        </p:spPr>
        <p:txBody>
          <a:bodyPr wrap="square">
            <a:spAutoFit/>
          </a:bodyPr>
          <a:lstStyle/>
          <a:p>
            <a:pPr lvl="0" algn="ctr" rtl="1" fontAlgn="base">
              <a:spcBef>
                <a:spcPct val="0"/>
              </a:spcBef>
              <a:spcAft>
                <a:spcPct val="0"/>
              </a:spcAft>
            </a:pPr>
            <a:r>
              <a:rPr lang="fa-IR" sz="1600" b="1" dirty="0">
                <a:solidFill>
                  <a:srgbClr val="FFFFFF"/>
                </a:solidFill>
                <a:latin typeface="Times New Roman" panose="02020603050405020304" pitchFamily="18" charset="0"/>
                <a:cs typeface="B Nazanin" panose="00000400000000000000" pitchFamily="2" charset="-78"/>
              </a:rPr>
              <a:t>سیستم مدیریت همسان سازی</a:t>
            </a:r>
            <a:endParaRPr lang="en-US" sz="1600" b="1" dirty="0">
              <a:solidFill>
                <a:srgbClr val="FFFFFF"/>
              </a:solidFill>
              <a:latin typeface="Times New Roman" panose="02020603050405020304" pitchFamily="18" charset="0"/>
              <a:cs typeface="B Nazanin" panose="00000400000000000000" pitchFamily="2" charset="-78"/>
            </a:endParaRPr>
          </a:p>
        </p:txBody>
      </p:sp>
      <p:pic>
        <p:nvPicPr>
          <p:cNvPr id="27" name="Picture 26" descr="پرونده:Azad University logo.png - ویکی‌پدیا، دانشنامهٔ آزاد">
            <a:extLst>
              <a:ext uri="{FF2B5EF4-FFF2-40B4-BE49-F238E27FC236}">
                <a16:creationId xmlns="" xmlns:a16="http://schemas.microsoft.com/office/drawing/2014/main" id="{FA988D60-670C-406B-B8FB-D5A0053424E9}"/>
              </a:ext>
            </a:extLst>
          </p:cNvPr>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8610600" y="0"/>
            <a:ext cx="533400" cy="822959"/>
          </a:xfrm>
          <a:prstGeom prst="rect">
            <a:avLst/>
          </a:prstGeom>
          <a:noFill/>
          <a:ln>
            <a:noFill/>
          </a:ln>
        </p:spPr>
      </p:pic>
      <p:sp>
        <p:nvSpPr>
          <p:cNvPr id="28" name="AutoShape 10">
            <a:extLst>
              <a:ext uri="{FF2B5EF4-FFF2-40B4-BE49-F238E27FC236}">
                <a16:creationId xmlns="" xmlns:a16="http://schemas.microsoft.com/office/drawing/2014/main" id="{96E6A76C-5024-445C-8373-4A127C8598B1}"/>
              </a:ext>
            </a:extLst>
          </p:cNvPr>
          <p:cNvSpPr>
            <a:spLocks noChangeArrowheads="1"/>
          </p:cNvSpPr>
          <p:nvPr/>
        </p:nvSpPr>
        <p:spPr bwMode="gray">
          <a:xfrm flipH="1">
            <a:off x="6244699" y="55997"/>
            <a:ext cx="2137301" cy="649224"/>
          </a:xfrm>
          <a:prstGeom prst="chevron">
            <a:avLst>
              <a:gd name="adj" fmla="val 17842"/>
            </a:avLst>
          </a:prstGeom>
          <a:gradFill rotWithShape="1">
            <a:gsLst>
              <a:gs pos="0">
                <a:srgbClr val="84B09A">
                  <a:gamma/>
                  <a:shade val="46275"/>
                  <a:invGamma/>
                </a:srgbClr>
              </a:gs>
              <a:gs pos="50000">
                <a:srgbClr val="84B09A"/>
              </a:gs>
              <a:gs pos="100000">
                <a:srgbClr val="84B09A">
                  <a:gamma/>
                  <a:shade val="46275"/>
                  <a:invGamma/>
                </a:srgbClr>
              </a:gs>
            </a:gsLst>
            <a:lin ang="2700000" scaled="1"/>
          </a:gradFill>
          <a:ln w="38100">
            <a:solidFill>
              <a:srgbClr val="EAEAEA"/>
            </a:solidFill>
            <a:miter lim="800000"/>
            <a:headEnd/>
            <a:tailEnd/>
          </a:ln>
          <a:effectLst>
            <a:outerShdw dist="109250" dir="3267739" algn="ctr" rotWithShape="0">
              <a:srgbClr val="333333">
                <a:alpha val="50000"/>
              </a:srgbClr>
            </a:outerShdw>
          </a:effectLst>
        </p:spPr>
        <p:txBody>
          <a:bodyPr wrap="square" anchor="ctr">
            <a:spAutoFit/>
          </a:bodyPr>
          <a:lstStyle/>
          <a:p>
            <a:pPr algn="ctr" fontAlgn="base">
              <a:spcBef>
                <a:spcPct val="0"/>
              </a:spcBef>
              <a:spcAft>
                <a:spcPct val="0"/>
              </a:spcAft>
            </a:pPr>
            <a:endParaRPr lang="en-US" kern="0">
              <a:solidFill>
                <a:srgbClr val="3D81BF"/>
              </a:solidFill>
            </a:endParaRPr>
          </a:p>
        </p:txBody>
      </p:sp>
      <p:sp>
        <p:nvSpPr>
          <p:cNvPr id="29" name="Rectangle 28">
            <a:extLst>
              <a:ext uri="{FF2B5EF4-FFF2-40B4-BE49-F238E27FC236}">
                <a16:creationId xmlns="" xmlns:a16="http://schemas.microsoft.com/office/drawing/2014/main" id="{BF9CF44D-C94F-4B09-AF24-15EACD7BE0F4}"/>
              </a:ext>
            </a:extLst>
          </p:cNvPr>
          <p:cNvSpPr/>
          <p:nvPr/>
        </p:nvSpPr>
        <p:spPr>
          <a:xfrm>
            <a:off x="6499957" y="197162"/>
            <a:ext cx="1626786" cy="323165"/>
          </a:xfrm>
          <a:prstGeom prst="rect">
            <a:avLst/>
          </a:prstGeom>
        </p:spPr>
        <p:txBody>
          <a:bodyPr wrap="square">
            <a:spAutoFit/>
          </a:bodyPr>
          <a:lstStyle/>
          <a:p>
            <a:pPr lvl="0" algn="ctr" fontAlgn="base">
              <a:spcBef>
                <a:spcPct val="0"/>
              </a:spcBef>
              <a:spcAft>
                <a:spcPct val="0"/>
              </a:spcAft>
              <a:defRPr/>
            </a:pPr>
            <a:r>
              <a:rPr lang="fa-IR" sz="1500" b="1" kern="0" dirty="0" err="1">
                <a:solidFill>
                  <a:srgbClr val="FFFFFF"/>
                </a:solidFill>
                <a:latin typeface="Times New Roman" panose="02020603050405020304" pitchFamily="18" charset="0"/>
                <a:cs typeface="B Nazanin" pitchFamily="2" charset="-78"/>
              </a:rPr>
              <a:t>باتریها</a:t>
            </a:r>
            <a:endParaRPr lang="en-US" sz="1500" b="1" kern="0" dirty="0">
              <a:solidFill>
                <a:srgbClr val="FFFFFF"/>
              </a:solidFill>
              <a:latin typeface="Times New Roman" panose="02020603050405020304" pitchFamily="18" charset="0"/>
              <a:cs typeface="B Nazanin" pitchFamily="2" charset="-78"/>
            </a:endParaRPr>
          </a:p>
        </p:txBody>
      </p:sp>
      <p:sp>
        <p:nvSpPr>
          <p:cNvPr id="31" name="AutoShape 3">
            <a:extLst>
              <a:ext uri="{FF2B5EF4-FFF2-40B4-BE49-F238E27FC236}">
                <a16:creationId xmlns="" xmlns:a16="http://schemas.microsoft.com/office/drawing/2014/main" id="{DBA5C955-0E66-467E-8B5F-EF4EE5F8F3FA}"/>
              </a:ext>
            </a:extLst>
          </p:cNvPr>
          <p:cNvSpPr>
            <a:spLocks noChangeArrowheads="1"/>
          </p:cNvSpPr>
          <p:nvPr/>
        </p:nvSpPr>
        <p:spPr bwMode="gray">
          <a:xfrm flipH="1">
            <a:off x="4215687" y="54854"/>
            <a:ext cx="2056085" cy="651510"/>
          </a:xfrm>
          <a:prstGeom prst="chevron">
            <a:avLst>
              <a:gd name="adj" fmla="val 17009"/>
            </a:avLst>
          </a:prstGeom>
          <a:gradFill rotWithShape="1">
            <a:gsLst>
              <a:gs pos="0">
                <a:srgbClr val="84B09A">
                  <a:gamma/>
                  <a:shade val="46275"/>
                  <a:invGamma/>
                </a:srgbClr>
              </a:gs>
              <a:gs pos="50000">
                <a:srgbClr val="84B09A"/>
              </a:gs>
              <a:gs pos="100000">
                <a:srgbClr val="84B09A">
                  <a:gamma/>
                  <a:shade val="46275"/>
                  <a:invGamma/>
                </a:srgbClr>
              </a:gs>
            </a:gsLst>
            <a:lin ang="2700000" scaled="1"/>
          </a:gradFill>
          <a:ln w="38100">
            <a:solidFill>
              <a:srgbClr val="EAEAEA"/>
            </a:solidFill>
            <a:miter lim="800000"/>
            <a:headEnd/>
            <a:tailEnd/>
          </a:ln>
          <a:effectLst>
            <a:outerShdw dist="109250" dir="3267739" algn="ctr" rotWithShape="0">
              <a:srgbClr val="333333">
                <a:alpha val="50000"/>
              </a:srgbClr>
            </a:outerShdw>
          </a:effectLst>
        </p:spPr>
        <p:txBody>
          <a:bodyPr wrap="square" anchor="ctr">
            <a:spAutoFit/>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endParaRPr>
          </a:p>
        </p:txBody>
      </p:sp>
      <p:sp>
        <p:nvSpPr>
          <p:cNvPr id="32" name="Rectangle 31">
            <a:extLst>
              <a:ext uri="{FF2B5EF4-FFF2-40B4-BE49-F238E27FC236}">
                <a16:creationId xmlns="" xmlns:a16="http://schemas.microsoft.com/office/drawing/2014/main" id="{AC165A2D-60D3-440C-A112-7B419F7E72B2}"/>
              </a:ext>
            </a:extLst>
          </p:cNvPr>
          <p:cNvSpPr/>
          <p:nvPr/>
        </p:nvSpPr>
        <p:spPr>
          <a:xfrm>
            <a:off x="4525250" y="89171"/>
            <a:ext cx="1443038" cy="584775"/>
          </a:xfrm>
          <a:prstGeom prst="rect">
            <a:avLst/>
          </a:prstGeom>
        </p:spPr>
        <p:txBody>
          <a:bodyPr wrap="square">
            <a:spAutoFit/>
          </a:bodyPr>
          <a:lstStyle/>
          <a:p>
            <a:pPr lvl="0" algn="ctr" rtl="1" fontAlgn="base">
              <a:spcBef>
                <a:spcPct val="0"/>
              </a:spcBef>
              <a:spcAft>
                <a:spcPct val="0"/>
              </a:spcAft>
            </a:pPr>
            <a:r>
              <a:rPr lang="fa-IR" sz="1600" b="1" dirty="0">
                <a:solidFill>
                  <a:srgbClr val="FFFFFF"/>
                </a:solidFill>
                <a:latin typeface="Times New Roman" panose="02020603050405020304" pitchFamily="18" charset="0"/>
                <a:cs typeface="B Nazanin" panose="00000400000000000000" pitchFamily="2" charset="-78"/>
              </a:rPr>
              <a:t>سیستم مدیریت باتری</a:t>
            </a:r>
            <a:endParaRPr lang="en-US" sz="1600" b="1" dirty="0">
              <a:solidFill>
                <a:srgbClr val="FFFFFF"/>
              </a:solidFill>
              <a:latin typeface="Times New Roman" panose="02020603050405020304" pitchFamily="18" charset="0"/>
              <a:cs typeface="B Nazanin" panose="00000400000000000000" pitchFamily="2" charset="-78"/>
            </a:endParaRPr>
          </a:p>
        </p:txBody>
      </p:sp>
      <p:sp>
        <p:nvSpPr>
          <p:cNvPr id="33" name="Rounded Rectangle 175">
            <a:extLst>
              <a:ext uri="{FF2B5EF4-FFF2-40B4-BE49-F238E27FC236}">
                <a16:creationId xmlns="" xmlns:a16="http://schemas.microsoft.com/office/drawing/2014/main" id="{AACCE7D9-540A-47B9-8964-41031B797FDD}"/>
              </a:ext>
            </a:extLst>
          </p:cNvPr>
          <p:cNvSpPr/>
          <p:nvPr/>
        </p:nvSpPr>
        <p:spPr bwMode="auto">
          <a:xfrm>
            <a:off x="7124531" y="917675"/>
            <a:ext cx="1486069" cy="498507"/>
          </a:xfrm>
          <a:prstGeom prst="roundRect">
            <a:avLst/>
          </a:prstGeom>
          <a:solidFill>
            <a:srgbClr val="3D81BF">
              <a:lumMod val="75000"/>
            </a:srgbClr>
          </a:solidFill>
          <a:ln w="9525" cap="flat" cmpd="sng" algn="ctr">
            <a:solidFill>
              <a:srgbClr val="000000"/>
            </a:solidFill>
            <a:prstDash val="solid"/>
            <a:round/>
            <a:headEnd type="none" w="med" len="med"/>
            <a:tailEnd type="none" w="med" len="med"/>
          </a:ln>
          <a:effectLst>
            <a:reflection blurRad="6350" stA="50000" endA="300" endPos="55000" dir="5400000" sy="-100000" algn="bl" rotWithShape="0"/>
          </a:effectLst>
          <a:scene3d>
            <a:camera prst="isometricOffAxis2Left"/>
            <a:lightRig rig="threePt" dir="t"/>
          </a:scene3d>
        </p:spPr>
        <p:txBody>
          <a:bodyPr vert="horz" wrap="square" lIns="91440" tIns="45720" rIns="91440" bIns="45720" numCol="1" rtlCol="0" anchor="t" anchorCtr="0" compatLnSpc="1">
            <a:prstTxWarp prst="textNoShape">
              <a:avLst/>
            </a:prstTxWarp>
          </a:bodyPr>
          <a:lstStyle/>
          <a:p>
            <a:pPr lvl="0" algn="ctr" rtl="1" fontAlgn="base">
              <a:spcBef>
                <a:spcPct val="0"/>
              </a:spcBef>
              <a:spcAft>
                <a:spcPct val="0"/>
              </a:spcAft>
            </a:pPr>
            <a:r>
              <a:rPr lang="fa-IR" sz="2400" b="1" dirty="0">
                <a:solidFill>
                  <a:srgbClr val="FFFFFF"/>
                </a:solidFill>
                <a:latin typeface="Times New Roman" panose="02020603050405020304" pitchFamily="18" charset="0"/>
                <a:cs typeface="B Nazanin" panose="00000400000000000000" pitchFamily="2" charset="-78"/>
              </a:rPr>
              <a:t>مقالات اخیر</a:t>
            </a:r>
            <a:endParaRPr lang="en-US" sz="2400" b="1" dirty="0">
              <a:solidFill>
                <a:srgbClr val="FFFFFF"/>
              </a:solidFill>
              <a:latin typeface="Times New Roman" panose="02020603050405020304" pitchFamily="18" charset="0"/>
              <a:cs typeface="B Nazanin" panose="00000400000000000000" pitchFamily="2" charset="-78"/>
            </a:endParaRPr>
          </a:p>
        </p:txBody>
      </p:sp>
      <p:sp>
        <p:nvSpPr>
          <p:cNvPr id="34" name="Rectangle 33"/>
          <p:cNvSpPr/>
          <p:nvPr/>
        </p:nvSpPr>
        <p:spPr>
          <a:xfrm>
            <a:off x="148663" y="916237"/>
            <a:ext cx="6861738" cy="523220"/>
          </a:xfrm>
          <a:prstGeom prst="rect">
            <a:avLst/>
          </a:prstGeom>
        </p:spPr>
        <p:txBody>
          <a:bodyPr wrap="square">
            <a:spAutoFit/>
          </a:bodyPr>
          <a:lstStyle/>
          <a:p>
            <a:pPr algn="r" rtl="1" fontAlgn="base">
              <a:spcBef>
                <a:spcPct val="0"/>
              </a:spcBef>
              <a:spcAft>
                <a:spcPct val="0"/>
              </a:spcAft>
            </a:pPr>
            <a:r>
              <a:rPr lang="fa-IR" sz="1400" dirty="0">
                <a:cs typeface="B Lotus" panose="00000400000000000000" pitchFamily="2" charset="-78"/>
              </a:rPr>
              <a:t>روشی بهینه و سریع برای همسان‌سازی فعال پک باتری مستهلک با استفاده از مبدل ولتاژ</a:t>
            </a:r>
            <a:r>
              <a:rPr lang="en-US" sz="1400" dirty="0">
                <a:cs typeface="B Lotus" panose="00000400000000000000" pitchFamily="2" charset="-78"/>
              </a:rPr>
              <a:t> </a:t>
            </a:r>
            <a:r>
              <a:rPr lang="fa-IR" sz="1400" dirty="0">
                <a:cs typeface="B Lotus" panose="00000400000000000000" pitchFamily="2" charset="-78"/>
              </a:rPr>
              <a:t>دوطرفه با دامنه ولتاژ کاری وسیع و الگوریتم خوشه‌بندی </a:t>
            </a:r>
            <a:r>
              <a:rPr lang="en-US" sz="1400" i="1" dirty="0">
                <a:latin typeface="Times New Roman" panose="02020603050405020304" pitchFamily="18" charset="0"/>
                <a:cs typeface="Times New Roman" panose="02020603050405020304" pitchFamily="18" charset="0"/>
              </a:rPr>
              <a:t>DBSCAN</a:t>
            </a:r>
            <a:endParaRPr lang="en-US" sz="1400" dirty="0">
              <a:latin typeface="Times New Roman" panose="02020603050405020304" pitchFamily="18" charset="0"/>
              <a:cs typeface="Times New Roman" panose="02020603050405020304" pitchFamily="18" charset="0"/>
            </a:endParaRPr>
          </a:p>
        </p:txBody>
      </p:sp>
      <p:sp>
        <p:nvSpPr>
          <p:cNvPr id="26" name="Slide Number Placeholder 3">
            <a:extLst>
              <a:ext uri="{FF2B5EF4-FFF2-40B4-BE49-F238E27FC236}">
                <a16:creationId xmlns="" xmlns:a16="http://schemas.microsoft.com/office/drawing/2014/main" id="{FEFB061F-8AAB-4535-B272-1BA4D5A77191}"/>
              </a:ext>
            </a:extLst>
          </p:cNvPr>
          <p:cNvSpPr txBox="1">
            <a:spLocks/>
          </p:cNvSpPr>
          <p:nvPr/>
        </p:nvSpPr>
        <p:spPr>
          <a:xfrm>
            <a:off x="8965" y="6090313"/>
            <a:ext cx="676835" cy="767687"/>
          </a:xfrm>
          <a:prstGeom prst="rect">
            <a:avLst/>
          </a:prstGeom>
        </p:spPr>
        <p:txBody>
          <a:bodyPr vert="horz" lIns="91440" tIns="45720" rIns="91440" bIns="45720" rtlCol="0" anchor="ctr"/>
          <a:lstStyle>
            <a:defPPr>
              <a:defRPr lang="en-US"/>
            </a:defPPr>
            <a:lvl1pPr marL="0" algn="l" defTabSz="914400" rtl="0" eaLnBrk="1" latinLnBrk="0" hangingPunct="1">
              <a:defRPr sz="1400" b="1" kern="1200">
                <a:solidFill>
                  <a:srgbClr val="FFFFFF"/>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rtl="1"/>
            <a:fld id="{E8ADF199-8047-440E-B02B-E80683B392F2}" type="slidenum">
              <a:rPr lang="fa-IR" sz="1800" smtClean="0">
                <a:solidFill>
                  <a:schemeClr val="tx1"/>
                </a:solidFill>
                <a:cs typeface="B Lotus" panose="00000400000000000000" pitchFamily="2" charset="-78"/>
              </a:rPr>
              <a:pPr rtl="1"/>
              <a:t>45</a:t>
            </a:fld>
            <a:endParaRPr lang="fa-IR" sz="1800" dirty="0">
              <a:solidFill>
                <a:schemeClr val="tx1"/>
              </a:solidFill>
              <a:cs typeface="B Lotus" panose="00000400000000000000" pitchFamily="2" charset="-78"/>
            </a:endParaRPr>
          </a:p>
        </p:txBody>
      </p:sp>
      <p:sp>
        <p:nvSpPr>
          <p:cNvPr id="30" name="Rectangle 29"/>
          <p:cNvSpPr/>
          <p:nvPr/>
        </p:nvSpPr>
        <p:spPr>
          <a:xfrm>
            <a:off x="418672" y="6427113"/>
            <a:ext cx="8725328" cy="430887"/>
          </a:xfrm>
          <a:prstGeom prst="rect">
            <a:avLst/>
          </a:prstGeom>
        </p:spPr>
        <p:txBody>
          <a:bodyPr wrap="square">
            <a:spAutoFit/>
          </a:bodyPr>
          <a:lstStyle/>
          <a:p>
            <a:r>
              <a:rPr lang="en-US" sz="1100" dirty="0"/>
              <a:t>[4]         </a:t>
            </a:r>
            <a:r>
              <a:rPr lang="en-US" sz="1100" dirty="0" err="1"/>
              <a:t>Difrancesco</a:t>
            </a:r>
            <a:r>
              <a:rPr lang="en-US" sz="1100" dirty="0"/>
              <a:t>, Paul-Mark &amp; </a:t>
            </a:r>
            <a:r>
              <a:rPr lang="en-US" sz="1100" dirty="0" err="1"/>
              <a:t>Bonneau</a:t>
            </a:r>
            <a:r>
              <a:rPr lang="en-US" sz="1100" dirty="0"/>
              <a:t>, David &amp; Hutchinson, D.. (2020). The Implications of M3C2 Projection Diameter on 3D Semi-Automated </a:t>
            </a:r>
            <a:r>
              <a:rPr lang="en-US" sz="1100" dirty="0" err="1"/>
              <a:t>Rockfall</a:t>
            </a:r>
            <a:r>
              <a:rPr lang="en-US" sz="1100" dirty="0"/>
              <a:t> Extraction from Sequential Terrestrial Laser Scanning Point Clouds. Remote Sensing. 12. 1885. 10.3390/rs12111885. </a:t>
            </a:r>
            <a:endParaRPr lang="en-US" sz="1100" i="1" dirty="0"/>
          </a:p>
        </p:txBody>
      </p:sp>
    </p:spTree>
    <p:extLst>
      <p:ext uri="{BB962C8B-B14F-4D97-AF65-F5344CB8AC3E}">
        <p14:creationId xmlns:p14="http://schemas.microsoft.com/office/powerpoint/2010/main" val="2922627455"/>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4" name="Rectangle 23"/>
          <p:cNvSpPr/>
          <p:nvPr/>
        </p:nvSpPr>
        <p:spPr>
          <a:xfrm>
            <a:off x="863258" y="5564865"/>
            <a:ext cx="7323980" cy="369332"/>
          </a:xfrm>
          <a:prstGeom prst="rect">
            <a:avLst/>
          </a:prstGeom>
        </p:spPr>
        <p:txBody>
          <a:bodyPr wrap="square">
            <a:spAutoFit/>
          </a:bodyPr>
          <a:lstStyle/>
          <a:p>
            <a:pPr algn="ctr" rtl="1"/>
            <a:r>
              <a:rPr lang="fa-IR" dirty="0">
                <a:latin typeface="Times New Roman" panose="02020603050405020304" pitchFamily="18" charset="0"/>
                <a:ea typeface="Calibri" panose="020F0502020204030204" pitchFamily="34" charset="0"/>
                <a:cs typeface="B Lotus" panose="00000400000000000000" pitchFamily="2" charset="-78"/>
              </a:rPr>
              <a:t>ارزیابی نتایج پیاده سازی عملی روش های ذکر شده در به همراه زمان محاسباتی و همسان سازی </a:t>
            </a:r>
            <a:r>
              <a:rPr lang="fa-IR" dirty="0">
                <a:solidFill>
                  <a:srgbClr val="61D6FF"/>
                </a:solidFill>
                <a:latin typeface="Times New Roman" panose="02020603050405020304" pitchFamily="18" charset="0"/>
                <a:cs typeface="B Lotus" panose="00000400000000000000" pitchFamily="2" charset="-78"/>
              </a:rPr>
              <a:t>[3]</a:t>
            </a:r>
            <a:r>
              <a:rPr lang="fa-IR" dirty="0">
                <a:latin typeface="Times New Roman" panose="02020603050405020304" pitchFamily="18" charset="0"/>
                <a:cs typeface="B Lotus" panose="00000400000000000000" pitchFamily="2" charset="-78"/>
              </a:rPr>
              <a:t>.</a:t>
            </a:r>
            <a:endParaRPr lang="en-US" dirty="0"/>
          </a:p>
        </p:txBody>
      </p:sp>
      <p:sp>
        <p:nvSpPr>
          <p:cNvPr id="23" name="AutoShape 3"/>
          <p:cNvSpPr>
            <a:spLocks noChangeArrowheads="1"/>
          </p:cNvSpPr>
          <p:nvPr/>
        </p:nvSpPr>
        <p:spPr bwMode="gray">
          <a:xfrm flipH="1">
            <a:off x="2190754" y="54854"/>
            <a:ext cx="2056085" cy="651510"/>
          </a:xfrm>
          <a:prstGeom prst="chevron">
            <a:avLst>
              <a:gd name="adj" fmla="val 17009"/>
            </a:avLst>
          </a:prstGeom>
          <a:gradFill rotWithShape="1">
            <a:gsLst>
              <a:gs pos="0">
                <a:srgbClr val="84B09A">
                  <a:gamma/>
                  <a:shade val="46275"/>
                  <a:invGamma/>
                </a:srgbClr>
              </a:gs>
              <a:gs pos="50000">
                <a:srgbClr val="84B09A"/>
              </a:gs>
              <a:gs pos="100000">
                <a:srgbClr val="84B09A">
                  <a:gamma/>
                  <a:shade val="46275"/>
                  <a:invGamma/>
                </a:srgbClr>
              </a:gs>
            </a:gsLst>
            <a:lin ang="2700000" scaled="1"/>
          </a:gradFill>
          <a:ln w="38100">
            <a:solidFill>
              <a:srgbClr val="EAEAEA"/>
            </a:solidFill>
            <a:miter lim="800000"/>
            <a:headEnd/>
            <a:tailEnd/>
          </a:ln>
          <a:effectLst>
            <a:outerShdw dist="109250" dir="3267739" algn="ctr" rotWithShape="0">
              <a:srgbClr val="333333">
                <a:alpha val="50000"/>
              </a:srgbClr>
            </a:outerShdw>
          </a:effectLst>
        </p:spPr>
        <p:txBody>
          <a:bodyPr wrap="square" anchor="ctr">
            <a:spAutoFit/>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endParaRPr>
          </a:p>
        </p:txBody>
      </p:sp>
      <p:sp>
        <p:nvSpPr>
          <p:cNvPr id="25" name="AutoShape 3"/>
          <p:cNvSpPr>
            <a:spLocks noChangeArrowheads="1"/>
          </p:cNvSpPr>
          <p:nvPr/>
        </p:nvSpPr>
        <p:spPr bwMode="gray">
          <a:xfrm flipH="1">
            <a:off x="148662" y="55997"/>
            <a:ext cx="2057400" cy="649224"/>
          </a:xfrm>
          <a:prstGeom prst="chevron">
            <a:avLst>
              <a:gd name="adj" fmla="val 17009"/>
            </a:avLst>
          </a:prstGeom>
          <a:gradFill rotWithShape="1">
            <a:gsLst>
              <a:gs pos="0">
                <a:srgbClr val="3659EC">
                  <a:gamma/>
                  <a:shade val="46275"/>
                  <a:invGamma/>
                </a:srgbClr>
              </a:gs>
              <a:gs pos="50000">
                <a:srgbClr val="3659EC"/>
              </a:gs>
              <a:gs pos="100000">
                <a:srgbClr val="3659EC">
                  <a:gamma/>
                  <a:shade val="46275"/>
                  <a:invGamma/>
                </a:srgbClr>
              </a:gs>
            </a:gsLst>
            <a:lin ang="2700000" scaled="1"/>
          </a:gradFill>
          <a:ln w="38100">
            <a:solidFill>
              <a:srgbClr val="EAEAEA"/>
            </a:solidFill>
            <a:miter lim="800000"/>
            <a:headEnd/>
            <a:tailEnd/>
          </a:ln>
          <a:effectLst>
            <a:outerShdw dist="109250" dir="3267739" algn="ctr" rotWithShape="0">
              <a:srgbClr val="333333">
                <a:alpha val="50000"/>
              </a:srgbClr>
            </a:outerShdw>
          </a:effectLst>
        </p:spPr>
        <p:txBody>
          <a:bodyPr wrap="square" anchor="ctr">
            <a:spAutoFit/>
          </a:bodyPr>
          <a:lstStyle/>
          <a:p>
            <a:pPr algn="ctr" fontAlgn="base">
              <a:spcBef>
                <a:spcPct val="0"/>
              </a:spcBef>
              <a:spcAft>
                <a:spcPct val="0"/>
              </a:spcAft>
            </a:pPr>
            <a:endParaRPr lang="en-US" kern="0">
              <a:solidFill>
                <a:srgbClr val="3D81BF"/>
              </a:solidFill>
            </a:endParaRPr>
          </a:p>
        </p:txBody>
      </p:sp>
      <p:sp>
        <p:nvSpPr>
          <p:cNvPr id="27" name="Rectangle 26"/>
          <p:cNvSpPr/>
          <p:nvPr/>
        </p:nvSpPr>
        <p:spPr>
          <a:xfrm>
            <a:off x="418672" y="193150"/>
            <a:ext cx="1443038" cy="338554"/>
          </a:xfrm>
          <a:prstGeom prst="rect">
            <a:avLst/>
          </a:prstGeom>
        </p:spPr>
        <p:txBody>
          <a:bodyPr wrap="square">
            <a:spAutoFit/>
          </a:bodyPr>
          <a:lstStyle/>
          <a:p>
            <a:pPr lvl="0" algn="ctr" rtl="1" fontAlgn="base">
              <a:spcBef>
                <a:spcPct val="0"/>
              </a:spcBef>
              <a:spcAft>
                <a:spcPct val="0"/>
              </a:spcAft>
            </a:pPr>
            <a:r>
              <a:rPr lang="fa-IR" sz="1600" b="1" dirty="0">
                <a:solidFill>
                  <a:srgbClr val="FFFFFF"/>
                </a:solidFill>
                <a:latin typeface="Times New Roman" panose="02020603050405020304" pitchFamily="18" charset="0"/>
                <a:cs typeface="B Nazanin" panose="00000400000000000000" pitchFamily="2" charset="-78"/>
              </a:rPr>
              <a:t>مقالات اخیر</a:t>
            </a:r>
            <a:endParaRPr lang="en-US" sz="1600" b="1" dirty="0">
              <a:solidFill>
                <a:srgbClr val="FFFFFF"/>
              </a:solidFill>
              <a:latin typeface="Times New Roman" panose="02020603050405020304" pitchFamily="18" charset="0"/>
              <a:cs typeface="B Nazanin" panose="00000400000000000000" pitchFamily="2" charset="-78"/>
            </a:endParaRPr>
          </a:p>
        </p:txBody>
      </p:sp>
      <p:sp>
        <p:nvSpPr>
          <p:cNvPr id="28" name="Rectangle 27"/>
          <p:cNvSpPr/>
          <p:nvPr/>
        </p:nvSpPr>
        <p:spPr>
          <a:xfrm>
            <a:off x="2393380" y="70040"/>
            <a:ext cx="1600200" cy="584775"/>
          </a:xfrm>
          <a:prstGeom prst="rect">
            <a:avLst/>
          </a:prstGeom>
        </p:spPr>
        <p:txBody>
          <a:bodyPr wrap="square">
            <a:spAutoFit/>
          </a:bodyPr>
          <a:lstStyle/>
          <a:p>
            <a:pPr lvl="0" algn="ctr" rtl="1" fontAlgn="base">
              <a:spcBef>
                <a:spcPct val="0"/>
              </a:spcBef>
              <a:spcAft>
                <a:spcPct val="0"/>
              </a:spcAft>
            </a:pPr>
            <a:r>
              <a:rPr lang="fa-IR" sz="1600" b="1" dirty="0">
                <a:solidFill>
                  <a:srgbClr val="FFFFFF"/>
                </a:solidFill>
                <a:latin typeface="Times New Roman" panose="02020603050405020304" pitchFamily="18" charset="0"/>
                <a:cs typeface="B Nazanin" panose="00000400000000000000" pitchFamily="2" charset="-78"/>
              </a:rPr>
              <a:t>سیستم مدیریت همسان سازی</a:t>
            </a:r>
            <a:endParaRPr lang="en-US" sz="1600" b="1" dirty="0">
              <a:solidFill>
                <a:srgbClr val="FFFFFF"/>
              </a:solidFill>
              <a:latin typeface="Times New Roman" panose="02020603050405020304" pitchFamily="18" charset="0"/>
              <a:cs typeface="B Nazanin" panose="00000400000000000000" pitchFamily="2" charset="-78"/>
            </a:endParaRPr>
          </a:p>
        </p:txBody>
      </p:sp>
      <p:pic>
        <p:nvPicPr>
          <p:cNvPr id="29" name="Picture 28" descr="پرونده:Azad University logo.png - ویکی‌پدیا، دانشنامهٔ آزاد">
            <a:extLst>
              <a:ext uri="{FF2B5EF4-FFF2-40B4-BE49-F238E27FC236}">
                <a16:creationId xmlns="" xmlns:a16="http://schemas.microsoft.com/office/drawing/2014/main" id="{FA988D60-670C-406B-B8FB-D5A0053424E9}"/>
              </a:ext>
            </a:extLst>
          </p:cNvPr>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8610600" y="0"/>
            <a:ext cx="533400" cy="822959"/>
          </a:xfrm>
          <a:prstGeom prst="rect">
            <a:avLst/>
          </a:prstGeom>
          <a:noFill/>
          <a:ln>
            <a:noFill/>
          </a:ln>
        </p:spPr>
      </p:pic>
      <p:sp>
        <p:nvSpPr>
          <p:cNvPr id="33" name="AutoShape 10">
            <a:extLst>
              <a:ext uri="{FF2B5EF4-FFF2-40B4-BE49-F238E27FC236}">
                <a16:creationId xmlns="" xmlns:a16="http://schemas.microsoft.com/office/drawing/2014/main" id="{96E6A76C-5024-445C-8373-4A127C8598B1}"/>
              </a:ext>
            </a:extLst>
          </p:cNvPr>
          <p:cNvSpPr>
            <a:spLocks noChangeArrowheads="1"/>
          </p:cNvSpPr>
          <p:nvPr/>
        </p:nvSpPr>
        <p:spPr bwMode="gray">
          <a:xfrm flipH="1">
            <a:off x="6244699" y="55997"/>
            <a:ext cx="2137301" cy="649224"/>
          </a:xfrm>
          <a:prstGeom prst="chevron">
            <a:avLst>
              <a:gd name="adj" fmla="val 17842"/>
            </a:avLst>
          </a:prstGeom>
          <a:gradFill rotWithShape="1">
            <a:gsLst>
              <a:gs pos="0">
                <a:srgbClr val="84B09A">
                  <a:gamma/>
                  <a:shade val="46275"/>
                  <a:invGamma/>
                </a:srgbClr>
              </a:gs>
              <a:gs pos="50000">
                <a:srgbClr val="84B09A"/>
              </a:gs>
              <a:gs pos="100000">
                <a:srgbClr val="84B09A">
                  <a:gamma/>
                  <a:shade val="46275"/>
                  <a:invGamma/>
                </a:srgbClr>
              </a:gs>
            </a:gsLst>
            <a:lin ang="2700000" scaled="1"/>
          </a:gradFill>
          <a:ln w="38100">
            <a:solidFill>
              <a:srgbClr val="EAEAEA"/>
            </a:solidFill>
            <a:miter lim="800000"/>
            <a:headEnd/>
            <a:tailEnd/>
          </a:ln>
          <a:effectLst>
            <a:outerShdw dist="109250" dir="3267739" algn="ctr" rotWithShape="0">
              <a:srgbClr val="333333">
                <a:alpha val="50000"/>
              </a:srgbClr>
            </a:outerShdw>
          </a:effectLst>
        </p:spPr>
        <p:txBody>
          <a:bodyPr wrap="square" anchor="ctr">
            <a:spAutoFit/>
          </a:bodyPr>
          <a:lstStyle/>
          <a:p>
            <a:pPr algn="ctr" fontAlgn="base">
              <a:spcBef>
                <a:spcPct val="0"/>
              </a:spcBef>
              <a:spcAft>
                <a:spcPct val="0"/>
              </a:spcAft>
            </a:pPr>
            <a:endParaRPr lang="en-US" kern="0">
              <a:solidFill>
                <a:srgbClr val="3D81BF"/>
              </a:solidFill>
            </a:endParaRPr>
          </a:p>
        </p:txBody>
      </p:sp>
      <p:sp>
        <p:nvSpPr>
          <p:cNvPr id="34" name="Rectangle 33">
            <a:extLst>
              <a:ext uri="{FF2B5EF4-FFF2-40B4-BE49-F238E27FC236}">
                <a16:creationId xmlns="" xmlns:a16="http://schemas.microsoft.com/office/drawing/2014/main" id="{BF9CF44D-C94F-4B09-AF24-15EACD7BE0F4}"/>
              </a:ext>
            </a:extLst>
          </p:cNvPr>
          <p:cNvSpPr/>
          <p:nvPr/>
        </p:nvSpPr>
        <p:spPr>
          <a:xfrm>
            <a:off x="6499957" y="197162"/>
            <a:ext cx="1626786" cy="323165"/>
          </a:xfrm>
          <a:prstGeom prst="rect">
            <a:avLst/>
          </a:prstGeom>
        </p:spPr>
        <p:txBody>
          <a:bodyPr wrap="square">
            <a:spAutoFit/>
          </a:bodyPr>
          <a:lstStyle/>
          <a:p>
            <a:pPr lvl="0" algn="ctr" fontAlgn="base">
              <a:spcBef>
                <a:spcPct val="0"/>
              </a:spcBef>
              <a:spcAft>
                <a:spcPct val="0"/>
              </a:spcAft>
              <a:defRPr/>
            </a:pPr>
            <a:r>
              <a:rPr lang="fa-IR" sz="1500" b="1" kern="0" dirty="0" err="1">
                <a:solidFill>
                  <a:srgbClr val="FFFFFF"/>
                </a:solidFill>
                <a:latin typeface="Times New Roman" panose="02020603050405020304" pitchFamily="18" charset="0"/>
                <a:cs typeface="B Nazanin" pitchFamily="2" charset="-78"/>
              </a:rPr>
              <a:t>باتریها</a:t>
            </a:r>
            <a:endParaRPr lang="en-US" sz="1500" b="1" kern="0" dirty="0">
              <a:solidFill>
                <a:srgbClr val="FFFFFF"/>
              </a:solidFill>
              <a:latin typeface="Times New Roman" panose="02020603050405020304" pitchFamily="18" charset="0"/>
              <a:cs typeface="B Nazanin" pitchFamily="2" charset="-78"/>
            </a:endParaRPr>
          </a:p>
        </p:txBody>
      </p:sp>
      <p:sp>
        <p:nvSpPr>
          <p:cNvPr id="35" name="AutoShape 3">
            <a:extLst>
              <a:ext uri="{FF2B5EF4-FFF2-40B4-BE49-F238E27FC236}">
                <a16:creationId xmlns="" xmlns:a16="http://schemas.microsoft.com/office/drawing/2014/main" id="{DBA5C955-0E66-467E-8B5F-EF4EE5F8F3FA}"/>
              </a:ext>
            </a:extLst>
          </p:cNvPr>
          <p:cNvSpPr>
            <a:spLocks noChangeArrowheads="1"/>
          </p:cNvSpPr>
          <p:nvPr/>
        </p:nvSpPr>
        <p:spPr bwMode="gray">
          <a:xfrm flipH="1">
            <a:off x="4215687" y="54854"/>
            <a:ext cx="2056085" cy="651510"/>
          </a:xfrm>
          <a:prstGeom prst="chevron">
            <a:avLst>
              <a:gd name="adj" fmla="val 17009"/>
            </a:avLst>
          </a:prstGeom>
          <a:gradFill rotWithShape="1">
            <a:gsLst>
              <a:gs pos="0">
                <a:srgbClr val="84B09A">
                  <a:gamma/>
                  <a:shade val="46275"/>
                  <a:invGamma/>
                </a:srgbClr>
              </a:gs>
              <a:gs pos="50000">
                <a:srgbClr val="84B09A"/>
              </a:gs>
              <a:gs pos="100000">
                <a:srgbClr val="84B09A">
                  <a:gamma/>
                  <a:shade val="46275"/>
                  <a:invGamma/>
                </a:srgbClr>
              </a:gs>
            </a:gsLst>
            <a:lin ang="2700000" scaled="1"/>
          </a:gradFill>
          <a:ln w="38100">
            <a:solidFill>
              <a:srgbClr val="EAEAEA"/>
            </a:solidFill>
            <a:miter lim="800000"/>
            <a:headEnd/>
            <a:tailEnd/>
          </a:ln>
          <a:effectLst>
            <a:outerShdw dist="109250" dir="3267739" algn="ctr" rotWithShape="0">
              <a:srgbClr val="333333">
                <a:alpha val="50000"/>
              </a:srgbClr>
            </a:outerShdw>
          </a:effectLst>
        </p:spPr>
        <p:txBody>
          <a:bodyPr wrap="square" anchor="ctr">
            <a:spAutoFit/>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endParaRPr>
          </a:p>
        </p:txBody>
      </p:sp>
      <p:sp>
        <p:nvSpPr>
          <p:cNvPr id="36" name="Rectangle 35">
            <a:extLst>
              <a:ext uri="{FF2B5EF4-FFF2-40B4-BE49-F238E27FC236}">
                <a16:creationId xmlns="" xmlns:a16="http://schemas.microsoft.com/office/drawing/2014/main" id="{AC165A2D-60D3-440C-A112-7B419F7E72B2}"/>
              </a:ext>
            </a:extLst>
          </p:cNvPr>
          <p:cNvSpPr/>
          <p:nvPr/>
        </p:nvSpPr>
        <p:spPr>
          <a:xfrm>
            <a:off x="4525250" y="89171"/>
            <a:ext cx="1443038" cy="584775"/>
          </a:xfrm>
          <a:prstGeom prst="rect">
            <a:avLst/>
          </a:prstGeom>
        </p:spPr>
        <p:txBody>
          <a:bodyPr wrap="square">
            <a:spAutoFit/>
          </a:bodyPr>
          <a:lstStyle/>
          <a:p>
            <a:pPr lvl="0" algn="ctr" rtl="1" fontAlgn="base">
              <a:spcBef>
                <a:spcPct val="0"/>
              </a:spcBef>
              <a:spcAft>
                <a:spcPct val="0"/>
              </a:spcAft>
            </a:pPr>
            <a:r>
              <a:rPr lang="fa-IR" sz="1600" b="1" dirty="0">
                <a:solidFill>
                  <a:srgbClr val="FFFFFF"/>
                </a:solidFill>
                <a:latin typeface="Times New Roman" panose="02020603050405020304" pitchFamily="18" charset="0"/>
                <a:cs typeface="B Nazanin" panose="00000400000000000000" pitchFamily="2" charset="-78"/>
              </a:rPr>
              <a:t>سیستم مدیریت باتری</a:t>
            </a:r>
            <a:endParaRPr lang="en-US" sz="1600" b="1" dirty="0">
              <a:solidFill>
                <a:srgbClr val="FFFFFF"/>
              </a:solidFill>
              <a:latin typeface="Times New Roman" panose="02020603050405020304" pitchFamily="18" charset="0"/>
              <a:cs typeface="B Nazanin" panose="00000400000000000000" pitchFamily="2" charset="-78"/>
            </a:endParaRPr>
          </a:p>
        </p:txBody>
      </p:sp>
      <p:sp>
        <p:nvSpPr>
          <p:cNvPr id="22" name="Slide Number Placeholder 3">
            <a:extLst>
              <a:ext uri="{FF2B5EF4-FFF2-40B4-BE49-F238E27FC236}">
                <a16:creationId xmlns="" xmlns:a16="http://schemas.microsoft.com/office/drawing/2014/main" id="{FEFB061F-8AAB-4535-B272-1BA4D5A77191}"/>
              </a:ext>
            </a:extLst>
          </p:cNvPr>
          <p:cNvSpPr txBox="1">
            <a:spLocks/>
          </p:cNvSpPr>
          <p:nvPr/>
        </p:nvSpPr>
        <p:spPr>
          <a:xfrm>
            <a:off x="8965" y="6090313"/>
            <a:ext cx="676835" cy="767687"/>
          </a:xfrm>
          <a:prstGeom prst="rect">
            <a:avLst/>
          </a:prstGeom>
        </p:spPr>
        <p:txBody>
          <a:bodyPr vert="horz" lIns="91440" tIns="45720" rIns="91440" bIns="45720" rtlCol="0" anchor="ctr"/>
          <a:lstStyle>
            <a:defPPr>
              <a:defRPr lang="en-US"/>
            </a:defPPr>
            <a:lvl1pPr marL="0" algn="l" defTabSz="914400" rtl="0" eaLnBrk="1" latinLnBrk="0" hangingPunct="1">
              <a:defRPr sz="1400" b="1" kern="1200">
                <a:solidFill>
                  <a:srgbClr val="FFFFFF"/>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rtl="1"/>
            <a:fld id="{E8ADF199-8047-440E-B02B-E80683B392F2}" type="slidenum">
              <a:rPr lang="fa-IR" sz="1800" smtClean="0">
                <a:solidFill>
                  <a:schemeClr val="tx1"/>
                </a:solidFill>
                <a:cs typeface="B Lotus" panose="00000400000000000000" pitchFamily="2" charset="-78"/>
              </a:rPr>
              <a:pPr rtl="1"/>
              <a:t>46</a:t>
            </a:fld>
            <a:endParaRPr lang="fa-IR" sz="1800" dirty="0">
              <a:solidFill>
                <a:schemeClr val="tx1"/>
              </a:solidFill>
              <a:cs typeface="B Lotus" panose="00000400000000000000" pitchFamily="2" charset="-78"/>
            </a:endParaRPr>
          </a:p>
        </p:txBody>
      </p:sp>
      <p:graphicFrame>
        <p:nvGraphicFramePr>
          <p:cNvPr id="20" name="Table 19"/>
          <p:cNvGraphicFramePr>
            <a:graphicFrameLocks noGrp="1"/>
          </p:cNvGraphicFramePr>
          <p:nvPr>
            <p:extLst>
              <p:ext uri="{D42A27DB-BD31-4B8C-83A1-F6EECF244321}">
                <p14:modId xmlns:p14="http://schemas.microsoft.com/office/powerpoint/2010/main" val="3139358488"/>
              </p:ext>
            </p:extLst>
          </p:nvPr>
        </p:nvGraphicFramePr>
        <p:xfrm>
          <a:off x="543584" y="2516206"/>
          <a:ext cx="7963329" cy="2873493"/>
        </p:xfrm>
        <a:graphic>
          <a:graphicData uri="http://schemas.openxmlformats.org/drawingml/2006/table">
            <a:tbl>
              <a:tblPr rtl="1" firstRow="1" firstCol="1" bandRow="1"/>
              <a:tblGrid>
                <a:gridCol w="2629692">
                  <a:extLst>
                    <a:ext uri="{9D8B030D-6E8A-4147-A177-3AD203B41FA5}">
                      <a16:colId xmlns="" xmlns:a16="http://schemas.microsoft.com/office/drawing/2014/main" val="20001"/>
                    </a:ext>
                  </a:extLst>
                </a:gridCol>
                <a:gridCol w="1355663">
                  <a:extLst>
                    <a:ext uri="{9D8B030D-6E8A-4147-A177-3AD203B41FA5}">
                      <a16:colId xmlns="" xmlns:a16="http://schemas.microsoft.com/office/drawing/2014/main" val="20002"/>
                    </a:ext>
                  </a:extLst>
                </a:gridCol>
                <a:gridCol w="1220095">
                  <a:extLst>
                    <a:ext uri="{9D8B030D-6E8A-4147-A177-3AD203B41FA5}">
                      <a16:colId xmlns="" xmlns:a16="http://schemas.microsoft.com/office/drawing/2014/main" val="20003"/>
                    </a:ext>
                  </a:extLst>
                </a:gridCol>
                <a:gridCol w="1525120">
                  <a:extLst>
                    <a:ext uri="{9D8B030D-6E8A-4147-A177-3AD203B41FA5}">
                      <a16:colId xmlns="" xmlns:a16="http://schemas.microsoft.com/office/drawing/2014/main" val="20004"/>
                    </a:ext>
                  </a:extLst>
                </a:gridCol>
                <a:gridCol w="1232759">
                  <a:extLst>
                    <a:ext uri="{9D8B030D-6E8A-4147-A177-3AD203B41FA5}">
                      <a16:colId xmlns="" xmlns:a16="http://schemas.microsoft.com/office/drawing/2014/main" val="20005"/>
                    </a:ext>
                  </a:extLst>
                </a:gridCol>
              </a:tblGrid>
              <a:tr h="1245850">
                <a:tc>
                  <a:txBody>
                    <a:bodyPr/>
                    <a:lstStyle/>
                    <a:p>
                      <a:pPr marL="0" marR="0" indent="182880" algn="ctr" defTabSz="914400" rtl="1" eaLnBrk="1" latinLnBrk="0" hangingPunct="1">
                        <a:spcBef>
                          <a:spcPts val="600"/>
                        </a:spcBef>
                        <a:spcAft>
                          <a:spcPts val="600"/>
                        </a:spcAft>
                      </a:pPr>
                      <a:r>
                        <a:rPr lang="fa-IR" sz="1400" i="0" kern="1200" dirty="0">
                          <a:solidFill>
                            <a:schemeClr val="tx1"/>
                          </a:solidFill>
                          <a:effectLst/>
                          <a:latin typeface="Times New Roman" panose="02020603050405020304" pitchFamily="18" charset="0"/>
                          <a:ea typeface="Calibri" panose="020F0502020204030204" pitchFamily="34" charset="0"/>
                          <a:cs typeface="B Lotus" panose="00000400000000000000" pitchFamily="2" charset="-78"/>
                        </a:rPr>
                        <a:t>                                     پارامتر</a:t>
                      </a:r>
                      <a:endParaRPr lang="en-US" sz="1400" i="0" kern="1200" dirty="0">
                        <a:solidFill>
                          <a:schemeClr val="tx1"/>
                        </a:solidFill>
                        <a:effectLst/>
                        <a:latin typeface="Times New Roman" panose="02020603050405020304" pitchFamily="18" charset="0"/>
                        <a:ea typeface="Calibri" panose="020F0502020204030204" pitchFamily="34" charset="0"/>
                        <a:cs typeface="B Lotus" panose="00000400000000000000" pitchFamily="2" charset="-78"/>
                      </a:endParaRPr>
                    </a:p>
                    <a:p>
                      <a:pPr marL="0" marR="0" indent="182880" algn="ctr" defTabSz="914400" rtl="1" eaLnBrk="1" latinLnBrk="0" hangingPunct="1">
                        <a:spcBef>
                          <a:spcPts val="600"/>
                        </a:spcBef>
                        <a:spcAft>
                          <a:spcPts val="600"/>
                        </a:spcAft>
                      </a:pPr>
                      <a:r>
                        <a:rPr lang="fa-IR" sz="1400" i="0" kern="1200" dirty="0">
                          <a:solidFill>
                            <a:schemeClr val="tx1"/>
                          </a:solidFill>
                          <a:effectLst/>
                          <a:latin typeface="Times New Roman" panose="02020603050405020304" pitchFamily="18" charset="0"/>
                          <a:ea typeface="Calibri" panose="020F0502020204030204" pitchFamily="34" charset="0"/>
                          <a:cs typeface="B Lotus" panose="00000400000000000000" pitchFamily="2" charset="-78"/>
                        </a:rPr>
                        <a:t> </a:t>
                      </a:r>
                      <a:endParaRPr lang="en-US" sz="1400" i="0" kern="1200" dirty="0">
                        <a:solidFill>
                          <a:schemeClr val="tx1"/>
                        </a:solidFill>
                        <a:effectLst/>
                        <a:latin typeface="Times New Roman" panose="02020603050405020304" pitchFamily="18" charset="0"/>
                        <a:ea typeface="Calibri" panose="020F0502020204030204" pitchFamily="34" charset="0"/>
                        <a:cs typeface="B Lotus" panose="00000400000000000000" pitchFamily="2" charset="-78"/>
                      </a:endParaRPr>
                    </a:p>
                    <a:p>
                      <a:pPr marL="0" marR="0" indent="182880" algn="r" defTabSz="914400" rtl="1" eaLnBrk="1" latinLnBrk="0" hangingPunct="1">
                        <a:spcBef>
                          <a:spcPts val="600"/>
                        </a:spcBef>
                        <a:spcAft>
                          <a:spcPts val="600"/>
                        </a:spcAft>
                      </a:pPr>
                      <a:r>
                        <a:rPr lang="fa-IR" sz="1400" i="0" kern="1200" dirty="0">
                          <a:solidFill>
                            <a:schemeClr val="tx1"/>
                          </a:solidFill>
                          <a:effectLst/>
                          <a:latin typeface="Times New Roman" panose="02020603050405020304" pitchFamily="18" charset="0"/>
                          <a:ea typeface="Calibri" panose="020F0502020204030204" pitchFamily="34" charset="0"/>
                          <a:cs typeface="B Lotus" panose="00000400000000000000" pitchFamily="2" charset="-78"/>
                        </a:rPr>
                        <a:t>روش</a:t>
                      </a:r>
                      <a:endParaRPr lang="en-US" sz="1400" i="0" kern="1200" dirty="0">
                        <a:solidFill>
                          <a:schemeClr val="tx1"/>
                        </a:solidFill>
                        <a:effectLst/>
                        <a:latin typeface="Times New Roman" panose="02020603050405020304" pitchFamily="18" charset="0"/>
                        <a:ea typeface="Calibri" panose="020F0502020204030204" pitchFamily="34" charset="0"/>
                        <a:cs typeface="B Lotus" panose="00000400000000000000" pitchFamily="2" charset="-78"/>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ap="flat" cmpd="sng" algn="ctr">
                      <a:solidFill>
                        <a:schemeClr val="tx1"/>
                      </a:solidFill>
                      <a:prstDash val="solid"/>
                      <a:round/>
                      <a:headEnd type="none" w="med" len="med"/>
                      <a:tailEnd type="none" w="med" len="med"/>
                    </a:lnTlToBr>
                    <a:solidFill>
                      <a:schemeClr val="accent6">
                        <a:lumMod val="60000"/>
                        <a:lumOff val="40000"/>
                      </a:schemeClr>
                    </a:solidFill>
                  </a:tcPr>
                </a:tc>
                <a:tc>
                  <a:txBody>
                    <a:bodyPr/>
                    <a:lstStyle/>
                    <a:p>
                      <a:pPr marL="0" marR="0" indent="182880" algn="ctr" defTabSz="914400" rtl="1" eaLnBrk="1" latinLnBrk="0" hangingPunct="1">
                        <a:spcBef>
                          <a:spcPts val="600"/>
                        </a:spcBef>
                        <a:spcAft>
                          <a:spcPts val="600"/>
                        </a:spcAft>
                      </a:pPr>
                      <a:r>
                        <a:rPr lang="fa-IR" sz="1400" i="0" kern="1200" dirty="0">
                          <a:solidFill>
                            <a:schemeClr val="tx1"/>
                          </a:solidFill>
                          <a:effectLst/>
                          <a:latin typeface="Times New Roman" panose="02020603050405020304" pitchFamily="18" charset="0"/>
                          <a:ea typeface="Calibri" panose="020F0502020204030204" pitchFamily="34" charset="0"/>
                          <a:cs typeface="B Lotus" panose="00000400000000000000" pitchFamily="2" charset="-78"/>
                        </a:rPr>
                        <a:t>زمان محاسباتی (</a:t>
                      </a:r>
                      <a:r>
                        <a:rPr lang="en-US" sz="1400" i="0" kern="1200" dirty="0">
                          <a:solidFill>
                            <a:schemeClr val="tx1"/>
                          </a:solidFill>
                          <a:effectLst/>
                          <a:latin typeface="Times New Roman" panose="02020603050405020304" pitchFamily="18" charset="0"/>
                          <a:ea typeface="Calibri" panose="020F0502020204030204" pitchFamily="34" charset="0"/>
                          <a:cs typeface="B Lotus" panose="00000400000000000000" pitchFamily="2" charset="-78"/>
                        </a:rPr>
                        <a:t>s</a:t>
                      </a:r>
                      <a:r>
                        <a:rPr lang="fa-IR" sz="1400" i="0" kern="1200" dirty="0">
                          <a:solidFill>
                            <a:schemeClr val="tx1"/>
                          </a:solidFill>
                          <a:effectLst/>
                          <a:latin typeface="Times New Roman" panose="02020603050405020304" pitchFamily="18" charset="0"/>
                          <a:ea typeface="Calibri" panose="020F0502020204030204" pitchFamily="34" charset="0"/>
                          <a:cs typeface="B Lotus" panose="00000400000000000000" pitchFamily="2" charset="-78"/>
                        </a:rPr>
                        <a:t>)</a:t>
                      </a:r>
                      <a:endParaRPr lang="en-US" sz="1400" i="0" kern="1200" dirty="0">
                        <a:solidFill>
                          <a:schemeClr val="tx1"/>
                        </a:solidFill>
                        <a:effectLst/>
                        <a:latin typeface="Times New Roman" panose="02020603050405020304" pitchFamily="18" charset="0"/>
                        <a:ea typeface="Calibri" panose="020F0502020204030204" pitchFamily="34" charset="0"/>
                        <a:cs typeface="B Lotus" panose="00000400000000000000" pitchFamily="2" charset="-78"/>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chemeClr val="accent6">
                        <a:lumMod val="60000"/>
                        <a:lumOff val="40000"/>
                      </a:schemeClr>
                    </a:solidFill>
                  </a:tcPr>
                </a:tc>
                <a:tc>
                  <a:txBody>
                    <a:bodyPr/>
                    <a:lstStyle/>
                    <a:p>
                      <a:pPr marL="0" marR="0" indent="182880" algn="ctr" defTabSz="914400" rtl="1" eaLnBrk="1" latinLnBrk="0" hangingPunct="1">
                        <a:spcBef>
                          <a:spcPts val="600"/>
                        </a:spcBef>
                        <a:spcAft>
                          <a:spcPts val="600"/>
                        </a:spcAft>
                      </a:pPr>
                      <a:r>
                        <a:rPr lang="fa-IR" sz="1400" i="0" kern="1200" dirty="0">
                          <a:solidFill>
                            <a:schemeClr val="tx1"/>
                          </a:solidFill>
                          <a:effectLst/>
                          <a:latin typeface="Times New Roman" panose="02020603050405020304" pitchFamily="18" charset="0"/>
                          <a:ea typeface="Calibri" panose="020F0502020204030204" pitchFamily="34" charset="0"/>
                          <a:cs typeface="B Lotus" panose="00000400000000000000" pitchFamily="2" charset="-78"/>
                        </a:rPr>
                        <a:t>زمان همسان‌سازی (</a:t>
                      </a:r>
                      <a:r>
                        <a:rPr lang="en-US" sz="1400" i="0" kern="1200" dirty="0">
                          <a:solidFill>
                            <a:schemeClr val="tx1"/>
                          </a:solidFill>
                          <a:effectLst/>
                          <a:latin typeface="Times New Roman" panose="02020603050405020304" pitchFamily="18" charset="0"/>
                          <a:ea typeface="Calibri" panose="020F0502020204030204" pitchFamily="34" charset="0"/>
                          <a:cs typeface="B Lotus" panose="00000400000000000000" pitchFamily="2" charset="-78"/>
                        </a:rPr>
                        <a:t>s</a:t>
                      </a:r>
                      <a:r>
                        <a:rPr lang="fa-IR" sz="1400" i="0" kern="1200" dirty="0">
                          <a:solidFill>
                            <a:schemeClr val="tx1"/>
                          </a:solidFill>
                          <a:effectLst/>
                          <a:latin typeface="Times New Roman" panose="02020603050405020304" pitchFamily="18" charset="0"/>
                          <a:ea typeface="Calibri" panose="020F0502020204030204" pitchFamily="34" charset="0"/>
                          <a:cs typeface="B Lotus" panose="00000400000000000000" pitchFamily="2" charset="-78"/>
                        </a:rPr>
                        <a:t>)</a:t>
                      </a:r>
                      <a:endParaRPr lang="en-US" sz="1400" i="0" kern="1200" dirty="0">
                        <a:solidFill>
                          <a:schemeClr val="tx1"/>
                        </a:solidFill>
                        <a:effectLst/>
                        <a:latin typeface="Times New Roman" panose="02020603050405020304" pitchFamily="18" charset="0"/>
                        <a:ea typeface="Calibri" panose="020F0502020204030204" pitchFamily="34" charset="0"/>
                        <a:cs typeface="B Lotus" panose="00000400000000000000" pitchFamily="2" charset="-78"/>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chemeClr val="accent6">
                        <a:lumMod val="60000"/>
                        <a:lumOff val="40000"/>
                      </a:schemeClr>
                    </a:solidFill>
                  </a:tcPr>
                </a:tc>
                <a:tc>
                  <a:txBody>
                    <a:bodyPr/>
                    <a:lstStyle/>
                    <a:p>
                      <a:pPr marL="0" marR="0" indent="182880" algn="ctr" defTabSz="914400" rtl="1" eaLnBrk="1" latinLnBrk="0" hangingPunct="1">
                        <a:spcBef>
                          <a:spcPts val="600"/>
                        </a:spcBef>
                        <a:spcAft>
                          <a:spcPts val="600"/>
                        </a:spcAft>
                      </a:pPr>
                      <a:r>
                        <a:rPr lang="fa-IR" sz="1400" i="0" kern="1200" dirty="0">
                          <a:solidFill>
                            <a:schemeClr val="tx1"/>
                          </a:solidFill>
                          <a:effectLst/>
                          <a:latin typeface="Times New Roman" panose="02020603050405020304" pitchFamily="18" charset="0"/>
                          <a:ea typeface="Calibri" panose="020F0502020204030204" pitchFamily="34" charset="0"/>
                          <a:cs typeface="B Lotus" panose="00000400000000000000" pitchFamily="2" charset="-78"/>
                        </a:rPr>
                        <a:t>ظرفیت قابل استفاده (</a:t>
                      </a:r>
                      <a:r>
                        <a:rPr lang="en-US" sz="1400" i="0" kern="1200" dirty="0">
                          <a:solidFill>
                            <a:schemeClr val="tx1"/>
                          </a:solidFill>
                          <a:effectLst/>
                          <a:latin typeface="Times New Roman" panose="02020603050405020304" pitchFamily="18" charset="0"/>
                          <a:ea typeface="Calibri" panose="020F0502020204030204" pitchFamily="34" charset="0"/>
                          <a:cs typeface="B Lotus" panose="00000400000000000000" pitchFamily="2" charset="-78"/>
                        </a:rPr>
                        <a:t>Ah</a:t>
                      </a:r>
                      <a:r>
                        <a:rPr lang="fa-IR" sz="1400" i="0" kern="1200" dirty="0">
                          <a:solidFill>
                            <a:schemeClr val="tx1"/>
                          </a:solidFill>
                          <a:effectLst/>
                          <a:latin typeface="Times New Roman" panose="02020603050405020304" pitchFamily="18" charset="0"/>
                          <a:ea typeface="Calibri" panose="020F0502020204030204" pitchFamily="34" charset="0"/>
                          <a:cs typeface="B Lotus" panose="00000400000000000000" pitchFamily="2" charset="-78"/>
                        </a:rPr>
                        <a:t>)</a:t>
                      </a:r>
                      <a:endParaRPr lang="en-US" sz="1400" i="0" kern="1200" dirty="0">
                        <a:solidFill>
                          <a:schemeClr val="tx1"/>
                        </a:solidFill>
                        <a:effectLst/>
                        <a:latin typeface="Times New Roman" panose="02020603050405020304" pitchFamily="18" charset="0"/>
                        <a:ea typeface="Calibri" panose="020F0502020204030204" pitchFamily="34" charset="0"/>
                        <a:cs typeface="B Lotus" panose="00000400000000000000" pitchFamily="2" charset="-78"/>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chemeClr val="accent6">
                        <a:lumMod val="60000"/>
                        <a:lumOff val="40000"/>
                      </a:schemeClr>
                    </a:solidFill>
                  </a:tcPr>
                </a:tc>
                <a:tc>
                  <a:txBody>
                    <a:bodyPr/>
                    <a:lstStyle/>
                    <a:p>
                      <a:pPr marL="0" marR="0" indent="182880" algn="ctr" defTabSz="914400" rtl="1" eaLnBrk="1" latinLnBrk="0" hangingPunct="1">
                        <a:spcBef>
                          <a:spcPts val="600"/>
                        </a:spcBef>
                        <a:spcAft>
                          <a:spcPts val="600"/>
                        </a:spcAft>
                      </a:pPr>
                      <a:r>
                        <a:rPr lang="fa-IR" sz="1400" i="0" kern="1200" dirty="0">
                          <a:solidFill>
                            <a:schemeClr val="tx1"/>
                          </a:solidFill>
                          <a:effectLst/>
                          <a:latin typeface="Times New Roman" panose="02020603050405020304" pitchFamily="18" charset="0"/>
                          <a:ea typeface="Calibri" panose="020F0502020204030204" pitchFamily="34" charset="0"/>
                          <a:cs typeface="B Lotus" panose="00000400000000000000" pitchFamily="2" charset="-78"/>
                        </a:rPr>
                        <a:t>نسبت ظرفیت کل به ظرفیت قابل استفاده (%)</a:t>
                      </a:r>
                      <a:endParaRPr lang="en-US" sz="1400" i="0" kern="1200" dirty="0">
                        <a:solidFill>
                          <a:schemeClr val="tx1"/>
                        </a:solidFill>
                        <a:effectLst/>
                        <a:latin typeface="Times New Roman" panose="02020603050405020304" pitchFamily="18" charset="0"/>
                        <a:ea typeface="Calibri" panose="020F0502020204030204" pitchFamily="34" charset="0"/>
                        <a:cs typeface="B Lotus" panose="00000400000000000000" pitchFamily="2" charset="-78"/>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chemeClr val="accent6">
                        <a:lumMod val="60000"/>
                        <a:lumOff val="40000"/>
                      </a:schemeClr>
                    </a:solidFill>
                  </a:tcPr>
                </a:tc>
                <a:extLst>
                  <a:ext uri="{0D108BD9-81ED-4DB2-BD59-A6C34878D82A}">
                    <a16:rowId xmlns="" xmlns:a16="http://schemas.microsoft.com/office/drawing/2014/main" val="10000"/>
                  </a:ext>
                </a:extLst>
              </a:tr>
              <a:tr h="502359">
                <a:tc>
                  <a:txBody>
                    <a:bodyPr/>
                    <a:lstStyle/>
                    <a:p>
                      <a:pPr marL="0" marR="0" indent="182880" algn="ctr" defTabSz="914400" rtl="1" eaLnBrk="1" latinLnBrk="0" hangingPunct="1">
                        <a:spcBef>
                          <a:spcPts val="600"/>
                        </a:spcBef>
                        <a:spcAft>
                          <a:spcPts val="600"/>
                        </a:spcAft>
                      </a:pPr>
                      <a:r>
                        <a:rPr lang="fa-IR" sz="1400" i="0" kern="1200" dirty="0">
                          <a:solidFill>
                            <a:schemeClr val="tx1"/>
                          </a:solidFill>
                          <a:effectLst/>
                          <a:latin typeface="Times New Roman" panose="02020603050405020304" pitchFamily="18" charset="0"/>
                          <a:ea typeface="Calibri" panose="020F0502020204030204" pitchFamily="34" charset="0"/>
                          <a:cs typeface="B Lotus" panose="00000400000000000000" pitchFamily="2" charset="-78"/>
                        </a:rPr>
                        <a:t>همسان‌سازی با آستانه ثابت (اتلافی)</a:t>
                      </a:r>
                      <a:endParaRPr lang="en-US" sz="1400" i="0" kern="1200" dirty="0">
                        <a:solidFill>
                          <a:schemeClr val="tx1"/>
                        </a:solidFill>
                        <a:effectLst/>
                        <a:latin typeface="Times New Roman" panose="02020603050405020304" pitchFamily="18" charset="0"/>
                        <a:ea typeface="Calibri" panose="020F0502020204030204" pitchFamily="34" charset="0"/>
                        <a:cs typeface="B Lotus" panose="00000400000000000000" pitchFamily="2" charset="-78"/>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BD867C"/>
                    </a:solidFill>
                  </a:tcPr>
                </a:tc>
                <a:tc>
                  <a:txBody>
                    <a:bodyPr/>
                    <a:lstStyle/>
                    <a:p>
                      <a:pPr marL="0" marR="0" indent="182880" algn="ctr" defTabSz="914400" rtl="1" eaLnBrk="1" latinLnBrk="0" hangingPunct="1">
                        <a:spcBef>
                          <a:spcPts val="600"/>
                        </a:spcBef>
                        <a:spcAft>
                          <a:spcPts val="600"/>
                        </a:spcAft>
                      </a:pPr>
                      <a:r>
                        <a:rPr lang="fa-IR" sz="1400" i="0" kern="1200" dirty="0">
                          <a:solidFill>
                            <a:schemeClr val="tx1"/>
                          </a:solidFill>
                          <a:effectLst/>
                          <a:latin typeface="Times New Roman" panose="02020603050405020304" pitchFamily="18" charset="0"/>
                          <a:ea typeface="Calibri" panose="020F0502020204030204" pitchFamily="34" charset="0"/>
                          <a:cs typeface="B Lotus" panose="00000400000000000000" pitchFamily="2" charset="-78"/>
                        </a:rPr>
                        <a:t>0.010</a:t>
                      </a:r>
                      <a:endParaRPr lang="en-US" sz="1400" i="0" kern="1200" dirty="0">
                        <a:solidFill>
                          <a:schemeClr val="tx1"/>
                        </a:solidFill>
                        <a:effectLst/>
                        <a:latin typeface="Times New Roman" panose="02020603050405020304" pitchFamily="18" charset="0"/>
                        <a:ea typeface="Calibri" panose="020F0502020204030204" pitchFamily="34" charset="0"/>
                        <a:cs typeface="B Lotus" panose="00000400000000000000" pitchFamily="2" charset="-78"/>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marL="0" marR="0" indent="182880" algn="ctr" defTabSz="914400" rtl="1" eaLnBrk="1" latinLnBrk="0" hangingPunct="1">
                        <a:spcBef>
                          <a:spcPts val="600"/>
                        </a:spcBef>
                        <a:spcAft>
                          <a:spcPts val="600"/>
                        </a:spcAft>
                      </a:pPr>
                      <a:r>
                        <a:rPr lang="fa-IR" sz="1400" i="0" kern="1200" dirty="0">
                          <a:solidFill>
                            <a:schemeClr val="tx1"/>
                          </a:solidFill>
                          <a:effectLst/>
                          <a:latin typeface="Times New Roman" panose="02020603050405020304" pitchFamily="18" charset="0"/>
                          <a:ea typeface="Calibri" panose="020F0502020204030204" pitchFamily="34" charset="0"/>
                          <a:cs typeface="B Lotus" panose="00000400000000000000" pitchFamily="2" charset="-78"/>
                        </a:rPr>
                        <a:t>2366</a:t>
                      </a:r>
                      <a:endParaRPr lang="en-US" sz="1400" i="0" kern="1200" dirty="0">
                        <a:solidFill>
                          <a:schemeClr val="tx1"/>
                        </a:solidFill>
                        <a:effectLst/>
                        <a:latin typeface="Times New Roman" panose="02020603050405020304" pitchFamily="18" charset="0"/>
                        <a:ea typeface="Calibri" panose="020F0502020204030204" pitchFamily="34" charset="0"/>
                        <a:cs typeface="B Lotus" panose="00000400000000000000" pitchFamily="2" charset="-78"/>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marL="0" marR="0" indent="182880" algn="ctr" defTabSz="914400" rtl="1" eaLnBrk="1" latinLnBrk="0" hangingPunct="1">
                        <a:spcBef>
                          <a:spcPts val="600"/>
                        </a:spcBef>
                        <a:spcAft>
                          <a:spcPts val="600"/>
                        </a:spcAft>
                      </a:pPr>
                      <a:r>
                        <a:rPr lang="fa-IR" sz="1400" i="0" kern="1200" dirty="0">
                          <a:solidFill>
                            <a:schemeClr val="tx1"/>
                          </a:solidFill>
                          <a:effectLst/>
                          <a:latin typeface="Times New Roman" panose="02020603050405020304" pitchFamily="18" charset="0"/>
                          <a:ea typeface="Calibri" panose="020F0502020204030204" pitchFamily="34" charset="0"/>
                          <a:cs typeface="B Lotus" panose="00000400000000000000" pitchFamily="2" charset="-78"/>
                        </a:rPr>
                        <a:t>1/858</a:t>
                      </a:r>
                      <a:endParaRPr lang="en-US" sz="1400" i="0" kern="1200" dirty="0">
                        <a:solidFill>
                          <a:schemeClr val="tx1"/>
                        </a:solidFill>
                        <a:effectLst/>
                        <a:latin typeface="Times New Roman" panose="02020603050405020304" pitchFamily="18" charset="0"/>
                        <a:ea typeface="Calibri" panose="020F0502020204030204" pitchFamily="34" charset="0"/>
                        <a:cs typeface="B Lotus" panose="00000400000000000000" pitchFamily="2" charset="-78"/>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marL="0" marR="0" indent="182880" algn="ctr" defTabSz="914400" rtl="1" eaLnBrk="1" latinLnBrk="0" hangingPunct="1">
                        <a:spcBef>
                          <a:spcPts val="600"/>
                        </a:spcBef>
                        <a:spcAft>
                          <a:spcPts val="600"/>
                        </a:spcAft>
                      </a:pPr>
                      <a:r>
                        <a:rPr lang="fa-IR" sz="1400" i="0" kern="1200" dirty="0">
                          <a:solidFill>
                            <a:schemeClr val="tx1"/>
                          </a:solidFill>
                          <a:effectLst/>
                          <a:latin typeface="Times New Roman" panose="02020603050405020304" pitchFamily="18" charset="0"/>
                          <a:ea typeface="Calibri" panose="020F0502020204030204" pitchFamily="34" charset="0"/>
                          <a:cs typeface="B Lotus" panose="00000400000000000000" pitchFamily="2" charset="-78"/>
                        </a:rPr>
                        <a:t>84/49</a:t>
                      </a:r>
                      <a:endParaRPr lang="en-US" sz="1400" i="0" kern="1200" dirty="0">
                        <a:solidFill>
                          <a:schemeClr val="tx1"/>
                        </a:solidFill>
                        <a:effectLst/>
                        <a:latin typeface="Times New Roman" panose="02020603050405020304" pitchFamily="18" charset="0"/>
                        <a:ea typeface="Calibri" panose="020F0502020204030204" pitchFamily="34" charset="0"/>
                        <a:cs typeface="B Lotus" panose="00000400000000000000" pitchFamily="2" charset="-78"/>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extLst>
                  <a:ext uri="{0D108BD9-81ED-4DB2-BD59-A6C34878D82A}">
                    <a16:rowId xmlns="" xmlns:a16="http://schemas.microsoft.com/office/drawing/2014/main" val="10004"/>
                  </a:ext>
                </a:extLst>
              </a:tr>
              <a:tr h="562642">
                <a:tc>
                  <a:txBody>
                    <a:bodyPr/>
                    <a:lstStyle/>
                    <a:p>
                      <a:pPr marL="0" marR="0" indent="182880" algn="ctr" defTabSz="914400" rtl="1" eaLnBrk="1" latinLnBrk="0" hangingPunct="1">
                        <a:spcBef>
                          <a:spcPts val="600"/>
                        </a:spcBef>
                        <a:spcAft>
                          <a:spcPts val="600"/>
                        </a:spcAft>
                      </a:pPr>
                      <a:r>
                        <a:rPr lang="fa-IR" sz="1400" i="0" kern="1200" dirty="0">
                          <a:solidFill>
                            <a:schemeClr val="tx1"/>
                          </a:solidFill>
                          <a:effectLst/>
                          <a:latin typeface="Times New Roman" panose="02020603050405020304" pitchFamily="18" charset="0"/>
                          <a:ea typeface="Calibri" panose="020F0502020204030204" pitchFamily="34" charset="0"/>
                          <a:cs typeface="B Lotus" panose="00000400000000000000" pitchFamily="2" charset="-78"/>
                        </a:rPr>
                        <a:t>خوشه‌بندی </a:t>
                      </a:r>
                      <a:r>
                        <a:rPr lang="en-US" sz="1400" i="0" kern="1200" dirty="0">
                          <a:solidFill>
                            <a:schemeClr val="tx1"/>
                          </a:solidFill>
                          <a:effectLst/>
                          <a:latin typeface="Times New Roman" panose="02020603050405020304" pitchFamily="18" charset="0"/>
                          <a:ea typeface="Calibri" panose="020F0502020204030204" pitchFamily="34" charset="0"/>
                          <a:cs typeface="B Lotus" panose="00000400000000000000" pitchFamily="2" charset="-78"/>
                        </a:rPr>
                        <a:t>K-means</a:t>
                      </a:r>
                      <a:r>
                        <a:rPr lang="fa-IR" sz="1400" i="0" kern="1200" dirty="0">
                          <a:solidFill>
                            <a:schemeClr val="tx1"/>
                          </a:solidFill>
                          <a:effectLst/>
                          <a:latin typeface="Times New Roman" panose="02020603050405020304" pitchFamily="18" charset="0"/>
                          <a:ea typeface="Calibri" panose="020F0502020204030204" pitchFamily="34" charset="0"/>
                          <a:cs typeface="B Lotus" panose="00000400000000000000" pitchFamily="2" charset="-78"/>
                        </a:rPr>
                        <a:t> بدون </a:t>
                      </a:r>
                      <a:r>
                        <a:rPr lang="en-US" sz="1400" i="0" kern="1200" dirty="0">
                          <a:solidFill>
                            <a:schemeClr val="tx1"/>
                          </a:solidFill>
                          <a:effectLst/>
                          <a:latin typeface="Times New Roman" panose="02020603050405020304" pitchFamily="18" charset="0"/>
                          <a:ea typeface="Calibri" panose="020F0502020204030204" pitchFamily="34" charset="0"/>
                          <a:cs typeface="B Lotus" panose="00000400000000000000" pitchFamily="2" charset="-78"/>
                        </a:rPr>
                        <a:t>GA</a:t>
                      </a: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BD867C"/>
                    </a:solidFill>
                  </a:tcPr>
                </a:tc>
                <a:tc>
                  <a:txBody>
                    <a:bodyPr/>
                    <a:lstStyle/>
                    <a:p>
                      <a:pPr marL="0" marR="0" indent="182880" algn="ctr" defTabSz="914400" rtl="1" eaLnBrk="1" latinLnBrk="0" hangingPunct="1">
                        <a:spcBef>
                          <a:spcPts val="600"/>
                        </a:spcBef>
                        <a:spcAft>
                          <a:spcPts val="600"/>
                        </a:spcAft>
                      </a:pPr>
                      <a:r>
                        <a:rPr lang="fa-IR" sz="1400" i="0" kern="1200" dirty="0">
                          <a:solidFill>
                            <a:schemeClr val="tx1"/>
                          </a:solidFill>
                          <a:effectLst/>
                          <a:latin typeface="Times New Roman" panose="02020603050405020304" pitchFamily="18" charset="0"/>
                          <a:ea typeface="Calibri" panose="020F0502020204030204" pitchFamily="34" charset="0"/>
                          <a:cs typeface="B Lotus" panose="00000400000000000000" pitchFamily="2" charset="-78"/>
                        </a:rPr>
                        <a:t>0/037</a:t>
                      </a:r>
                      <a:endParaRPr lang="en-US" sz="1400" i="0" kern="1200" dirty="0">
                        <a:solidFill>
                          <a:schemeClr val="tx1"/>
                        </a:solidFill>
                        <a:effectLst/>
                        <a:latin typeface="Times New Roman" panose="02020603050405020304" pitchFamily="18" charset="0"/>
                        <a:ea typeface="Calibri" panose="020F0502020204030204" pitchFamily="34" charset="0"/>
                        <a:cs typeface="B Lotus" panose="00000400000000000000" pitchFamily="2" charset="-78"/>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marL="0" marR="0" indent="182880" algn="ctr" defTabSz="914400" rtl="1" eaLnBrk="1" latinLnBrk="0" hangingPunct="1">
                        <a:spcBef>
                          <a:spcPts val="600"/>
                        </a:spcBef>
                        <a:spcAft>
                          <a:spcPts val="600"/>
                        </a:spcAft>
                      </a:pPr>
                      <a:r>
                        <a:rPr lang="fa-IR" sz="1400" i="0" kern="1200" dirty="0">
                          <a:solidFill>
                            <a:schemeClr val="tx1"/>
                          </a:solidFill>
                          <a:effectLst/>
                          <a:latin typeface="Times New Roman" panose="02020603050405020304" pitchFamily="18" charset="0"/>
                          <a:ea typeface="Calibri" panose="020F0502020204030204" pitchFamily="34" charset="0"/>
                          <a:cs typeface="B Lotus" panose="00000400000000000000" pitchFamily="2" charset="-78"/>
                        </a:rPr>
                        <a:t>1641</a:t>
                      </a:r>
                      <a:endParaRPr lang="en-US" sz="1400" i="0" kern="1200" dirty="0">
                        <a:solidFill>
                          <a:schemeClr val="tx1"/>
                        </a:solidFill>
                        <a:effectLst/>
                        <a:latin typeface="Times New Roman" panose="02020603050405020304" pitchFamily="18" charset="0"/>
                        <a:ea typeface="Calibri" panose="020F0502020204030204" pitchFamily="34" charset="0"/>
                        <a:cs typeface="B Lotus" panose="00000400000000000000" pitchFamily="2" charset="-78"/>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marL="0" marR="0" indent="182880" algn="ctr" defTabSz="914400" rtl="1" eaLnBrk="1" latinLnBrk="0" hangingPunct="1">
                        <a:spcBef>
                          <a:spcPts val="600"/>
                        </a:spcBef>
                        <a:spcAft>
                          <a:spcPts val="600"/>
                        </a:spcAft>
                      </a:pPr>
                      <a:r>
                        <a:rPr lang="fa-IR" sz="1400" i="0" kern="1200" dirty="0">
                          <a:solidFill>
                            <a:schemeClr val="tx1"/>
                          </a:solidFill>
                          <a:effectLst/>
                          <a:latin typeface="Times New Roman" panose="02020603050405020304" pitchFamily="18" charset="0"/>
                          <a:ea typeface="Calibri" panose="020F0502020204030204" pitchFamily="34" charset="0"/>
                          <a:cs typeface="B Lotus" panose="00000400000000000000" pitchFamily="2" charset="-78"/>
                        </a:rPr>
                        <a:t>1/9079</a:t>
                      </a:r>
                      <a:endParaRPr lang="en-US" sz="1400" i="0" kern="1200" dirty="0">
                        <a:solidFill>
                          <a:schemeClr val="tx1"/>
                        </a:solidFill>
                        <a:effectLst/>
                        <a:latin typeface="Times New Roman" panose="02020603050405020304" pitchFamily="18" charset="0"/>
                        <a:ea typeface="Calibri" panose="020F0502020204030204" pitchFamily="34" charset="0"/>
                        <a:cs typeface="B Lotus" panose="00000400000000000000" pitchFamily="2" charset="-78"/>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marL="0" marR="0" indent="182880" algn="ctr" defTabSz="914400" rtl="1" eaLnBrk="1" latinLnBrk="0" hangingPunct="1">
                        <a:spcBef>
                          <a:spcPts val="600"/>
                        </a:spcBef>
                        <a:spcAft>
                          <a:spcPts val="600"/>
                        </a:spcAft>
                      </a:pPr>
                      <a:r>
                        <a:rPr lang="fa-IR" sz="1400" i="0" kern="1200" dirty="0">
                          <a:solidFill>
                            <a:schemeClr val="tx1"/>
                          </a:solidFill>
                          <a:effectLst/>
                          <a:latin typeface="Times New Roman" panose="02020603050405020304" pitchFamily="18" charset="0"/>
                          <a:ea typeface="Calibri" panose="020F0502020204030204" pitchFamily="34" charset="0"/>
                          <a:cs typeface="B Lotus" panose="00000400000000000000" pitchFamily="2" charset="-78"/>
                        </a:rPr>
                        <a:t>86/72</a:t>
                      </a:r>
                      <a:endParaRPr lang="en-US" sz="1400" i="0" kern="1200" dirty="0">
                        <a:solidFill>
                          <a:schemeClr val="tx1"/>
                        </a:solidFill>
                        <a:effectLst/>
                        <a:latin typeface="Times New Roman" panose="02020603050405020304" pitchFamily="18" charset="0"/>
                        <a:ea typeface="Calibri" panose="020F0502020204030204" pitchFamily="34" charset="0"/>
                        <a:cs typeface="B Lotus" panose="00000400000000000000" pitchFamily="2" charset="-78"/>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extLst>
                  <a:ext uri="{0D108BD9-81ED-4DB2-BD59-A6C34878D82A}">
                    <a16:rowId xmlns="" xmlns:a16="http://schemas.microsoft.com/office/drawing/2014/main" val="10002"/>
                  </a:ext>
                </a:extLst>
              </a:tr>
              <a:tr h="562642">
                <a:tc>
                  <a:txBody>
                    <a:bodyPr/>
                    <a:lstStyle/>
                    <a:p>
                      <a:pPr marL="0" marR="0" indent="182880" algn="ctr" defTabSz="914400" rtl="1" eaLnBrk="1" latinLnBrk="0" hangingPunct="1">
                        <a:spcBef>
                          <a:spcPts val="600"/>
                        </a:spcBef>
                        <a:spcAft>
                          <a:spcPts val="600"/>
                        </a:spcAft>
                      </a:pPr>
                      <a:r>
                        <a:rPr lang="fa-IR" sz="1400" i="0" kern="1200" dirty="0">
                          <a:solidFill>
                            <a:schemeClr val="tx1"/>
                          </a:solidFill>
                          <a:effectLst/>
                          <a:latin typeface="Times New Roman" panose="02020603050405020304" pitchFamily="18" charset="0"/>
                          <a:ea typeface="Calibri" panose="020F0502020204030204" pitchFamily="34" charset="0"/>
                          <a:cs typeface="B Lotus" panose="00000400000000000000" pitchFamily="2" charset="-78"/>
                        </a:rPr>
                        <a:t>خوشه‌بندی </a:t>
                      </a:r>
                      <a:r>
                        <a:rPr lang="en-US" sz="1400" i="0" kern="1200" dirty="0">
                          <a:solidFill>
                            <a:schemeClr val="tx1"/>
                          </a:solidFill>
                          <a:effectLst/>
                          <a:latin typeface="Times New Roman" panose="02020603050405020304" pitchFamily="18" charset="0"/>
                          <a:ea typeface="Calibri" panose="020F0502020204030204" pitchFamily="34" charset="0"/>
                          <a:cs typeface="B Lotus" panose="00000400000000000000" pitchFamily="2" charset="-78"/>
                        </a:rPr>
                        <a:t>K-means</a:t>
                      </a:r>
                      <a:r>
                        <a:rPr lang="fa-IR" sz="1400" i="0" kern="1200" dirty="0">
                          <a:solidFill>
                            <a:schemeClr val="tx1"/>
                          </a:solidFill>
                          <a:effectLst/>
                          <a:latin typeface="Times New Roman" panose="02020603050405020304" pitchFamily="18" charset="0"/>
                          <a:ea typeface="Calibri" panose="020F0502020204030204" pitchFamily="34" charset="0"/>
                          <a:cs typeface="B Lotus" panose="00000400000000000000" pitchFamily="2" charset="-78"/>
                        </a:rPr>
                        <a:t> همراه با </a:t>
                      </a:r>
                      <a:r>
                        <a:rPr lang="en-US" sz="1400" i="0" kern="1200" dirty="0">
                          <a:solidFill>
                            <a:schemeClr val="tx1"/>
                          </a:solidFill>
                          <a:effectLst/>
                          <a:latin typeface="Times New Roman" panose="02020603050405020304" pitchFamily="18" charset="0"/>
                          <a:ea typeface="Calibri" panose="020F0502020204030204" pitchFamily="34" charset="0"/>
                          <a:cs typeface="B Lotus" panose="00000400000000000000" pitchFamily="2" charset="-78"/>
                        </a:rPr>
                        <a:t>GA</a:t>
                      </a:r>
                      <a:r>
                        <a:rPr lang="fa-IR" sz="1400" i="0" kern="1200" dirty="0">
                          <a:solidFill>
                            <a:schemeClr val="tx1"/>
                          </a:solidFill>
                          <a:effectLst/>
                          <a:latin typeface="Times New Roman" panose="02020603050405020304" pitchFamily="18" charset="0"/>
                          <a:ea typeface="Calibri" panose="020F0502020204030204" pitchFamily="34" charset="0"/>
                          <a:cs typeface="B Lotus" panose="00000400000000000000" pitchFamily="2" charset="-78"/>
                        </a:rPr>
                        <a:t> (4:6)</a:t>
                      </a:r>
                      <a:endParaRPr lang="en-US" sz="1400" i="0" kern="1200" dirty="0">
                        <a:solidFill>
                          <a:schemeClr val="tx1"/>
                        </a:solidFill>
                        <a:effectLst/>
                        <a:latin typeface="Times New Roman" panose="02020603050405020304" pitchFamily="18" charset="0"/>
                        <a:ea typeface="Calibri" panose="020F0502020204030204" pitchFamily="34" charset="0"/>
                        <a:cs typeface="B Lotus" panose="00000400000000000000" pitchFamily="2" charset="-78"/>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BD867C"/>
                    </a:solidFill>
                  </a:tcPr>
                </a:tc>
                <a:tc>
                  <a:txBody>
                    <a:bodyPr/>
                    <a:lstStyle/>
                    <a:p>
                      <a:pPr marL="0" marR="0" indent="182880" algn="ctr" defTabSz="914400" rtl="1" eaLnBrk="1" latinLnBrk="0" hangingPunct="1">
                        <a:spcBef>
                          <a:spcPts val="600"/>
                        </a:spcBef>
                        <a:spcAft>
                          <a:spcPts val="600"/>
                        </a:spcAft>
                      </a:pPr>
                      <a:r>
                        <a:rPr lang="fa-IR" sz="1400" i="0" kern="1200" dirty="0">
                          <a:solidFill>
                            <a:schemeClr val="tx1"/>
                          </a:solidFill>
                          <a:effectLst/>
                          <a:latin typeface="Times New Roman" panose="02020603050405020304" pitchFamily="18" charset="0"/>
                          <a:ea typeface="Calibri" panose="020F0502020204030204" pitchFamily="34" charset="0"/>
                          <a:cs typeface="B Lotus" panose="00000400000000000000" pitchFamily="2" charset="-78"/>
                        </a:rPr>
                        <a:t>6/656</a:t>
                      </a:r>
                      <a:endParaRPr lang="en-US" sz="1400" i="0" kern="1200" dirty="0">
                        <a:solidFill>
                          <a:schemeClr val="tx1"/>
                        </a:solidFill>
                        <a:effectLst/>
                        <a:latin typeface="Times New Roman" panose="02020603050405020304" pitchFamily="18" charset="0"/>
                        <a:ea typeface="Calibri" panose="020F0502020204030204" pitchFamily="34" charset="0"/>
                        <a:cs typeface="B Lotus" panose="00000400000000000000" pitchFamily="2" charset="-78"/>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marL="0" marR="0" indent="182880" algn="ctr" defTabSz="914400" rtl="1" eaLnBrk="1" latinLnBrk="0" hangingPunct="1">
                        <a:spcBef>
                          <a:spcPts val="600"/>
                        </a:spcBef>
                        <a:spcAft>
                          <a:spcPts val="600"/>
                        </a:spcAft>
                      </a:pPr>
                      <a:r>
                        <a:rPr lang="fa-IR" sz="1400" i="0" kern="1200" dirty="0">
                          <a:solidFill>
                            <a:schemeClr val="tx1"/>
                          </a:solidFill>
                          <a:effectLst/>
                          <a:latin typeface="Times New Roman" panose="02020603050405020304" pitchFamily="18" charset="0"/>
                          <a:ea typeface="Calibri" panose="020F0502020204030204" pitchFamily="34" charset="0"/>
                          <a:cs typeface="B Lotus" panose="00000400000000000000" pitchFamily="2" charset="-78"/>
                        </a:rPr>
                        <a:t>1325</a:t>
                      </a:r>
                      <a:endParaRPr lang="en-US" sz="1400" i="0" kern="1200" dirty="0">
                        <a:solidFill>
                          <a:schemeClr val="tx1"/>
                        </a:solidFill>
                        <a:effectLst/>
                        <a:latin typeface="Times New Roman" panose="02020603050405020304" pitchFamily="18" charset="0"/>
                        <a:ea typeface="Calibri" panose="020F0502020204030204" pitchFamily="34" charset="0"/>
                        <a:cs typeface="B Lotus" panose="00000400000000000000" pitchFamily="2" charset="-78"/>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marL="0" marR="0" indent="182880" algn="ctr" defTabSz="914400" rtl="1" eaLnBrk="1" latinLnBrk="0" hangingPunct="1">
                        <a:spcBef>
                          <a:spcPts val="600"/>
                        </a:spcBef>
                        <a:spcAft>
                          <a:spcPts val="600"/>
                        </a:spcAft>
                      </a:pPr>
                      <a:r>
                        <a:rPr lang="fa-IR" sz="1400" i="0" kern="1200" dirty="0">
                          <a:solidFill>
                            <a:schemeClr val="tx1"/>
                          </a:solidFill>
                          <a:effectLst/>
                          <a:latin typeface="Times New Roman" panose="02020603050405020304" pitchFamily="18" charset="0"/>
                          <a:ea typeface="Calibri" panose="020F0502020204030204" pitchFamily="34" charset="0"/>
                          <a:cs typeface="B Lotus" panose="00000400000000000000" pitchFamily="2" charset="-78"/>
                        </a:rPr>
                        <a:t>1/9101</a:t>
                      </a:r>
                      <a:endParaRPr lang="en-US" sz="1400" i="0" kern="1200" dirty="0">
                        <a:solidFill>
                          <a:schemeClr val="tx1"/>
                        </a:solidFill>
                        <a:effectLst/>
                        <a:latin typeface="Times New Roman" panose="02020603050405020304" pitchFamily="18" charset="0"/>
                        <a:ea typeface="Calibri" panose="020F0502020204030204" pitchFamily="34" charset="0"/>
                        <a:cs typeface="B Lotus" panose="00000400000000000000" pitchFamily="2" charset="-78"/>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marL="0" marR="0" indent="182880" algn="ctr" defTabSz="914400" rtl="1" eaLnBrk="1" latinLnBrk="0" hangingPunct="1">
                        <a:spcBef>
                          <a:spcPts val="600"/>
                        </a:spcBef>
                        <a:spcAft>
                          <a:spcPts val="600"/>
                        </a:spcAft>
                      </a:pPr>
                      <a:r>
                        <a:rPr lang="fa-IR" sz="1400" i="0" kern="1200" dirty="0">
                          <a:solidFill>
                            <a:schemeClr val="tx1"/>
                          </a:solidFill>
                          <a:effectLst/>
                          <a:latin typeface="Times New Roman" panose="02020603050405020304" pitchFamily="18" charset="0"/>
                          <a:ea typeface="Calibri" panose="020F0502020204030204" pitchFamily="34" charset="0"/>
                          <a:cs typeface="B Lotus" panose="00000400000000000000" pitchFamily="2" charset="-78"/>
                        </a:rPr>
                        <a:t>86/82</a:t>
                      </a:r>
                      <a:endParaRPr lang="en-US" sz="1400" i="0" kern="1200" dirty="0">
                        <a:solidFill>
                          <a:schemeClr val="tx1"/>
                        </a:solidFill>
                        <a:effectLst/>
                        <a:latin typeface="Times New Roman" panose="02020603050405020304" pitchFamily="18" charset="0"/>
                        <a:ea typeface="Calibri" panose="020F0502020204030204" pitchFamily="34" charset="0"/>
                        <a:cs typeface="B Lotus" panose="00000400000000000000" pitchFamily="2" charset="-78"/>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extLst>
                  <a:ext uri="{0D108BD9-81ED-4DB2-BD59-A6C34878D82A}">
                    <a16:rowId xmlns="" xmlns:a16="http://schemas.microsoft.com/office/drawing/2014/main" val="10003"/>
                  </a:ext>
                </a:extLst>
              </a:tr>
            </a:tbl>
          </a:graphicData>
        </a:graphic>
      </p:graphicFrame>
      <p:sp>
        <p:nvSpPr>
          <p:cNvPr id="30" name="Rounded Rectangle 175">
            <a:extLst>
              <a:ext uri="{FF2B5EF4-FFF2-40B4-BE49-F238E27FC236}">
                <a16:creationId xmlns="" xmlns:a16="http://schemas.microsoft.com/office/drawing/2014/main" id="{AACCE7D9-540A-47B9-8964-41031B797FDD}"/>
              </a:ext>
            </a:extLst>
          </p:cNvPr>
          <p:cNvSpPr/>
          <p:nvPr/>
        </p:nvSpPr>
        <p:spPr bwMode="auto">
          <a:xfrm>
            <a:off x="7124531" y="917675"/>
            <a:ext cx="1486069" cy="498507"/>
          </a:xfrm>
          <a:prstGeom prst="roundRect">
            <a:avLst/>
          </a:prstGeom>
          <a:solidFill>
            <a:srgbClr val="3D81BF">
              <a:lumMod val="75000"/>
            </a:srgbClr>
          </a:solidFill>
          <a:ln w="9525" cap="flat" cmpd="sng" algn="ctr">
            <a:solidFill>
              <a:srgbClr val="000000"/>
            </a:solidFill>
            <a:prstDash val="solid"/>
            <a:round/>
            <a:headEnd type="none" w="med" len="med"/>
            <a:tailEnd type="none" w="med" len="med"/>
          </a:ln>
          <a:effectLst>
            <a:reflection blurRad="6350" stA="50000" endA="300" endPos="55000" dir="5400000" sy="-100000" algn="bl" rotWithShape="0"/>
          </a:effectLst>
          <a:scene3d>
            <a:camera prst="isometricOffAxis2Left"/>
            <a:lightRig rig="threePt" dir="t"/>
          </a:scene3d>
        </p:spPr>
        <p:txBody>
          <a:bodyPr vert="horz" wrap="square" lIns="91440" tIns="45720" rIns="91440" bIns="45720" numCol="1" rtlCol="0" anchor="t" anchorCtr="0" compatLnSpc="1">
            <a:prstTxWarp prst="textNoShape">
              <a:avLst/>
            </a:prstTxWarp>
          </a:bodyPr>
          <a:lstStyle/>
          <a:p>
            <a:pPr lvl="0" algn="ctr" rtl="1" fontAlgn="base">
              <a:spcBef>
                <a:spcPct val="0"/>
              </a:spcBef>
              <a:spcAft>
                <a:spcPct val="0"/>
              </a:spcAft>
            </a:pPr>
            <a:r>
              <a:rPr lang="fa-IR" sz="2400" b="1" dirty="0">
                <a:solidFill>
                  <a:srgbClr val="FFFFFF"/>
                </a:solidFill>
                <a:latin typeface="Times New Roman" panose="02020603050405020304" pitchFamily="18" charset="0"/>
                <a:cs typeface="B Nazanin" panose="00000400000000000000" pitchFamily="2" charset="-78"/>
              </a:rPr>
              <a:t>مقالات اخیر</a:t>
            </a:r>
            <a:endParaRPr lang="en-US" sz="2400" b="1" dirty="0">
              <a:solidFill>
                <a:srgbClr val="FFFFFF"/>
              </a:solidFill>
              <a:latin typeface="Times New Roman" panose="02020603050405020304" pitchFamily="18" charset="0"/>
              <a:cs typeface="B Nazanin" panose="00000400000000000000" pitchFamily="2" charset="-78"/>
            </a:endParaRPr>
          </a:p>
        </p:txBody>
      </p:sp>
      <p:sp>
        <p:nvSpPr>
          <p:cNvPr id="32" name="TextBox 31">
            <a:extLst>
              <a:ext uri="{FF2B5EF4-FFF2-40B4-BE49-F238E27FC236}">
                <a16:creationId xmlns="" xmlns:a16="http://schemas.microsoft.com/office/drawing/2014/main" id="{F43469DC-7F5B-471E-BD74-ED709E621F63}"/>
              </a:ext>
            </a:extLst>
          </p:cNvPr>
          <p:cNvSpPr txBox="1"/>
          <p:nvPr/>
        </p:nvSpPr>
        <p:spPr>
          <a:xfrm>
            <a:off x="-438805" y="941739"/>
            <a:ext cx="7315201" cy="307777"/>
          </a:xfrm>
          <a:prstGeom prst="rect">
            <a:avLst/>
          </a:prstGeom>
          <a:noFill/>
        </p:spPr>
        <p:txBody>
          <a:bodyPr wrap="square" rtlCol="0">
            <a:spAutoFit/>
          </a:bodyPr>
          <a:lstStyle/>
          <a:p>
            <a:pPr algn="ctr" rtl="1" fontAlgn="base">
              <a:spcBef>
                <a:spcPct val="0"/>
              </a:spcBef>
              <a:spcAft>
                <a:spcPct val="0"/>
              </a:spcAft>
            </a:pPr>
            <a:r>
              <a:rPr lang="fa-IR" sz="1400" dirty="0">
                <a:cs typeface="B Lotus" panose="00000400000000000000" pitchFamily="2" charset="-78"/>
              </a:rPr>
              <a:t>روشی نو برای همسان‌سازی باتری پک با اتصال سری بر مبنای تجزیه و تحلیل خوشه‌بندی همراه با الگوریتم ژنتیک</a:t>
            </a:r>
            <a:endParaRPr lang="en-US" sz="1400" dirty="0">
              <a:cs typeface="B Lotus" panose="00000400000000000000" pitchFamily="2" charset="-78"/>
            </a:endParaRPr>
          </a:p>
        </p:txBody>
      </p:sp>
      <p:sp>
        <p:nvSpPr>
          <p:cNvPr id="40" name="Rectangle 39"/>
          <p:cNvSpPr/>
          <p:nvPr/>
        </p:nvSpPr>
        <p:spPr>
          <a:xfrm>
            <a:off x="418672" y="6427113"/>
            <a:ext cx="8725328" cy="430887"/>
          </a:xfrm>
          <a:prstGeom prst="rect">
            <a:avLst/>
          </a:prstGeom>
        </p:spPr>
        <p:txBody>
          <a:bodyPr wrap="square">
            <a:spAutoFit/>
          </a:bodyPr>
          <a:lstStyle/>
          <a:p>
            <a:pPr lvl="0">
              <a:defRPr/>
            </a:pPr>
            <a:r>
              <a:rPr lang="en-US" sz="1100" dirty="0"/>
              <a:t>[3]      S. </a:t>
            </a:r>
            <a:r>
              <a:rPr lang="en-US" sz="1100" dirty="0" err="1"/>
              <a:t>Jinlei</a:t>
            </a:r>
            <a:r>
              <a:rPr lang="en-US" sz="1100" dirty="0"/>
              <a:t>, L. Wei, T. </a:t>
            </a:r>
            <a:r>
              <a:rPr lang="en-US" sz="1100" dirty="0" err="1"/>
              <a:t>Chuanyu</a:t>
            </a:r>
            <a:r>
              <a:rPr lang="en-US" sz="1100" dirty="0"/>
              <a:t>, W. </a:t>
            </a:r>
            <a:r>
              <a:rPr lang="en-US" sz="1100" dirty="0" err="1"/>
              <a:t>Tianru</a:t>
            </a:r>
            <a:r>
              <a:rPr lang="en-US" sz="1100" dirty="0"/>
              <a:t>, J. Tao, and T. Yong, "A novel active equalization method for series-connected battery packs based on clustering analysis with genetic algorithm," </a:t>
            </a:r>
            <a:r>
              <a:rPr lang="en-US" sz="1100" i="1" dirty="0"/>
              <a:t>IEEE Transactions on Power Electronics, </a:t>
            </a:r>
            <a:r>
              <a:rPr lang="en-US" sz="1100" dirty="0"/>
              <a:t>vol. 36, no. 7, pp. 7853-7865, 2021.</a:t>
            </a:r>
          </a:p>
        </p:txBody>
      </p:sp>
    </p:spTree>
    <p:extLst>
      <p:ext uri="{BB962C8B-B14F-4D97-AF65-F5344CB8AC3E}">
        <p14:creationId xmlns:p14="http://schemas.microsoft.com/office/powerpoint/2010/main" val="3904416798"/>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25" name="AutoShape 3"/>
          <p:cNvSpPr>
            <a:spLocks noChangeArrowheads="1"/>
          </p:cNvSpPr>
          <p:nvPr/>
        </p:nvSpPr>
        <p:spPr bwMode="gray">
          <a:xfrm flipH="1">
            <a:off x="2190754" y="54854"/>
            <a:ext cx="2056085" cy="651510"/>
          </a:xfrm>
          <a:prstGeom prst="chevron">
            <a:avLst>
              <a:gd name="adj" fmla="val 17009"/>
            </a:avLst>
          </a:prstGeom>
          <a:gradFill rotWithShape="1">
            <a:gsLst>
              <a:gs pos="0">
                <a:srgbClr val="84B09A">
                  <a:gamma/>
                  <a:shade val="46275"/>
                  <a:invGamma/>
                </a:srgbClr>
              </a:gs>
              <a:gs pos="50000">
                <a:srgbClr val="84B09A"/>
              </a:gs>
              <a:gs pos="100000">
                <a:srgbClr val="84B09A">
                  <a:gamma/>
                  <a:shade val="46275"/>
                  <a:invGamma/>
                </a:srgbClr>
              </a:gs>
            </a:gsLst>
            <a:lin ang="2700000" scaled="1"/>
          </a:gradFill>
          <a:ln w="38100">
            <a:solidFill>
              <a:srgbClr val="EAEAEA"/>
            </a:solidFill>
            <a:miter lim="800000"/>
            <a:headEnd/>
            <a:tailEnd/>
          </a:ln>
          <a:effectLst>
            <a:outerShdw dist="109250" dir="3267739" algn="ctr" rotWithShape="0">
              <a:srgbClr val="333333">
                <a:alpha val="50000"/>
              </a:srgbClr>
            </a:outerShdw>
          </a:effectLst>
        </p:spPr>
        <p:txBody>
          <a:bodyPr wrap="square" anchor="ctr">
            <a:spAutoFit/>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endParaRPr>
          </a:p>
        </p:txBody>
      </p:sp>
      <p:sp>
        <p:nvSpPr>
          <p:cNvPr id="426" name="AutoShape 3"/>
          <p:cNvSpPr>
            <a:spLocks noChangeArrowheads="1"/>
          </p:cNvSpPr>
          <p:nvPr/>
        </p:nvSpPr>
        <p:spPr bwMode="gray">
          <a:xfrm flipH="1">
            <a:off x="148662" y="55997"/>
            <a:ext cx="2057400" cy="649224"/>
          </a:xfrm>
          <a:prstGeom prst="chevron">
            <a:avLst>
              <a:gd name="adj" fmla="val 17009"/>
            </a:avLst>
          </a:prstGeom>
          <a:gradFill rotWithShape="1">
            <a:gsLst>
              <a:gs pos="0">
                <a:srgbClr val="3659EC">
                  <a:gamma/>
                  <a:shade val="46275"/>
                  <a:invGamma/>
                </a:srgbClr>
              </a:gs>
              <a:gs pos="50000">
                <a:srgbClr val="3659EC"/>
              </a:gs>
              <a:gs pos="100000">
                <a:srgbClr val="3659EC">
                  <a:gamma/>
                  <a:shade val="46275"/>
                  <a:invGamma/>
                </a:srgbClr>
              </a:gs>
            </a:gsLst>
            <a:lin ang="2700000" scaled="1"/>
          </a:gradFill>
          <a:ln w="38100">
            <a:solidFill>
              <a:srgbClr val="EAEAEA"/>
            </a:solidFill>
            <a:miter lim="800000"/>
            <a:headEnd/>
            <a:tailEnd/>
          </a:ln>
          <a:effectLst>
            <a:outerShdw dist="109250" dir="3267739" algn="ctr" rotWithShape="0">
              <a:srgbClr val="333333">
                <a:alpha val="50000"/>
              </a:srgbClr>
            </a:outerShdw>
          </a:effectLst>
        </p:spPr>
        <p:txBody>
          <a:bodyPr wrap="square" anchor="ctr">
            <a:spAutoFit/>
          </a:bodyPr>
          <a:lstStyle/>
          <a:p>
            <a:pPr algn="ctr" fontAlgn="base">
              <a:spcBef>
                <a:spcPct val="0"/>
              </a:spcBef>
              <a:spcAft>
                <a:spcPct val="0"/>
              </a:spcAft>
            </a:pPr>
            <a:endParaRPr lang="en-US" kern="0">
              <a:solidFill>
                <a:srgbClr val="3D81BF"/>
              </a:solidFill>
            </a:endParaRPr>
          </a:p>
        </p:txBody>
      </p:sp>
      <p:sp>
        <p:nvSpPr>
          <p:cNvPr id="429" name="Rectangle 428"/>
          <p:cNvSpPr/>
          <p:nvPr/>
        </p:nvSpPr>
        <p:spPr>
          <a:xfrm>
            <a:off x="418672" y="193150"/>
            <a:ext cx="1443038" cy="338554"/>
          </a:xfrm>
          <a:prstGeom prst="rect">
            <a:avLst/>
          </a:prstGeom>
        </p:spPr>
        <p:txBody>
          <a:bodyPr wrap="square">
            <a:spAutoFit/>
          </a:bodyPr>
          <a:lstStyle/>
          <a:p>
            <a:pPr lvl="0" algn="ctr" rtl="1" fontAlgn="base">
              <a:spcBef>
                <a:spcPct val="0"/>
              </a:spcBef>
              <a:spcAft>
                <a:spcPct val="0"/>
              </a:spcAft>
            </a:pPr>
            <a:r>
              <a:rPr lang="fa-IR" sz="1600" b="1" dirty="0">
                <a:solidFill>
                  <a:srgbClr val="FFFFFF"/>
                </a:solidFill>
                <a:latin typeface="Times New Roman" panose="02020603050405020304" pitchFamily="18" charset="0"/>
                <a:cs typeface="B Nazanin" panose="00000400000000000000" pitchFamily="2" charset="-78"/>
              </a:rPr>
              <a:t>مقالات اخیر</a:t>
            </a:r>
            <a:endParaRPr lang="en-US" sz="1600" b="1" dirty="0">
              <a:solidFill>
                <a:srgbClr val="FFFFFF"/>
              </a:solidFill>
              <a:latin typeface="Times New Roman" panose="02020603050405020304" pitchFamily="18" charset="0"/>
              <a:cs typeface="B Nazanin" panose="00000400000000000000" pitchFamily="2" charset="-78"/>
            </a:endParaRPr>
          </a:p>
        </p:txBody>
      </p:sp>
      <p:sp>
        <p:nvSpPr>
          <p:cNvPr id="430" name="Rectangle 429"/>
          <p:cNvSpPr/>
          <p:nvPr/>
        </p:nvSpPr>
        <p:spPr>
          <a:xfrm>
            <a:off x="2393380" y="70040"/>
            <a:ext cx="1600200" cy="584775"/>
          </a:xfrm>
          <a:prstGeom prst="rect">
            <a:avLst/>
          </a:prstGeom>
        </p:spPr>
        <p:txBody>
          <a:bodyPr wrap="square">
            <a:spAutoFit/>
          </a:bodyPr>
          <a:lstStyle/>
          <a:p>
            <a:pPr lvl="0" algn="ctr" rtl="1" fontAlgn="base">
              <a:spcBef>
                <a:spcPct val="0"/>
              </a:spcBef>
              <a:spcAft>
                <a:spcPct val="0"/>
              </a:spcAft>
            </a:pPr>
            <a:r>
              <a:rPr lang="fa-IR" sz="1600" b="1" dirty="0">
                <a:solidFill>
                  <a:srgbClr val="FFFFFF"/>
                </a:solidFill>
                <a:latin typeface="Times New Roman" panose="02020603050405020304" pitchFamily="18" charset="0"/>
                <a:cs typeface="B Nazanin" panose="00000400000000000000" pitchFamily="2" charset="-78"/>
              </a:rPr>
              <a:t>سیستم مدیریت همسان سازی</a:t>
            </a:r>
            <a:endParaRPr lang="en-US" sz="1600" b="1" dirty="0">
              <a:solidFill>
                <a:srgbClr val="FFFFFF"/>
              </a:solidFill>
              <a:latin typeface="Times New Roman" panose="02020603050405020304" pitchFamily="18" charset="0"/>
              <a:cs typeface="B Nazanin" panose="00000400000000000000" pitchFamily="2" charset="-78"/>
            </a:endParaRPr>
          </a:p>
        </p:txBody>
      </p:sp>
      <p:sp>
        <p:nvSpPr>
          <p:cNvPr id="18" name="AutoShape 8">
            <a:extLst>
              <a:ext uri="{FF2B5EF4-FFF2-40B4-BE49-F238E27FC236}">
                <a16:creationId xmlns="" xmlns:a16="http://schemas.microsoft.com/office/drawing/2014/main" id="{FF901E6E-4D39-4565-9B46-60C2C5B1D5F6}"/>
              </a:ext>
            </a:extLst>
          </p:cNvPr>
          <p:cNvSpPr>
            <a:spLocks noChangeAspect="1" noChangeArrowheads="1"/>
          </p:cNvSpPr>
          <p:nvPr/>
        </p:nvSpPr>
        <p:spPr bwMode="gray">
          <a:xfrm>
            <a:off x="2393380" y="1903199"/>
            <a:ext cx="6307815" cy="427593"/>
          </a:xfrm>
          <a:prstGeom prst="roundRect">
            <a:avLst>
              <a:gd name="adj" fmla="val 50000"/>
            </a:avLst>
          </a:prstGeom>
          <a:gradFill flip="none" rotWithShape="1">
            <a:gsLst>
              <a:gs pos="0">
                <a:srgbClr val="B7E7FF">
                  <a:gamma/>
                  <a:tint val="0"/>
                  <a:invGamma/>
                </a:srgbClr>
              </a:gs>
              <a:gs pos="100000">
                <a:srgbClr val="B7E7FF"/>
              </a:gs>
            </a:gsLst>
            <a:lin ang="10800000" scaled="1"/>
            <a:tileRect/>
          </a:gradFill>
          <a:ln w="28575" algn="ctr">
            <a:solidFill>
              <a:srgbClr val="C4E59F"/>
            </a:solidFill>
            <a:round/>
            <a:headEnd/>
            <a:tailEnd/>
          </a:ln>
          <a:effectLst/>
        </p:spPr>
        <p:txBody>
          <a:bodyPr wrap="none" anchor="ctr"/>
          <a:lstStyle/>
          <a:p>
            <a:pPr algn="r" rtl="1" fontAlgn="base">
              <a:spcBef>
                <a:spcPct val="0"/>
              </a:spcBef>
              <a:spcAft>
                <a:spcPct val="0"/>
              </a:spcAft>
            </a:pPr>
            <a:r>
              <a:rPr lang="fa-IR" dirty="0">
                <a:cs typeface="B Lotus" panose="00000400000000000000" pitchFamily="2" charset="-78"/>
              </a:rPr>
              <a:t>الگوریتم بهبودیافته و تسریع‌کننده فرآیند همسان‌سازی متناسب خودروهای تجاری کِشنده</a:t>
            </a:r>
            <a:endParaRPr lang="en-US" b="1" dirty="0">
              <a:solidFill>
                <a:srgbClr val="000000"/>
              </a:solidFill>
              <a:latin typeface="Times New Roman" panose="02020603050405020304" pitchFamily="18" charset="0"/>
              <a:cs typeface="B Lotus" panose="00000400000000000000" pitchFamily="2" charset="-78"/>
            </a:endParaRPr>
          </a:p>
        </p:txBody>
      </p:sp>
      <p:sp>
        <p:nvSpPr>
          <p:cNvPr id="19" name="TextBox 18"/>
          <p:cNvSpPr txBox="1"/>
          <p:nvPr/>
        </p:nvSpPr>
        <p:spPr>
          <a:xfrm>
            <a:off x="209088" y="5329937"/>
            <a:ext cx="2392001" cy="307777"/>
          </a:xfrm>
          <a:prstGeom prst="rect">
            <a:avLst/>
          </a:prstGeom>
          <a:noFill/>
        </p:spPr>
        <p:txBody>
          <a:bodyPr wrap="none" rtlCol="0">
            <a:spAutoFit/>
          </a:bodyPr>
          <a:lstStyle/>
          <a:p>
            <a:pPr algn="ctr" rtl="1"/>
            <a:r>
              <a:rPr lang="fa-IR" sz="1400" dirty="0">
                <a:latin typeface="Times New Roman" panose="02020603050405020304" pitchFamily="18" charset="0"/>
                <a:cs typeface="B Lotus" panose="00000400000000000000" pitchFamily="2" charset="-78"/>
              </a:rPr>
              <a:t>توپولوژی سلول به سلول مستقیم ماژولار</a:t>
            </a:r>
          </a:p>
        </p:txBody>
      </p:sp>
      <p:sp>
        <p:nvSpPr>
          <p:cNvPr id="21" name="TextBox 20"/>
          <p:cNvSpPr txBox="1"/>
          <p:nvPr/>
        </p:nvSpPr>
        <p:spPr>
          <a:xfrm>
            <a:off x="2747801" y="3474876"/>
            <a:ext cx="461986" cy="707886"/>
          </a:xfrm>
          <a:prstGeom prst="rect">
            <a:avLst/>
          </a:prstGeom>
          <a:noFill/>
        </p:spPr>
        <p:txBody>
          <a:bodyPr wrap="none" rtlCol="0">
            <a:spAutoFit/>
          </a:bodyPr>
          <a:lstStyle/>
          <a:p>
            <a:pPr algn="ctr" rtl="1"/>
            <a:r>
              <a:rPr lang="fa-IR" sz="4000" dirty="0">
                <a:latin typeface="Times New Roman" panose="02020603050405020304" pitchFamily="18" charset="0"/>
                <a:cs typeface="B Nasim" panose="00000700000000000000" pitchFamily="2" charset="-78"/>
              </a:rPr>
              <a:t>+</a:t>
            </a:r>
          </a:p>
        </p:txBody>
      </p:sp>
      <p:sp>
        <p:nvSpPr>
          <p:cNvPr id="26" name="TextBox 25"/>
          <p:cNvSpPr txBox="1"/>
          <p:nvPr/>
        </p:nvSpPr>
        <p:spPr>
          <a:xfrm>
            <a:off x="3734542" y="5114494"/>
            <a:ext cx="2272812" cy="523220"/>
          </a:xfrm>
          <a:prstGeom prst="rect">
            <a:avLst/>
          </a:prstGeom>
          <a:noFill/>
        </p:spPr>
        <p:txBody>
          <a:bodyPr wrap="square" rtlCol="0">
            <a:spAutoFit/>
          </a:bodyPr>
          <a:lstStyle/>
          <a:p>
            <a:pPr algn="ctr" rtl="1"/>
            <a:r>
              <a:rPr lang="fa-IR" sz="1400" dirty="0">
                <a:latin typeface="Times New Roman" panose="02020603050405020304" pitchFamily="18" charset="0"/>
                <a:cs typeface="B Lotus" panose="00000400000000000000" pitchFamily="2" charset="-78"/>
              </a:rPr>
              <a:t>الگوریتم منظم سازی و جفت کردن کمترین به بیشترین</a:t>
            </a:r>
            <a:endParaRPr lang="en-US" sz="1400" dirty="0">
              <a:latin typeface="Times New Roman" panose="02020603050405020304" pitchFamily="18" charset="0"/>
              <a:cs typeface="B Lotus" panose="00000400000000000000" pitchFamily="2" charset="-78"/>
            </a:endParaRPr>
          </a:p>
        </p:txBody>
      </p:sp>
      <p:pic>
        <p:nvPicPr>
          <p:cNvPr id="29" name="Picture 28"/>
          <p:cNvPicPr>
            <a:picLocks noChangeAspect="1"/>
          </p:cNvPicPr>
          <p:nvPr/>
        </p:nvPicPr>
        <p:blipFill>
          <a:blip r:embed="rId3"/>
          <a:stretch>
            <a:fillRect/>
          </a:stretch>
        </p:blipFill>
        <p:spPr>
          <a:xfrm>
            <a:off x="7376051" y="3578659"/>
            <a:ext cx="247650" cy="250160"/>
          </a:xfrm>
          <a:prstGeom prst="rect">
            <a:avLst/>
          </a:prstGeom>
        </p:spPr>
      </p:pic>
      <p:pic>
        <p:nvPicPr>
          <p:cNvPr id="32" name="Picture 31"/>
          <p:cNvPicPr>
            <a:picLocks noChangeAspect="1"/>
          </p:cNvPicPr>
          <p:nvPr/>
        </p:nvPicPr>
        <p:blipFill>
          <a:blip r:embed="rId4"/>
          <a:stretch>
            <a:fillRect/>
          </a:stretch>
        </p:blipFill>
        <p:spPr>
          <a:xfrm>
            <a:off x="7821371" y="3449489"/>
            <a:ext cx="610743" cy="586411"/>
          </a:xfrm>
          <a:prstGeom prst="rect">
            <a:avLst/>
          </a:prstGeom>
        </p:spPr>
      </p:pic>
      <p:pic>
        <p:nvPicPr>
          <p:cNvPr id="33" name="Picture 32"/>
          <p:cNvPicPr>
            <a:picLocks noChangeAspect="1"/>
          </p:cNvPicPr>
          <p:nvPr/>
        </p:nvPicPr>
        <p:blipFill>
          <a:blip r:embed="rId5"/>
          <a:stretch>
            <a:fillRect/>
          </a:stretch>
        </p:blipFill>
        <p:spPr>
          <a:xfrm>
            <a:off x="7821371" y="4167098"/>
            <a:ext cx="611904" cy="481300"/>
          </a:xfrm>
          <a:prstGeom prst="rect">
            <a:avLst/>
          </a:prstGeom>
        </p:spPr>
      </p:pic>
      <p:sp>
        <p:nvSpPr>
          <p:cNvPr id="35" name="TextBox 34"/>
          <p:cNvSpPr txBox="1"/>
          <p:nvPr/>
        </p:nvSpPr>
        <p:spPr>
          <a:xfrm>
            <a:off x="6399068" y="3452989"/>
            <a:ext cx="461986" cy="707886"/>
          </a:xfrm>
          <a:prstGeom prst="rect">
            <a:avLst/>
          </a:prstGeom>
          <a:noFill/>
        </p:spPr>
        <p:txBody>
          <a:bodyPr wrap="none" rtlCol="0">
            <a:spAutoFit/>
          </a:bodyPr>
          <a:lstStyle/>
          <a:p>
            <a:pPr algn="ctr" rtl="1"/>
            <a:r>
              <a:rPr lang="fa-IR" sz="4000" dirty="0">
                <a:latin typeface="Times New Roman" panose="02020603050405020304" pitchFamily="18" charset="0"/>
                <a:cs typeface="B Nasim" panose="00000700000000000000" pitchFamily="2" charset="-78"/>
              </a:rPr>
              <a:t>+</a:t>
            </a:r>
          </a:p>
        </p:txBody>
      </p:sp>
      <p:sp>
        <p:nvSpPr>
          <p:cNvPr id="36" name="TextBox 35"/>
          <p:cNvSpPr txBox="1"/>
          <p:nvPr/>
        </p:nvSpPr>
        <p:spPr>
          <a:xfrm>
            <a:off x="6836311" y="5329937"/>
            <a:ext cx="2272812" cy="307777"/>
          </a:xfrm>
          <a:prstGeom prst="rect">
            <a:avLst/>
          </a:prstGeom>
          <a:noFill/>
        </p:spPr>
        <p:txBody>
          <a:bodyPr wrap="square" rtlCol="0">
            <a:spAutoFit/>
          </a:bodyPr>
          <a:lstStyle/>
          <a:p>
            <a:pPr algn="ctr" rtl="1"/>
            <a:r>
              <a:rPr lang="fa-IR" sz="1400" dirty="0">
                <a:latin typeface="Times New Roman" panose="02020603050405020304" pitchFamily="18" charset="0"/>
                <a:cs typeface="B Lotus" panose="00000400000000000000" pitchFamily="2" charset="-78"/>
              </a:rPr>
              <a:t>شبیه سازی</a:t>
            </a:r>
            <a:endParaRPr lang="en-US" sz="1400" dirty="0">
              <a:latin typeface="Times New Roman" panose="02020603050405020304" pitchFamily="18" charset="0"/>
              <a:cs typeface="B Lotus" panose="00000400000000000000" pitchFamily="2" charset="-78"/>
            </a:endParaRPr>
          </a:p>
        </p:txBody>
      </p:sp>
      <p:pic>
        <p:nvPicPr>
          <p:cNvPr id="3" name="Picture 2"/>
          <p:cNvPicPr>
            <a:picLocks noChangeAspect="1"/>
          </p:cNvPicPr>
          <p:nvPr/>
        </p:nvPicPr>
        <p:blipFill>
          <a:blip r:embed="rId6"/>
          <a:stretch>
            <a:fillRect/>
          </a:stretch>
        </p:blipFill>
        <p:spPr>
          <a:xfrm>
            <a:off x="4002578" y="3156364"/>
            <a:ext cx="1603699" cy="1603699"/>
          </a:xfrm>
          <a:prstGeom prst="rect">
            <a:avLst/>
          </a:prstGeom>
        </p:spPr>
      </p:pic>
      <p:pic>
        <p:nvPicPr>
          <p:cNvPr id="37" name="Picture 36"/>
          <p:cNvPicPr>
            <a:picLocks noChangeAspect="1"/>
          </p:cNvPicPr>
          <p:nvPr/>
        </p:nvPicPr>
        <p:blipFill>
          <a:blip r:embed="rId7"/>
          <a:stretch>
            <a:fillRect/>
          </a:stretch>
        </p:blipFill>
        <p:spPr>
          <a:xfrm>
            <a:off x="7376051" y="4279658"/>
            <a:ext cx="247650" cy="263198"/>
          </a:xfrm>
          <a:prstGeom prst="rect">
            <a:avLst/>
          </a:prstGeom>
        </p:spPr>
      </p:pic>
      <p:grpSp>
        <p:nvGrpSpPr>
          <p:cNvPr id="5" name="Group 4"/>
          <p:cNvGrpSpPr/>
          <p:nvPr/>
        </p:nvGrpSpPr>
        <p:grpSpPr>
          <a:xfrm>
            <a:off x="868231" y="2889680"/>
            <a:ext cx="651217" cy="2137065"/>
            <a:chOff x="990600" y="2205591"/>
            <a:chExt cx="651217" cy="2137065"/>
          </a:xfrm>
        </p:grpSpPr>
        <p:pic>
          <p:nvPicPr>
            <p:cNvPr id="20" name="Picture 19"/>
            <p:cNvPicPr/>
            <p:nvPr/>
          </p:nvPicPr>
          <p:blipFill>
            <a:blip r:embed="rId8" cstate="print">
              <a:extLst>
                <a:ext uri="{28A0092B-C50C-407E-A947-70E740481C1C}">
                  <a14:useLocalDpi xmlns:a14="http://schemas.microsoft.com/office/drawing/2010/main" val="0"/>
                </a:ext>
              </a:extLst>
            </a:blip>
            <a:stretch>
              <a:fillRect/>
            </a:stretch>
          </p:blipFill>
          <p:spPr bwMode="auto">
            <a:xfrm>
              <a:off x="990600" y="2205591"/>
              <a:ext cx="651217" cy="586472"/>
            </a:xfrm>
            <a:prstGeom prst="rect">
              <a:avLst/>
            </a:prstGeom>
            <a:noFill/>
            <a:ln>
              <a:noFill/>
            </a:ln>
          </p:spPr>
        </p:pic>
        <p:pic>
          <p:nvPicPr>
            <p:cNvPr id="39" name="Picture 38"/>
            <p:cNvPicPr/>
            <p:nvPr/>
          </p:nvPicPr>
          <p:blipFill>
            <a:blip r:embed="rId8" cstate="print">
              <a:extLst>
                <a:ext uri="{28A0092B-C50C-407E-A947-70E740481C1C}">
                  <a14:useLocalDpi xmlns:a14="http://schemas.microsoft.com/office/drawing/2010/main" val="0"/>
                </a:ext>
              </a:extLst>
            </a:blip>
            <a:stretch>
              <a:fillRect/>
            </a:stretch>
          </p:blipFill>
          <p:spPr bwMode="auto">
            <a:xfrm>
              <a:off x="990600" y="2840649"/>
              <a:ext cx="651217" cy="586472"/>
            </a:xfrm>
            <a:prstGeom prst="rect">
              <a:avLst/>
            </a:prstGeom>
            <a:noFill/>
            <a:ln>
              <a:noFill/>
            </a:ln>
          </p:spPr>
        </p:pic>
        <p:pic>
          <p:nvPicPr>
            <p:cNvPr id="40" name="Picture 39"/>
            <p:cNvPicPr/>
            <p:nvPr/>
          </p:nvPicPr>
          <p:blipFill>
            <a:blip r:embed="rId8" cstate="print">
              <a:extLst>
                <a:ext uri="{28A0092B-C50C-407E-A947-70E740481C1C}">
                  <a14:useLocalDpi xmlns:a14="http://schemas.microsoft.com/office/drawing/2010/main" val="0"/>
                </a:ext>
              </a:extLst>
            </a:blip>
            <a:stretch>
              <a:fillRect/>
            </a:stretch>
          </p:blipFill>
          <p:spPr bwMode="auto">
            <a:xfrm>
              <a:off x="990600" y="3756184"/>
              <a:ext cx="651217" cy="586472"/>
            </a:xfrm>
            <a:prstGeom prst="rect">
              <a:avLst/>
            </a:prstGeom>
            <a:noFill/>
            <a:ln>
              <a:noFill/>
            </a:ln>
          </p:spPr>
        </p:pic>
        <p:pic>
          <p:nvPicPr>
            <p:cNvPr id="4" name="Picture 3"/>
            <p:cNvPicPr>
              <a:picLocks noChangeAspect="1"/>
            </p:cNvPicPr>
            <p:nvPr/>
          </p:nvPicPr>
          <p:blipFill>
            <a:blip r:embed="rId9"/>
            <a:stretch>
              <a:fillRect/>
            </a:stretch>
          </p:blipFill>
          <p:spPr>
            <a:xfrm>
              <a:off x="1192449" y="3439425"/>
              <a:ext cx="247517" cy="324923"/>
            </a:xfrm>
            <a:prstGeom prst="rect">
              <a:avLst/>
            </a:prstGeom>
          </p:spPr>
        </p:pic>
      </p:grpSp>
      <p:grpSp>
        <p:nvGrpSpPr>
          <p:cNvPr id="41" name="Group 23">
            <a:extLst>
              <a:ext uri="{FF2B5EF4-FFF2-40B4-BE49-F238E27FC236}">
                <a16:creationId xmlns="" xmlns:a16="http://schemas.microsoft.com/office/drawing/2014/main" id="{978D1582-1549-4D37-9C95-34020E281F7D}"/>
              </a:ext>
            </a:extLst>
          </p:cNvPr>
          <p:cNvGrpSpPr>
            <a:grpSpLocks noChangeAspect="1"/>
          </p:cNvGrpSpPr>
          <p:nvPr/>
        </p:nvGrpSpPr>
        <p:grpSpPr bwMode="auto">
          <a:xfrm>
            <a:off x="8510695" y="1922462"/>
            <a:ext cx="381000" cy="381000"/>
            <a:chOff x="2078" y="1680"/>
            <a:chExt cx="1615" cy="1615"/>
          </a:xfrm>
        </p:grpSpPr>
        <p:sp>
          <p:nvSpPr>
            <p:cNvPr id="42" name="Oval 24">
              <a:extLst>
                <a:ext uri="{FF2B5EF4-FFF2-40B4-BE49-F238E27FC236}">
                  <a16:creationId xmlns="" xmlns:a16="http://schemas.microsoft.com/office/drawing/2014/main" id="{394744AB-69AD-4039-A10B-0D8E0439243B}"/>
                </a:ext>
              </a:extLst>
            </p:cNvPr>
            <p:cNvSpPr>
              <a:spLocks noChangeArrowheads="1"/>
            </p:cNvSpPr>
            <p:nvPr/>
          </p:nvSpPr>
          <p:spPr bwMode="gray">
            <a:xfrm>
              <a:off x="2078" y="1680"/>
              <a:ext cx="1615" cy="1615"/>
            </a:xfrm>
            <a:prstGeom prst="ellipse">
              <a:avLst/>
            </a:prstGeom>
            <a:gradFill rotWithShape="1">
              <a:gsLst>
                <a:gs pos="0">
                  <a:srgbClr val="FFFFFF">
                    <a:gamma/>
                    <a:shade val="46275"/>
                    <a:invGamma/>
                  </a:srgbClr>
                </a:gs>
                <a:gs pos="50000">
                  <a:srgbClr val="FFFFFF"/>
                </a:gs>
                <a:gs pos="100000">
                  <a:srgbClr val="FFFFFF">
                    <a:gamma/>
                    <a:shade val="46275"/>
                    <a:invGamma/>
                  </a:srgbClr>
                </a:gs>
              </a:gsLst>
              <a:lin ang="5400000" scaled="1"/>
            </a:gradFill>
            <a:ln w="57150" algn="ctr">
              <a:noFill/>
              <a:round/>
              <a:headEnd/>
              <a:tailEnd/>
            </a:ln>
            <a:effectLst/>
          </p:spPr>
          <p:txBody>
            <a:bodyPr wrap="none" anchor="ct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latin typeface="Arial" pitchFamily="34" charset="0"/>
              </a:endParaRPr>
            </a:p>
          </p:txBody>
        </p:sp>
        <p:sp>
          <p:nvSpPr>
            <p:cNvPr id="43" name="Oval 25">
              <a:extLst>
                <a:ext uri="{FF2B5EF4-FFF2-40B4-BE49-F238E27FC236}">
                  <a16:creationId xmlns="" xmlns:a16="http://schemas.microsoft.com/office/drawing/2014/main" id="{154704C5-3C92-4C99-8D43-D388A6C5B289}"/>
                </a:ext>
              </a:extLst>
            </p:cNvPr>
            <p:cNvSpPr>
              <a:spLocks noChangeArrowheads="1"/>
            </p:cNvSpPr>
            <p:nvPr/>
          </p:nvSpPr>
          <p:spPr bwMode="gray">
            <a:xfrm>
              <a:off x="2170" y="1771"/>
              <a:ext cx="1430" cy="1430"/>
            </a:xfrm>
            <a:prstGeom prst="ellipse">
              <a:avLst/>
            </a:prstGeom>
            <a:gradFill rotWithShape="1">
              <a:gsLst>
                <a:gs pos="0">
                  <a:srgbClr val="FFFFFF">
                    <a:gamma/>
                    <a:shade val="63529"/>
                    <a:invGamma/>
                  </a:srgbClr>
                </a:gs>
                <a:gs pos="50000">
                  <a:srgbClr val="FFFFFF"/>
                </a:gs>
                <a:gs pos="100000">
                  <a:srgbClr val="FFFFFF">
                    <a:gamma/>
                    <a:shade val="63529"/>
                    <a:invGamma/>
                  </a:srgbClr>
                </a:gs>
              </a:gsLst>
              <a:lin ang="0" scaled="1"/>
            </a:gradFill>
            <a:ln w="9525" algn="ctr">
              <a:noFill/>
              <a:round/>
              <a:headEnd/>
              <a:tailEnd/>
            </a:ln>
            <a:effectLst/>
          </p:spPr>
          <p:txBody>
            <a:bodyPr wrap="none" anchor="ct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latin typeface="Arial" pitchFamily="34" charset="0"/>
              </a:endParaRPr>
            </a:p>
          </p:txBody>
        </p:sp>
        <p:sp>
          <p:nvSpPr>
            <p:cNvPr id="44" name="Oval 26">
              <a:extLst>
                <a:ext uri="{FF2B5EF4-FFF2-40B4-BE49-F238E27FC236}">
                  <a16:creationId xmlns="" xmlns:a16="http://schemas.microsoft.com/office/drawing/2014/main" id="{04F66D2C-385D-4CBC-8E8F-3E3A912DFC98}"/>
                </a:ext>
              </a:extLst>
            </p:cNvPr>
            <p:cNvSpPr>
              <a:spLocks noChangeArrowheads="1"/>
            </p:cNvSpPr>
            <p:nvPr/>
          </p:nvSpPr>
          <p:spPr bwMode="gray">
            <a:xfrm>
              <a:off x="2254" y="1856"/>
              <a:ext cx="1262" cy="1264"/>
            </a:xfrm>
            <a:prstGeom prst="ellipse">
              <a:avLst/>
            </a:prstGeom>
            <a:gradFill rotWithShape="1">
              <a:gsLst>
                <a:gs pos="0">
                  <a:srgbClr val="8AD4CD">
                    <a:gamma/>
                    <a:tint val="0"/>
                    <a:invGamma/>
                  </a:srgbClr>
                </a:gs>
                <a:gs pos="50000">
                  <a:srgbClr val="8AD4CD"/>
                </a:gs>
                <a:gs pos="100000">
                  <a:srgbClr val="8AD4CD">
                    <a:gamma/>
                    <a:tint val="0"/>
                    <a:invGamma/>
                  </a:srgbClr>
                </a:gs>
              </a:gsLst>
              <a:lin ang="2700000" scaled="1"/>
            </a:gradFill>
            <a:ln w="38100" algn="ctr">
              <a:noFill/>
              <a:round/>
              <a:headEnd/>
              <a:tailEnd/>
            </a:ln>
            <a:effectLst/>
          </p:spPr>
          <p:txBody>
            <a:bodyPr wrap="none" anchor="ctr">
              <a:spAutoFit/>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latin typeface="Arial" pitchFamily="34" charset="0"/>
              </a:endParaRPr>
            </a:p>
          </p:txBody>
        </p:sp>
        <p:sp>
          <p:nvSpPr>
            <p:cNvPr id="45" name="Oval 27">
              <a:extLst>
                <a:ext uri="{FF2B5EF4-FFF2-40B4-BE49-F238E27FC236}">
                  <a16:creationId xmlns="" xmlns:a16="http://schemas.microsoft.com/office/drawing/2014/main" id="{EA27390D-90C7-4FEF-9F37-D35FD2EA7723}"/>
                </a:ext>
              </a:extLst>
            </p:cNvPr>
            <p:cNvSpPr>
              <a:spLocks noChangeArrowheads="1"/>
            </p:cNvSpPr>
            <p:nvPr/>
          </p:nvSpPr>
          <p:spPr bwMode="gray">
            <a:xfrm>
              <a:off x="2254" y="1856"/>
              <a:ext cx="1262" cy="1264"/>
            </a:xfrm>
            <a:prstGeom prst="ellipse">
              <a:avLst/>
            </a:prstGeom>
            <a:gradFill rotWithShape="1">
              <a:gsLst>
                <a:gs pos="0">
                  <a:srgbClr val="21B3E1"/>
                </a:gs>
                <a:gs pos="100000">
                  <a:srgbClr val="21B3E1">
                    <a:gamma/>
                    <a:shade val="46275"/>
                    <a:invGamma/>
                  </a:srgbClr>
                </a:gs>
              </a:gsLst>
              <a:lin ang="5400000" scaled="1"/>
            </a:gradFill>
            <a:ln w="38100" algn="ctr">
              <a:noFill/>
              <a:round/>
              <a:headEnd/>
              <a:tailEnd/>
            </a:ln>
            <a:effectLst/>
          </p:spPr>
          <p:txBody>
            <a:bodyPr wrap="none" anchor="ctr">
              <a:spAutoFit/>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latin typeface="Arial" pitchFamily="34" charset="0"/>
              </a:endParaRPr>
            </a:p>
          </p:txBody>
        </p:sp>
        <p:sp>
          <p:nvSpPr>
            <p:cNvPr id="46" name="Oval 28">
              <a:extLst>
                <a:ext uri="{FF2B5EF4-FFF2-40B4-BE49-F238E27FC236}">
                  <a16:creationId xmlns="" xmlns:a16="http://schemas.microsoft.com/office/drawing/2014/main" id="{5C9AFE92-58F0-4BF1-8021-7EEAC92E3206}"/>
                </a:ext>
              </a:extLst>
            </p:cNvPr>
            <p:cNvSpPr>
              <a:spLocks noChangeArrowheads="1"/>
            </p:cNvSpPr>
            <p:nvPr/>
          </p:nvSpPr>
          <p:spPr bwMode="gray">
            <a:xfrm>
              <a:off x="2337" y="1939"/>
              <a:ext cx="1096" cy="1098"/>
            </a:xfrm>
            <a:prstGeom prst="ellipse">
              <a:avLst/>
            </a:prstGeom>
            <a:gradFill rotWithShape="1">
              <a:gsLst>
                <a:gs pos="0">
                  <a:srgbClr val="8AD4CD">
                    <a:gamma/>
                    <a:shade val="54118"/>
                    <a:invGamma/>
                  </a:srgbClr>
                </a:gs>
                <a:gs pos="50000">
                  <a:srgbClr val="8AD4CD"/>
                </a:gs>
                <a:gs pos="100000">
                  <a:srgbClr val="8AD4CD">
                    <a:gamma/>
                    <a:shade val="54118"/>
                    <a:invGamma/>
                  </a:srgbClr>
                </a:gs>
              </a:gsLst>
              <a:lin ang="18900000" scaled="1"/>
            </a:gradFill>
            <a:ln w="38100" algn="ctr">
              <a:noFill/>
              <a:round/>
              <a:headEnd/>
              <a:tailEnd/>
            </a:ln>
            <a:effectLst/>
          </p:spPr>
          <p:txBody>
            <a:bodyPr anchor="ctr">
              <a:spAutoFit/>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latin typeface="Arial" pitchFamily="34" charset="0"/>
              </a:endParaRPr>
            </a:p>
          </p:txBody>
        </p:sp>
        <p:sp>
          <p:nvSpPr>
            <p:cNvPr id="47" name="Oval 29">
              <a:extLst>
                <a:ext uri="{FF2B5EF4-FFF2-40B4-BE49-F238E27FC236}">
                  <a16:creationId xmlns="" xmlns:a16="http://schemas.microsoft.com/office/drawing/2014/main" id="{1B81B5B2-AD7F-472D-BBE8-64F0040E5D5F}"/>
                </a:ext>
              </a:extLst>
            </p:cNvPr>
            <p:cNvSpPr>
              <a:spLocks noChangeArrowheads="1"/>
            </p:cNvSpPr>
            <p:nvPr/>
          </p:nvSpPr>
          <p:spPr bwMode="gray">
            <a:xfrm>
              <a:off x="2337" y="1939"/>
              <a:ext cx="1096" cy="1098"/>
            </a:xfrm>
            <a:prstGeom prst="ellipse">
              <a:avLst/>
            </a:prstGeom>
            <a:gradFill rotWithShape="1">
              <a:gsLst>
                <a:gs pos="0">
                  <a:srgbClr val="21B3E1"/>
                </a:gs>
                <a:gs pos="100000">
                  <a:srgbClr val="21B3E1">
                    <a:gamma/>
                    <a:shade val="48627"/>
                    <a:invGamma/>
                  </a:srgbClr>
                </a:gs>
              </a:gsLst>
              <a:lin ang="2700000" scaled="1"/>
            </a:gradFill>
            <a:ln w="38100" algn="ctr">
              <a:noFill/>
              <a:round/>
              <a:headEnd/>
              <a:tailEnd/>
            </a:ln>
            <a:effectLst/>
          </p:spPr>
          <p:txBody>
            <a:bodyPr anchor="ctr">
              <a:spAutoFit/>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latin typeface="Arial" pitchFamily="34" charset="0"/>
              </a:endParaRPr>
            </a:p>
          </p:txBody>
        </p:sp>
      </p:grpSp>
      <p:pic>
        <p:nvPicPr>
          <p:cNvPr id="38" name="Picture 37" descr="پرونده:Azad University logo.png - ویکی‌پدیا، دانشنامهٔ آزاد">
            <a:extLst>
              <a:ext uri="{FF2B5EF4-FFF2-40B4-BE49-F238E27FC236}">
                <a16:creationId xmlns="" xmlns:a16="http://schemas.microsoft.com/office/drawing/2014/main" id="{FA988D60-670C-406B-B8FB-D5A0053424E9}"/>
              </a:ext>
            </a:extLst>
          </p:cNvPr>
          <p:cNvPicPr/>
          <p:nvPr/>
        </p:nvPicPr>
        <p:blipFill>
          <a:blip r:embed="rId10" cstate="print">
            <a:extLst>
              <a:ext uri="{28A0092B-C50C-407E-A947-70E740481C1C}">
                <a14:useLocalDpi xmlns:a14="http://schemas.microsoft.com/office/drawing/2010/main" val="0"/>
              </a:ext>
            </a:extLst>
          </a:blip>
          <a:srcRect/>
          <a:stretch>
            <a:fillRect/>
          </a:stretch>
        </p:blipFill>
        <p:spPr bwMode="auto">
          <a:xfrm>
            <a:off x="8610600" y="0"/>
            <a:ext cx="533400" cy="822959"/>
          </a:xfrm>
          <a:prstGeom prst="rect">
            <a:avLst/>
          </a:prstGeom>
          <a:noFill/>
          <a:ln>
            <a:noFill/>
          </a:ln>
        </p:spPr>
      </p:pic>
      <p:sp>
        <p:nvSpPr>
          <p:cNvPr id="48" name="AutoShape 10">
            <a:extLst>
              <a:ext uri="{FF2B5EF4-FFF2-40B4-BE49-F238E27FC236}">
                <a16:creationId xmlns="" xmlns:a16="http://schemas.microsoft.com/office/drawing/2014/main" id="{96E6A76C-5024-445C-8373-4A127C8598B1}"/>
              </a:ext>
            </a:extLst>
          </p:cNvPr>
          <p:cNvSpPr>
            <a:spLocks noChangeArrowheads="1"/>
          </p:cNvSpPr>
          <p:nvPr/>
        </p:nvSpPr>
        <p:spPr bwMode="gray">
          <a:xfrm flipH="1">
            <a:off x="6244699" y="55997"/>
            <a:ext cx="2137301" cy="649224"/>
          </a:xfrm>
          <a:prstGeom prst="chevron">
            <a:avLst>
              <a:gd name="adj" fmla="val 17842"/>
            </a:avLst>
          </a:prstGeom>
          <a:gradFill rotWithShape="1">
            <a:gsLst>
              <a:gs pos="0">
                <a:srgbClr val="84B09A">
                  <a:gamma/>
                  <a:shade val="46275"/>
                  <a:invGamma/>
                </a:srgbClr>
              </a:gs>
              <a:gs pos="50000">
                <a:srgbClr val="84B09A"/>
              </a:gs>
              <a:gs pos="100000">
                <a:srgbClr val="84B09A">
                  <a:gamma/>
                  <a:shade val="46275"/>
                  <a:invGamma/>
                </a:srgbClr>
              </a:gs>
            </a:gsLst>
            <a:lin ang="2700000" scaled="1"/>
          </a:gradFill>
          <a:ln w="38100">
            <a:solidFill>
              <a:srgbClr val="EAEAEA"/>
            </a:solidFill>
            <a:miter lim="800000"/>
            <a:headEnd/>
            <a:tailEnd/>
          </a:ln>
          <a:effectLst>
            <a:outerShdw dist="109250" dir="3267739" algn="ctr" rotWithShape="0">
              <a:srgbClr val="333333">
                <a:alpha val="50000"/>
              </a:srgbClr>
            </a:outerShdw>
          </a:effectLst>
        </p:spPr>
        <p:txBody>
          <a:bodyPr wrap="square" anchor="ctr">
            <a:spAutoFit/>
          </a:bodyPr>
          <a:lstStyle/>
          <a:p>
            <a:pPr algn="ctr" fontAlgn="base">
              <a:spcBef>
                <a:spcPct val="0"/>
              </a:spcBef>
              <a:spcAft>
                <a:spcPct val="0"/>
              </a:spcAft>
            </a:pPr>
            <a:endParaRPr lang="en-US" kern="0">
              <a:solidFill>
                <a:srgbClr val="3D81BF"/>
              </a:solidFill>
            </a:endParaRPr>
          </a:p>
        </p:txBody>
      </p:sp>
      <p:sp>
        <p:nvSpPr>
          <p:cNvPr id="51" name="Rectangle 50">
            <a:extLst>
              <a:ext uri="{FF2B5EF4-FFF2-40B4-BE49-F238E27FC236}">
                <a16:creationId xmlns="" xmlns:a16="http://schemas.microsoft.com/office/drawing/2014/main" id="{BF9CF44D-C94F-4B09-AF24-15EACD7BE0F4}"/>
              </a:ext>
            </a:extLst>
          </p:cNvPr>
          <p:cNvSpPr/>
          <p:nvPr/>
        </p:nvSpPr>
        <p:spPr>
          <a:xfrm>
            <a:off x="6499957" y="197162"/>
            <a:ext cx="1626786" cy="323165"/>
          </a:xfrm>
          <a:prstGeom prst="rect">
            <a:avLst/>
          </a:prstGeom>
        </p:spPr>
        <p:txBody>
          <a:bodyPr wrap="square">
            <a:spAutoFit/>
          </a:bodyPr>
          <a:lstStyle/>
          <a:p>
            <a:pPr lvl="0" algn="ctr" fontAlgn="base">
              <a:spcBef>
                <a:spcPct val="0"/>
              </a:spcBef>
              <a:spcAft>
                <a:spcPct val="0"/>
              </a:spcAft>
              <a:defRPr/>
            </a:pPr>
            <a:r>
              <a:rPr lang="fa-IR" sz="1500" b="1" kern="0" dirty="0" err="1">
                <a:solidFill>
                  <a:srgbClr val="FFFFFF"/>
                </a:solidFill>
                <a:latin typeface="Times New Roman" panose="02020603050405020304" pitchFamily="18" charset="0"/>
                <a:cs typeface="B Nazanin" pitchFamily="2" charset="-78"/>
              </a:rPr>
              <a:t>باتریها</a:t>
            </a:r>
            <a:endParaRPr lang="en-US" sz="1500" b="1" kern="0" dirty="0">
              <a:solidFill>
                <a:srgbClr val="FFFFFF"/>
              </a:solidFill>
              <a:latin typeface="Times New Roman" panose="02020603050405020304" pitchFamily="18" charset="0"/>
              <a:cs typeface="B Nazanin" pitchFamily="2" charset="-78"/>
            </a:endParaRPr>
          </a:p>
        </p:txBody>
      </p:sp>
      <p:sp>
        <p:nvSpPr>
          <p:cNvPr id="53" name="AutoShape 3">
            <a:extLst>
              <a:ext uri="{FF2B5EF4-FFF2-40B4-BE49-F238E27FC236}">
                <a16:creationId xmlns="" xmlns:a16="http://schemas.microsoft.com/office/drawing/2014/main" id="{DBA5C955-0E66-467E-8B5F-EF4EE5F8F3FA}"/>
              </a:ext>
            </a:extLst>
          </p:cNvPr>
          <p:cNvSpPr>
            <a:spLocks noChangeArrowheads="1"/>
          </p:cNvSpPr>
          <p:nvPr/>
        </p:nvSpPr>
        <p:spPr bwMode="gray">
          <a:xfrm flipH="1">
            <a:off x="4215687" y="54854"/>
            <a:ext cx="2056085" cy="651510"/>
          </a:xfrm>
          <a:prstGeom prst="chevron">
            <a:avLst>
              <a:gd name="adj" fmla="val 17009"/>
            </a:avLst>
          </a:prstGeom>
          <a:gradFill rotWithShape="1">
            <a:gsLst>
              <a:gs pos="0">
                <a:srgbClr val="84B09A">
                  <a:gamma/>
                  <a:shade val="46275"/>
                  <a:invGamma/>
                </a:srgbClr>
              </a:gs>
              <a:gs pos="50000">
                <a:srgbClr val="84B09A"/>
              </a:gs>
              <a:gs pos="100000">
                <a:srgbClr val="84B09A">
                  <a:gamma/>
                  <a:shade val="46275"/>
                  <a:invGamma/>
                </a:srgbClr>
              </a:gs>
            </a:gsLst>
            <a:lin ang="2700000" scaled="1"/>
          </a:gradFill>
          <a:ln w="38100">
            <a:solidFill>
              <a:srgbClr val="EAEAEA"/>
            </a:solidFill>
            <a:miter lim="800000"/>
            <a:headEnd/>
            <a:tailEnd/>
          </a:ln>
          <a:effectLst>
            <a:outerShdw dist="109250" dir="3267739" algn="ctr" rotWithShape="0">
              <a:srgbClr val="333333">
                <a:alpha val="50000"/>
              </a:srgbClr>
            </a:outerShdw>
          </a:effectLst>
        </p:spPr>
        <p:txBody>
          <a:bodyPr wrap="square" anchor="ctr">
            <a:spAutoFit/>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endParaRPr>
          </a:p>
        </p:txBody>
      </p:sp>
      <p:sp>
        <p:nvSpPr>
          <p:cNvPr id="55" name="Rectangle 54">
            <a:extLst>
              <a:ext uri="{FF2B5EF4-FFF2-40B4-BE49-F238E27FC236}">
                <a16:creationId xmlns="" xmlns:a16="http://schemas.microsoft.com/office/drawing/2014/main" id="{AC165A2D-60D3-440C-A112-7B419F7E72B2}"/>
              </a:ext>
            </a:extLst>
          </p:cNvPr>
          <p:cNvSpPr/>
          <p:nvPr/>
        </p:nvSpPr>
        <p:spPr>
          <a:xfrm>
            <a:off x="4525250" y="89171"/>
            <a:ext cx="1443038" cy="584775"/>
          </a:xfrm>
          <a:prstGeom prst="rect">
            <a:avLst/>
          </a:prstGeom>
        </p:spPr>
        <p:txBody>
          <a:bodyPr wrap="square">
            <a:spAutoFit/>
          </a:bodyPr>
          <a:lstStyle/>
          <a:p>
            <a:pPr lvl="0" algn="ctr" rtl="1" fontAlgn="base">
              <a:spcBef>
                <a:spcPct val="0"/>
              </a:spcBef>
              <a:spcAft>
                <a:spcPct val="0"/>
              </a:spcAft>
            </a:pPr>
            <a:r>
              <a:rPr lang="fa-IR" sz="1600" b="1" dirty="0">
                <a:solidFill>
                  <a:srgbClr val="FFFFFF"/>
                </a:solidFill>
                <a:latin typeface="Times New Roman" panose="02020603050405020304" pitchFamily="18" charset="0"/>
                <a:cs typeface="B Nazanin" panose="00000400000000000000" pitchFamily="2" charset="-78"/>
              </a:rPr>
              <a:t>سیستم مدیریت باتری</a:t>
            </a:r>
            <a:endParaRPr lang="en-US" sz="1600" b="1" dirty="0">
              <a:solidFill>
                <a:srgbClr val="FFFFFF"/>
              </a:solidFill>
              <a:latin typeface="Times New Roman" panose="02020603050405020304" pitchFamily="18" charset="0"/>
              <a:cs typeface="B Nazanin" panose="00000400000000000000" pitchFamily="2" charset="-78"/>
            </a:endParaRPr>
          </a:p>
        </p:txBody>
      </p:sp>
      <p:sp>
        <p:nvSpPr>
          <p:cNvPr id="56" name="Rounded Rectangle 175">
            <a:extLst>
              <a:ext uri="{FF2B5EF4-FFF2-40B4-BE49-F238E27FC236}">
                <a16:creationId xmlns="" xmlns:a16="http://schemas.microsoft.com/office/drawing/2014/main" id="{AACCE7D9-540A-47B9-8964-41031B797FDD}"/>
              </a:ext>
            </a:extLst>
          </p:cNvPr>
          <p:cNvSpPr/>
          <p:nvPr/>
        </p:nvSpPr>
        <p:spPr bwMode="auto">
          <a:xfrm>
            <a:off x="7124531" y="917675"/>
            <a:ext cx="1486069" cy="498507"/>
          </a:xfrm>
          <a:prstGeom prst="roundRect">
            <a:avLst/>
          </a:prstGeom>
          <a:solidFill>
            <a:srgbClr val="3D81BF">
              <a:lumMod val="75000"/>
            </a:srgbClr>
          </a:solidFill>
          <a:ln w="9525" cap="flat" cmpd="sng" algn="ctr">
            <a:solidFill>
              <a:srgbClr val="000000"/>
            </a:solidFill>
            <a:prstDash val="solid"/>
            <a:round/>
            <a:headEnd type="none" w="med" len="med"/>
            <a:tailEnd type="none" w="med" len="med"/>
          </a:ln>
          <a:effectLst>
            <a:reflection blurRad="6350" stA="50000" endA="300" endPos="55000" dir="5400000" sy="-100000" algn="bl" rotWithShape="0"/>
          </a:effectLst>
          <a:scene3d>
            <a:camera prst="isometricOffAxis2Left"/>
            <a:lightRig rig="threePt" dir="t"/>
          </a:scene3d>
        </p:spPr>
        <p:txBody>
          <a:bodyPr vert="horz" wrap="square" lIns="91440" tIns="45720" rIns="91440" bIns="45720" numCol="1" rtlCol="0" anchor="t" anchorCtr="0" compatLnSpc="1">
            <a:prstTxWarp prst="textNoShape">
              <a:avLst/>
            </a:prstTxWarp>
          </a:bodyPr>
          <a:lstStyle/>
          <a:p>
            <a:pPr lvl="0" algn="ctr" rtl="1" fontAlgn="base">
              <a:spcBef>
                <a:spcPct val="0"/>
              </a:spcBef>
              <a:spcAft>
                <a:spcPct val="0"/>
              </a:spcAft>
            </a:pPr>
            <a:r>
              <a:rPr lang="fa-IR" sz="2400" b="1" dirty="0">
                <a:solidFill>
                  <a:srgbClr val="FFFFFF"/>
                </a:solidFill>
                <a:latin typeface="Times New Roman" panose="02020603050405020304" pitchFamily="18" charset="0"/>
                <a:cs typeface="B Nazanin" panose="00000400000000000000" pitchFamily="2" charset="-78"/>
              </a:rPr>
              <a:t>مقالات اخیر</a:t>
            </a:r>
            <a:endParaRPr lang="en-US" sz="2400" b="1" dirty="0">
              <a:solidFill>
                <a:srgbClr val="FFFFFF"/>
              </a:solidFill>
              <a:latin typeface="Times New Roman" panose="02020603050405020304" pitchFamily="18" charset="0"/>
              <a:cs typeface="B Nazanin" panose="00000400000000000000" pitchFamily="2" charset="-78"/>
            </a:endParaRPr>
          </a:p>
        </p:txBody>
      </p:sp>
      <p:sp>
        <p:nvSpPr>
          <p:cNvPr id="49" name="Slide Number Placeholder 3">
            <a:extLst>
              <a:ext uri="{FF2B5EF4-FFF2-40B4-BE49-F238E27FC236}">
                <a16:creationId xmlns="" xmlns:a16="http://schemas.microsoft.com/office/drawing/2014/main" id="{FEFB061F-8AAB-4535-B272-1BA4D5A77191}"/>
              </a:ext>
            </a:extLst>
          </p:cNvPr>
          <p:cNvSpPr txBox="1">
            <a:spLocks/>
          </p:cNvSpPr>
          <p:nvPr/>
        </p:nvSpPr>
        <p:spPr>
          <a:xfrm>
            <a:off x="8965" y="6090313"/>
            <a:ext cx="676835" cy="767687"/>
          </a:xfrm>
          <a:prstGeom prst="rect">
            <a:avLst/>
          </a:prstGeom>
        </p:spPr>
        <p:txBody>
          <a:bodyPr vert="horz" lIns="91440" tIns="45720" rIns="91440" bIns="45720" rtlCol="0" anchor="ctr"/>
          <a:lstStyle>
            <a:defPPr>
              <a:defRPr lang="en-US"/>
            </a:defPPr>
            <a:lvl1pPr marL="0" algn="l" defTabSz="914400" rtl="0" eaLnBrk="1" latinLnBrk="0" hangingPunct="1">
              <a:defRPr sz="1400" b="1" kern="1200">
                <a:solidFill>
                  <a:srgbClr val="FFFFFF"/>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rtl="1"/>
            <a:fld id="{E8ADF199-8047-440E-B02B-E80683B392F2}" type="slidenum">
              <a:rPr lang="fa-IR" sz="1800" smtClean="0">
                <a:solidFill>
                  <a:schemeClr val="tx1"/>
                </a:solidFill>
                <a:cs typeface="B Lotus" panose="00000400000000000000" pitchFamily="2" charset="-78"/>
              </a:rPr>
              <a:pPr rtl="1"/>
              <a:t>47</a:t>
            </a:fld>
            <a:endParaRPr lang="fa-IR" sz="1800" dirty="0">
              <a:solidFill>
                <a:schemeClr val="tx1"/>
              </a:solidFill>
              <a:cs typeface="B Lotus" panose="00000400000000000000" pitchFamily="2" charset="-78"/>
            </a:endParaRPr>
          </a:p>
        </p:txBody>
      </p:sp>
    </p:spTree>
    <p:extLst>
      <p:ext uri="{BB962C8B-B14F-4D97-AF65-F5344CB8AC3E}">
        <p14:creationId xmlns:p14="http://schemas.microsoft.com/office/powerpoint/2010/main" val="2481945885"/>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p:cNvPicPr>
            <a:picLocks noChangeAspect="1"/>
          </p:cNvPicPr>
          <p:nvPr/>
        </p:nvPicPr>
        <p:blipFill>
          <a:blip r:embed="rId3"/>
          <a:stretch>
            <a:fillRect/>
          </a:stretch>
        </p:blipFill>
        <p:spPr>
          <a:xfrm>
            <a:off x="524804" y="1526708"/>
            <a:ext cx="8000892" cy="4293217"/>
          </a:xfrm>
          <a:prstGeom prst="rect">
            <a:avLst/>
          </a:prstGeom>
        </p:spPr>
      </p:pic>
      <p:sp>
        <p:nvSpPr>
          <p:cNvPr id="4" name="TextBox 3"/>
          <p:cNvSpPr txBox="1"/>
          <p:nvPr/>
        </p:nvSpPr>
        <p:spPr>
          <a:xfrm>
            <a:off x="777257" y="5882077"/>
            <a:ext cx="6756979" cy="369332"/>
          </a:xfrm>
          <a:prstGeom prst="rect">
            <a:avLst/>
          </a:prstGeom>
          <a:noFill/>
        </p:spPr>
        <p:txBody>
          <a:bodyPr wrap="none" rtlCol="0">
            <a:spAutoFit/>
          </a:bodyPr>
          <a:lstStyle/>
          <a:p>
            <a:pPr algn="r" rtl="1"/>
            <a:r>
              <a:rPr lang="fa-IR" dirty="0">
                <a:latin typeface="Times New Roman" panose="02020603050405020304" pitchFamily="18" charset="0"/>
                <a:ea typeface="Calibri" panose="020F0502020204030204" pitchFamily="34" charset="0"/>
                <a:cs typeface="B Lotus" panose="00000400000000000000" pitchFamily="2" charset="-78"/>
              </a:rPr>
              <a:t>شکل 8 </a:t>
            </a:r>
            <a:r>
              <a:rPr lang="fa-IR" dirty="0">
                <a:latin typeface="Times New Roman" panose="02020603050405020304" pitchFamily="18" charset="0"/>
                <a:cs typeface="B Lotus" panose="00000400000000000000" pitchFamily="2" charset="-78"/>
              </a:rPr>
              <a:t>پیکربندی سیستم همسان سازی پیشنهادی در پک باتری خودرو و در سطح ماژول </a:t>
            </a:r>
            <a:r>
              <a:rPr lang="fa-IR" dirty="0">
                <a:solidFill>
                  <a:srgbClr val="61D6FF"/>
                </a:solidFill>
                <a:latin typeface="Times New Roman" panose="02020603050405020304" pitchFamily="18" charset="0"/>
                <a:cs typeface="B Lotus" panose="00000400000000000000" pitchFamily="2" charset="-78"/>
              </a:rPr>
              <a:t>[2]</a:t>
            </a:r>
            <a:r>
              <a:rPr lang="fa-IR" dirty="0">
                <a:latin typeface="Times New Roman" panose="02020603050405020304" pitchFamily="18" charset="0"/>
                <a:cs typeface="B Lotus" panose="00000400000000000000" pitchFamily="2" charset="-78"/>
              </a:rPr>
              <a:t>.</a:t>
            </a:r>
            <a:endParaRPr lang="en-US" dirty="0">
              <a:latin typeface="Times New Roman" panose="02020603050405020304" pitchFamily="18" charset="0"/>
              <a:cs typeface="B Lotus" panose="00000400000000000000" pitchFamily="2" charset="-78"/>
            </a:endParaRPr>
          </a:p>
        </p:txBody>
      </p:sp>
      <p:sp>
        <p:nvSpPr>
          <p:cNvPr id="19" name="Rounded Rectangle 175">
            <a:extLst>
              <a:ext uri="{FF2B5EF4-FFF2-40B4-BE49-F238E27FC236}">
                <a16:creationId xmlns="" xmlns:a16="http://schemas.microsoft.com/office/drawing/2014/main" id="{AACCE7D9-540A-47B9-8964-41031B797FDD}"/>
              </a:ext>
            </a:extLst>
          </p:cNvPr>
          <p:cNvSpPr/>
          <p:nvPr/>
        </p:nvSpPr>
        <p:spPr bwMode="auto">
          <a:xfrm>
            <a:off x="7124531" y="917675"/>
            <a:ext cx="1486069" cy="498507"/>
          </a:xfrm>
          <a:prstGeom prst="roundRect">
            <a:avLst/>
          </a:prstGeom>
          <a:solidFill>
            <a:srgbClr val="3D81BF">
              <a:lumMod val="75000"/>
            </a:srgbClr>
          </a:solidFill>
          <a:ln w="9525" cap="flat" cmpd="sng" algn="ctr">
            <a:solidFill>
              <a:srgbClr val="000000"/>
            </a:solidFill>
            <a:prstDash val="solid"/>
            <a:round/>
            <a:headEnd type="none" w="med" len="med"/>
            <a:tailEnd type="none" w="med" len="med"/>
          </a:ln>
          <a:effectLst>
            <a:reflection blurRad="6350" stA="50000" endA="300" endPos="55000" dir="5400000" sy="-100000" algn="bl" rotWithShape="0"/>
          </a:effectLst>
          <a:scene3d>
            <a:camera prst="isometricOffAxis2Left"/>
            <a:lightRig rig="threePt" dir="t"/>
          </a:scene3d>
        </p:spPr>
        <p:txBody>
          <a:bodyPr vert="horz" wrap="square" lIns="91440" tIns="45720" rIns="91440" bIns="45720" numCol="1" rtlCol="0" anchor="t" anchorCtr="0" compatLnSpc="1">
            <a:prstTxWarp prst="textNoShape">
              <a:avLst/>
            </a:prstTxWarp>
          </a:bodyPr>
          <a:lstStyle/>
          <a:p>
            <a:pPr lvl="0" algn="ctr" rtl="1" fontAlgn="base">
              <a:spcBef>
                <a:spcPct val="0"/>
              </a:spcBef>
              <a:spcAft>
                <a:spcPct val="0"/>
              </a:spcAft>
            </a:pPr>
            <a:r>
              <a:rPr lang="fa-IR" sz="2400" b="1" dirty="0">
                <a:solidFill>
                  <a:srgbClr val="FFFFFF"/>
                </a:solidFill>
                <a:latin typeface="Times New Roman" panose="02020603050405020304" pitchFamily="18" charset="0"/>
                <a:cs typeface="B Nazanin" panose="00000400000000000000" pitchFamily="2" charset="-78"/>
              </a:rPr>
              <a:t>مقالات اخیر</a:t>
            </a:r>
            <a:endParaRPr lang="en-US" sz="2400" b="1" dirty="0">
              <a:solidFill>
                <a:srgbClr val="FFFFFF"/>
              </a:solidFill>
              <a:latin typeface="Times New Roman" panose="02020603050405020304" pitchFamily="18" charset="0"/>
              <a:cs typeface="B Nazanin" panose="00000400000000000000" pitchFamily="2" charset="-78"/>
            </a:endParaRPr>
          </a:p>
        </p:txBody>
      </p:sp>
      <p:sp>
        <p:nvSpPr>
          <p:cNvPr id="20" name="AutoShape 3"/>
          <p:cNvSpPr>
            <a:spLocks noChangeArrowheads="1"/>
          </p:cNvSpPr>
          <p:nvPr/>
        </p:nvSpPr>
        <p:spPr bwMode="gray">
          <a:xfrm flipH="1">
            <a:off x="2190754" y="54854"/>
            <a:ext cx="2056085" cy="651510"/>
          </a:xfrm>
          <a:prstGeom prst="chevron">
            <a:avLst>
              <a:gd name="adj" fmla="val 17009"/>
            </a:avLst>
          </a:prstGeom>
          <a:gradFill rotWithShape="1">
            <a:gsLst>
              <a:gs pos="0">
                <a:srgbClr val="84B09A">
                  <a:gamma/>
                  <a:shade val="46275"/>
                  <a:invGamma/>
                </a:srgbClr>
              </a:gs>
              <a:gs pos="50000">
                <a:srgbClr val="84B09A"/>
              </a:gs>
              <a:gs pos="100000">
                <a:srgbClr val="84B09A">
                  <a:gamma/>
                  <a:shade val="46275"/>
                  <a:invGamma/>
                </a:srgbClr>
              </a:gs>
            </a:gsLst>
            <a:lin ang="2700000" scaled="1"/>
          </a:gradFill>
          <a:ln w="38100">
            <a:solidFill>
              <a:srgbClr val="EAEAEA"/>
            </a:solidFill>
            <a:miter lim="800000"/>
            <a:headEnd/>
            <a:tailEnd/>
          </a:ln>
          <a:effectLst>
            <a:outerShdw dist="109250" dir="3267739" algn="ctr" rotWithShape="0">
              <a:srgbClr val="333333">
                <a:alpha val="50000"/>
              </a:srgbClr>
            </a:outerShdw>
          </a:effectLst>
        </p:spPr>
        <p:txBody>
          <a:bodyPr wrap="square" anchor="ctr">
            <a:spAutoFit/>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endParaRPr>
          </a:p>
        </p:txBody>
      </p:sp>
      <p:sp>
        <p:nvSpPr>
          <p:cNvPr id="21" name="AutoShape 3"/>
          <p:cNvSpPr>
            <a:spLocks noChangeArrowheads="1"/>
          </p:cNvSpPr>
          <p:nvPr/>
        </p:nvSpPr>
        <p:spPr bwMode="gray">
          <a:xfrm flipH="1">
            <a:off x="148662" y="55997"/>
            <a:ext cx="2057400" cy="649224"/>
          </a:xfrm>
          <a:prstGeom prst="chevron">
            <a:avLst>
              <a:gd name="adj" fmla="val 17009"/>
            </a:avLst>
          </a:prstGeom>
          <a:gradFill rotWithShape="1">
            <a:gsLst>
              <a:gs pos="0">
                <a:srgbClr val="3659EC">
                  <a:gamma/>
                  <a:shade val="46275"/>
                  <a:invGamma/>
                </a:srgbClr>
              </a:gs>
              <a:gs pos="50000">
                <a:srgbClr val="3659EC"/>
              </a:gs>
              <a:gs pos="100000">
                <a:srgbClr val="3659EC">
                  <a:gamma/>
                  <a:shade val="46275"/>
                  <a:invGamma/>
                </a:srgbClr>
              </a:gs>
            </a:gsLst>
            <a:lin ang="2700000" scaled="1"/>
          </a:gradFill>
          <a:ln w="38100">
            <a:solidFill>
              <a:srgbClr val="EAEAEA"/>
            </a:solidFill>
            <a:miter lim="800000"/>
            <a:headEnd/>
            <a:tailEnd/>
          </a:ln>
          <a:effectLst>
            <a:outerShdw dist="109250" dir="3267739" algn="ctr" rotWithShape="0">
              <a:srgbClr val="333333">
                <a:alpha val="50000"/>
              </a:srgbClr>
            </a:outerShdw>
          </a:effectLst>
        </p:spPr>
        <p:txBody>
          <a:bodyPr wrap="square" anchor="ctr">
            <a:spAutoFit/>
          </a:bodyPr>
          <a:lstStyle/>
          <a:p>
            <a:pPr algn="ctr" fontAlgn="base">
              <a:spcBef>
                <a:spcPct val="0"/>
              </a:spcBef>
              <a:spcAft>
                <a:spcPct val="0"/>
              </a:spcAft>
            </a:pPr>
            <a:endParaRPr lang="en-US" kern="0">
              <a:solidFill>
                <a:srgbClr val="3D81BF"/>
              </a:solidFill>
            </a:endParaRPr>
          </a:p>
        </p:txBody>
      </p:sp>
      <p:sp>
        <p:nvSpPr>
          <p:cNvPr id="22" name="Rectangle 21"/>
          <p:cNvSpPr/>
          <p:nvPr/>
        </p:nvSpPr>
        <p:spPr>
          <a:xfrm>
            <a:off x="418672" y="193150"/>
            <a:ext cx="1443038" cy="338554"/>
          </a:xfrm>
          <a:prstGeom prst="rect">
            <a:avLst/>
          </a:prstGeom>
        </p:spPr>
        <p:txBody>
          <a:bodyPr wrap="square">
            <a:spAutoFit/>
          </a:bodyPr>
          <a:lstStyle/>
          <a:p>
            <a:pPr lvl="0" algn="ctr" rtl="1" fontAlgn="base">
              <a:spcBef>
                <a:spcPct val="0"/>
              </a:spcBef>
              <a:spcAft>
                <a:spcPct val="0"/>
              </a:spcAft>
            </a:pPr>
            <a:r>
              <a:rPr lang="fa-IR" sz="1600" b="1" dirty="0">
                <a:solidFill>
                  <a:srgbClr val="FFFFFF"/>
                </a:solidFill>
                <a:latin typeface="Times New Roman" panose="02020603050405020304" pitchFamily="18" charset="0"/>
                <a:cs typeface="B Nazanin" panose="00000400000000000000" pitchFamily="2" charset="-78"/>
              </a:rPr>
              <a:t>مقالات اخیر</a:t>
            </a:r>
            <a:endParaRPr lang="en-US" sz="1600" b="1" dirty="0">
              <a:solidFill>
                <a:srgbClr val="FFFFFF"/>
              </a:solidFill>
              <a:latin typeface="Times New Roman" panose="02020603050405020304" pitchFamily="18" charset="0"/>
              <a:cs typeface="B Nazanin" panose="00000400000000000000" pitchFamily="2" charset="-78"/>
            </a:endParaRPr>
          </a:p>
        </p:txBody>
      </p:sp>
      <p:sp>
        <p:nvSpPr>
          <p:cNvPr id="23" name="Rectangle 22"/>
          <p:cNvSpPr/>
          <p:nvPr/>
        </p:nvSpPr>
        <p:spPr>
          <a:xfrm>
            <a:off x="2393380" y="70040"/>
            <a:ext cx="1600200" cy="584775"/>
          </a:xfrm>
          <a:prstGeom prst="rect">
            <a:avLst/>
          </a:prstGeom>
        </p:spPr>
        <p:txBody>
          <a:bodyPr wrap="square">
            <a:spAutoFit/>
          </a:bodyPr>
          <a:lstStyle/>
          <a:p>
            <a:pPr lvl="0" algn="ctr" rtl="1" fontAlgn="base">
              <a:spcBef>
                <a:spcPct val="0"/>
              </a:spcBef>
              <a:spcAft>
                <a:spcPct val="0"/>
              </a:spcAft>
            </a:pPr>
            <a:r>
              <a:rPr lang="fa-IR" sz="1600" b="1" dirty="0">
                <a:solidFill>
                  <a:srgbClr val="FFFFFF"/>
                </a:solidFill>
                <a:latin typeface="Times New Roman" panose="02020603050405020304" pitchFamily="18" charset="0"/>
                <a:cs typeface="B Nazanin" panose="00000400000000000000" pitchFamily="2" charset="-78"/>
              </a:rPr>
              <a:t>سیستم مدیریت همسان سازی</a:t>
            </a:r>
            <a:endParaRPr lang="en-US" sz="1600" b="1" dirty="0">
              <a:solidFill>
                <a:srgbClr val="FFFFFF"/>
              </a:solidFill>
              <a:latin typeface="Times New Roman" panose="02020603050405020304" pitchFamily="18" charset="0"/>
              <a:cs typeface="B Nazanin" panose="00000400000000000000" pitchFamily="2" charset="-78"/>
            </a:endParaRPr>
          </a:p>
        </p:txBody>
      </p:sp>
      <p:pic>
        <p:nvPicPr>
          <p:cNvPr id="24" name="Picture 23" descr="پرونده:Azad University logo.png - ویکی‌پدیا، دانشنامهٔ آزاد">
            <a:extLst>
              <a:ext uri="{FF2B5EF4-FFF2-40B4-BE49-F238E27FC236}">
                <a16:creationId xmlns="" xmlns:a16="http://schemas.microsoft.com/office/drawing/2014/main" id="{FA988D60-670C-406B-B8FB-D5A0053424E9}"/>
              </a:ext>
            </a:extLst>
          </p:cNvPr>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8610600" y="0"/>
            <a:ext cx="533400" cy="822959"/>
          </a:xfrm>
          <a:prstGeom prst="rect">
            <a:avLst/>
          </a:prstGeom>
          <a:noFill/>
          <a:ln>
            <a:noFill/>
          </a:ln>
        </p:spPr>
      </p:pic>
      <p:sp>
        <p:nvSpPr>
          <p:cNvPr id="25" name="AutoShape 10">
            <a:extLst>
              <a:ext uri="{FF2B5EF4-FFF2-40B4-BE49-F238E27FC236}">
                <a16:creationId xmlns="" xmlns:a16="http://schemas.microsoft.com/office/drawing/2014/main" id="{96E6A76C-5024-445C-8373-4A127C8598B1}"/>
              </a:ext>
            </a:extLst>
          </p:cNvPr>
          <p:cNvSpPr>
            <a:spLocks noChangeArrowheads="1"/>
          </p:cNvSpPr>
          <p:nvPr/>
        </p:nvSpPr>
        <p:spPr bwMode="gray">
          <a:xfrm flipH="1">
            <a:off x="6244699" y="55997"/>
            <a:ext cx="2137301" cy="649224"/>
          </a:xfrm>
          <a:prstGeom prst="chevron">
            <a:avLst>
              <a:gd name="adj" fmla="val 17842"/>
            </a:avLst>
          </a:prstGeom>
          <a:gradFill rotWithShape="1">
            <a:gsLst>
              <a:gs pos="0">
                <a:srgbClr val="84B09A">
                  <a:gamma/>
                  <a:shade val="46275"/>
                  <a:invGamma/>
                </a:srgbClr>
              </a:gs>
              <a:gs pos="50000">
                <a:srgbClr val="84B09A"/>
              </a:gs>
              <a:gs pos="100000">
                <a:srgbClr val="84B09A">
                  <a:gamma/>
                  <a:shade val="46275"/>
                  <a:invGamma/>
                </a:srgbClr>
              </a:gs>
            </a:gsLst>
            <a:lin ang="2700000" scaled="1"/>
          </a:gradFill>
          <a:ln w="38100">
            <a:solidFill>
              <a:srgbClr val="EAEAEA"/>
            </a:solidFill>
            <a:miter lim="800000"/>
            <a:headEnd/>
            <a:tailEnd/>
          </a:ln>
          <a:effectLst>
            <a:outerShdw dist="109250" dir="3267739" algn="ctr" rotWithShape="0">
              <a:srgbClr val="333333">
                <a:alpha val="50000"/>
              </a:srgbClr>
            </a:outerShdw>
          </a:effectLst>
        </p:spPr>
        <p:txBody>
          <a:bodyPr wrap="square" anchor="ctr">
            <a:spAutoFit/>
          </a:bodyPr>
          <a:lstStyle/>
          <a:p>
            <a:pPr algn="ctr" fontAlgn="base">
              <a:spcBef>
                <a:spcPct val="0"/>
              </a:spcBef>
              <a:spcAft>
                <a:spcPct val="0"/>
              </a:spcAft>
            </a:pPr>
            <a:endParaRPr lang="en-US" kern="0">
              <a:solidFill>
                <a:srgbClr val="3D81BF"/>
              </a:solidFill>
            </a:endParaRPr>
          </a:p>
        </p:txBody>
      </p:sp>
      <p:sp>
        <p:nvSpPr>
          <p:cNvPr id="26" name="Rectangle 25">
            <a:extLst>
              <a:ext uri="{FF2B5EF4-FFF2-40B4-BE49-F238E27FC236}">
                <a16:creationId xmlns="" xmlns:a16="http://schemas.microsoft.com/office/drawing/2014/main" id="{BF9CF44D-C94F-4B09-AF24-15EACD7BE0F4}"/>
              </a:ext>
            </a:extLst>
          </p:cNvPr>
          <p:cNvSpPr/>
          <p:nvPr/>
        </p:nvSpPr>
        <p:spPr>
          <a:xfrm>
            <a:off x="6499957" y="197162"/>
            <a:ext cx="1626786" cy="323165"/>
          </a:xfrm>
          <a:prstGeom prst="rect">
            <a:avLst/>
          </a:prstGeom>
        </p:spPr>
        <p:txBody>
          <a:bodyPr wrap="square">
            <a:spAutoFit/>
          </a:bodyPr>
          <a:lstStyle/>
          <a:p>
            <a:pPr lvl="0" algn="ctr" fontAlgn="base">
              <a:spcBef>
                <a:spcPct val="0"/>
              </a:spcBef>
              <a:spcAft>
                <a:spcPct val="0"/>
              </a:spcAft>
              <a:defRPr/>
            </a:pPr>
            <a:r>
              <a:rPr lang="fa-IR" sz="1500" b="1" kern="0" dirty="0" err="1">
                <a:solidFill>
                  <a:srgbClr val="FFFFFF"/>
                </a:solidFill>
                <a:latin typeface="Times New Roman" panose="02020603050405020304" pitchFamily="18" charset="0"/>
                <a:cs typeface="B Nazanin" pitchFamily="2" charset="-78"/>
              </a:rPr>
              <a:t>باتریها</a:t>
            </a:r>
            <a:endParaRPr lang="en-US" sz="1500" b="1" kern="0" dirty="0">
              <a:solidFill>
                <a:srgbClr val="FFFFFF"/>
              </a:solidFill>
              <a:latin typeface="Times New Roman" panose="02020603050405020304" pitchFamily="18" charset="0"/>
              <a:cs typeface="B Nazanin" pitchFamily="2" charset="-78"/>
            </a:endParaRPr>
          </a:p>
        </p:txBody>
      </p:sp>
      <p:sp>
        <p:nvSpPr>
          <p:cNvPr id="27" name="AutoShape 3">
            <a:extLst>
              <a:ext uri="{FF2B5EF4-FFF2-40B4-BE49-F238E27FC236}">
                <a16:creationId xmlns="" xmlns:a16="http://schemas.microsoft.com/office/drawing/2014/main" id="{DBA5C955-0E66-467E-8B5F-EF4EE5F8F3FA}"/>
              </a:ext>
            </a:extLst>
          </p:cNvPr>
          <p:cNvSpPr>
            <a:spLocks noChangeArrowheads="1"/>
          </p:cNvSpPr>
          <p:nvPr/>
        </p:nvSpPr>
        <p:spPr bwMode="gray">
          <a:xfrm flipH="1">
            <a:off x="4215687" y="54854"/>
            <a:ext cx="2056085" cy="651510"/>
          </a:xfrm>
          <a:prstGeom prst="chevron">
            <a:avLst>
              <a:gd name="adj" fmla="val 17009"/>
            </a:avLst>
          </a:prstGeom>
          <a:gradFill rotWithShape="1">
            <a:gsLst>
              <a:gs pos="0">
                <a:srgbClr val="84B09A">
                  <a:gamma/>
                  <a:shade val="46275"/>
                  <a:invGamma/>
                </a:srgbClr>
              </a:gs>
              <a:gs pos="50000">
                <a:srgbClr val="84B09A"/>
              </a:gs>
              <a:gs pos="100000">
                <a:srgbClr val="84B09A">
                  <a:gamma/>
                  <a:shade val="46275"/>
                  <a:invGamma/>
                </a:srgbClr>
              </a:gs>
            </a:gsLst>
            <a:lin ang="2700000" scaled="1"/>
          </a:gradFill>
          <a:ln w="38100">
            <a:solidFill>
              <a:srgbClr val="EAEAEA"/>
            </a:solidFill>
            <a:miter lim="800000"/>
            <a:headEnd/>
            <a:tailEnd/>
          </a:ln>
          <a:effectLst>
            <a:outerShdw dist="109250" dir="3267739" algn="ctr" rotWithShape="0">
              <a:srgbClr val="333333">
                <a:alpha val="50000"/>
              </a:srgbClr>
            </a:outerShdw>
          </a:effectLst>
        </p:spPr>
        <p:txBody>
          <a:bodyPr wrap="square" anchor="ctr">
            <a:spAutoFit/>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endParaRPr>
          </a:p>
        </p:txBody>
      </p:sp>
      <p:sp>
        <p:nvSpPr>
          <p:cNvPr id="28" name="Rectangle 27">
            <a:extLst>
              <a:ext uri="{FF2B5EF4-FFF2-40B4-BE49-F238E27FC236}">
                <a16:creationId xmlns="" xmlns:a16="http://schemas.microsoft.com/office/drawing/2014/main" id="{AC165A2D-60D3-440C-A112-7B419F7E72B2}"/>
              </a:ext>
            </a:extLst>
          </p:cNvPr>
          <p:cNvSpPr/>
          <p:nvPr/>
        </p:nvSpPr>
        <p:spPr>
          <a:xfrm>
            <a:off x="4525250" y="89171"/>
            <a:ext cx="1443038" cy="584775"/>
          </a:xfrm>
          <a:prstGeom prst="rect">
            <a:avLst/>
          </a:prstGeom>
        </p:spPr>
        <p:txBody>
          <a:bodyPr wrap="square">
            <a:spAutoFit/>
          </a:bodyPr>
          <a:lstStyle/>
          <a:p>
            <a:pPr lvl="0" algn="ctr" rtl="1" fontAlgn="base">
              <a:spcBef>
                <a:spcPct val="0"/>
              </a:spcBef>
              <a:spcAft>
                <a:spcPct val="0"/>
              </a:spcAft>
            </a:pPr>
            <a:r>
              <a:rPr lang="fa-IR" sz="1600" b="1" dirty="0">
                <a:solidFill>
                  <a:srgbClr val="FFFFFF"/>
                </a:solidFill>
                <a:latin typeface="Times New Roman" panose="02020603050405020304" pitchFamily="18" charset="0"/>
                <a:cs typeface="B Nazanin" panose="00000400000000000000" pitchFamily="2" charset="-78"/>
              </a:rPr>
              <a:t>سیستم مدیریت باتری</a:t>
            </a:r>
            <a:endParaRPr lang="en-US" sz="1600" b="1" dirty="0">
              <a:solidFill>
                <a:srgbClr val="FFFFFF"/>
              </a:solidFill>
              <a:latin typeface="Times New Roman" panose="02020603050405020304" pitchFamily="18" charset="0"/>
              <a:cs typeface="B Nazanin" panose="00000400000000000000" pitchFamily="2" charset="-78"/>
            </a:endParaRPr>
          </a:p>
        </p:txBody>
      </p:sp>
      <p:sp>
        <p:nvSpPr>
          <p:cNvPr id="29" name="TextBox 28">
            <a:extLst>
              <a:ext uri="{FF2B5EF4-FFF2-40B4-BE49-F238E27FC236}">
                <a16:creationId xmlns="" xmlns:a16="http://schemas.microsoft.com/office/drawing/2014/main" id="{F43469DC-7F5B-471E-BD74-ED709E621F63}"/>
              </a:ext>
            </a:extLst>
          </p:cNvPr>
          <p:cNvSpPr txBox="1"/>
          <p:nvPr/>
        </p:nvSpPr>
        <p:spPr>
          <a:xfrm>
            <a:off x="121352" y="816890"/>
            <a:ext cx="6364243" cy="369332"/>
          </a:xfrm>
          <a:prstGeom prst="rect">
            <a:avLst/>
          </a:prstGeom>
          <a:noFill/>
        </p:spPr>
        <p:txBody>
          <a:bodyPr wrap="none" rtlCol="0">
            <a:spAutoFit/>
          </a:bodyPr>
          <a:lstStyle/>
          <a:p>
            <a:pPr algn="r" rtl="1" fontAlgn="base">
              <a:spcBef>
                <a:spcPct val="0"/>
              </a:spcBef>
              <a:spcAft>
                <a:spcPct val="0"/>
              </a:spcAft>
            </a:pPr>
            <a:r>
              <a:rPr lang="fa-IR" dirty="0">
                <a:cs typeface="B Lotus" panose="00000400000000000000" pitchFamily="2" charset="-78"/>
              </a:rPr>
              <a:t>الگوریتم بهبودیافته و تسریع‌کننده فرآیند همسان‌سازی متناسب خودروهای تجاری کِشنده</a:t>
            </a:r>
            <a:endParaRPr lang="en-US" b="1" dirty="0">
              <a:solidFill>
                <a:srgbClr val="000000"/>
              </a:solidFill>
              <a:latin typeface="Times New Roman" panose="02020603050405020304" pitchFamily="18" charset="0"/>
              <a:cs typeface="B Lotus" panose="00000400000000000000" pitchFamily="2" charset="-78"/>
            </a:endParaRPr>
          </a:p>
        </p:txBody>
      </p:sp>
      <p:sp>
        <p:nvSpPr>
          <p:cNvPr id="16" name="Slide Number Placeholder 3">
            <a:extLst>
              <a:ext uri="{FF2B5EF4-FFF2-40B4-BE49-F238E27FC236}">
                <a16:creationId xmlns="" xmlns:a16="http://schemas.microsoft.com/office/drawing/2014/main" id="{FEFB061F-8AAB-4535-B272-1BA4D5A77191}"/>
              </a:ext>
            </a:extLst>
          </p:cNvPr>
          <p:cNvSpPr txBox="1">
            <a:spLocks/>
          </p:cNvSpPr>
          <p:nvPr/>
        </p:nvSpPr>
        <p:spPr>
          <a:xfrm>
            <a:off x="8965" y="6090313"/>
            <a:ext cx="676835" cy="767687"/>
          </a:xfrm>
          <a:prstGeom prst="rect">
            <a:avLst/>
          </a:prstGeom>
        </p:spPr>
        <p:txBody>
          <a:bodyPr vert="horz" lIns="91440" tIns="45720" rIns="91440" bIns="45720" rtlCol="0" anchor="ctr"/>
          <a:lstStyle>
            <a:defPPr>
              <a:defRPr lang="en-US"/>
            </a:defPPr>
            <a:lvl1pPr marL="0" algn="l" defTabSz="914400" rtl="0" eaLnBrk="1" latinLnBrk="0" hangingPunct="1">
              <a:defRPr sz="1400" b="1" kern="1200">
                <a:solidFill>
                  <a:srgbClr val="FFFFFF"/>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rtl="1"/>
            <a:fld id="{E8ADF199-8047-440E-B02B-E80683B392F2}" type="slidenum">
              <a:rPr lang="fa-IR" sz="1800" smtClean="0">
                <a:solidFill>
                  <a:schemeClr val="tx1"/>
                </a:solidFill>
                <a:cs typeface="B Lotus" panose="00000400000000000000" pitchFamily="2" charset="-78"/>
              </a:rPr>
              <a:pPr rtl="1"/>
              <a:t>48</a:t>
            </a:fld>
            <a:endParaRPr lang="fa-IR" sz="1800" dirty="0">
              <a:solidFill>
                <a:schemeClr val="tx1"/>
              </a:solidFill>
              <a:cs typeface="B Lotus" panose="00000400000000000000" pitchFamily="2" charset="-78"/>
            </a:endParaRPr>
          </a:p>
        </p:txBody>
      </p:sp>
      <p:sp>
        <p:nvSpPr>
          <p:cNvPr id="17" name="Rectangle 16"/>
          <p:cNvSpPr/>
          <p:nvPr/>
        </p:nvSpPr>
        <p:spPr>
          <a:xfrm>
            <a:off x="418672" y="6427113"/>
            <a:ext cx="8725328" cy="430887"/>
          </a:xfrm>
          <a:prstGeom prst="rect">
            <a:avLst/>
          </a:prstGeom>
        </p:spPr>
        <p:txBody>
          <a:bodyPr wrap="square">
            <a:spAutoFit/>
          </a:bodyPr>
          <a:lstStyle/>
          <a:p>
            <a:pPr algn="ctr"/>
            <a:r>
              <a:rPr lang="en-US" sz="1100" dirty="0"/>
              <a:t>[2]	B. </a:t>
            </a:r>
            <a:r>
              <a:rPr lang="en-US" sz="1100" dirty="0" err="1"/>
              <a:t>Erdoğan</a:t>
            </a:r>
            <a:r>
              <a:rPr lang="en-US" sz="1100" dirty="0"/>
              <a:t>, M. M. </a:t>
            </a:r>
            <a:r>
              <a:rPr lang="en-US" sz="1100" dirty="0" err="1"/>
              <a:t>Savrun</a:t>
            </a:r>
            <a:r>
              <a:rPr lang="en-US" sz="1100" dirty="0"/>
              <a:t>, T. </a:t>
            </a:r>
            <a:r>
              <a:rPr lang="en-US" sz="1100" dirty="0" err="1"/>
              <a:t>Köroğlu</a:t>
            </a:r>
            <a:r>
              <a:rPr lang="en-US" sz="1100" dirty="0"/>
              <a:t>, M. U. </a:t>
            </a:r>
            <a:r>
              <a:rPr lang="en-US" sz="1100" dirty="0" err="1"/>
              <a:t>Cuma</a:t>
            </a:r>
            <a:r>
              <a:rPr lang="en-US" sz="1100" dirty="0"/>
              <a:t>, and M. </a:t>
            </a:r>
            <a:r>
              <a:rPr lang="en-US" sz="1100" dirty="0" err="1"/>
              <a:t>Tümay</a:t>
            </a:r>
            <a:r>
              <a:rPr lang="en-US" sz="1100" dirty="0"/>
              <a:t>, "An improved and fast balancing algorithm for electric heavy commercial vehicles," </a:t>
            </a:r>
            <a:r>
              <a:rPr lang="en-US" sz="1100" i="1" dirty="0"/>
              <a:t>Journal of Energy Storage, </a:t>
            </a:r>
            <a:r>
              <a:rPr lang="nl-NL" sz="1100" dirty="0"/>
              <a:t>vol. 38, p. 102522, 2021.</a:t>
            </a:r>
          </a:p>
        </p:txBody>
      </p:sp>
    </p:spTree>
    <p:extLst>
      <p:ext uri="{BB962C8B-B14F-4D97-AF65-F5344CB8AC3E}">
        <p14:creationId xmlns:p14="http://schemas.microsoft.com/office/powerpoint/2010/main" val="3089864916"/>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p:cNvSpPr txBox="1"/>
          <p:nvPr/>
        </p:nvSpPr>
        <p:spPr>
          <a:xfrm>
            <a:off x="2725018" y="5950109"/>
            <a:ext cx="3340979" cy="369332"/>
          </a:xfrm>
          <a:prstGeom prst="rect">
            <a:avLst/>
          </a:prstGeom>
          <a:noFill/>
        </p:spPr>
        <p:txBody>
          <a:bodyPr wrap="none" rtlCol="0">
            <a:spAutoFit/>
          </a:bodyPr>
          <a:lstStyle/>
          <a:p>
            <a:pPr algn="ctr" rtl="1"/>
            <a:r>
              <a:rPr lang="fa-IR" dirty="0">
                <a:latin typeface="Times New Roman" panose="02020603050405020304" pitchFamily="18" charset="0"/>
                <a:ea typeface="Calibri" panose="020F0502020204030204" pitchFamily="34" charset="0"/>
                <a:cs typeface="B Lotus" panose="00000400000000000000" pitchFamily="2" charset="-78"/>
              </a:rPr>
              <a:t>شکل 9 </a:t>
            </a:r>
            <a:r>
              <a:rPr lang="fa-IR" dirty="0">
                <a:latin typeface="Times New Roman" panose="02020603050405020304" pitchFamily="18" charset="0"/>
                <a:cs typeface="B Lotus" panose="00000400000000000000" pitchFamily="2" charset="-78"/>
              </a:rPr>
              <a:t>مدل شبیه سازی شده یک ماژول </a:t>
            </a:r>
            <a:r>
              <a:rPr lang="fa-IR" dirty="0">
                <a:solidFill>
                  <a:srgbClr val="61D6FF"/>
                </a:solidFill>
                <a:latin typeface="Times New Roman" panose="02020603050405020304" pitchFamily="18" charset="0"/>
                <a:cs typeface="B Lotus" panose="00000400000000000000" pitchFamily="2" charset="-78"/>
              </a:rPr>
              <a:t>[2]</a:t>
            </a:r>
            <a:r>
              <a:rPr lang="fa-IR" dirty="0">
                <a:latin typeface="Times New Roman" panose="02020603050405020304" pitchFamily="18" charset="0"/>
                <a:cs typeface="B Lotus" panose="00000400000000000000" pitchFamily="2" charset="-78"/>
              </a:rPr>
              <a:t>.</a:t>
            </a:r>
            <a:endParaRPr lang="en-US" dirty="0">
              <a:latin typeface="Times New Roman" panose="02020603050405020304" pitchFamily="18" charset="0"/>
              <a:cs typeface="B Lotus" panose="00000400000000000000" pitchFamily="2" charset="-78"/>
            </a:endParaRPr>
          </a:p>
        </p:txBody>
      </p:sp>
      <p:pic>
        <p:nvPicPr>
          <p:cNvPr id="19" name="Picture 18"/>
          <p:cNvPicPr/>
          <p:nvPr/>
        </p:nvPicPr>
        <p:blipFill>
          <a:blip r:embed="rId3">
            <a:extLst>
              <a:ext uri="{28A0092B-C50C-407E-A947-70E740481C1C}">
                <a14:useLocalDpi xmlns:a14="http://schemas.microsoft.com/office/drawing/2010/main" val="0"/>
              </a:ext>
            </a:extLst>
          </a:blip>
          <a:stretch>
            <a:fillRect/>
          </a:stretch>
        </p:blipFill>
        <p:spPr>
          <a:xfrm>
            <a:off x="356907" y="1371058"/>
            <a:ext cx="8077200" cy="4579051"/>
          </a:xfrm>
          <a:prstGeom prst="rect">
            <a:avLst/>
          </a:prstGeom>
        </p:spPr>
      </p:pic>
      <p:sp>
        <p:nvSpPr>
          <p:cNvPr id="20" name="Rounded Rectangle 175">
            <a:extLst>
              <a:ext uri="{FF2B5EF4-FFF2-40B4-BE49-F238E27FC236}">
                <a16:creationId xmlns="" xmlns:a16="http://schemas.microsoft.com/office/drawing/2014/main" id="{AACCE7D9-540A-47B9-8964-41031B797FDD}"/>
              </a:ext>
            </a:extLst>
          </p:cNvPr>
          <p:cNvSpPr/>
          <p:nvPr/>
        </p:nvSpPr>
        <p:spPr bwMode="auto">
          <a:xfrm>
            <a:off x="7383708" y="827369"/>
            <a:ext cx="1486069" cy="498507"/>
          </a:xfrm>
          <a:prstGeom prst="roundRect">
            <a:avLst/>
          </a:prstGeom>
          <a:solidFill>
            <a:srgbClr val="3D81BF">
              <a:lumMod val="75000"/>
            </a:srgbClr>
          </a:solidFill>
          <a:ln w="9525" cap="flat" cmpd="sng" algn="ctr">
            <a:solidFill>
              <a:srgbClr val="000000"/>
            </a:solidFill>
            <a:prstDash val="solid"/>
            <a:round/>
            <a:headEnd type="none" w="med" len="med"/>
            <a:tailEnd type="none" w="med" len="med"/>
          </a:ln>
          <a:effectLst>
            <a:reflection blurRad="6350" stA="50000" endA="300" endPos="55000" dir="5400000" sy="-100000" algn="bl" rotWithShape="0"/>
          </a:effectLst>
          <a:scene3d>
            <a:camera prst="isometricOffAxis2Left"/>
            <a:lightRig rig="threePt" dir="t"/>
          </a:scene3d>
        </p:spPr>
        <p:txBody>
          <a:bodyPr vert="horz" wrap="square" lIns="91440" tIns="45720" rIns="91440" bIns="45720" numCol="1" rtlCol="0" anchor="t" anchorCtr="0" compatLnSpc="1">
            <a:prstTxWarp prst="textNoShape">
              <a:avLst/>
            </a:prstTxWarp>
          </a:bodyPr>
          <a:lstStyle/>
          <a:p>
            <a:pPr lvl="0" algn="ctr" rtl="1" fontAlgn="base">
              <a:spcBef>
                <a:spcPct val="0"/>
              </a:spcBef>
              <a:spcAft>
                <a:spcPct val="0"/>
              </a:spcAft>
            </a:pPr>
            <a:r>
              <a:rPr lang="fa-IR" sz="2400" b="1" dirty="0">
                <a:solidFill>
                  <a:srgbClr val="FFFFFF"/>
                </a:solidFill>
                <a:latin typeface="Times New Roman" panose="02020603050405020304" pitchFamily="18" charset="0"/>
                <a:cs typeface="B Nazanin" panose="00000400000000000000" pitchFamily="2" charset="-78"/>
              </a:rPr>
              <a:t>مقالات اخیر</a:t>
            </a:r>
            <a:endParaRPr lang="en-US" sz="2400" b="1" dirty="0">
              <a:solidFill>
                <a:srgbClr val="FFFFFF"/>
              </a:solidFill>
              <a:latin typeface="Times New Roman" panose="02020603050405020304" pitchFamily="18" charset="0"/>
              <a:cs typeface="B Nazanin" panose="00000400000000000000" pitchFamily="2" charset="-78"/>
            </a:endParaRPr>
          </a:p>
        </p:txBody>
      </p:sp>
      <p:sp>
        <p:nvSpPr>
          <p:cNvPr id="21" name="AutoShape 3"/>
          <p:cNvSpPr>
            <a:spLocks noChangeArrowheads="1"/>
          </p:cNvSpPr>
          <p:nvPr/>
        </p:nvSpPr>
        <p:spPr bwMode="gray">
          <a:xfrm flipH="1">
            <a:off x="2190754" y="54854"/>
            <a:ext cx="2056085" cy="651510"/>
          </a:xfrm>
          <a:prstGeom prst="chevron">
            <a:avLst>
              <a:gd name="adj" fmla="val 17009"/>
            </a:avLst>
          </a:prstGeom>
          <a:gradFill rotWithShape="1">
            <a:gsLst>
              <a:gs pos="0">
                <a:srgbClr val="84B09A">
                  <a:gamma/>
                  <a:shade val="46275"/>
                  <a:invGamma/>
                </a:srgbClr>
              </a:gs>
              <a:gs pos="50000">
                <a:srgbClr val="84B09A"/>
              </a:gs>
              <a:gs pos="100000">
                <a:srgbClr val="84B09A">
                  <a:gamma/>
                  <a:shade val="46275"/>
                  <a:invGamma/>
                </a:srgbClr>
              </a:gs>
            </a:gsLst>
            <a:lin ang="2700000" scaled="1"/>
          </a:gradFill>
          <a:ln w="38100">
            <a:solidFill>
              <a:srgbClr val="EAEAEA"/>
            </a:solidFill>
            <a:miter lim="800000"/>
            <a:headEnd/>
            <a:tailEnd/>
          </a:ln>
          <a:effectLst>
            <a:outerShdw dist="109250" dir="3267739" algn="ctr" rotWithShape="0">
              <a:srgbClr val="333333">
                <a:alpha val="50000"/>
              </a:srgbClr>
            </a:outerShdw>
          </a:effectLst>
        </p:spPr>
        <p:txBody>
          <a:bodyPr wrap="square" anchor="ctr">
            <a:spAutoFit/>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endParaRPr>
          </a:p>
        </p:txBody>
      </p:sp>
      <p:sp>
        <p:nvSpPr>
          <p:cNvPr id="22" name="AutoShape 3"/>
          <p:cNvSpPr>
            <a:spLocks noChangeArrowheads="1"/>
          </p:cNvSpPr>
          <p:nvPr/>
        </p:nvSpPr>
        <p:spPr bwMode="gray">
          <a:xfrm flipH="1">
            <a:off x="148662" y="55997"/>
            <a:ext cx="2057400" cy="649224"/>
          </a:xfrm>
          <a:prstGeom prst="chevron">
            <a:avLst>
              <a:gd name="adj" fmla="val 17009"/>
            </a:avLst>
          </a:prstGeom>
          <a:gradFill rotWithShape="1">
            <a:gsLst>
              <a:gs pos="0">
                <a:srgbClr val="3659EC">
                  <a:gamma/>
                  <a:shade val="46275"/>
                  <a:invGamma/>
                </a:srgbClr>
              </a:gs>
              <a:gs pos="50000">
                <a:srgbClr val="3659EC"/>
              </a:gs>
              <a:gs pos="100000">
                <a:srgbClr val="3659EC">
                  <a:gamma/>
                  <a:shade val="46275"/>
                  <a:invGamma/>
                </a:srgbClr>
              </a:gs>
            </a:gsLst>
            <a:lin ang="2700000" scaled="1"/>
          </a:gradFill>
          <a:ln w="38100">
            <a:solidFill>
              <a:srgbClr val="EAEAEA"/>
            </a:solidFill>
            <a:miter lim="800000"/>
            <a:headEnd/>
            <a:tailEnd/>
          </a:ln>
          <a:effectLst>
            <a:outerShdw dist="109250" dir="3267739" algn="ctr" rotWithShape="0">
              <a:srgbClr val="333333">
                <a:alpha val="50000"/>
              </a:srgbClr>
            </a:outerShdw>
          </a:effectLst>
        </p:spPr>
        <p:txBody>
          <a:bodyPr wrap="square" anchor="ctr">
            <a:spAutoFit/>
          </a:bodyPr>
          <a:lstStyle/>
          <a:p>
            <a:pPr algn="ctr" fontAlgn="base">
              <a:spcBef>
                <a:spcPct val="0"/>
              </a:spcBef>
              <a:spcAft>
                <a:spcPct val="0"/>
              </a:spcAft>
            </a:pPr>
            <a:endParaRPr lang="en-US" kern="0">
              <a:solidFill>
                <a:srgbClr val="3D81BF"/>
              </a:solidFill>
            </a:endParaRPr>
          </a:p>
        </p:txBody>
      </p:sp>
      <p:sp>
        <p:nvSpPr>
          <p:cNvPr id="23" name="Rectangle 22"/>
          <p:cNvSpPr/>
          <p:nvPr/>
        </p:nvSpPr>
        <p:spPr>
          <a:xfrm>
            <a:off x="418672" y="193150"/>
            <a:ext cx="1443038" cy="338554"/>
          </a:xfrm>
          <a:prstGeom prst="rect">
            <a:avLst/>
          </a:prstGeom>
        </p:spPr>
        <p:txBody>
          <a:bodyPr wrap="square">
            <a:spAutoFit/>
          </a:bodyPr>
          <a:lstStyle/>
          <a:p>
            <a:pPr lvl="0" algn="ctr" rtl="1" fontAlgn="base">
              <a:spcBef>
                <a:spcPct val="0"/>
              </a:spcBef>
              <a:spcAft>
                <a:spcPct val="0"/>
              </a:spcAft>
            </a:pPr>
            <a:r>
              <a:rPr lang="fa-IR" sz="1600" b="1" dirty="0">
                <a:solidFill>
                  <a:srgbClr val="FFFFFF"/>
                </a:solidFill>
                <a:latin typeface="Times New Roman" panose="02020603050405020304" pitchFamily="18" charset="0"/>
                <a:cs typeface="B Nazanin" panose="00000400000000000000" pitchFamily="2" charset="-78"/>
              </a:rPr>
              <a:t>مقالات اخیر</a:t>
            </a:r>
            <a:endParaRPr lang="en-US" sz="1600" b="1" dirty="0">
              <a:solidFill>
                <a:srgbClr val="FFFFFF"/>
              </a:solidFill>
              <a:latin typeface="Times New Roman" panose="02020603050405020304" pitchFamily="18" charset="0"/>
              <a:cs typeface="B Nazanin" panose="00000400000000000000" pitchFamily="2" charset="-78"/>
            </a:endParaRPr>
          </a:p>
        </p:txBody>
      </p:sp>
      <p:sp>
        <p:nvSpPr>
          <p:cNvPr id="24" name="Rectangle 23"/>
          <p:cNvSpPr/>
          <p:nvPr/>
        </p:nvSpPr>
        <p:spPr>
          <a:xfrm>
            <a:off x="2393380" y="70040"/>
            <a:ext cx="1600200" cy="584775"/>
          </a:xfrm>
          <a:prstGeom prst="rect">
            <a:avLst/>
          </a:prstGeom>
        </p:spPr>
        <p:txBody>
          <a:bodyPr wrap="square">
            <a:spAutoFit/>
          </a:bodyPr>
          <a:lstStyle/>
          <a:p>
            <a:pPr lvl="0" algn="ctr" rtl="1" fontAlgn="base">
              <a:spcBef>
                <a:spcPct val="0"/>
              </a:spcBef>
              <a:spcAft>
                <a:spcPct val="0"/>
              </a:spcAft>
            </a:pPr>
            <a:r>
              <a:rPr lang="fa-IR" sz="1600" b="1" dirty="0">
                <a:solidFill>
                  <a:srgbClr val="FFFFFF"/>
                </a:solidFill>
                <a:latin typeface="Times New Roman" panose="02020603050405020304" pitchFamily="18" charset="0"/>
                <a:cs typeface="B Nazanin" panose="00000400000000000000" pitchFamily="2" charset="-78"/>
              </a:rPr>
              <a:t>سیستم مدیریت همسان سازی</a:t>
            </a:r>
            <a:endParaRPr lang="en-US" sz="1600" b="1" dirty="0">
              <a:solidFill>
                <a:srgbClr val="FFFFFF"/>
              </a:solidFill>
              <a:latin typeface="Times New Roman" panose="02020603050405020304" pitchFamily="18" charset="0"/>
              <a:cs typeface="B Nazanin" panose="00000400000000000000" pitchFamily="2" charset="-78"/>
            </a:endParaRPr>
          </a:p>
        </p:txBody>
      </p:sp>
      <p:pic>
        <p:nvPicPr>
          <p:cNvPr id="25" name="Picture 24" descr="پرونده:Azad University logo.png - ویکی‌پدیا، دانشنامهٔ آزاد">
            <a:extLst>
              <a:ext uri="{FF2B5EF4-FFF2-40B4-BE49-F238E27FC236}">
                <a16:creationId xmlns="" xmlns:a16="http://schemas.microsoft.com/office/drawing/2014/main" id="{FA988D60-670C-406B-B8FB-D5A0053424E9}"/>
              </a:ext>
            </a:extLst>
          </p:cNvPr>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8610600" y="0"/>
            <a:ext cx="533400" cy="822959"/>
          </a:xfrm>
          <a:prstGeom prst="rect">
            <a:avLst/>
          </a:prstGeom>
          <a:noFill/>
          <a:ln>
            <a:noFill/>
          </a:ln>
        </p:spPr>
      </p:pic>
      <p:sp>
        <p:nvSpPr>
          <p:cNvPr id="26" name="AutoShape 10">
            <a:extLst>
              <a:ext uri="{FF2B5EF4-FFF2-40B4-BE49-F238E27FC236}">
                <a16:creationId xmlns="" xmlns:a16="http://schemas.microsoft.com/office/drawing/2014/main" id="{96E6A76C-5024-445C-8373-4A127C8598B1}"/>
              </a:ext>
            </a:extLst>
          </p:cNvPr>
          <p:cNvSpPr>
            <a:spLocks noChangeArrowheads="1"/>
          </p:cNvSpPr>
          <p:nvPr/>
        </p:nvSpPr>
        <p:spPr bwMode="gray">
          <a:xfrm flipH="1">
            <a:off x="6244699" y="55997"/>
            <a:ext cx="2137301" cy="649224"/>
          </a:xfrm>
          <a:prstGeom prst="chevron">
            <a:avLst>
              <a:gd name="adj" fmla="val 17842"/>
            </a:avLst>
          </a:prstGeom>
          <a:gradFill rotWithShape="1">
            <a:gsLst>
              <a:gs pos="0">
                <a:srgbClr val="84B09A">
                  <a:gamma/>
                  <a:shade val="46275"/>
                  <a:invGamma/>
                </a:srgbClr>
              </a:gs>
              <a:gs pos="50000">
                <a:srgbClr val="84B09A"/>
              </a:gs>
              <a:gs pos="100000">
                <a:srgbClr val="84B09A">
                  <a:gamma/>
                  <a:shade val="46275"/>
                  <a:invGamma/>
                </a:srgbClr>
              </a:gs>
            </a:gsLst>
            <a:lin ang="2700000" scaled="1"/>
          </a:gradFill>
          <a:ln w="38100">
            <a:solidFill>
              <a:srgbClr val="EAEAEA"/>
            </a:solidFill>
            <a:miter lim="800000"/>
            <a:headEnd/>
            <a:tailEnd/>
          </a:ln>
          <a:effectLst>
            <a:outerShdw dist="109250" dir="3267739" algn="ctr" rotWithShape="0">
              <a:srgbClr val="333333">
                <a:alpha val="50000"/>
              </a:srgbClr>
            </a:outerShdw>
          </a:effectLst>
        </p:spPr>
        <p:txBody>
          <a:bodyPr wrap="square" anchor="ctr">
            <a:spAutoFit/>
          </a:bodyPr>
          <a:lstStyle/>
          <a:p>
            <a:pPr algn="ctr" fontAlgn="base">
              <a:spcBef>
                <a:spcPct val="0"/>
              </a:spcBef>
              <a:spcAft>
                <a:spcPct val="0"/>
              </a:spcAft>
            </a:pPr>
            <a:endParaRPr lang="en-US" kern="0">
              <a:solidFill>
                <a:srgbClr val="3D81BF"/>
              </a:solidFill>
            </a:endParaRPr>
          </a:p>
        </p:txBody>
      </p:sp>
      <p:sp>
        <p:nvSpPr>
          <p:cNvPr id="27" name="Rectangle 26">
            <a:extLst>
              <a:ext uri="{FF2B5EF4-FFF2-40B4-BE49-F238E27FC236}">
                <a16:creationId xmlns="" xmlns:a16="http://schemas.microsoft.com/office/drawing/2014/main" id="{BF9CF44D-C94F-4B09-AF24-15EACD7BE0F4}"/>
              </a:ext>
            </a:extLst>
          </p:cNvPr>
          <p:cNvSpPr/>
          <p:nvPr/>
        </p:nvSpPr>
        <p:spPr>
          <a:xfrm>
            <a:off x="6499957" y="197162"/>
            <a:ext cx="1626786" cy="323165"/>
          </a:xfrm>
          <a:prstGeom prst="rect">
            <a:avLst/>
          </a:prstGeom>
        </p:spPr>
        <p:txBody>
          <a:bodyPr wrap="square">
            <a:spAutoFit/>
          </a:bodyPr>
          <a:lstStyle/>
          <a:p>
            <a:pPr lvl="0" algn="ctr" fontAlgn="base">
              <a:spcBef>
                <a:spcPct val="0"/>
              </a:spcBef>
              <a:spcAft>
                <a:spcPct val="0"/>
              </a:spcAft>
              <a:defRPr/>
            </a:pPr>
            <a:r>
              <a:rPr lang="fa-IR" sz="1500" b="1" kern="0" dirty="0" err="1">
                <a:solidFill>
                  <a:srgbClr val="FFFFFF"/>
                </a:solidFill>
                <a:latin typeface="Times New Roman" panose="02020603050405020304" pitchFamily="18" charset="0"/>
                <a:cs typeface="B Nazanin" pitchFamily="2" charset="-78"/>
              </a:rPr>
              <a:t>باتریها</a:t>
            </a:r>
            <a:endParaRPr lang="en-US" sz="1500" b="1" kern="0" dirty="0">
              <a:solidFill>
                <a:srgbClr val="FFFFFF"/>
              </a:solidFill>
              <a:latin typeface="Times New Roman" panose="02020603050405020304" pitchFamily="18" charset="0"/>
              <a:cs typeface="B Nazanin" pitchFamily="2" charset="-78"/>
            </a:endParaRPr>
          </a:p>
        </p:txBody>
      </p:sp>
      <p:sp>
        <p:nvSpPr>
          <p:cNvPr id="28" name="AutoShape 3">
            <a:extLst>
              <a:ext uri="{FF2B5EF4-FFF2-40B4-BE49-F238E27FC236}">
                <a16:creationId xmlns="" xmlns:a16="http://schemas.microsoft.com/office/drawing/2014/main" id="{DBA5C955-0E66-467E-8B5F-EF4EE5F8F3FA}"/>
              </a:ext>
            </a:extLst>
          </p:cNvPr>
          <p:cNvSpPr>
            <a:spLocks noChangeArrowheads="1"/>
          </p:cNvSpPr>
          <p:nvPr/>
        </p:nvSpPr>
        <p:spPr bwMode="gray">
          <a:xfrm flipH="1">
            <a:off x="4215687" y="54854"/>
            <a:ext cx="2056085" cy="651510"/>
          </a:xfrm>
          <a:prstGeom prst="chevron">
            <a:avLst>
              <a:gd name="adj" fmla="val 17009"/>
            </a:avLst>
          </a:prstGeom>
          <a:gradFill rotWithShape="1">
            <a:gsLst>
              <a:gs pos="0">
                <a:srgbClr val="84B09A">
                  <a:gamma/>
                  <a:shade val="46275"/>
                  <a:invGamma/>
                </a:srgbClr>
              </a:gs>
              <a:gs pos="50000">
                <a:srgbClr val="84B09A"/>
              </a:gs>
              <a:gs pos="100000">
                <a:srgbClr val="84B09A">
                  <a:gamma/>
                  <a:shade val="46275"/>
                  <a:invGamma/>
                </a:srgbClr>
              </a:gs>
            </a:gsLst>
            <a:lin ang="2700000" scaled="1"/>
          </a:gradFill>
          <a:ln w="38100">
            <a:solidFill>
              <a:srgbClr val="EAEAEA"/>
            </a:solidFill>
            <a:miter lim="800000"/>
            <a:headEnd/>
            <a:tailEnd/>
          </a:ln>
          <a:effectLst>
            <a:outerShdw dist="109250" dir="3267739" algn="ctr" rotWithShape="0">
              <a:srgbClr val="333333">
                <a:alpha val="50000"/>
              </a:srgbClr>
            </a:outerShdw>
          </a:effectLst>
        </p:spPr>
        <p:txBody>
          <a:bodyPr wrap="square" anchor="ctr">
            <a:spAutoFit/>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endParaRPr>
          </a:p>
        </p:txBody>
      </p:sp>
      <p:sp>
        <p:nvSpPr>
          <p:cNvPr id="29" name="Rectangle 28">
            <a:extLst>
              <a:ext uri="{FF2B5EF4-FFF2-40B4-BE49-F238E27FC236}">
                <a16:creationId xmlns="" xmlns:a16="http://schemas.microsoft.com/office/drawing/2014/main" id="{AC165A2D-60D3-440C-A112-7B419F7E72B2}"/>
              </a:ext>
            </a:extLst>
          </p:cNvPr>
          <p:cNvSpPr/>
          <p:nvPr/>
        </p:nvSpPr>
        <p:spPr>
          <a:xfrm>
            <a:off x="4525250" y="89171"/>
            <a:ext cx="1443038" cy="584775"/>
          </a:xfrm>
          <a:prstGeom prst="rect">
            <a:avLst/>
          </a:prstGeom>
        </p:spPr>
        <p:txBody>
          <a:bodyPr wrap="square">
            <a:spAutoFit/>
          </a:bodyPr>
          <a:lstStyle/>
          <a:p>
            <a:pPr lvl="0" algn="ctr" rtl="1" fontAlgn="base">
              <a:spcBef>
                <a:spcPct val="0"/>
              </a:spcBef>
              <a:spcAft>
                <a:spcPct val="0"/>
              </a:spcAft>
            </a:pPr>
            <a:r>
              <a:rPr lang="fa-IR" sz="1600" b="1" dirty="0">
                <a:solidFill>
                  <a:srgbClr val="FFFFFF"/>
                </a:solidFill>
                <a:latin typeface="Times New Roman" panose="02020603050405020304" pitchFamily="18" charset="0"/>
                <a:cs typeface="B Nazanin" panose="00000400000000000000" pitchFamily="2" charset="-78"/>
              </a:rPr>
              <a:t>سیستم مدیریت باتری</a:t>
            </a:r>
            <a:endParaRPr lang="en-US" sz="1600" b="1" dirty="0">
              <a:solidFill>
                <a:srgbClr val="FFFFFF"/>
              </a:solidFill>
              <a:latin typeface="Times New Roman" panose="02020603050405020304" pitchFamily="18" charset="0"/>
              <a:cs typeface="B Nazanin" panose="00000400000000000000" pitchFamily="2" charset="-78"/>
            </a:endParaRPr>
          </a:p>
        </p:txBody>
      </p:sp>
      <p:sp>
        <p:nvSpPr>
          <p:cNvPr id="32" name="TextBox 31">
            <a:extLst>
              <a:ext uri="{FF2B5EF4-FFF2-40B4-BE49-F238E27FC236}">
                <a16:creationId xmlns="" xmlns:a16="http://schemas.microsoft.com/office/drawing/2014/main" id="{F43469DC-7F5B-471E-BD74-ED709E621F63}"/>
              </a:ext>
            </a:extLst>
          </p:cNvPr>
          <p:cNvSpPr txBox="1"/>
          <p:nvPr/>
        </p:nvSpPr>
        <p:spPr>
          <a:xfrm>
            <a:off x="36674" y="899622"/>
            <a:ext cx="6364243" cy="369332"/>
          </a:xfrm>
          <a:prstGeom prst="rect">
            <a:avLst/>
          </a:prstGeom>
          <a:noFill/>
        </p:spPr>
        <p:txBody>
          <a:bodyPr wrap="none" rtlCol="0">
            <a:spAutoFit/>
          </a:bodyPr>
          <a:lstStyle/>
          <a:p>
            <a:pPr algn="r" rtl="1" fontAlgn="base">
              <a:spcBef>
                <a:spcPct val="0"/>
              </a:spcBef>
              <a:spcAft>
                <a:spcPct val="0"/>
              </a:spcAft>
            </a:pPr>
            <a:r>
              <a:rPr lang="fa-IR" dirty="0">
                <a:cs typeface="B Lotus" panose="00000400000000000000" pitchFamily="2" charset="-78"/>
              </a:rPr>
              <a:t>الگوریتم بهبودیافته و تسریع‌کننده فرآیند همسان‌سازی متناسب خودروهای تجاری کِشنده</a:t>
            </a:r>
            <a:endParaRPr lang="en-US" b="1" dirty="0">
              <a:solidFill>
                <a:srgbClr val="000000"/>
              </a:solidFill>
              <a:latin typeface="Times New Roman" panose="02020603050405020304" pitchFamily="18" charset="0"/>
              <a:cs typeface="B Lotus" panose="00000400000000000000" pitchFamily="2" charset="-78"/>
            </a:endParaRPr>
          </a:p>
        </p:txBody>
      </p:sp>
      <p:sp>
        <p:nvSpPr>
          <p:cNvPr id="16" name="Slide Number Placeholder 3">
            <a:extLst>
              <a:ext uri="{FF2B5EF4-FFF2-40B4-BE49-F238E27FC236}">
                <a16:creationId xmlns="" xmlns:a16="http://schemas.microsoft.com/office/drawing/2014/main" id="{FEFB061F-8AAB-4535-B272-1BA4D5A77191}"/>
              </a:ext>
            </a:extLst>
          </p:cNvPr>
          <p:cNvSpPr txBox="1">
            <a:spLocks/>
          </p:cNvSpPr>
          <p:nvPr/>
        </p:nvSpPr>
        <p:spPr>
          <a:xfrm>
            <a:off x="8965" y="6090313"/>
            <a:ext cx="676835" cy="767687"/>
          </a:xfrm>
          <a:prstGeom prst="rect">
            <a:avLst/>
          </a:prstGeom>
        </p:spPr>
        <p:txBody>
          <a:bodyPr vert="horz" lIns="91440" tIns="45720" rIns="91440" bIns="45720" rtlCol="0" anchor="ctr"/>
          <a:lstStyle>
            <a:defPPr>
              <a:defRPr lang="en-US"/>
            </a:defPPr>
            <a:lvl1pPr marL="0" algn="l" defTabSz="914400" rtl="0" eaLnBrk="1" latinLnBrk="0" hangingPunct="1">
              <a:defRPr sz="1400" b="1" kern="1200">
                <a:solidFill>
                  <a:srgbClr val="FFFFFF"/>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rtl="1"/>
            <a:fld id="{E8ADF199-8047-440E-B02B-E80683B392F2}" type="slidenum">
              <a:rPr lang="fa-IR" sz="1800" smtClean="0">
                <a:solidFill>
                  <a:schemeClr val="tx1"/>
                </a:solidFill>
                <a:cs typeface="B Lotus" panose="00000400000000000000" pitchFamily="2" charset="-78"/>
              </a:rPr>
              <a:pPr rtl="1"/>
              <a:t>49</a:t>
            </a:fld>
            <a:endParaRPr lang="fa-IR" sz="1800" dirty="0">
              <a:solidFill>
                <a:schemeClr val="tx1"/>
              </a:solidFill>
              <a:cs typeface="B Lotus" panose="00000400000000000000" pitchFamily="2" charset="-78"/>
            </a:endParaRPr>
          </a:p>
        </p:txBody>
      </p:sp>
      <p:sp>
        <p:nvSpPr>
          <p:cNvPr id="18" name="Rectangle 17"/>
          <p:cNvSpPr/>
          <p:nvPr/>
        </p:nvSpPr>
        <p:spPr>
          <a:xfrm>
            <a:off x="418672" y="6427113"/>
            <a:ext cx="8725328" cy="430887"/>
          </a:xfrm>
          <a:prstGeom prst="rect">
            <a:avLst/>
          </a:prstGeom>
        </p:spPr>
        <p:txBody>
          <a:bodyPr wrap="square">
            <a:spAutoFit/>
          </a:bodyPr>
          <a:lstStyle/>
          <a:p>
            <a:pPr algn="ctr"/>
            <a:r>
              <a:rPr lang="en-US" sz="1100" dirty="0"/>
              <a:t>[2]	B. </a:t>
            </a:r>
            <a:r>
              <a:rPr lang="en-US" sz="1100" dirty="0" err="1"/>
              <a:t>Erdoğan</a:t>
            </a:r>
            <a:r>
              <a:rPr lang="en-US" sz="1100" dirty="0"/>
              <a:t>, M. M. </a:t>
            </a:r>
            <a:r>
              <a:rPr lang="en-US" sz="1100" dirty="0" err="1"/>
              <a:t>Savrun</a:t>
            </a:r>
            <a:r>
              <a:rPr lang="en-US" sz="1100" dirty="0"/>
              <a:t>, T. </a:t>
            </a:r>
            <a:r>
              <a:rPr lang="en-US" sz="1100" dirty="0" err="1"/>
              <a:t>Köroğlu</a:t>
            </a:r>
            <a:r>
              <a:rPr lang="en-US" sz="1100" dirty="0"/>
              <a:t>, M. U. </a:t>
            </a:r>
            <a:r>
              <a:rPr lang="en-US" sz="1100" dirty="0" err="1"/>
              <a:t>Cuma</a:t>
            </a:r>
            <a:r>
              <a:rPr lang="en-US" sz="1100" dirty="0"/>
              <a:t>, and M. </a:t>
            </a:r>
            <a:r>
              <a:rPr lang="en-US" sz="1100" dirty="0" err="1"/>
              <a:t>Tümay</a:t>
            </a:r>
            <a:r>
              <a:rPr lang="en-US" sz="1100" dirty="0"/>
              <a:t>, "An improved and fast balancing algorithm for electric heavy commercial vehicles," </a:t>
            </a:r>
            <a:r>
              <a:rPr lang="en-US" sz="1100" i="1" dirty="0"/>
              <a:t>Journal of Energy Storage, </a:t>
            </a:r>
            <a:r>
              <a:rPr lang="nl-NL" sz="1100" dirty="0"/>
              <a:t>vol. 38, p. 102522, 2021.</a:t>
            </a:r>
          </a:p>
        </p:txBody>
      </p:sp>
    </p:spTree>
    <p:extLst>
      <p:ext uri="{BB962C8B-B14F-4D97-AF65-F5344CB8AC3E}">
        <p14:creationId xmlns:p14="http://schemas.microsoft.com/office/powerpoint/2010/main" val="1512107119"/>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p:cNvSpPr txBox="1"/>
          <p:nvPr/>
        </p:nvSpPr>
        <p:spPr>
          <a:xfrm>
            <a:off x="3103917" y="6065484"/>
            <a:ext cx="3506089" cy="369332"/>
          </a:xfrm>
          <a:prstGeom prst="rect">
            <a:avLst/>
          </a:prstGeom>
          <a:noFill/>
        </p:spPr>
        <p:txBody>
          <a:bodyPr wrap="none" rtlCol="0">
            <a:spAutoFit/>
          </a:bodyPr>
          <a:lstStyle/>
          <a:p>
            <a:pPr algn="ctr"/>
            <a:r>
              <a:rPr lang="fa-IR" dirty="0">
                <a:latin typeface="Times New Roman" panose="02020603050405020304" pitchFamily="18" charset="0"/>
                <a:ea typeface="Calibri" panose="020F0502020204030204" pitchFamily="34" charset="0"/>
                <a:cs typeface="B Lotus" panose="00000400000000000000" pitchFamily="2" charset="-78"/>
              </a:rPr>
              <a:t>شکل 10 فلوچارت الگوریتم همسان‌سازی </a:t>
            </a:r>
            <a:r>
              <a:rPr lang="fa-IR" dirty="0">
                <a:solidFill>
                  <a:srgbClr val="61D6FF"/>
                </a:solidFill>
                <a:latin typeface="Times New Roman" panose="02020603050405020304" pitchFamily="18" charset="0"/>
                <a:cs typeface="B Lotus" panose="00000400000000000000" pitchFamily="2" charset="-78"/>
              </a:rPr>
              <a:t>[2]</a:t>
            </a:r>
            <a:r>
              <a:rPr lang="fa-IR" dirty="0">
                <a:latin typeface="Times New Roman" panose="02020603050405020304" pitchFamily="18" charset="0"/>
                <a:cs typeface="B Lotus" panose="00000400000000000000" pitchFamily="2" charset="-78"/>
              </a:rPr>
              <a:t>.</a:t>
            </a:r>
            <a:r>
              <a:rPr lang="fa-IR" dirty="0">
                <a:latin typeface="Times New Roman" panose="02020603050405020304" pitchFamily="18" charset="0"/>
                <a:ea typeface="Calibri" panose="020F0502020204030204" pitchFamily="34" charset="0"/>
                <a:cs typeface="B Lotus" panose="00000400000000000000" pitchFamily="2" charset="-78"/>
              </a:rPr>
              <a:t> </a:t>
            </a:r>
            <a:endParaRPr lang="en-US" dirty="0">
              <a:latin typeface="Times New Roman" panose="02020603050405020304" pitchFamily="18" charset="0"/>
              <a:cs typeface="B Lotus" panose="00000400000000000000" pitchFamily="2" charset="-78"/>
            </a:endParaRPr>
          </a:p>
        </p:txBody>
      </p:sp>
      <p:pic>
        <p:nvPicPr>
          <p:cNvPr id="20" name="Picture 19"/>
          <p:cNvPicPr/>
          <p:nvPr/>
        </p:nvPicPr>
        <p:blipFill>
          <a:blip r:embed="rId3">
            <a:extLst>
              <a:ext uri="{28A0092B-C50C-407E-A947-70E740481C1C}">
                <a14:useLocalDpi xmlns:a14="http://schemas.microsoft.com/office/drawing/2010/main" val="0"/>
              </a:ext>
            </a:extLst>
          </a:blip>
          <a:stretch>
            <a:fillRect/>
          </a:stretch>
        </p:blipFill>
        <p:spPr>
          <a:xfrm>
            <a:off x="855949" y="1125617"/>
            <a:ext cx="7338601" cy="4907500"/>
          </a:xfrm>
          <a:prstGeom prst="rect">
            <a:avLst/>
          </a:prstGeom>
        </p:spPr>
      </p:pic>
      <p:sp>
        <p:nvSpPr>
          <p:cNvPr id="19" name="Rounded Rectangle 175">
            <a:extLst>
              <a:ext uri="{FF2B5EF4-FFF2-40B4-BE49-F238E27FC236}">
                <a16:creationId xmlns="" xmlns:a16="http://schemas.microsoft.com/office/drawing/2014/main" id="{AACCE7D9-540A-47B9-8964-41031B797FDD}"/>
              </a:ext>
            </a:extLst>
          </p:cNvPr>
          <p:cNvSpPr/>
          <p:nvPr/>
        </p:nvSpPr>
        <p:spPr bwMode="auto">
          <a:xfrm>
            <a:off x="7124531" y="917675"/>
            <a:ext cx="1486069" cy="498507"/>
          </a:xfrm>
          <a:prstGeom prst="roundRect">
            <a:avLst/>
          </a:prstGeom>
          <a:solidFill>
            <a:srgbClr val="3D81BF">
              <a:lumMod val="75000"/>
            </a:srgbClr>
          </a:solidFill>
          <a:ln w="9525" cap="flat" cmpd="sng" algn="ctr">
            <a:solidFill>
              <a:srgbClr val="000000"/>
            </a:solidFill>
            <a:prstDash val="solid"/>
            <a:round/>
            <a:headEnd type="none" w="med" len="med"/>
            <a:tailEnd type="none" w="med" len="med"/>
          </a:ln>
          <a:effectLst>
            <a:reflection blurRad="6350" stA="50000" endA="300" endPos="55000" dir="5400000" sy="-100000" algn="bl" rotWithShape="0"/>
          </a:effectLst>
          <a:scene3d>
            <a:camera prst="isometricOffAxis2Left"/>
            <a:lightRig rig="threePt" dir="t"/>
          </a:scene3d>
        </p:spPr>
        <p:txBody>
          <a:bodyPr vert="horz" wrap="square" lIns="91440" tIns="45720" rIns="91440" bIns="45720" numCol="1" rtlCol="0" anchor="t" anchorCtr="0" compatLnSpc="1">
            <a:prstTxWarp prst="textNoShape">
              <a:avLst/>
            </a:prstTxWarp>
          </a:bodyPr>
          <a:lstStyle/>
          <a:p>
            <a:pPr lvl="0" algn="ctr" rtl="1" fontAlgn="base">
              <a:spcBef>
                <a:spcPct val="0"/>
              </a:spcBef>
              <a:spcAft>
                <a:spcPct val="0"/>
              </a:spcAft>
            </a:pPr>
            <a:r>
              <a:rPr lang="fa-IR" sz="2400" b="1" dirty="0">
                <a:solidFill>
                  <a:srgbClr val="FFFFFF"/>
                </a:solidFill>
                <a:latin typeface="Times New Roman" panose="02020603050405020304" pitchFamily="18" charset="0"/>
                <a:cs typeface="B Nazanin" panose="00000400000000000000" pitchFamily="2" charset="-78"/>
              </a:rPr>
              <a:t>مقالات اخیر</a:t>
            </a:r>
            <a:endParaRPr lang="en-US" sz="2400" b="1" dirty="0">
              <a:solidFill>
                <a:srgbClr val="FFFFFF"/>
              </a:solidFill>
              <a:latin typeface="Times New Roman" panose="02020603050405020304" pitchFamily="18" charset="0"/>
              <a:cs typeface="B Nazanin" panose="00000400000000000000" pitchFamily="2" charset="-78"/>
            </a:endParaRPr>
          </a:p>
        </p:txBody>
      </p:sp>
      <p:sp>
        <p:nvSpPr>
          <p:cNvPr id="21" name="AutoShape 3"/>
          <p:cNvSpPr>
            <a:spLocks noChangeArrowheads="1"/>
          </p:cNvSpPr>
          <p:nvPr/>
        </p:nvSpPr>
        <p:spPr bwMode="gray">
          <a:xfrm flipH="1">
            <a:off x="2190754" y="54854"/>
            <a:ext cx="2056085" cy="651510"/>
          </a:xfrm>
          <a:prstGeom prst="chevron">
            <a:avLst>
              <a:gd name="adj" fmla="val 17009"/>
            </a:avLst>
          </a:prstGeom>
          <a:gradFill rotWithShape="1">
            <a:gsLst>
              <a:gs pos="0">
                <a:srgbClr val="84B09A">
                  <a:gamma/>
                  <a:shade val="46275"/>
                  <a:invGamma/>
                </a:srgbClr>
              </a:gs>
              <a:gs pos="50000">
                <a:srgbClr val="84B09A"/>
              </a:gs>
              <a:gs pos="100000">
                <a:srgbClr val="84B09A">
                  <a:gamma/>
                  <a:shade val="46275"/>
                  <a:invGamma/>
                </a:srgbClr>
              </a:gs>
            </a:gsLst>
            <a:lin ang="2700000" scaled="1"/>
          </a:gradFill>
          <a:ln w="38100">
            <a:solidFill>
              <a:srgbClr val="EAEAEA"/>
            </a:solidFill>
            <a:miter lim="800000"/>
            <a:headEnd/>
            <a:tailEnd/>
          </a:ln>
          <a:effectLst>
            <a:outerShdw dist="109250" dir="3267739" algn="ctr" rotWithShape="0">
              <a:srgbClr val="333333">
                <a:alpha val="50000"/>
              </a:srgbClr>
            </a:outerShdw>
          </a:effectLst>
        </p:spPr>
        <p:txBody>
          <a:bodyPr wrap="square" anchor="ctr">
            <a:spAutoFit/>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endParaRPr>
          </a:p>
        </p:txBody>
      </p:sp>
      <p:sp>
        <p:nvSpPr>
          <p:cNvPr id="22" name="AutoShape 3"/>
          <p:cNvSpPr>
            <a:spLocks noChangeArrowheads="1"/>
          </p:cNvSpPr>
          <p:nvPr/>
        </p:nvSpPr>
        <p:spPr bwMode="gray">
          <a:xfrm flipH="1">
            <a:off x="148662" y="55997"/>
            <a:ext cx="2057400" cy="649224"/>
          </a:xfrm>
          <a:prstGeom prst="chevron">
            <a:avLst>
              <a:gd name="adj" fmla="val 17009"/>
            </a:avLst>
          </a:prstGeom>
          <a:gradFill rotWithShape="1">
            <a:gsLst>
              <a:gs pos="0">
                <a:srgbClr val="3659EC">
                  <a:gamma/>
                  <a:shade val="46275"/>
                  <a:invGamma/>
                </a:srgbClr>
              </a:gs>
              <a:gs pos="50000">
                <a:srgbClr val="3659EC"/>
              </a:gs>
              <a:gs pos="100000">
                <a:srgbClr val="3659EC">
                  <a:gamma/>
                  <a:shade val="46275"/>
                  <a:invGamma/>
                </a:srgbClr>
              </a:gs>
            </a:gsLst>
            <a:lin ang="2700000" scaled="1"/>
          </a:gradFill>
          <a:ln w="38100">
            <a:solidFill>
              <a:srgbClr val="EAEAEA"/>
            </a:solidFill>
            <a:miter lim="800000"/>
            <a:headEnd/>
            <a:tailEnd/>
          </a:ln>
          <a:effectLst>
            <a:outerShdw dist="109250" dir="3267739" algn="ctr" rotWithShape="0">
              <a:srgbClr val="333333">
                <a:alpha val="50000"/>
              </a:srgbClr>
            </a:outerShdw>
          </a:effectLst>
        </p:spPr>
        <p:txBody>
          <a:bodyPr wrap="square" anchor="ctr">
            <a:spAutoFit/>
          </a:bodyPr>
          <a:lstStyle/>
          <a:p>
            <a:pPr algn="ctr" fontAlgn="base">
              <a:spcBef>
                <a:spcPct val="0"/>
              </a:spcBef>
              <a:spcAft>
                <a:spcPct val="0"/>
              </a:spcAft>
            </a:pPr>
            <a:endParaRPr lang="en-US" kern="0">
              <a:solidFill>
                <a:srgbClr val="3D81BF"/>
              </a:solidFill>
            </a:endParaRPr>
          </a:p>
        </p:txBody>
      </p:sp>
      <p:sp>
        <p:nvSpPr>
          <p:cNvPr id="23" name="Rectangle 22"/>
          <p:cNvSpPr/>
          <p:nvPr/>
        </p:nvSpPr>
        <p:spPr>
          <a:xfrm>
            <a:off x="418672" y="193150"/>
            <a:ext cx="1443038" cy="338554"/>
          </a:xfrm>
          <a:prstGeom prst="rect">
            <a:avLst/>
          </a:prstGeom>
        </p:spPr>
        <p:txBody>
          <a:bodyPr wrap="square">
            <a:spAutoFit/>
          </a:bodyPr>
          <a:lstStyle/>
          <a:p>
            <a:pPr lvl="0" algn="ctr" rtl="1" fontAlgn="base">
              <a:spcBef>
                <a:spcPct val="0"/>
              </a:spcBef>
              <a:spcAft>
                <a:spcPct val="0"/>
              </a:spcAft>
            </a:pPr>
            <a:r>
              <a:rPr lang="fa-IR" sz="1600" b="1" dirty="0">
                <a:solidFill>
                  <a:srgbClr val="FFFFFF"/>
                </a:solidFill>
                <a:latin typeface="Times New Roman" panose="02020603050405020304" pitchFamily="18" charset="0"/>
                <a:cs typeface="B Nazanin" panose="00000400000000000000" pitchFamily="2" charset="-78"/>
              </a:rPr>
              <a:t>مقالات اخیر</a:t>
            </a:r>
            <a:endParaRPr lang="en-US" sz="1600" b="1" dirty="0">
              <a:solidFill>
                <a:srgbClr val="FFFFFF"/>
              </a:solidFill>
              <a:latin typeface="Times New Roman" panose="02020603050405020304" pitchFamily="18" charset="0"/>
              <a:cs typeface="B Nazanin" panose="00000400000000000000" pitchFamily="2" charset="-78"/>
            </a:endParaRPr>
          </a:p>
        </p:txBody>
      </p:sp>
      <p:sp>
        <p:nvSpPr>
          <p:cNvPr id="24" name="Rectangle 23"/>
          <p:cNvSpPr/>
          <p:nvPr/>
        </p:nvSpPr>
        <p:spPr>
          <a:xfrm>
            <a:off x="2393380" y="70040"/>
            <a:ext cx="1600200" cy="584775"/>
          </a:xfrm>
          <a:prstGeom prst="rect">
            <a:avLst/>
          </a:prstGeom>
        </p:spPr>
        <p:txBody>
          <a:bodyPr wrap="square">
            <a:spAutoFit/>
          </a:bodyPr>
          <a:lstStyle/>
          <a:p>
            <a:pPr lvl="0" algn="ctr" rtl="1" fontAlgn="base">
              <a:spcBef>
                <a:spcPct val="0"/>
              </a:spcBef>
              <a:spcAft>
                <a:spcPct val="0"/>
              </a:spcAft>
            </a:pPr>
            <a:r>
              <a:rPr lang="fa-IR" sz="1600" b="1" dirty="0">
                <a:solidFill>
                  <a:srgbClr val="FFFFFF"/>
                </a:solidFill>
                <a:latin typeface="Times New Roman" panose="02020603050405020304" pitchFamily="18" charset="0"/>
                <a:cs typeface="B Nazanin" panose="00000400000000000000" pitchFamily="2" charset="-78"/>
              </a:rPr>
              <a:t>سیستم مدیریت همسان سازی</a:t>
            </a:r>
            <a:endParaRPr lang="en-US" sz="1600" b="1" dirty="0">
              <a:solidFill>
                <a:srgbClr val="FFFFFF"/>
              </a:solidFill>
              <a:latin typeface="Times New Roman" panose="02020603050405020304" pitchFamily="18" charset="0"/>
              <a:cs typeface="B Nazanin" panose="00000400000000000000" pitchFamily="2" charset="-78"/>
            </a:endParaRPr>
          </a:p>
        </p:txBody>
      </p:sp>
      <p:pic>
        <p:nvPicPr>
          <p:cNvPr id="25" name="Picture 24" descr="پرونده:Azad University logo.png - ویکی‌پدیا، دانشنامهٔ آزاد">
            <a:extLst>
              <a:ext uri="{FF2B5EF4-FFF2-40B4-BE49-F238E27FC236}">
                <a16:creationId xmlns="" xmlns:a16="http://schemas.microsoft.com/office/drawing/2014/main" id="{FA988D60-670C-406B-B8FB-D5A0053424E9}"/>
              </a:ext>
            </a:extLst>
          </p:cNvPr>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8610600" y="0"/>
            <a:ext cx="533400" cy="822959"/>
          </a:xfrm>
          <a:prstGeom prst="rect">
            <a:avLst/>
          </a:prstGeom>
          <a:noFill/>
          <a:ln>
            <a:noFill/>
          </a:ln>
        </p:spPr>
      </p:pic>
      <p:sp>
        <p:nvSpPr>
          <p:cNvPr id="26" name="AutoShape 10">
            <a:extLst>
              <a:ext uri="{FF2B5EF4-FFF2-40B4-BE49-F238E27FC236}">
                <a16:creationId xmlns="" xmlns:a16="http://schemas.microsoft.com/office/drawing/2014/main" id="{96E6A76C-5024-445C-8373-4A127C8598B1}"/>
              </a:ext>
            </a:extLst>
          </p:cNvPr>
          <p:cNvSpPr>
            <a:spLocks noChangeArrowheads="1"/>
          </p:cNvSpPr>
          <p:nvPr/>
        </p:nvSpPr>
        <p:spPr bwMode="gray">
          <a:xfrm flipH="1">
            <a:off x="6244699" y="55997"/>
            <a:ext cx="2137301" cy="649224"/>
          </a:xfrm>
          <a:prstGeom prst="chevron">
            <a:avLst>
              <a:gd name="adj" fmla="val 17842"/>
            </a:avLst>
          </a:prstGeom>
          <a:gradFill rotWithShape="1">
            <a:gsLst>
              <a:gs pos="0">
                <a:srgbClr val="84B09A">
                  <a:gamma/>
                  <a:shade val="46275"/>
                  <a:invGamma/>
                </a:srgbClr>
              </a:gs>
              <a:gs pos="50000">
                <a:srgbClr val="84B09A"/>
              </a:gs>
              <a:gs pos="100000">
                <a:srgbClr val="84B09A">
                  <a:gamma/>
                  <a:shade val="46275"/>
                  <a:invGamma/>
                </a:srgbClr>
              </a:gs>
            </a:gsLst>
            <a:lin ang="2700000" scaled="1"/>
          </a:gradFill>
          <a:ln w="38100">
            <a:solidFill>
              <a:srgbClr val="EAEAEA"/>
            </a:solidFill>
            <a:miter lim="800000"/>
            <a:headEnd/>
            <a:tailEnd/>
          </a:ln>
          <a:effectLst>
            <a:outerShdw dist="109250" dir="3267739" algn="ctr" rotWithShape="0">
              <a:srgbClr val="333333">
                <a:alpha val="50000"/>
              </a:srgbClr>
            </a:outerShdw>
          </a:effectLst>
        </p:spPr>
        <p:txBody>
          <a:bodyPr wrap="square" anchor="ctr">
            <a:spAutoFit/>
          </a:bodyPr>
          <a:lstStyle/>
          <a:p>
            <a:pPr algn="ctr" fontAlgn="base">
              <a:spcBef>
                <a:spcPct val="0"/>
              </a:spcBef>
              <a:spcAft>
                <a:spcPct val="0"/>
              </a:spcAft>
            </a:pPr>
            <a:endParaRPr lang="en-US" kern="0">
              <a:solidFill>
                <a:srgbClr val="3D81BF"/>
              </a:solidFill>
            </a:endParaRPr>
          </a:p>
        </p:txBody>
      </p:sp>
      <p:sp>
        <p:nvSpPr>
          <p:cNvPr id="27" name="Rectangle 26">
            <a:extLst>
              <a:ext uri="{FF2B5EF4-FFF2-40B4-BE49-F238E27FC236}">
                <a16:creationId xmlns="" xmlns:a16="http://schemas.microsoft.com/office/drawing/2014/main" id="{BF9CF44D-C94F-4B09-AF24-15EACD7BE0F4}"/>
              </a:ext>
            </a:extLst>
          </p:cNvPr>
          <p:cNvSpPr/>
          <p:nvPr/>
        </p:nvSpPr>
        <p:spPr>
          <a:xfrm>
            <a:off x="6499957" y="197162"/>
            <a:ext cx="1626786" cy="323165"/>
          </a:xfrm>
          <a:prstGeom prst="rect">
            <a:avLst/>
          </a:prstGeom>
        </p:spPr>
        <p:txBody>
          <a:bodyPr wrap="square">
            <a:spAutoFit/>
          </a:bodyPr>
          <a:lstStyle/>
          <a:p>
            <a:pPr lvl="0" algn="ctr" fontAlgn="base">
              <a:spcBef>
                <a:spcPct val="0"/>
              </a:spcBef>
              <a:spcAft>
                <a:spcPct val="0"/>
              </a:spcAft>
              <a:defRPr/>
            </a:pPr>
            <a:r>
              <a:rPr lang="fa-IR" sz="1500" b="1" kern="0" dirty="0" err="1">
                <a:solidFill>
                  <a:srgbClr val="FFFFFF"/>
                </a:solidFill>
                <a:latin typeface="Times New Roman" panose="02020603050405020304" pitchFamily="18" charset="0"/>
                <a:cs typeface="B Nazanin" pitchFamily="2" charset="-78"/>
              </a:rPr>
              <a:t>باتریها</a:t>
            </a:r>
            <a:endParaRPr lang="en-US" sz="1500" b="1" kern="0" dirty="0">
              <a:solidFill>
                <a:srgbClr val="FFFFFF"/>
              </a:solidFill>
              <a:latin typeface="Times New Roman" panose="02020603050405020304" pitchFamily="18" charset="0"/>
              <a:cs typeface="B Nazanin" pitchFamily="2" charset="-78"/>
            </a:endParaRPr>
          </a:p>
        </p:txBody>
      </p:sp>
      <p:sp>
        <p:nvSpPr>
          <p:cNvPr id="28" name="AutoShape 3">
            <a:extLst>
              <a:ext uri="{FF2B5EF4-FFF2-40B4-BE49-F238E27FC236}">
                <a16:creationId xmlns="" xmlns:a16="http://schemas.microsoft.com/office/drawing/2014/main" id="{DBA5C955-0E66-467E-8B5F-EF4EE5F8F3FA}"/>
              </a:ext>
            </a:extLst>
          </p:cNvPr>
          <p:cNvSpPr>
            <a:spLocks noChangeArrowheads="1"/>
          </p:cNvSpPr>
          <p:nvPr/>
        </p:nvSpPr>
        <p:spPr bwMode="gray">
          <a:xfrm flipH="1">
            <a:off x="4215687" y="54854"/>
            <a:ext cx="2056085" cy="651510"/>
          </a:xfrm>
          <a:prstGeom prst="chevron">
            <a:avLst>
              <a:gd name="adj" fmla="val 17009"/>
            </a:avLst>
          </a:prstGeom>
          <a:gradFill rotWithShape="1">
            <a:gsLst>
              <a:gs pos="0">
                <a:srgbClr val="84B09A">
                  <a:gamma/>
                  <a:shade val="46275"/>
                  <a:invGamma/>
                </a:srgbClr>
              </a:gs>
              <a:gs pos="50000">
                <a:srgbClr val="84B09A"/>
              </a:gs>
              <a:gs pos="100000">
                <a:srgbClr val="84B09A">
                  <a:gamma/>
                  <a:shade val="46275"/>
                  <a:invGamma/>
                </a:srgbClr>
              </a:gs>
            </a:gsLst>
            <a:lin ang="2700000" scaled="1"/>
          </a:gradFill>
          <a:ln w="38100">
            <a:solidFill>
              <a:srgbClr val="EAEAEA"/>
            </a:solidFill>
            <a:miter lim="800000"/>
            <a:headEnd/>
            <a:tailEnd/>
          </a:ln>
          <a:effectLst>
            <a:outerShdw dist="109250" dir="3267739" algn="ctr" rotWithShape="0">
              <a:srgbClr val="333333">
                <a:alpha val="50000"/>
              </a:srgbClr>
            </a:outerShdw>
          </a:effectLst>
        </p:spPr>
        <p:txBody>
          <a:bodyPr wrap="square" anchor="ctr">
            <a:spAutoFit/>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endParaRPr>
          </a:p>
        </p:txBody>
      </p:sp>
      <p:sp>
        <p:nvSpPr>
          <p:cNvPr id="29" name="Rectangle 28">
            <a:extLst>
              <a:ext uri="{FF2B5EF4-FFF2-40B4-BE49-F238E27FC236}">
                <a16:creationId xmlns="" xmlns:a16="http://schemas.microsoft.com/office/drawing/2014/main" id="{AC165A2D-60D3-440C-A112-7B419F7E72B2}"/>
              </a:ext>
            </a:extLst>
          </p:cNvPr>
          <p:cNvSpPr/>
          <p:nvPr/>
        </p:nvSpPr>
        <p:spPr>
          <a:xfrm>
            <a:off x="4525250" y="89171"/>
            <a:ext cx="1443038" cy="584775"/>
          </a:xfrm>
          <a:prstGeom prst="rect">
            <a:avLst/>
          </a:prstGeom>
        </p:spPr>
        <p:txBody>
          <a:bodyPr wrap="square">
            <a:spAutoFit/>
          </a:bodyPr>
          <a:lstStyle/>
          <a:p>
            <a:pPr lvl="0" algn="ctr" rtl="1" fontAlgn="base">
              <a:spcBef>
                <a:spcPct val="0"/>
              </a:spcBef>
              <a:spcAft>
                <a:spcPct val="0"/>
              </a:spcAft>
            </a:pPr>
            <a:r>
              <a:rPr lang="fa-IR" sz="1600" b="1" dirty="0">
                <a:solidFill>
                  <a:srgbClr val="FFFFFF"/>
                </a:solidFill>
                <a:latin typeface="Times New Roman" panose="02020603050405020304" pitchFamily="18" charset="0"/>
                <a:cs typeface="B Nazanin" panose="00000400000000000000" pitchFamily="2" charset="-78"/>
              </a:rPr>
              <a:t>سیستم مدیریت باتری</a:t>
            </a:r>
            <a:endParaRPr lang="en-US" sz="1600" b="1" dirty="0">
              <a:solidFill>
                <a:srgbClr val="FFFFFF"/>
              </a:solidFill>
              <a:latin typeface="Times New Roman" panose="02020603050405020304" pitchFamily="18" charset="0"/>
              <a:cs typeface="B Nazanin" panose="00000400000000000000" pitchFamily="2" charset="-78"/>
            </a:endParaRPr>
          </a:p>
        </p:txBody>
      </p:sp>
      <p:sp>
        <p:nvSpPr>
          <p:cNvPr id="32" name="TextBox 31">
            <a:extLst>
              <a:ext uri="{FF2B5EF4-FFF2-40B4-BE49-F238E27FC236}">
                <a16:creationId xmlns="" xmlns:a16="http://schemas.microsoft.com/office/drawing/2014/main" id="{F43469DC-7F5B-471E-BD74-ED709E621F63}"/>
              </a:ext>
            </a:extLst>
          </p:cNvPr>
          <p:cNvSpPr txBox="1"/>
          <p:nvPr/>
        </p:nvSpPr>
        <p:spPr>
          <a:xfrm>
            <a:off x="64476" y="812338"/>
            <a:ext cx="6364243" cy="369332"/>
          </a:xfrm>
          <a:prstGeom prst="rect">
            <a:avLst/>
          </a:prstGeom>
          <a:noFill/>
        </p:spPr>
        <p:txBody>
          <a:bodyPr wrap="none" rtlCol="0">
            <a:spAutoFit/>
          </a:bodyPr>
          <a:lstStyle/>
          <a:p>
            <a:pPr algn="r" rtl="1" fontAlgn="base">
              <a:spcBef>
                <a:spcPct val="0"/>
              </a:spcBef>
              <a:spcAft>
                <a:spcPct val="0"/>
              </a:spcAft>
            </a:pPr>
            <a:r>
              <a:rPr lang="fa-IR" dirty="0">
                <a:cs typeface="B Lotus" panose="00000400000000000000" pitchFamily="2" charset="-78"/>
              </a:rPr>
              <a:t>الگوریتم بهبودیافته و تسریع‌کننده فرآیند همسان‌سازی متناسب خودروهای تجاری کِشنده</a:t>
            </a:r>
            <a:endParaRPr lang="en-US" b="1" dirty="0">
              <a:solidFill>
                <a:srgbClr val="000000"/>
              </a:solidFill>
              <a:latin typeface="Times New Roman" panose="02020603050405020304" pitchFamily="18" charset="0"/>
              <a:cs typeface="B Lotus" panose="00000400000000000000" pitchFamily="2" charset="-78"/>
            </a:endParaRPr>
          </a:p>
        </p:txBody>
      </p:sp>
      <p:sp>
        <p:nvSpPr>
          <p:cNvPr id="16" name="Slide Number Placeholder 3">
            <a:extLst>
              <a:ext uri="{FF2B5EF4-FFF2-40B4-BE49-F238E27FC236}">
                <a16:creationId xmlns="" xmlns:a16="http://schemas.microsoft.com/office/drawing/2014/main" id="{FEFB061F-8AAB-4535-B272-1BA4D5A77191}"/>
              </a:ext>
            </a:extLst>
          </p:cNvPr>
          <p:cNvSpPr txBox="1">
            <a:spLocks/>
          </p:cNvSpPr>
          <p:nvPr/>
        </p:nvSpPr>
        <p:spPr>
          <a:xfrm>
            <a:off x="8965" y="6090313"/>
            <a:ext cx="676835" cy="767687"/>
          </a:xfrm>
          <a:prstGeom prst="rect">
            <a:avLst/>
          </a:prstGeom>
        </p:spPr>
        <p:txBody>
          <a:bodyPr vert="horz" lIns="91440" tIns="45720" rIns="91440" bIns="45720" rtlCol="0" anchor="ctr"/>
          <a:lstStyle>
            <a:defPPr>
              <a:defRPr lang="en-US"/>
            </a:defPPr>
            <a:lvl1pPr marL="0" algn="l" defTabSz="914400" rtl="0" eaLnBrk="1" latinLnBrk="0" hangingPunct="1">
              <a:defRPr sz="1400" b="1" kern="1200">
                <a:solidFill>
                  <a:srgbClr val="FFFFFF"/>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rtl="1"/>
            <a:fld id="{E8ADF199-8047-440E-B02B-E80683B392F2}" type="slidenum">
              <a:rPr lang="fa-IR" sz="1800" smtClean="0">
                <a:solidFill>
                  <a:schemeClr val="tx1"/>
                </a:solidFill>
                <a:cs typeface="B Lotus" panose="00000400000000000000" pitchFamily="2" charset="-78"/>
              </a:rPr>
              <a:pPr rtl="1"/>
              <a:t>50</a:t>
            </a:fld>
            <a:endParaRPr lang="fa-IR" sz="1800" dirty="0">
              <a:solidFill>
                <a:schemeClr val="tx1"/>
              </a:solidFill>
              <a:cs typeface="B Lotus" panose="00000400000000000000" pitchFamily="2" charset="-78"/>
            </a:endParaRPr>
          </a:p>
        </p:txBody>
      </p:sp>
      <p:sp>
        <p:nvSpPr>
          <p:cNvPr id="17" name="Rectangle 16"/>
          <p:cNvSpPr/>
          <p:nvPr/>
        </p:nvSpPr>
        <p:spPr>
          <a:xfrm>
            <a:off x="418672" y="6427113"/>
            <a:ext cx="8725328" cy="430887"/>
          </a:xfrm>
          <a:prstGeom prst="rect">
            <a:avLst/>
          </a:prstGeom>
        </p:spPr>
        <p:txBody>
          <a:bodyPr wrap="square">
            <a:spAutoFit/>
          </a:bodyPr>
          <a:lstStyle/>
          <a:p>
            <a:pPr algn="ctr"/>
            <a:r>
              <a:rPr lang="en-US" sz="1100" dirty="0"/>
              <a:t>[2]	B. </a:t>
            </a:r>
            <a:r>
              <a:rPr lang="en-US" sz="1100" dirty="0" err="1"/>
              <a:t>Erdoğan</a:t>
            </a:r>
            <a:r>
              <a:rPr lang="en-US" sz="1100" dirty="0"/>
              <a:t>, M. M. </a:t>
            </a:r>
            <a:r>
              <a:rPr lang="en-US" sz="1100" dirty="0" err="1"/>
              <a:t>Savrun</a:t>
            </a:r>
            <a:r>
              <a:rPr lang="en-US" sz="1100" dirty="0"/>
              <a:t>, T. </a:t>
            </a:r>
            <a:r>
              <a:rPr lang="en-US" sz="1100" dirty="0" err="1"/>
              <a:t>Köroğlu</a:t>
            </a:r>
            <a:r>
              <a:rPr lang="en-US" sz="1100" dirty="0"/>
              <a:t>, M. U. </a:t>
            </a:r>
            <a:r>
              <a:rPr lang="en-US" sz="1100" dirty="0" err="1"/>
              <a:t>Cuma</a:t>
            </a:r>
            <a:r>
              <a:rPr lang="en-US" sz="1100" dirty="0"/>
              <a:t>, and M. </a:t>
            </a:r>
            <a:r>
              <a:rPr lang="en-US" sz="1100" dirty="0" err="1"/>
              <a:t>Tümay</a:t>
            </a:r>
            <a:r>
              <a:rPr lang="en-US" sz="1100" dirty="0"/>
              <a:t>, "An improved and fast balancing algorithm for electric heavy commercial vehicles," </a:t>
            </a:r>
            <a:r>
              <a:rPr lang="en-US" sz="1100" i="1" dirty="0"/>
              <a:t>Journal of Energy Storage, </a:t>
            </a:r>
            <a:r>
              <a:rPr lang="nl-NL" sz="1100" dirty="0"/>
              <a:t>vol. 38, p. 102522, 2021.</a:t>
            </a:r>
          </a:p>
        </p:txBody>
      </p:sp>
    </p:spTree>
    <p:extLst>
      <p:ext uri="{BB962C8B-B14F-4D97-AF65-F5344CB8AC3E}">
        <p14:creationId xmlns:p14="http://schemas.microsoft.com/office/powerpoint/2010/main" val="1300792194"/>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1" name="Rounded Rectangle 175">
            <a:extLst>
              <a:ext uri="{FF2B5EF4-FFF2-40B4-BE49-F238E27FC236}">
                <a16:creationId xmlns="" xmlns:a16="http://schemas.microsoft.com/office/drawing/2014/main" id="{AACCE7D9-540A-47B9-8964-41031B797FDD}"/>
              </a:ext>
            </a:extLst>
          </p:cNvPr>
          <p:cNvSpPr/>
          <p:nvPr/>
        </p:nvSpPr>
        <p:spPr bwMode="auto">
          <a:xfrm>
            <a:off x="6858000" y="971946"/>
            <a:ext cx="2389094" cy="418072"/>
          </a:xfrm>
          <a:prstGeom prst="roundRect">
            <a:avLst/>
          </a:prstGeom>
          <a:solidFill>
            <a:srgbClr val="3D81BF">
              <a:lumMod val="75000"/>
            </a:srgbClr>
          </a:solidFill>
          <a:ln w="9525" cap="flat" cmpd="sng" algn="ctr">
            <a:solidFill>
              <a:srgbClr val="000000"/>
            </a:solidFill>
            <a:prstDash val="solid"/>
            <a:round/>
            <a:headEnd type="none" w="med" len="med"/>
            <a:tailEnd type="none" w="med" len="med"/>
          </a:ln>
          <a:effectLst>
            <a:reflection blurRad="6350" stA="50000" endA="300" endPos="55000" dir="5400000" sy="-100000" algn="bl" rotWithShape="0"/>
          </a:effectLst>
          <a:scene3d>
            <a:camera prst="isometricOffAxis2Left"/>
            <a:lightRig rig="threePt" dir="t"/>
          </a:scene3d>
        </p:spPr>
        <p:txBody>
          <a:bodyPr vert="horz" wrap="square" lIns="91440" tIns="45720" rIns="91440" bIns="45720" numCol="1" rtlCol="0" anchor="t" anchorCtr="0" compatLnSpc="1">
            <a:prstTxWarp prst="textNoShape">
              <a:avLst/>
            </a:prstTxWarp>
          </a:bodyPr>
          <a:lstStyle/>
          <a:p>
            <a:pPr lvl="0" algn="ctr" fontAlgn="base">
              <a:spcBef>
                <a:spcPct val="0"/>
              </a:spcBef>
              <a:spcAft>
                <a:spcPct val="0"/>
              </a:spcAft>
              <a:defRPr/>
            </a:pPr>
            <a:r>
              <a:rPr lang="fa-IR" sz="2200" b="1" kern="0" dirty="0">
                <a:solidFill>
                  <a:srgbClr val="FFFFFF"/>
                </a:solidFill>
                <a:latin typeface="Times New Roman" panose="02020603050405020304" pitchFamily="18" charset="0"/>
                <a:cs typeface="B Nazanin" pitchFamily="2" charset="-78"/>
              </a:rPr>
              <a:t>سیستم مدیریت باتری</a:t>
            </a:r>
          </a:p>
        </p:txBody>
      </p:sp>
      <p:pic>
        <p:nvPicPr>
          <p:cNvPr id="18" name="Picture 17"/>
          <p:cNvPicPr/>
          <p:nvPr/>
        </p:nvPicPr>
        <p:blipFill>
          <a:blip r:embed="rId3">
            <a:extLst>
              <a:ext uri="{28A0092B-C50C-407E-A947-70E740481C1C}">
                <a14:useLocalDpi xmlns:a14="http://schemas.microsoft.com/office/drawing/2010/main" val="0"/>
              </a:ext>
            </a:extLst>
          </a:blip>
          <a:stretch>
            <a:fillRect/>
          </a:stretch>
        </p:blipFill>
        <p:spPr>
          <a:xfrm>
            <a:off x="838200" y="1680852"/>
            <a:ext cx="7586768" cy="4246254"/>
          </a:xfrm>
          <a:prstGeom prst="rect">
            <a:avLst/>
          </a:prstGeom>
        </p:spPr>
      </p:pic>
      <p:graphicFrame>
        <p:nvGraphicFramePr>
          <p:cNvPr id="6" name="Table 5">
            <a:extLst>
              <a:ext uri="{FF2B5EF4-FFF2-40B4-BE49-F238E27FC236}">
                <a16:creationId xmlns="" xmlns:a16="http://schemas.microsoft.com/office/drawing/2014/main" id="{834D9C4B-67EB-4E28-830F-6F5F8E2ADB87}"/>
              </a:ext>
            </a:extLst>
          </p:cNvPr>
          <p:cNvGraphicFramePr>
            <a:graphicFrameLocks noGrp="1"/>
          </p:cNvGraphicFramePr>
          <p:nvPr>
            <p:extLst>
              <p:ext uri="{D42A27DB-BD31-4B8C-83A1-F6EECF244321}">
                <p14:modId xmlns:p14="http://schemas.microsoft.com/office/powerpoint/2010/main" val="832894626"/>
              </p:ext>
            </p:extLst>
          </p:nvPr>
        </p:nvGraphicFramePr>
        <p:xfrm>
          <a:off x="1219988" y="6189772"/>
          <a:ext cx="5937250" cy="274320"/>
        </p:xfrm>
        <a:graphic>
          <a:graphicData uri="http://schemas.openxmlformats.org/drawingml/2006/table">
            <a:tbl>
              <a:tblPr rtl="1" firstRow="1" firstCol="1" bandRow="1"/>
              <a:tblGrid>
                <a:gridCol w="5937250">
                  <a:extLst>
                    <a:ext uri="{9D8B030D-6E8A-4147-A177-3AD203B41FA5}">
                      <a16:colId xmlns="" xmlns:a16="http://schemas.microsoft.com/office/drawing/2014/main" val="2809807785"/>
                    </a:ext>
                  </a:extLst>
                </a:gridCol>
              </a:tblGrid>
              <a:tr h="0">
                <a:tc>
                  <a:txBody>
                    <a:bodyPr/>
                    <a:lstStyle/>
                    <a:p>
                      <a:pPr marL="0" marR="0" algn="ctr" rtl="1">
                        <a:spcBef>
                          <a:spcPts val="600"/>
                        </a:spcBef>
                        <a:spcAft>
                          <a:spcPts val="600"/>
                        </a:spcAft>
                      </a:pPr>
                      <a:r>
                        <a:rPr lang="fa-IR" sz="1800" i="0" dirty="0">
                          <a:effectLst/>
                          <a:latin typeface="Times New Roman" panose="02020603050405020304" pitchFamily="18" charset="0"/>
                          <a:ea typeface="Calibri" panose="020F0502020204030204" pitchFamily="34" charset="0"/>
                          <a:cs typeface="B Lotus" panose="00000400000000000000" pitchFamily="2" charset="-78"/>
                        </a:rPr>
                        <a:t> شکل</a:t>
                      </a:r>
                      <a:r>
                        <a:rPr lang="fa-IR" sz="1800" i="0" baseline="0" dirty="0">
                          <a:effectLst/>
                          <a:latin typeface="Times New Roman" panose="02020603050405020304" pitchFamily="18" charset="0"/>
                          <a:ea typeface="Calibri" panose="020F0502020204030204" pitchFamily="34" charset="0"/>
                          <a:cs typeface="B Lotus" panose="00000400000000000000" pitchFamily="2" charset="-78"/>
                        </a:rPr>
                        <a:t> 2 </a:t>
                      </a:r>
                      <a:r>
                        <a:rPr lang="fa-IR" sz="1800" i="0" dirty="0">
                          <a:effectLst/>
                          <a:latin typeface="Times New Roman" panose="02020603050405020304" pitchFamily="18" charset="0"/>
                          <a:ea typeface="Calibri" panose="020F0502020204030204" pitchFamily="34" charset="0"/>
                          <a:cs typeface="B Lotus" panose="00000400000000000000" pitchFamily="2" charset="-78"/>
                        </a:rPr>
                        <a:t>نمایی </a:t>
                      </a:r>
                      <a:r>
                        <a:rPr lang="fa-IR" sz="1800" i="0" dirty="0">
                          <a:solidFill>
                            <a:srgbClr val="000000"/>
                          </a:solidFill>
                          <a:effectLst/>
                          <a:latin typeface="Times New Roman" panose="02020603050405020304" pitchFamily="18" charset="0"/>
                          <a:ea typeface="Calibri" panose="020F0502020204030204" pitchFamily="34" charset="0"/>
                          <a:cs typeface="B Lotus" panose="00000400000000000000" pitchFamily="2" charset="-78"/>
                        </a:rPr>
                        <a:t>کلی</a:t>
                      </a:r>
                      <a:r>
                        <a:rPr lang="fa-IR" sz="1800" i="0" dirty="0">
                          <a:effectLst/>
                          <a:latin typeface="Times New Roman" panose="02020603050405020304" pitchFamily="18" charset="0"/>
                          <a:ea typeface="Calibri" panose="020F0502020204030204" pitchFamily="34" charset="0"/>
                          <a:cs typeface="B Lotus" panose="00000400000000000000" pitchFamily="2" charset="-78"/>
                        </a:rPr>
                        <a:t> از یک سیستم مدیریت باتری</a:t>
                      </a:r>
                      <a:r>
                        <a:rPr lang="fa-IR" sz="1800" b="0" i="0" u="none" baseline="0" dirty="0">
                          <a:solidFill>
                            <a:srgbClr val="B9EDFF"/>
                          </a:solidFill>
                          <a:effectLst/>
                          <a:latin typeface="Times New Roman" panose="02020603050405020304" pitchFamily="18" charset="0"/>
                          <a:ea typeface="Calibri" panose="020F0502020204030204" pitchFamily="34" charset="0"/>
                          <a:cs typeface="B Lotus" panose="00000400000000000000" pitchFamily="2" charset="-78"/>
                        </a:rPr>
                        <a:t>[1]</a:t>
                      </a:r>
                      <a:r>
                        <a:rPr lang="fa-IR" sz="1800" i="0" dirty="0">
                          <a:effectLst/>
                          <a:latin typeface="Times New Roman" panose="02020603050405020304" pitchFamily="18" charset="0"/>
                          <a:ea typeface="Calibri" panose="020F0502020204030204" pitchFamily="34" charset="0"/>
                          <a:cs typeface="B Lotus" panose="00000400000000000000" pitchFamily="2" charset="-78"/>
                        </a:rPr>
                        <a:t>.</a:t>
                      </a:r>
                      <a:endParaRPr lang="en-US" sz="1600" i="1" dirty="0">
                        <a:effectLst/>
                        <a:latin typeface="Times New Roman" panose="02020603050405020304" pitchFamily="18" charset="0"/>
                        <a:ea typeface="Calibri" panose="020F0502020204030204" pitchFamily="34" charset="0"/>
                        <a:cs typeface="B Lotus" panose="00000400000000000000" pitchFamily="2" charset="-78"/>
                      </a:endParaRPr>
                    </a:p>
                  </a:txBody>
                  <a:tcPr marL="68580" marR="68580" marT="0" marB="0" anchor="ctr">
                    <a:lnL>
                      <a:noFill/>
                    </a:lnL>
                    <a:lnR>
                      <a:noFill/>
                    </a:lnR>
                    <a:lnT>
                      <a:noFill/>
                    </a:lnT>
                    <a:lnB>
                      <a:noFill/>
                    </a:lnB>
                  </a:tcPr>
                </a:tc>
                <a:extLst>
                  <a:ext uri="{0D108BD9-81ED-4DB2-BD59-A6C34878D82A}">
                    <a16:rowId xmlns="" xmlns:a16="http://schemas.microsoft.com/office/drawing/2014/main" val="3545091448"/>
                  </a:ext>
                </a:extLst>
              </a:tr>
            </a:tbl>
          </a:graphicData>
        </a:graphic>
      </p:graphicFrame>
      <p:sp>
        <p:nvSpPr>
          <p:cNvPr id="19" name="AutoShape 12" descr="5 Things That Affect Your Charging Speed | EVgo">
            <a:extLst>
              <a:ext uri="{FF2B5EF4-FFF2-40B4-BE49-F238E27FC236}">
                <a16:creationId xmlns="" xmlns:a16="http://schemas.microsoft.com/office/drawing/2014/main" id="{9FC30CD2-AA30-4A93-A17A-37F04B64613B}"/>
              </a:ext>
            </a:extLst>
          </p:cNvPr>
          <p:cNvSpPr>
            <a:spLocks noChangeAspect="1" noChangeArrowheads="1"/>
          </p:cNvSpPr>
          <p:nvPr/>
        </p:nvSpPr>
        <p:spPr bwMode="auto">
          <a:xfrm>
            <a:off x="63500" y="-136525"/>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sp>
        <p:nvSpPr>
          <p:cNvPr id="20" name="AutoShape 2" descr="What is the Depth of Discharge (DoD) Estimation of a Lithium Ion Battery?">
            <a:extLst>
              <a:ext uri="{FF2B5EF4-FFF2-40B4-BE49-F238E27FC236}">
                <a16:creationId xmlns="" xmlns:a16="http://schemas.microsoft.com/office/drawing/2014/main" id="{DCC75CF4-D017-47DB-A4EA-EF5A00FE0AA3}"/>
              </a:ext>
            </a:extLst>
          </p:cNvPr>
          <p:cNvSpPr>
            <a:spLocks noChangeAspect="1" noChangeArrowheads="1"/>
          </p:cNvSpPr>
          <p:nvPr/>
        </p:nvSpPr>
        <p:spPr bwMode="auto">
          <a:xfrm>
            <a:off x="215900" y="15875"/>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sp>
        <p:nvSpPr>
          <p:cNvPr id="21" name="AutoShape 10">
            <a:extLst>
              <a:ext uri="{FF2B5EF4-FFF2-40B4-BE49-F238E27FC236}">
                <a16:creationId xmlns="" xmlns:a16="http://schemas.microsoft.com/office/drawing/2014/main" id="{877B21A1-48F2-45D3-A3C9-699CED3D286E}"/>
              </a:ext>
            </a:extLst>
          </p:cNvPr>
          <p:cNvSpPr>
            <a:spLocks noChangeArrowheads="1"/>
          </p:cNvSpPr>
          <p:nvPr/>
        </p:nvSpPr>
        <p:spPr bwMode="gray">
          <a:xfrm flipH="1">
            <a:off x="6244699" y="57140"/>
            <a:ext cx="2137301" cy="649224"/>
          </a:xfrm>
          <a:prstGeom prst="chevron">
            <a:avLst>
              <a:gd name="adj" fmla="val 17842"/>
            </a:avLst>
          </a:prstGeom>
          <a:gradFill rotWithShape="1">
            <a:gsLst>
              <a:gs pos="0">
                <a:srgbClr val="84B09A">
                  <a:gamma/>
                  <a:shade val="46275"/>
                  <a:invGamma/>
                </a:srgbClr>
              </a:gs>
              <a:gs pos="50000">
                <a:srgbClr val="84B09A"/>
              </a:gs>
              <a:gs pos="100000">
                <a:srgbClr val="84B09A">
                  <a:gamma/>
                  <a:shade val="46275"/>
                  <a:invGamma/>
                </a:srgbClr>
              </a:gs>
            </a:gsLst>
            <a:lin ang="2700000" scaled="1"/>
          </a:gradFill>
          <a:ln w="38100">
            <a:solidFill>
              <a:srgbClr val="EAEAEA"/>
            </a:solidFill>
            <a:miter lim="800000"/>
            <a:headEnd/>
            <a:tailEnd/>
          </a:ln>
          <a:effectLst>
            <a:outerShdw dist="109250" dir="3267739" algn="ctr" rotWithShape="0">
              <a:srgbClr val="333333">
                <a:alpha val="50000"/>
              </a:srgbClr>
            </a:outerShdw>
          </a:effectLst>
        </p:spPr>
        <p:txBody>
          <a:bodyPr wrap="square" anchor="ctr">
            <a:spAutoFit/>
          </a:bodyPr>
          <a:lstStyle/>
          <a:p>
            <a:pPr algn="ctr" fontAlgn="base">
              <a:spcBef>
                <a:spcPct val="0"/>
              </a:spcBef>
              <a:spcAft>
                <a:spcPct val="0"/>
              </a:spcAft>
            </a:pPr>
            <a:endParaRPr lang="en-US" kern="0">
              <a:solidFill>
                <a:srgbClr val="3D81BF"/>
              </a:solidFill>
            </a:endParaRPr>
          </a:p>
        </p:txBody>
      </p:sp>
      <p:sp>
        <p:nvSpPr>
          <p:cNvPr id="22" name="AutoShape 3">
            <a:extLst>
              <a:ext uri="{FF2B5EF4-FFF2-40B4-BE49-F238E27FC236}">
                <a16:creationId xmlns="" xmlns:a16="http://schemas.microsoft.com/office/drawing/2014/main" id="{B6220E46-BF40-46E0-B229-3EF4520FD5C6}"/>
              </a:ext>
            </a:extLst>
          </p:cNvPr>
          <p:cNvSpPr>
            <a:spLocks noChangeArrowheads="1"/>
          </p:cNvSpPr>
          <p:nvPr/>
        </p:nvSpPr>
        <p:spPr bwMode="gray">
          <a:xfrm flipH="1">
            <a:off x="4188613" y="57140"/>
            <a:ext cx="2056086" cy="649224"/>
          </a:xfrm>
          <a:prstGeom prst="chevron">
            <a:avLst>
              <a:gd name="adj" fmla="val 17009"/>
            </a:avLst>
          </a:prstGeom>
          <a:gradFill rotWithShape="1">
            <a:gsLst>
              <a:gs pos="0">
                <a:srgbClr val="3659EC">
                  <a:gamma/>
                  <a:shade val="46275"/>
                  <a:invGamma/>
                </a:srgbClr>
              </a:gs>
              <a:gs pos="50000">
                <a:srgbClr val="3659EC"/>
              </a:gs>
              <a:gs pos="100000">
                <a:srgbClr val="3659EC">
                  <a:gamma/>
                  <a:shade val="46275"/>
                  <a:invGamma/>
                </a:srgbClr>
              </a:gs>
            </a:gsLst>
            <a:lin ang="2700000" scaled="1"/>
          </a:gradFill>
          <a:ln w="38100">
            <a:solidFill>
              <a:srgbClr val="EAEAEA"/>
            </a:solidFill>
            <a:miter lim="800000"/>
            <a:headEnd/>
            <a:tailEnd/>
          </a:ln>
          <a:effectLst>
            <a:outerShdw dist="109250" dir="3267739" algn="ctr" rotWithShape="0">
              <a:srgbClr val="333333">
                <a:alpha val="50000"/>
              </a:srgbClr>
            </a:outerShdw>
          </a:effectLst>
        </p:spPr>
        <p:txBody>
          <a:bodyPr wrap="square" anchor="ctr">
            <a:spAutoFit/>
          </a:bodyPr>
          <a:lstStyle/>
          <a:p>
            <a:pPr algn="ctr" fontAlgn="base">
              <a:spcBef>
                <a:spcPct val="0"/>
              </a:spcBef>
              <a:spcAft>
                <a:spcPct val="0"/>
              </a:spcAft>
            </a:pPr>
            <a:endParaRPr lang="en-US" kern="0">
              <a:solidFill>
                <a:srgbClr val="3D81BF"/>
              </a:solidFill>
            </a:endParaRPr>
          </a:p>
        </p:txBody>
      </p:sp>
      <p:sp>
        <p:nvSpPr>
          <p:cNvPr id="23" name="AutoShape 3">
            <a:extLst>
              <a:ext uri="{FF2B5EF4-FFF2-40B4-BE49-F238E27FC236}">
                <a16:creationId xmlns="" xmlns:a16="http://schemas.microsoft.com/office/drawing/2014/main" id="{D99647C8-E5C1-49E3-8C3B-4552D824EA8C}"/>
              </a:ext>
            </a:extLst>
          </p:cNvPr>
          <p:cNvSpPr>
            <a:spLocks noChangeArrowheads="1"/>
          </p:cNvSpPr>
          <p:nvPr/>
        </p:nvSpPr>
        <p:spPr bwMode="gray">
          <a:xfrm flipH="1">
            <a:off x="2132529" y="57140"/>
            <a:ext cx="2056085" cy="651510"/>
          </a:xfrm>
          <a:prstGeom prst="chevron">
            <a:avLst>
              <a:gd name="adj" fmla="val 17009"/>
            </a:avLst>
          </a:prstGeom>
          <a:gradFill rotWithShape="1">
            <a:gsLst>
              <a:gs pos="0">
                <a:srgbClr val="84B09A">
                  <a:gamma/>
                  <a:shade val="46275"/>
                  <a:invGamma/>
                </a:srgbClr>
              </a:gs>
              <a:gs pos="50000">
                <a:srgbClr val="84B09A"/>
              </a:gs>
              <a:gs pos="100000">
                <a:srgbClr val="84B09A">
                  <a:gamma/>
                  <a:shade val="46275"/>
                  <a:invGamma/>
                </a:srgbClr>
              </a:gs>
            </a:gsLst>
            <a:lin ang="2700000" scaled="1"/>
          </a:gradFill>
          <a:ln w="38100">
            <a:solidFill>
              <a:srgbClr val="EAEAEA"/>
            </a:solidFill>
            <a:miter lim="800000"/>
            <a:headEnd/>
            <a:tailEnd/>
          </a:ln>
          <a:effectLst>
            <a:outerShdw dist="109250" dir="3267739" algn="ctr" rotWithShape="0">
              <a:srgbClr val="333333">
                <a:alpha val="50000"/>
              </a:srgbClr>
            </a:outerShdw>
          </a:effectLst>
        </p:spPr>
        <p:txBody>
          <a:bodyPr wrap="square" anchor="ctr">
            <a:spAutoFit/>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endParaRPr>
          </a:p>
        </p:txBody>
      </p:sp>
      <p:sp>
        <p:nvSpPr>
          <p:cNvPr id="24" name="AutoShape 3">
            <a:extLst>
              <a:ext uri="{FF2B5EF4-FFF2-40B4-BE49-F238E27FC236}">
                <a16:creationId xmlns="" xmlns:a16="http://schemas.microsoft.com/office/drawing/2014/main" id="{EFC9E916-0EF8-4213-85C7-2E628E5884E9}"/>
              </a:ext>
            </a:extLst>
          </p:cNvPr>
          <p:cNvSpPr>
            <a:spLocks noChangeArrowheads="1"/>
          </p:cNvSpPr>
          <p:nvPr/>
        </p:nvSpPr>
        <p:spPr bwMode="gray">
          <a:xfrm flipH="1">
            <a:off x="161662" y="57140"/>
            <a:ext cx="1970868" cy="651510"/>
          </a:xfrm>
          <a:prstGeom prst="chevron">
            <a:avLst>
              <a:gd name="adj" fmla="val 17009"/>
            </a:avLst>
          </a:prstGeom>
          <a:gradFill rotWithShape="1">
            <a:gsLst>
              <a:gs pos="0">
                <a:srgbClr val="84B09A">
                  <a:gamma/>
                  <a:shade val="46275"/>
                  <a:invGamma/>
                </a:srgbClr>
              </a:gs>
              <a:gs pos="50000">
                <a:srgbClr val="84B09A"/>
              </a:gs>
              <a:gs pos="100000">
                <a:srgbClr val="84B09A">
                  <a:gamma/>
                  <a:shade val="46275"/>
                  <a:invGamma/>
                </a:srgbClr>
              </a:gs>
            </a:gsLst>
            <a:lin ang="2700000" scaled="1"/>
          </a:gradFill>
          <a:ln w="38100">
            <a:solidFill>
              <a:srgbClr val="EAEAEA"/>
            </a:solidFill>
            <a:miter lim="800000"/>
            <a:headEnd/>
            <a:tailEnd/>
          </a:ln>
          <a:effectLst>
            <a:outerShdw dist="109250" dir="3267739" algn="ctr" rotWithShape="0">
              <a:srgbClr val="333333">
                <a:alpha val="50000"/>
              </a:srgbClr>
            </a:outerShdw>
          </a:effectLst>
        </p:spPr>
        <p:txBody>
          <a:bodyPr wrap="square" anchor="ctr">
            <a:spAutoFit/>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endParaRPr>
          </a:p>
        </p:txBody>
      </p:sp>
      <p:sp>
        <p:nvSpPr>
          <p:cNvPr id="25" name="Rectangle 24">
            <a:extLst>
              <a:ext uri="{FF2B5EF4-FFF2-40B4-BE49-F238E27FC236}">
                <a16:creationId xmlns="" xmlns:a16="http://schemas.microsoft.com/office/drawing/2014/main" id="{B6584EB5-4B22-4F76-A5E1-6A1187A9B490}"/>
              </a:ext>
            </a:extLst>
          </p:cNvPr>
          <p:cNvSpPr/>
          <p:nvPr/>
        </p:nvSpPr>
        <p:spPr>
          <a:xfrm>
            <a:off x="431672" y="189466"/>
            <a:ext cx="1443038" cy="338554"/>
          </a:xfrm>
          <a:prstGeom prst="rect">
            <a:avLst/>
          </a:prstGeom>
        </p:spPr>
        <p:txBody>
          <a:bodyPr wrap="square">
            <a:spAutoFit/>
          </a:bodyPr>
          <a:lstStyle/>
          <a:p>
            <a:pPr lvl="0" algn="ctr" rtl="1" fontAlgn="base">
              <a:spcBef>
                <a:spcPct val="0"/>
              </a:spcBef>
              <a:spcAft>
                <a:spcPct val="0"/>
              </a:spcAft>
            </a:pPr>
            <a:r>
              <a:rPr lang="fa-IR" sz="1600" b="1" dirty="0">
                <a:solidFill>
                  <a:srgbClr val="FFFFFF"/>
                </a:solidFill>
                <a:latin typeface="Times New Roman" panose="02020603050405020304" pitchFamily="18" charset="0"/>
                <a:cs typeface="B Nazanin" panose="00000400000000000000" pitchFamily="2" charset="-78"/>
              </a:rPr>
              <a:t>مقالات اخیر</a:t>
            </a:r>
            <a:endParaRPr lang="en-US" sz="1600" b="1" dirty="0">
              <a:solidFill>
                <a:srgbClr val="FFFFFF"/>
              </a:solidFill>
              <a:latin typeface="Times New Roman" panose="02020603050405020304" pitchFamily="18" charset="0"/>
              <a:cs typeface="B Nazanin" panose="00000400000000000000" pitchFamily="2" charset="-78"/>
            </a:endParaRPr>
          </a:p>
        </p:txBody>
      </p:sp>
      <p:sp>
        <p:nvSpPr>
          <p:cNvPr id="26" name="Rectangle 25">
            <a:extLst>
              <a:ext uri="{FF2B5EF4-FFF2-40B4-BE49-F238E27FC236}">
                <a16:creationId xmlns="" xmlns:a16="http://schemas.microsoft.com/office/drawing/2014/main" id="{A38D9D75-FD64-4480-9D82-733A3B3C3331}"/>
              </a:ext>
            </a:extLst>
          </p:cNvPr>
          <p:cNvSpPr/>
          <p:nvPr/>
        </p:nvSpPr>
        <p:spPr>
          <a:xfrm>
            <a:off x="2355191" y="66356"/>
            <a:ext cx="1600200" cy="584775"/>
          </a:xfrm>
          <a:prstGeom prst="rect">
            <a:avLst/>
          </a:prstGeom>
        </p:spPr>
        <p:txBody>
          <a:bodyPr wrap="square">
            <a:spAutoFit/>
          </a:bodyPr>
          <a:lstStyle/>
          <a:p>
            <a:pPr lvl="0" algn="ctr" rtl="1" fontAlgn="base">
              <a:spcBef>
                <a:spcPct val="0"/>
              </a:spcBef>
              <a:spcAft>
                <a:spcPct val="0"/>
              </a:spcAft>
            </a:pPr>
            <a:r>
              <a:rPr lang="fa-IR" sz="1600" b="1" dirty="0">
                <a:solidFill>
                  <a:srgbClr val="FFFFFF"/>
                </a:solidFill>
                <a:latin typeface="Times New Roman" panose="02020603050405020304" pitchFamily="18" charset="0"/>
                <a:cs typeface="B Nazanin" panose="00000400000000000000" pitchFamily="2" charset="-78"/>
              </a:rPr>
              <a:t>سیستم مدیریت همسان سازی</a:t>
            </a:r>
            <a:endParaRPr lang="en-US" sz="1600" b="1" dirty="0">
              <a:solidFill>
                <a:srgbClr val="FFFFFF"/>
              </a:solidFill>
              <a:latin typeface="Times New Roman" panose="02020603050405020304" pitchFamily="18" charset="0"/>
              <a:cs typeface="B Nazanin" panose="00000400000000000000" pitchFamily="2" charset="-78"/>
            </a:endParaRPr>
          </a:p>
        </p:txBody>
      </p:sp>
      <p:sp>
        <p:nvSpPr>
          <p:cNvPr id="27" name="Rectangle 26">
            <a:extLst>
              <a:ext uri="{FF2B5EF4-FFF2-40B4-BE49-F238E27FC236}">
                <a16:creationId xmlns="" xmlns:a16="http://schemas.microsoft.com/office/drawing/2014/main" id="{F02EBD0C-AFA0-474F-BE64-0EA60EC68E39}"/>
              </a:ext>
            </a:extLst>
          </p:cNvPr>
          <p:cNvSpPr/>
          <p:nvPr/>
        </p:nvSpPr>
        <p:spPr>
          <a:xfrm>
            <a:off x="4495138" y="91457"/>
            <a:ext cx="1443038" cy="584775"/>
          </a:xfrm>
          <a:prstGeom prst="rect">
            <a:avLst/>
          </a:prstGeom>
        </p:spPr>
        <p:txBody>
          <a:bodyPr wrap="square">
            <a:spAutoFit/>
          </a:bodyPr>
          <a:lstStyle/>
          <a:p>
            <a:pPr lvl="0" algn="ctr" rtl="1" fontAlgn="base">
              <a:spcBef>
                <a:spcPct val="0"/>
              </a:spcBef>
              <a:spcAft>
                <a:spcPct val="0"/>
              </a:spcAft>
            </a:pPr>
            <a:r>
              <a:rPr lang="fa-IR" sz="1600" b="1" dirty="0">
                <a:solidFill>
                  <a:srgbClr val="FFFFFF"/>
                </a:solidFill>
                <a:latin typeface="Times New Roman" panose="02020603050405020304" pitchFamily="18" charset="0"/>
                <a:cs typeface="B Nazanin" panose="00000400000000000000" pitchFamily="2" charset="-78"/>
              </a:rPr>
              <a:t>سیستم مدیریت باتری</a:t>
            </a:r>
            <a:endParaRPr lang="en-US" sz="1600" b="1" dirty="0">
              <a:solidFill>
                <a:srgbClr val="FFFFFF"/>
              </a:solidFill>
              <a:latin typeface="Times New Roman" panose="02020603050405020304" pitchFamily="18" charset="0"/>
              <a:cs typeface="B Nazanin" panose="00000400000000000000" pitchFamily="2" charset="-78"/>
            </a:endParaRPr>
          </a:p>
        </p:txBody>
      </p:sp>
      <p:sp>
        <p:nvSpPr>
          <p:cNvPr id="28" name="Rectangle 27">
            <a:extLst>
              <a:ext uri="{FF2B5EF4-FFF2-40B4-BE49-F238E27FC236}">
                <a16:creationId xmlns="" xmlns:a16="http://schemas.microsoft.com/office/drawing/2014/main" id="{DDDEB1DB-0ACC-4D22-95D2-8BAAFDDC801E}"/>
              </a:ext>
            </a:extLst>
          </p:cNvPr>
          <p:cNvSpPr/>
          <p:nvPr/>
        </p:nvSpPr>
        <p:spPr>
          <a:xfrm>
            <a:off x="6499957" y="197162"/>
            <a:ext cx="1626786" cy="323165"/>
          </a:xfrm>
          <a:prstGeom prst="rect">
            <a:avLst/>
          </a:prstGeom>
        </p:spPr>
        <p:txBody>
          <a:bodyPr wrap="square">
            <a:spAutoFit/>
          </a:bodyPr>
          <a:lstStyle/>
          <a:p>
            <a:pPr lvl="0" algn="ctr" fontAlgn="base">
              <a:spcBef>
                <a:spcPct val="0"/>
              </a:spcBef>
              <a:spcAft>
                <a:spcPct val="0"/>
              </a:spcAft>
              <a:defRPr/>
            </a:pPr>
            <a:r>
              <a:rPr lang="fa-IR" sz="1500" b="1" kern="0" dirty="0">
                <a:solidFill>
                  <a:srgbClr val="FFFFFF"/>
                </a:solidFill>
                <a:latin typeface="Times New Roman" panose="02020603050405020304" pitchFamily="18" charset="0"/>
                <a:cs typeface="B Nazanin" pitchFamily="2" charset="-78"/>
              </a:rPr>
              <a:t>باتری ها</a:t>
            </a:r>
            <a:endParaRPr lang="en-US" sz="1500" b="1" kern="0" dirty="0">
              <a:solidFill>
                <a:srgbClr val="FFFFFF"/>
              </a:solidFill>
              <a:latin typeface="Times New Roman" panose="02020603050405020304" pitchFamily="18" charset="0"/>
              <a:cs typeface="B Nazanin" pitchFamily="2" charset="-78"/>
            </a:endParaRPr>
          </a:p>
        </p:txBody>
      </p:sp>
      <p:pic>
        <p:nvPicPr>
          <p:cNvPr id="29" name="Picture 28" descr="پرونده:Azad University logo.png - ویکی‌پدیا، دانشنامهٔ آزاد">
            <a:extLst>
              <a:ext uri="{FF2B5EF4-FFF2-40B4-BE49-F238E27FC236}">
                <a16:creationId xmlns="" xmlns:a16="http://schemas.microsoft.com/office/drawing/2014/main" id="{C0B2DF2F-55E8-4FDB-99B0-0D64E013D73A}"/>
              </a:ext>
            </a:extLst>
          </p:cNvPr>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8610600" y="0"/>
            <a:ext cx="533400" cy="822959"/>
          </a:xfrm>
          <a:prstGeom prst="rect">
            <a:avLst/>
          </a:prstGeom>
          <a:noFill/>
          <a:ln>
            <a:noFill/>
          </a:ln>
        </p:spPr>
      </p:pic>
      <p:sp>
        <p:nvSpPr>
          <p:cNvPr id="30" name="Slide Number Placeholder 3">
            <a:extLst>
              <a:ext uri="{FF2B5EF4-FFF2-40B4-BE49-F238E27FC236}">
                <a16:creationId xmlns="" xmlns:a16="http://schemas.microsoft.com/office/drawing/2014/main" id="{FEFB061F-8AAB-4535-B272-1BA4D5A77191}"/>
              </a:ext>
            </a:extLst>
          </p:cNvPr>
          <p:cNvSpPr txBox="1">
            <a:spLocks/>
          </p:cNvSpPr>
          <p:nvPr/>
        </p:nvSpPr>
        <p:spPr>
          <a:xfrm>
            <a:off x="8965" y="6090313"/>
            <a:ext cx="676835" cy="767687"/>
          </a:xfrm>
          <a:prstGeom prst="rect">
            <a:avLst/>
          </a:prstGeom>
        </p:spPr>
        <p:txBody>
          <a:bodyPr vert="horz" lIns="91440" tIns="45720" rIns="91440" bIns="45720" rtlCol="0" anchor="ctr"/>
          <a:lstStyle>
            <a:defPPr>
              <a:defRPr lang="en-US"/>
            </a:defPPr>
            <a:lvl1pPr marL="0" algn="l" defTabSz="914400" rtl="0" eaLnBrk="1" latinLnBrk="0" hangingPunct="1">
              <a:defRPr sz="1400" b="1" kern="1200">
                <a:solidFill>
                  <a:srgbClr val="FFFFFF"/>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rtl="1"/>
            <a:fld id="{E8ADF199-8047-440E-B02B-E80683B392F2}" type="slidenum">
              <a:rPr lang="fa-IR" sz="1800" smtClean="0">
                <a:solidFill>
                  <a:schemeClr val="tx1"/>
                </a:solidFill>
                <a:cs typeface="B Lotus" panose="00000400000000000000" pitchFamily="2" charset="-78"/>
              </a:rPr>
              <a:pPr rtl="1"/>
              <a:t>51</a:t>
            </a:fld>
            <a:endParaRPr lang="fa-IR" sz="1800" dirty="0">
              <a:solidFill>
                <a:schemeClr val="tx1"/>
              </a:solidFill>
              <a:cs typeface="B Lotus" panose="00000400000000000000" pitchFamily="2" charset="-78"/>
            </a:endParaRPr>
          </a:p>
        </p:txBody>
      </p:sp>
    </p:spTree>
    <p:extLst>
      <p:ext uri="{BB962C8B-B14F-4D97-AF65-F5344CB8AC3E}">
        <p14:creationId xmlns:p14="http://schemas.microsoft.com/office/powerpoint/2010/main" val="2383178486"/>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5" name="AutoShape 2">
            <a:extLst>
              <a:ext uri="{FF2B5EF4-FFF2-40B4-BE49-F238E27FC236}">
                <a16:creationId xmlns="" xmlns:a16="http://schemas.microsoft.com/office/drawing/2014/main" id="{497A908A-E454-4B9F-A07D-96505D4C7818}"/>
              </a:ext>
            </a:extLst>
          </p:cNvPr>
          <p:cNvSpPr>
            <a:spLocks noChangeAspect="1" noChangeArrowheads="1"/>
          </p:cNvSpPr>
          <p:nvPr/>
        </p:nvSpPr>
        <p:spPr bwMode="ltGray">
          <a:xfrm rot="16200000" flipH="1">
            <a:off x="6766228" y="1783192"/>
            <a:ext cx="4824413" cy="4770438"/>
          </a:xfrm>
          <a:custGeom>
            <a:avLst/>
            <a:gdLst>
              <a:gd name="G0" fmla="+- 10478 0 0"/>
              <a:gd name="G1" fmla="+- -11739500 0 0"/>
              <a:gd name="G2" fmla="+- 0 0 -11739500"/>
              <a:gd name="T0" fmla="*/ 0 256 1"/>
              <a:gd name="T1" fmla="*/ 180 256 1"/>
              <a:gd name="G3" fmla="+- -11739500 T0 T1"/>
              <a:gd name="T2" fmla="*/ 0 256 1"/>
              <a:gd name="T3" fmla="*/ 90 256 1"/>
              <a:gd name="G4" fmla="+- -11739500 T2 T3"/>
              <a:gd name="G5" fmla="*/ G4 2 1"/>
              <a:gd name="T4" fmla="*/ 90 256 1"/>
              <a:gd name="T5" fmla="*/ 0 256 1"/>
              <a:gd name="G6" fmla="+- -11739500 T4 T5"/>
              <a:gd name="G7" fmla="*/ G6 2 1"/>
              <a:gd name="G8" fmla="abs -11739500"/>
              <a:gd name="T6" fmla="*/ 0 256 1"/>
              <a:gd name="T7" fmla="*/ 90 256 1"/>
              <a:gd name="G9" fmla="+- G8 T6 T7"/>
              <a:gd name="G10" fmla="?: G9 G7 G5"/>
              <a:gd name="T8" fmla="*/ 0 256 1"/>
              <a:gd name="T9" fmla="*/ 360 256 1"/>
              <a:gd name="G11" fmla="+- G10 T8 T9"/>
              <a:gd name="G12" fmla="?: G10 G11 G10"/>
              <a:gd name="T10" fmla="*/ 0 256 1"/>
              <a:gd name="T11" fmla="*/ 360 256 1"/>
              <a:gd name="G13" fmla="+- G12 T10 T11"/>
              <a:gd name="G14" fmla="?: G12 G13 G12"/>
              <a:gd name="G15" fmla="+- 0 0 G14"/>
              <a:gd name="G16" fmla="+- 10800 0 0"/>
              <a:gd name="G17" fmla="+- 10800 0 10478"/>
              <a:gd name="G18" fmla="*/ 10478 1 2"/>
              <a:gd name="G19" fmla="+- G18 5400 0"/>
              <a:gd name="G20" fmla="cos G19 -11739500"/>
              <a:gd name="G21" fmla="sin G19 -11739500"/>
              <a:gd name="G22" fmla="+- G20 10800 0"/>
              <a:gd name="G23" fmla="+- G21 10800 0"/>
              <a:gd name="G24" fmla="+- 10800 0 G20"/>
              <a:gd name="G25" fmla="+- 10478 10800 0"/>
              <a:gd name="G26" fmla="?: G9 G17 G25"/>
              <a:gd name="G27" fmla="?: G9 0 21600"/>
              <a:gd name="G28" fmla="cos 10800 -11739500"/>
              <a:gd name="G29" fmla="sin 10800 -11739500"/>
              <a:gd name="G30" fmla="sin 10478 -11739500"/>
              <a:gd name="G31" fmla="+- G28 10800 0"/>
              <a:gd name="G32" fmla="+- G29 10800 0"/>
              <a:gd name="G33" fmla="+- G30 10800 0"/>
              <a:gd name="G34" fmla="?: G4 0 G31"/>
              <a:gd name="G35" fmla="?: -11739500 G34 0"/>
              <a:gd name="G36" fmla="?: G6 G35 G31"/>
              <a:gd name="G37" fmla="+- 21600 0 G36"/>
              <a:gd name="G38" fmla="?: G4 0 G33"/>
              <a:gd name="G39" fmla="?: -11739500 G38 G32"/>
              <a:gd name="G40" fmla="?: G6 G39 0"/>
              <a:gd name="G41" fmla="?: G4 G32 21600"/>
              <a:gd name="G42" fmla="?: G6 G41 G33"/>
              <a:gd name="T12" fmla="*/ 10800 w 21600"/>
              <a:gd name="T13" fmla="*/ 0 h 21600"/>
              <a:gd name="T14" fmla="*/ 162 w 21600"/>
              <a:gd name="T15" fmla="*/ 10638 h 21600"/>
              <a:gd name="T16" fmla="*/ 10800 w 21600"/>
              <a:gd name="T17" fmla="*/ 322 h 21600"/>
              <a:gd name="T18" fmla="*/ 21438 w 21600"/>
              <a:gd name="T19" fmla="*/ 10638 h 21600"/>
              <a:gd name="T20" fmla="*/ G36 w 21600"/>
              <a:gd name="T21" fmla="*/ G40 h 21600"/>
              <a:gd name="T22" fmla="*/ G37 w 21600"/>
              <a:gd name="T23" fmla="*/ G42 h 21600"/>
            </a:gdLst>
            <a:ahLst/>
            <a:cxnLst>
              <a:cxn ang="0">
                <a:pos x="T12" y="T13"/>
              </a:cxn>
              <a:cxn ang="0">
                <a:pos x="T14" y="T15"/>
              </a:cxn>
              <a:cxn ang="0">
                <a:pos x="T16" y="T17"/>
              </a:cxn>
              <a:cxn ang="0">
                <a:pos x="T18" y="T19"/>
              </a:cxn>
            </a:cxnLst>
            <a:rect l="T20" t="T21" r="T22" b="T23"/>
            <a:pathLst>
              <a:path w="21600" h="21600">
                <a:moveTo>
                  <a:pt x="323" y="10641"/>
                </a:moveTo>
                <a:cubicBezTo>
                  <a:pt x="410" y="4916"/>
                  <a:pt x="5075" y="321"/>
                  <a:pt x="10800" y="322"/>
                </a:cubicBezTo>
                <a:cubicBezTo>
                  <a:pt x="16524" y="322"/>
                  <a:pt x="21189" y="4916"/>
                  <a:pt x="21276" y="10641"/>
                </a:cubicBezTo>
                <a:lnTo>
                  <a:pt x="21598" y="10636"/>
                </a:lnTo>
                <a:cubicBezTo>
                  <a:pt x="21509" y="4736"/>
                  <a:pt x="16700" y="-1"/>
                  <a:pt x="10799" y="0"/>
                </a:cubicBezTo>
                <a:cubicBezTo>
                  <a:pt x="4899" y="0"/>
                  <a:pt x="90" y="4736"/>
                  <a:pt x="1" y="10636"/>
                </a:cubicBezTo>
                <a:close/>
              </a:path>
            </a:pathLst>
          </a:custGeom>
          <a:gradFill rotWithShape="0">
            <a:gsLst>
              <a:gs pos="0">
                <a:srgbClr val="B0BAD8">
                  <a:gamma/>
                  <a:tint val="45490"/>
                  <a:invGamma/>
                </a:srgbClr>
              </a:gs>
              <a:gs pos="100000">
                <a:srgbClr val="B0BAD8"/>
              </a:gs>
            </a:gsLst>
            <a:lin ang="0" scaled="1"/>
          </a:gradFill>
          <a:ln w="9525" algn="ctr">
            <a:noFill/>
            <a:miter lim="800000"/>
            <a:headEnd/>
            <a:tailEnd/>
          </a:ln>
          <a:effectLst/>
        </p:spPr>
        <p:txBody>
          <a:bodyPr wrap="none" anchor="ct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endParaRPr>
          </a:p>
        </p:txBody>
      </p:sp>
      <p:sp>
        <p:nvSpPr>
          <p:cNvPr id="46" name="AutoShape 3">
            <a:extLst>
              <a:ext uri="{FF2B5EF4-FFF2-40B4-BE49-F238E27FC236}">
                <a16:creationId xmlns="" xmlns:a16="http://schemas.microsoft.com/office/drawing/2014/main" id="{481E592A-A902-40E8-8D57-EEB2C886C06E}"/>
              </a:ext>
            </a:extLst>
          </p:cNvPr>
          <p:cNvSpPr>
            <a:spLocks noChangeAspect="1" noChangeArrowheads="1"/>
          </p:cNvSpPr>
          <p:nvPr/>
        </p:nvSpPr>
        <p:spPr bwMode="ltGray">
          <a:xfrm rot="16200000">
            <a:off x="7127876" y="2218960"/>
            <a:ext cx="4032250" cy="3929063"/>
          </a:xfrm>
          <a:custGeom>
            <a:avLst/>
            <a:gdLst>
              <a:gd name="G0" fmla="+- 56 0 0"/>
              <a:gd name="G1" fmla="+- 11796480 0 0"/>
              <a:gd name="G2" fmla="+- 0 0 11796480"/>
              <a:gd name="T0" fmla="*/ 0 256 1"/>
              <a:gd name="T1" fmla="*/ 180 256 1"/>
              <a:gd name="G3" fmla="+- 11796480 T0 T1"/>
              <a:gd name="T2" fmla="*/ 0 256 1"/>
              <a:gd name="T3" fmla="*/ 90 256 1"/>
              <a:gd name="G4" fmla="+- 11796480 T2 T3"/>
              <a:gd name="G5" fmla="*/ G4 2 1"/>
              <a:gd name="T4" fmla="*/ 90 256 1"/>
              <a:gd name="T5" fmla="*/ 0 256 1"/>
              <a:gd name="G6" fmla="+- 11796480 T4 T5"/>
              <a:gd name="G7" fmla="*/ G6 2 1"/>
              <a:gd name="G8" fmla="abs 11796480"/>
              <a:gd name="T6" fmla="*/ 0 256 1"/>
              <a:gd name="T7" fmla="*/ 90 256 1"/>
              <a:gd name="G9" fmla="+- G8 T6 T7"/>
              <a:gd name="G10" fmla="?: G9 G7 G5"/>
              <a:gd name="T8" fmla="*/ 0 256 1"/>
              <a:gd name="T9" fmla="*/ 360 256 1"/>
              <a:gd name="G11" fmla="+- G10 T8 T9"/>
              <a:gd name="G12" fmla="?: G10 G11 G10"/>
              <a:gd name="T10" fmla="*/ 0 256 1"/>
              <a:gd name="T11" fmla="*/ 360 256 1"/>
              <a:gd name="G13" fmla="+- G12 T10 T11"/>
              <a:gd name="G14" fmla="?: G12 G13 G12"/>
              <a:gd name="G15" fmla="+- 0 0 G14"/>
              <a:gd name="G16" fmla="+- 10800 0 0"/>
              <a:gd name="G17" fmla="+- 10800 0 56"/>
              <a:gd name="G18" fmla="*/ 56 1 2"/>
              <a:gd name="G19" fmla="+- G18 5400 0"/>
              <a:gd name="G20" fmla="cos G19 11796480"/>
              <a:gd name="G21" fmla="sin G19 11796480"/>
              <a:gd name="G22" fmla="+- G20 10800 0"/>
              <a:gd name="G23" fmla="+- G21 10800 0"/>
              <a:gd name="G24" fmla="+- 10800 0 G20"/>
              <a:gd name="G25" fmla="+- 56 10800 0"/>
              <a:gd name="G26" fmla="?: G9 G17 G25"/>
              <a:gd name="G27" fmla="?: G9 0 21600"/>
              <a:gd name="G28" fmla="cos 10800 11796480"/>
              <a:gd name="G29" fmla="sin 10800 11796480"/>
              <a:gd name="G30" fmla="sin 56 11796480"/>
              <a:gd name="G31" fmla="+- G28 10800 0"/>
              <a:gd name="G32" fmla="+- G29 10800 0"/>
              <a:gd name="G33" fmla="+- G30 10800 0"/>
              <a:gd name="G34" fmla="?: G4 0 G31"/>
              <a:gd name="G35" fmla="?: 11796480 G34 0"/>
              <a:gd name="G36" fmla="?: G6 G35 G31"/>
              <a:gd name="G37" fmla="+- 21600 0 G36"/>
              <a:gd name="G38" fmla="?: G4 0 G33"/>
              <a:gd name="G39" fmla="?: 11796480 G38 G32"/>
              <a:gd name="G40" fmla="?: G6 G39 0"/>
              <a:gd name="G41" fmla="?: G4 G32 21600"/>
              <a:gd name="G42" fmla="?: G6 G41 G33"/>
              <a:gd name="T12" fmla="*/ 10800 w 21600"/>
              <a:gd name="T13" fmla="*/ 0 h 21600"/>
              <a:gd name="T14" fmla="*/ 5372 w 21600"/>
              <a:gd name="T15" fmla="*/ 10800 h 21600"/>
              <a:gd name="T16" fmla="*/ 10800 w 21600"/>
              <a:gd name="T17" fmla="*/ 10744 h 21600"/>
              <a:gd name="T18" fmla="*/ 16228 w 21600"/>
              <a:gd name="T19" fmla="*/ 10800 h 21600"/>
              <a:gd name="T20" fmla="*/ G36 w 21600"/>
              <a:gd name="T21" fmla="*/ G40 h 21600"/>
              <a:gd name="T22" fmla="*/ G37 w 21600"/>
              <a:gd name="T23" fmla="*/ G42 h 21600"/>
            </a:gdLst>
            <a:ahLst/>
            <a:cxnLst>
              <a:cxn ang="0">
                <a:pos x="T12" y="T13"/>
              </a:cxn>
              <a:cxn ang="0">
                <a:pos x="T14" y="T15"/>
              </a:cxn>
              <a:cxn ang="0">
                <a:pos x="T16" y="T17"/>
              </a:cxn>
              <a:cxn ang="0">
                <a:pos x="T18" y="T19"/>
              </a:cxn>
            </a:cxnLst>
            <a:rect l="T20" t="T21" r="T22" b="T23"/>
            <a:pathLst>
              <a:path w="21600" h="21600">
                <a:moveTo>
                  <a:pt x="10744" y="10800"/>
                </a:moveTo>
                <a:cubicBezTo>
                  <a:pt x="10744" y="10769"/>
                  <a:pt x="10769" y="10744"/>
                  <a:pt x="10800" y="10744"/>
                </a:cubicBezTo>
                <a:cubicBezTo>
                  <a:pt x="10830" y="10743"/>
                  <a:pt x="10855" y="10769"/>
                  <a:pt x="10856" y="10799"/>
                </a:cubicBezTo>
                <a:lnTo>
                  <a:pt x="21600" y="10800"/>
                </a:lnTo>
                <a:cubicBezTo>
                  <a:pt x="21600" y="4835"/>
                  <a:pt x="16764" y="0"/>
                  <a:pt x="10800" y="0"/>
                </a:cubicBezTo>
                <a:cubicBezTo>
                  <a:pt x="4835" y="0"/>
                  <a:pt x="0" y="4835"/>
                  <a:pt x="0" y="10800"/>
                </a:cubicBezTo>
                <a:close/>
              </a:path>
            </a:pathLst>
          </a:custGeom>
          <a:gradFill rotWithShape="0">
            <a:gsLst>
              <a:gs pos="0">
                <a:srgbClr val="B8CCFE">
                  <a:gamma/>
                  <a:tint val="39216"/>
                  <a:invGamma/>
                </a:srgbClr>
              </a:gs>
              <a:gs pos="100000">
                <a:srgbClr val="B8CCFE"/>
              </a:gs>
            </a:gsLst>
            <a:lin ang="0" scaled="1"/>
          </a:gradFill>
          <a:ln w="0" algn="ctr">
            <a:noFill/>
            <a:miter lim="800000"/>
            <a:headEnd/>
            <a:tailEnd/>
          </a:ln>
          <a:effectLst/>
        </p:spPr>
        <p:txBody>
          <a:bodyPr wrap="none" anchor="ct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endParaRPr>
          </a:p>
        </p:txBody>
      </p:sp>
      <p:pic>
        <p:nvPicPr>
          <p:cNvPr id="30" name="Picture 29" descr="پرونده:Azad University logo.png - ویکی‌پدیا، دانشنامهٔ آزاد">
            <a:extLst>
              <a:ext uri="{FF2B5EF4-FFF2-40B4-BE49-F238E27FC236}">
                <a16:creationId xmlns="" xmlns:a16="http://schemas.microsoft.com/office/drawing/2014/main" id="{B260B773-F2C5-485B-BA12-93452E166218}"/>
              </a:ext>
            </a:extLst>
          </p:cNvPr>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8610600" y="0"/>
            <a:ext cx="533400" cy="822959"/>
          </a:xfrm>
          <a:prstGeom prst="rect">
            <a:avLst/>
          </a:prstGeom>
          <a:noFill/>
          <a:ln>
            <a:noFill/>
          </a:ln>
        </p:spPr>
      </p:pic>
      <p:sp>
        <p:nvSpPr>
          <p:cNvPr id="31" name="Rounded Rectangle 175">
            <a:extLst>
              <a:ext uri="{FF2B5EF4-FFF2-40B4-BE49-F238E27FC236}">
                <a16:creationId xmlns="" xmlns:a16="http://schemas.microsoft.com/office/drawing/2014/main" id="{AACCE7D9-540A-47B9-8964-41031B797FDD}"/>
              </a:ext>
            </a:extLst>
          </p:cNvPr>
          <p:cNvSpPr/>
          <p:nvPr/>
        </p:nvSpPr>
        <p:spPr bwMode="auto">
          <a:xfrm>
            <a:off x="4953000" y="1227144"/>
            <a:ext cx="3429000" cy="533400"/>
          </a:xfrm>
          <a:prstGeom prst="roundRect">
            <a:avLst/>
          </a:prstGeom>
          <a:solidFill>
            <a:srgbClr val="3D81BF">
              <a:lumMod val="75000"/>
            </a:srgbClr>
          </a:solidFill>
          <a:ln w="9525" cap="flat" cmpd="sng" algn="ctr">
            <a:solidFill>
              <a:srgbClr val="000000"/>
            </a:solidFill>
            <a:prstDash val="solid"/>
            <a:round/>
            <a:headEnd type="none" w="med" len="med"/>
            <a:tailEnd type="none" w="med" len="med"/>
          </a:ln>
          <a:effectLst>
            <a:reflection blurRad="6350" stA="50000" endA="300" endPos="55000" dir="5400000" sy="-100000" algn="bl" rotWithShape="0"/>
          </a:effectLst>
          <a:scene3d>
            <a:camera prst="isometricOffAxis2Left"/>
            <a:lightRig rig="threePt" dir="t"/>
          </a:scene3d>
        </p:spPr>
        <p:txBody>
          <a:bodyPr vert="horz" wrap="square" lIns="91440" tIns="45720" rIns="91440" bIns="45720" numCol="1" rtlCol="0" anchor="t" anchorCtr="0" compatLnSpc="1">
            <a:prstTxWarp prst="textNoShape">
              <a:avLst/>
            </a:prstTxWarp>
          </a:bodyPr>
          <a:lstStyle/>
          <a:p>
            <a:pPr lvl="0" algn="ctr" rtl="1" fontAlgn="base">
              <a:spcBef>
                <a:spcPct val="0"/>
              </a:spcBef>
              <a:spcAft>
                <a:spcPct val="0"/>
              </a:spcAft>
            </a:pPr>
            <a:r>
              <a:rPr lang="fa-IR" sz="2400" b="1" dirty="0">
                <a:solidFill>
                  <a:srgbClr val="FFFFFF"/>
                </a:solidFill>
                <a:latin typeface="Times New Roman" panose="02020603050405020304" pitchFamily="18" charset="0"/>
                <a:cs typeface="B Nazanin" panose="00000400000000000000" pitchFamily="2" charset="-78"/>
              </a:rPr>
              <a:t>سیستم مدیریت همسان سازی</a:t>
            </a:r>
            <a:endParaRPr lang="en-US" sz="2400" b="1" dirty="0">
              <a:solidFill>
                <a:srgbClr val="FFFFFF"/>
              </a:solidFill>
              <a:latin typeface="Times New Roman" panose="02020603050405020304" pitchFamily="18" charset="0"/>
              <a:cs typeface="B Nazanin" panose="00000400000000000000" pitchFamily="2" charset="-78"/>
            </a:endParaRPr>
          </a:p>
        </p:txBody>
      </p:sp>
      <p:sp>
        <p:nvSpPr>
          <p:cNvPr id="147" name="TextBox 146">
            <a:extLst>
              <a:ext uri="{FF2B5EF4-FFF2-40B4-BE49-F238E27FC236}">
                <a16:creationId xmlns="" xmlns:a16="http://schemas.microsoft.com/office/drawing/2014/main" id="{F43469DC-7F5B-471E-BD74-ED709E621F63}"/>
              </a:ext>
            </a:extLst>
          </p:cNvPr>
          <p:cNvSpPr txBox="1"/>
          <p:nvPr/>
        </p:nvSpPr>
        <p:spPr>
          <a:xfrm>
            <a:off x="5344567" y="2092656"/>
            <a:ext cx="2186817" cy="369332"/>
          </a:xfrm>
          <a:prstGeom prst="rect">
            <a:avLst/>
          </a:prstGeom>
          <a:noFill/>
        </p:spPr>
        <p:txBody>
          <a:bodyPr wrap="none" rtlCol="0">
            <a:spAutoFit/>
          </a:bodyPr>
          <a:lstStyle/>
          <a:p>
            <a:pPr algn="r" rtl="1"/>
            <a:r>
              <a:rPr lang="fa-IR" b="1" dirty="0">
                <a:cs typeface="B Nazanin" panose="00000400000000000000" pitchFamily="2" charset="-78"/>
              </a:rPr>
              <a:t>متغیر های همسان سازی</a:t>
            </a:r>
          </a:p>
        </p:txBody>
      </p:sp>
      <p:sp>
        <p:nvSpPr>
          <p:cNvPr id="148" name="AutoShape 8">
            <a:extLst>
              <a:ext uri="{FF2B5EF4-FFF2-40B4-BE49-F238E27FC236}">
                <a16:creationId xmlns="" xmlns:a16="http://schemas.microsoft.com/office/drawing/2014/main" id="{FF901E6E-4D39-4565-9B46-60C2C5B1D5F6}"/>
              </a:ext>
            </a:extLst>
          </p:cNvPr>
          <p:cNvSpPr>
            <a:spLocks noChangeAspect="1" noChangeArrowheads="1"/>
          </p:cNvSpPr>
          <p:nvPr/>
        </p:nvSpPr>
        <p:spPr bwMode="gray">
          <a:xfrm>
            <a:off x="3142755" y="2716256"/>
            <a:ext cx="3929065" cy="508000"/>
          </a:xfrm>
          <a:prstGeom prst="roundRect">
            <a:avLst>
              <a:gd name="adj" fmla="val 50000"/>
            </a:avLst>
          </a:prstGeom>
          <a:gradFill flip="none" rotWithShape="1">
            <a:gsLst>
              <a:gs pos="0">
                <a:srgbClr val="B7E7FF">
                  <a:gamma/>
                  <a:tint val="0"/>
                  <a:invGamma/>
                </a:srgbClr>
              </a:gs>
              <a:gs pos="100000">
                <a:srgbClr val="B7E7FF"/>
              </a:gs>
            </a:gsLst>
            <a:lin ang="10800000" scaled="1"/>
            <a:tileRect/>
          </a:gradFill>
          <a:ln w="28575" algn="ctr">
            <a:solidFill>
              <a:srgbClr val="C4E59F"/>
            </a:solidFill>
            <a:round/>
            <a:headEnd/>
            <a:tailEnd/>
          </a:ln>
          <a:effectLst/>
        </p:spPr>
        <p:txBody>
          <a:bodyPr wrap="none" anchor="ctr"/>
          <a:lstStyle/>
          <a:p>
            <a:pPr algn="r" rtl="1" fontAlgn="base">
              <a:spcBef>
                <a:spcPct val="0"/>
              </a:spcBef>
              <a:spcAft>
                <a:spcPct val="0"/>
              </a:spcAft>
            </a:pPr>
            <a:r>
              <a:rPr lang="fa-IR" b="1" dirty="0">
                <a:cs typeface="B Nazanin" panose="00000400000000000000" pitchFamily="2" charset="-78"/>
              </a:rPr>
              <a:t>مبتنی بر ولتاژ</a:t>
            </a:r>
            <a:endParaRPr lang="en-US" b="1" dirty="0">
              <a:solidFill>
                <a:srgbClr val="000000"/>
              </a:solidFill>
              <a:latin typeface="Times New Roman" panose="02020603050405020304" pitchFamily="18" charset="0"/>
              <a:cs typeface="B Nazanin" pitchFamily="2" charset="-78"/>
            </a:endParaRPr>
          </a:p>
        </p:txBody>
      </p:sp>
      <p:grpSp>
        <p:nvGrpSpPr>
          <p:cNvPr id="149" name="Group 23">
            <a:extLst>
              <a:ext uri="{FF2B5EF4-FFF2-40B4-BE49-F238E27FC236}">
                <a16:creationId xmlns="" xmlns:a16="http://schemas.microsoft.com/office/drawing/2014/main" id="{978D1582-1549-4D37-9C95-34020E281F7D}"/>
              </a:ext>
            </a:extLst>
          </p:cNvPr>
          <p:cNvGrpSpPr>
            <a:grpSpLocks noChangeAspect="1"/>
          </p:cNvGrpSpPr>
          <p:nvPr/>
        </p:nvGrpSpPr>
        <p:grpSpPr bwMode="auto">
          <a:xfrm>
            <a:off x="7028955" y="2792456"/>
            <a:ext cx="381000" cy="381000"/>
            <a:chOff x="2078" y="1680"/>
            <a:chExt cx="1615" cy="1615"/>
          </a:xfrm>
        </p:grpSpPr>
        <p:sp>
          <p:nvSpPr>
            <p:cNvPr id="150" name="Oval 24">
              <a:extLst>
                <a:ext uri="{FF2B5EF4-FFF2-40B4-BE49-F238E27FC236}">
                  <a16:creationId xmlns="" xmlns:a16="http://schemas.microsoft.com/office/drawing/2014/main" id="{394744AB-69AD-4039-A10B-0D8E0439243B}"/>
                </a:ext>
              </a:extLst>
            </p:cNvPr>
            <p:cNvSpPr>
              <a:spLocks noChangeArrowheads="1"/>
            </p:cNvSpPr>
            <p:nvPr/>
          </p:nvSpPr>
          <p:spPr bwMode="gray">
            <a:xfrm>
              <a:off x="2078" y="1680"/>
              <a:ext cx="1615" cy="1615"/>
            </a:xfrm>
            <a:prstGeom prst="ellipse">
              <a:avLst/>
            </a:prstGeom>
            <a:gradFill rotWithShape="1">
              <a:gsLst>
                <a:gs pos="0">
                  <a:srgbClr val="FFFFFF">
                    <a:gamma/>
                    <a:shade val="46275"/>
                    <a:invGamma/>
                  </a:srgbClr>
                </a:gs>
                <a:gs pos="50000">
                  <a:srgbClr val="FFFFFF"/>
                </a:gs>
                <a:gs pos="100000">
                  <a:srgbClr val="FFFFFF">
                    <a:gamma/>
                    <a:shade val="46275"/>
                    <a:invGamma/>
                  </a:srgbClr>
                </a:gs>
              </a:gsLst>
              <a:lin ang="5400000" scaled="1"/>
            </a:gradFill>
            <a:ln w="57150" algn="ctr">
              <a:noFill/>
              <a:round/>
              <a:headEnd/>
              <a:tailEnd/>
            </a:ln>
            <a:effectLst/>
          </p:spPr>
          <p:txBody>
            <a:bodyPr wrap="none" anchor="ct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latin typeface="Arial" pitchFamily="34" charset="0"/>
              </a:endParaRPr>
            </a:p>
          </p:txBody>
        </p:sp>
        <p:sp>
          <p:nvSpPr>
            <p:cNvPr id="151" name="Oval 25">
              <a:extLst>
                <a:ext uri="{FF2B5EF4-FFF2-40B4-BE49-F238E27FC236}">
                  <a16:creationId xmlns="" xmlns:a16="http://schemas.microsoft.com/office/drawing/2014/main" id="{154704C5-3C92-4C99-8D43-D388A6C5B289}"/>
                </a:ext>
              </a:extLst>
            </p:cNvPr>
            <p:cNvSpPr>
              <a:spLocks noChangeArrowheads="1"/>
            </p:cNvSpPr>
            <p:nvPr/>
          </p:nvSpPr>
          <p:spPr bwMode="gray">
            <a:xfrm>
              <a:off x="2170" y="1771"/>
              <a:ext cx="1430" cy="1430"/>
            </a:xfrm>
            <a:prstGeom prst="ellipse">
              <a:avLst/>
            </a:prstGeom>
            <a:gradFill rotWithShape="1">
              <a:gsLst>
                <a:gs pos="0">
                  <a:srgbClr val="FFFFFF">
                    <a:gamma/>
                    <a:shade val="63529"/>
                    <a:invGamma/>
                  </a:srgbClr>
                </a:gs>
                <a:gs pos="50000">
                  <a:srgbClr val="FFFFFF"/>
                </a:gs>
                <a:gs pos="100000">
                  <a:srgbClr val="FFFFFF">
                    <a:gamma/>
                    <a:shade val="63529"/>
                    <a:invGamma/>
                  </a:srgbClr>
                </a:gs>
              </a:gsLst>
              <a:lin ang="0" scaled="1"/>
            </a:gradFill>
            <a:ln w="9525" algn="ctr">
              <a:noFill/>
              <a:round/>
              <a:headEnd/>
              <a:tailEnd/>
            </a:ln>
            <a:effectLst/>
          </p:spPr>
          <p:txBody>
            <a:bodyPr wrap="none" anchor="ct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latin typeface="Arial" pitchFamily="34" charset="0"/>
              </a:endParaRPr>
            </a:p>
          </p:txBody>
        </p:sp>
        <p:sp>
          <p:nvSpPr>
            <p:cNvPr id="152" name="Oval 26">
              <a:extLst>
                <a:ext uri="{FF2B5EF4-FFF2-40B4-BE49-F238E27FC236}">
                  <a16:creationId xmlns="" xmlns:a16="http://schemas.microsoft.com/office/drawing/2014/main" id="{04F66D2C-385D-4CBC-8E8F-3E3A912DFC98}"/>
                </a:ext>
              </a:extLst>
            </p:cNvPr>
            <p:cNvSpPr>
              <a:spLocks noChangeArrowheads="1"/>
            </p:cNvSpPr>
            <p:nvPr/>
          </p:nvSpPr>
          <p:spPr bwMode="gray">
            <a:xfrm>
              <a:off x="2254" y="1856"/>
              <a:ext cx="1262" cy="1264"/>
            </a:xfrm>
            <a:prstGeom prst="ellipse">
              <a:avLst/>
            </a:prstGeom>
            <a:gradFill rotWithShape="1">
              <a:gsLst>
                <a:gs pos="0">
                  <a:srgbClr val="8AD4CD">
                    <a:gamma/>
                    <a:tint val="0"/>
                    <a:invGamma/>
                  </a:srgbClr>
                </a:gs>
                <a:gs pos="50000">
                  <a:srgbClr val="8AD4CD"/>
                </a:gs>
                <a:gs pos="100000">
                  <a:srgbClr val="8AD4CD">
                    <a:gamma/>
                    <a:tint val="0"/>
                    <a:invGamma/>
                  </a:srgbClr>
                </a:gs>
              </a:gsLst>
              <a:lin ang="2700000" scaled="1"/>
            </a:gradFill>
            <a:ln w="38100" algn="ctr">
              <a:noFill/>
              <a:round/>
              <a:headEnd/>
              <a:tailEnd/>
            </a:ln>
            <a:effectLst/>
          </p:spPr>
          <p:txBody>
            <a:bodyPr wrap="none" anchor="ctr">
              <a:spAutoFit/>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latin typeface="Arial" pitchFamily="34" charset="0"/>
              </a:endParaRPr>
            </a:p>
          </p:txBody>
        </p:sp>
        <p:sp>
          <p:nvSpPr>
            <p:cNvPr id="153" name="Oval 27">
              <a:extLst>
                <a:ext uri="{FF2B5EF4-FFF2-40B4-BE49-F238E27FC236}">
                  <a16:creationId xmlns="" xmlns:a16="http://schemas.microsoft.com/office/drawing/2014/main" id="{EA27390D-90C7-4FEF-9F37-D35FD2EA7723}"/>
                </a:ext>
              </a:extLst>
            </p:cNvPr>
            <p:cNvSpPr>
              <a:spLocks noChangeArrowheads="1"/>
            </p:cNvSpPr>
            <p:nvPr/>
          </p:nvSpPr>
          <p:spPr bwMode="gray">
            <a:xfrm>
              <a:off x="2254" y="1856"/>
              <a:ext cx="1262" cy="1264"/>
            </a:xfrm>
            <a:prstGeom prst="ellipse">
              <a:avLst/>
            </a:prstGeom>
            <a:gradFill rotWithShape="1">
              <a:gsLst>
                <a:gs pos="0">
                  <a:srgbClr val="21B3E1"/>
                </a:gs>
                <a:gs pos="100000">
                  <a:srgbClr val="21B3E1">
                    <a:gamma/>
                    <a:shade val="46275"/>
                    <a:invGamma/>
                  </a:srgbClr>
                </a:gs>
              </a:gsLst>
              <a:lin ang="5400000" scaled="1"/>
            </a:gradFill>
            <a:ln w="38100" algn="ctr">
              <a:noFill/>
              <a:round/>
              <a:headEnd/>
              <a:tailEnd/>
            </a:ln>
            <a:effectLst/>
          </p:spPr>
          <p:txBody>
            <a:bodyPr wrap="none" anchor="ctr">
              <a:spAutoFit/>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latin typeface="Arial" pitchFamily="34" charset="0"/>
              </a:endParaRPr>
            </a:p>
          </p:txBody>
        </p:sp>
        <p:sp>
          <p:nvSpPr>
            <p:cNvPr id="154" name="Oval 28">
              <a:extLst>
                <a:ext uri="{FF2B5EF4-FFF2-40B4-BE49-F238E27FC236}">
                  <a16:creationId xmlns="" xmlns:a16="http://schemas.microsoft.com/office/drawing/2014/main" id="{5C9AFE92-58F0-4BF1-8021-7EEAC92E3206}"/>
                </a:ext>
              </a:extLst>
            </p:cNvPr>
            <p:cNvSpPr>
              <a:spLocks noChangeArrowheads="1"/>
            </p:cNvSpPr>
            <p:nvPr/>
          </p:nvSpPr>
          <p:spPr bwMode="gray">
            <a:xfrm>
              <a:off x="2337" y="1939"/>
              <a:ext cx="1096" cy="1098"/>
            </a:xfrm>
            <a:prstGeom prst="ellipse">
              <a:avLst/>
            </a:prstGeom>
            <a:gradFill rotWithShape="1">
              <a:gsLst>
                <a:gs pos="0">
                  <a:srgbClr val="8AD4CD">
                    <a:gamma/>
                    <a:shade val="54118"/>
                    <a:invGamma/>
                  </a:srgbClr>
                </a:gs>
                <a:gs pos="50000">
                  <a:srgbClr val="8AD4CD"/>
                </a:gs>
                <a:gs pos="100000">
                  <a:srgbClr val="8AD4CD">
                    <a:gamma/>
                    <a:shade val="54118"/>
                    <a:invGamma/>
                  </a:srgbClr>
                </a:gs>
              </a:gsLst>
              <a:lin ang="18900000" scaled="1"/>
            </a:gradFill>
            <a:ln w="38100" algn="ctr">
              <a:noFill/>
              <a:round/>
              <a:headEnd/>
              <a:tailEnd/>
            </a:ln>
            <a:effectLst/>
          </p:spPr>
          <p:txBody>
            <a:bodyPr anchor="ctr">
              <a:spAutoFit/>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latin typeface="Arial" pitchFamily="34" charset="0"/>
              </a:endParaRPr>
            </a:p>
          </p:txBody>
        </p:sp>
        <p:sp>
          <p:nvSpPr>
            <p:cNvPr id="155" name="Oval 29">
              <a:extLst>
                <a:ext uri="{FF2B5EF4-FFF2-40B4-BE49-F238E27FC236}">
                  <a16:creationId xmlns="" xmlns:a16="http://schemas.microsoft.com/office/drawing/2014/main" id="{1B81B5B2-AD7F-472D-BBE8-64F0040E5D5F}"/>
                </a:ext>
              </a:extLst>
            </p:cNvPr>
            <p:cNvSpPr>
              <a:spLocks noChangeArrowheads="1"/>
            </p:cNvSpPr>
            <p:nvPr/>
          </p:nvSpPr>
          <p:spPr bwMode="gray">
            <a:xfrm>
              <a:off x="2337" y="1939"/>
              <a:ext cx="1096" cy="1098"/>
            </a:xfrm>
            <a:prstGeom prst="ellipse">
              <a:avLst/>
            </a:prstGeom>
            <a:gradFill rotWithShape="1">
              <a:gsLst>
                <a:gs pos="0">
                  <a:srgbClr val="21B3E1"/>
                </a:gs>
                <a:gs pos="100000">
                  <a:srgbClr val="21B3E1">
                    <a:gamma/>
                    <a:shade val="48627"/>
                    <a:invGamma/>
                  </a:srgbClr>
                </a:gs>
              </a:gsLst>
              <a:lin ang="2700000" scaled="1"/>
            </a:gradFill>
            <a:ln w="38100" algn="ctr">
              <a:noFill/>
              <a:round/>
              <a:headEnd/>
              <a:tailEnd/>
            </a:ln>
            <a:effectLst/>
          </p:spPr>
          <p:txBody>
            <a:bodyPr anchor="ctr">
              <a:spAutoFit/>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latin typeface="Arial" pitchFamily="34" charset="0"/>
              </a:endParaRPr>
            </a:p>
          </p:txBody>
        </p:sp>
      </p:grpSp>
      <p:sp>
        <p:nvSpPr>
          <p:cNvPr id="156" name="TextBox 155">
            <a:extLst>
              <a:ext uri="{FF2B5EF4-FFF2-40B4-BE49-F238E27FC236}">
                <a16:creationId xmlns="" xmlns:a16="http://schemas.microsoft.com/office/drawing/2014/main" id="{90C43403-B77E-474E-A638-C5BD6540DB40}"/>
              </a:ext>
            </a:extLst>
          </p:cNvPr>
          <p:cNvSpPr txBox="1"/>
          <p:nvPr/>
        </p:nvSpPr>
        <p:spPr>
          <a:xfrm>
            <a:off x="2992949" y="3109915"/>
            <a:ext cx="65" cy="276999"/>
          </a:xfrm>
          <a:prstGeom prst="rect">
            <a:avLst/>
          </a:prstGeom>
          <a:noFill/>
        </p:spPr>
        <p:txBody>
          <a:bodyPr wrap="none" lIns="0" tIns="0" rIns="0" bIns="0" rtlCol="0">
            <a:spAutoFit/>
          </a:bodyPr>
          <a:lstStyle/>
          <a:p>
            <a:endParaRPr lang="en-US" dirty="0"/>
          </a:p>
        </p:txBody>
      </p:sp>
      <p:sp>
        <p:nvSpPr>
          <p:cNvPr id="157" name="AutoShape 8">
            <a:extLst>
              <a:ext uri="{FF2B5EF4-FFF2-40B4-BE49-F238E27FC236}">
                <a16:creationId xmlns="" xmlns:a16="http://schemas.microsoft.com/office/drawing/2014/main" id="{B5862EDC-452E-4DF3-BF8D-680DE0577504}"/>
              </a:ext>
            </a:extLst>
          </p:cNvPr>
          <p:cNvSpPr>
            <a:spLocks noChangeAspect="1" noChangeArrowheads="1"/>
          </p:cNvSpPr>
          <p:nvPr/>
        </p:nvSpPr>
        <p:spPr bwMode="gray">
          <a:xfrm>
            <a:off x="2819444" y="4041816"/>
            <a:ext cx="3929065" cy="508000"/>
          </a:xfrm>
          <a:prstGeom prst="roundRect">
            <a:avLst>
              <a:gd name="adj" fmla="val 50000"/>
            </a:avLst>
          </a:prstGeom>
          <a:gradFill flip="none" rotWithShape="1">
            <a:gsLst>
              <a:gs pos="0">
                <a:srgbClr val="B7E7FF">
                  <a:gamma/>
                  <a:tint val="0"/>
                  <a:invGamma/>
                </a:srgbClr>
              </a:gs>
              <a:gs pos="100000">
                <a:srgbClr val="B7E7FF"/>
              </a:gs>
            </a:gsLst>
            <a:lin ang="10800000" scaled="1"/>
            <a:tileRect/>
          </a:gradFill>
          <a:ln w="28575" algn="ctr">
            <a:solidFill>
              <a:srgbClr val="C4E59F"/>
            </a:solidFill>
            <a:round/>
            <a:headEnd/>
            <a:tailEnd/>
          </a:ln>
          <a:effectLst/>
        </p:spPr>
        <p:txBody>
          <a:bodyPr wrap="none" anchor="ctr"/>
          <a:lstStyle/>
          <a:p>
            <a:pPr algn="r" rtl="1" fontAlgn="base">
              <a:spcBef>
                <a:spcPct val="0"/>
              </a:spcBef>
              <a:spcAft>
                <a:spcPct val="0"/>
              </a:spcAft>
            </a:pPr>
            <a:r>
              <a:rPr lang="fa-IR" b="1" dirty="0">
                <a:solidFill>
                  <a:srgbClr val="000000"/>
                </a:solidFill>
                <a:latin typeface="Times New Roman" panose="02020603050405020304" pitchFamily="18" charset="0"/>
                <a:cs typeface="B Nazanin" pitchFamily="2" charset="-78"/>
              </a:rPr>
              <a:t>مبتنی بر وضعیت </a:t>
            </a:r>
            <a:r>
              <a:rPr lang="fa-IR" b="1" dirty="0" err="1">
                <a:solidFill>
                  <a:srgbClr val="000000"/>
                </a:solidFill>
                <a:latin typeface="Times New Roman" panose="02020603050405020304" pitchFamily="18" charset="0"/>
                <a:cs typeface="B Nazanin" pitchFamily="2" charset="-78"/>
              </a:rPr>
              <a:t>شارژ</a:t>
            </a:r>
            <a:r>
              <a:rPr lang="fa-IR" b="1" dirty="0">
                <a:solidFill>
                  <a:srgbClr val="000000"/>
                </a:solidFill>
                <a:latin typeface="Times New Roman" panose="02020603050405020304" pitchFamily="18" charset="0"/>
                <a:cs typeface="B Nazanin" pitchFamily="2" charset="-78"/>
              </a:rPr>
              <a:t> (</a:t>
            </a:r>
            <a:r>
              <a:rPr lang="en-US" b="1" dirty="0">
                <a:solidFill>
                  <a:srgbClr val="000000"/>
                </a:solidFill>
                <a:latin typeface="Times New Roman" panose="02020603050405020304" pitchFamily="18" charset="0"/>
                <a:cs typeface="B Nazanin" pitchFamily="2" charset="-78"/>
              </a:rPr>
              <a:t>SOC</a:t>
            </a:r>
            <a:r>
              <a:rPr lang="fa-IR" b="1" dirty="0">
                <a:solidFill>
                  <a:srgbClr val="000000"/>
                </a:solidFill>
                <a:latin typeface="Times New Roman" panose="02020603050405020304" pitchFamily="18" charset="0"/>
                <a:cs typeface="B Nazanin" pitchFamily="2" charset="-78"/>
              </a:rPr>
              <a:t>)</a:t>
            </a:r>
            <a:endParaRPr lang="en-US" b="1" dirty="0">
              <a:solidFill>
                <a:srgbClr val="000000"/>
              </a:solidFill>
              <a:latin typeface="Times New Roman" panose="02020603050405020304" pitchFamily="18" charset="0"/>
              <a:cs typeface="B Nazanin" pitchFamily="2" charset="-78"/>
            </a:endParaRPr>
          </a:p>
        </p:txBody>
      </p:sp>
      <p:sp>
        <p:nvSpPr>
          <p:cNvPr id="158" name="AutoShape 8">
            <a:extLst>
              <a:ext uri="{FF2B5EF4-FFF2-40B4-BE49-F238E27FC236}">
                <a16:creationId xmlns="" xmlns:a16="http://schemas.microsoft.com/office/drawing/2014/main" id="{3B3A499C-E5A4-4F32-9CCC-AD714CA7AEF7}"/>
              </a:ext>
            </a:extLst>
          </p:cNvPr>
          <p:cNvSpPr>
            <a:spLocks noChangeAspect="1" noChangeArrowheads="1"/>
          </p:cNvSpPr>
          <p:nvPr/>
        </p:nvSpPr>
        <p:spPr bwMode="gray">
          <a:xfrm>
            <a:off x="3216550" y="5367376"/>
            <a:ext cx="3929065" cy="508000"/>
          </a:xfrm>
          <a:prstGeom prst="roundRect">
            <a:avLst>
              <a:gd name="adj" fmla="val 50000"/>
            </a:avLst>
          </a:prstGeom>
          <a:gradFill flip="none" rotWithShape="1">
            <a:gsLst>
              <a:gs pos="0">
                <a:srgbClr val="B7E7FF">
                  <a:gamma/>
                  <a:tint val="0"/>
                  <a:invGamma/>
                </a:srgbClr>
              </a:gs>
              <a:gs pos="100000">
                <a:srgbClr val="B7E7FF"/>
              </a:gs>
            </a:gsLst>
            <a:lin ang="10800000" scaled="1"/>
            <a:tileRect/>
          </a:gradFill>
          <a:ln w="28575" algn="ctr">
            <a:solidFill>
              <a:srgbClr val="C4E59F"/>
            </a:solidFill>
            <a:round/>
            <a:headEnd/>
            <a:tailEnd/>
          </a:ln>
          <a:effectLst/>
        </p:spPr>
        <p:txBody>
          <a:bodyPr wrap="none" anchor="ctr"/>
          <a:lstStyle/>
          <a:p>
            <a:pPr algn="r" rtl="1" fontAlgn="base">
              <a:spcBef>
                <a:spcPct val="0"/>
              </a:spcBef>
              <a:spcAft>
                <a:spcPct val="0"/>
              </a:spcAft>
            </a:pPr>
            <a:r>
              <a:rPr lang="fa-IR" b="1" dirty="0">
                <a:solidFill>
                  <a:srgbClr val="000000"/>
                </a:solidFill>
                <a:latin typeface="Times New Roman" panose="02020603050405020304" pitchFamily="18" charset="0"/>
                <a:cs typeface="B Nazanin" pitchFamily="2" charset="-78"/>
              </a:rPr>
              <a:t>مبتنی بر ظرفیت باقی مانده </a:t>
            </a:r>
            <a:endParaRPr lang="en-US" b="1" dirty="0">
              <a:solidFill>
                <a:srgbClr val="000000"/>
              </a:solidFill>
              <a:latin typeface="Times New Roman" panose="02020603050405020304" pitchFamily="18" charset="0"/>
              <a:cs typeface="B Nazanin" pitchFamily="2" charset="-78"/>
            </a:endParaRPr>
          </a:p>
        </p:txBody>
      </p:sp>
      <p:grpSp>
        <p:nvGrpSpPr>
          <p:cNvPr id="168" name="Group 23">
            <a:extLst>
              <a:ext uri="{FF2B5EF4-FFF2-40B4-BE49-F238E27FC236}">
                <a16:creationId xmlns="" xmlns:a16="http://schemas.microsoft.com/office/drawing/2014/main" id="{480CFC9E-AE3C-48F6-BC4D-4934E415B67E}"/>
              </a:ext>
            </a:extLst>
          </p:cNvPr>
          <p:cNvGrpSpPr>
            <a:grpSpLocks noChangeAspect="1"/>
          </p:cNvGrpSpPr>
          <p:nvPr/>
        </p:nvGrpSpPr>
        <p:grpSpPr bwMode="auto">
          <a:xfrm>
            <a:off x="6644181" y="4105317"/>
            <a:ext cx="381000" cy="381000"/>
            <a:chOff x="2078" y="1680"/>
            <a:chExt cx="1615" cy="1615"/>
          </a:xfrm>
        </p:grpSpPr>
        <p:sp>
          <p:nvSpPr>
            <p:cNvPr id="169" name="Oval 24">
              <a:extLst>
                <a:ext uri="{FF2B5EF4-FFF2-40B4-BE49-F238E27FC236}">
                  <a16:creationId xmlns="" xmlns:a16="http://schemas.microsoft.com/office/drawing/2014/main" id="{CACFC30A-9877-4806-9B4C-587ACE150345}"/>
                </a:ext>
              </a:extLst>
            </p:cNvPr>
            <p:cNvSpPr>
              <a:spLocks noChangeArrowheads="1"/>
            </p:cNvSpPr>
            <p:nvPr/>
          </p:nvSpPr>
          <p:spPr bwMode="gray">
            <a:xfrm>
              <a:off x="2078" y="1680"/>
              <a:ext cx="1615" cy="1615"/>
            </a:xfrm>
            <a:prstGeom prst="ellipse">
              <a:avLst/>
            </a:prstGeom>
            <a:gradFill rotWithShape="1">
              <a:gsLst>
                <a:gs pos="0">
                  <a:srgbClr val="FFFFFF">
                    <a:gamma/>
                    <a:shade val="46275"/>
                    <a:invGamma/>
                  </a:srgbClr>
                </a:gs>
                <a:gs pos="50000">
                  <a:srgbClr val="FFFFFF"/>
                </a:gs>
                <a:gs pos="100000">
                  <a:srgbClr val="FFFFFF">
                    <a:gamma/>
                    <a:shade val="46275"/>
                    <a:invGamma/>
                  </a:srgbClr>
                </a:gs>
              </a:gsLst>
              <a:lin ang="5400000" scaled="1"/>
            </a:gradFill>
            <a:ln w="57150" algn="ctr">
              <a:noFill/>
              <a:round/>
              <a:headEnd/>
              <a:tailEnd/>
            </a:ln>
            <a:effectLst/>
          </p:spPr>
          <p:txBody>
            <a:bodyPr wrap="none" anchor="ct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latin typeface="Arial" pitchFamily="34" charset="0"/>
              </a:endParaRPr>
            </a:p>
          </p:txBody>
        </p:sp>
        <p:sp>
          <p:nvSpPr>
            <p:cNvPr id="170" name="Oval 25">
              <a:extLst>
                <a:ext uri="{FF2B5EF4-FFF2-40B4-BE49-F238E27FC236}">
                  <a16:creationId xmlns="" xmlns:a16="http://schemas.microsoft.com/office/drawing/2014/main" id="{640C1602-143A-456B-BA22-7664A3DEFFCF}"/>
                </a:ext>
              </a:extLst>
            </p:cNvPr>
            <p:cNvSpPr>
              <a:spLocks noChangeArrowheads="1"/>
            </p:cNvSpPr>
            <p:nvPr/>
          </p:nvSpPr>
          <p:spPr bwMode="gray">
            <a:xfrm>
              <a:off x="2170" y="1771"/>
              <a:ext cx="1430" cy="1430"/>
            </a:xfrm>
            <a:prstGeom prst="ellipse">
              <a:avLst/>
            </a:prstGeom>
            <a:gradFill rotWithShape="1">
              <a:gsLst>
                <a:gs pos="0">
                  <a:srgbClr val="FFFFFF">
                    <a:gamma/>
                    <a:shade val="63529"/>
                    <a:invGamma/>
                  </a:srgbClr>
                </a:gs>
                <a:gs pos="50000">
                  <a:srgbClr val="FFFFFF"/>
                </a:gs>
                <a:gs pos="100000">
                  <a:srgbClr val="FFFFFF">
                    <a:gamma/>
                    <a:shade val="63529"/>
                    <a:invGamma/>
                  </a:srgbClr>
                </a:gs>
              </a:gsLst>
              <a:lin ang="0" scaled="1"/>
            </a:gradFill>
            <a:ln w="9525" algn="ctr">
              <a:noFill/>
              <a:round/>
              <a:headEnd/>
              <a:tailEnd/>
            </a:ln>
            <a:effectLst/>
          </p:spPr>
          <p:txBody>
            <a:bodyPr wrap="none" anchor="ct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latin typeface="Arial" pitchFamily="34" charset="0"/>
              </a:endParaRPr>
            </a:p>
          </p:txBody>
        </p:sp>
        <p:sp>
          <p:nvSpPr>
            <p:cNvPr id="171" name="Oval 26">
              <a:extLst>
                <a:ext uri="{FF2B5EF4-FFF2-40B4-BE49-F238E27FC236}">
                  <a16:creationId xmlns="" xmlns:a16="http://schemas.microsoft.com/office/drawing/2014/main" id="{53792F8F-0D9C-4345-A703-F034640FA7A7}"/>
                </a:ext>
              </a:extLst>
            </p:cNvPr>
            <p:cNvSpPr>
              <a:spLocks noChangeArrowheads="1"/>
            </p:cNvSpPr>
            <p:nvPr/>
          </p:nvSpPr>
          <p:spPr bwMode="gray">
            <a:xfrm>
              <a:off x="2254" y="1856"/>
              <a:ext cx="1262" cy="1264"/>
            </a:xfrm>
            <a:prstGeom prst="ellipse">
              <a:avLst/>
            </a:prstGeom>
            <a:gradFill rotWithShape="1">
              <a:gsLst>
                <a:gs pos="0">
                  <a:srgbClr val="8AD4CD">
                    <a:gamma/>
                    <a:tint val="0"/>
                    <a:invGamma/>
                  </a:srgbClr>
                </a:gs>
                <a:gs pos="50000">
                  <a:srgbClr val="8AD4CD"/>
                </a:gs>
                <a:gs pos="100000">
                  <a:srgbClr val="8AD4CD">
                    <a:gamma/>
                    <a:tint val="0"/>
                    <a:invGamma/>
                  </a:srgbClr>
                </a:gs>
              </a:gsLst>
              <a:lin ang="2700000" scaled="1"/>
            </a:gradFill>
            <a:ln w="38100" algn="ctr">
              <a:noFill/>
              <a:round/>
              <a:headEnd/>
              <a:tailEnd/>
            </a:ln>
            <a:effectLst/>
          </p:spPr>
          <p:txBody>
            <a:bodyPr wrap="none" anchor="ctr">
              <a:spAutoFit/>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latin typeface="Arial" pitchFamily="34" charset="0"/>
              </a:endParaRPr>
            </a:p>
          </p:txBody>
        </p:sp>
        <p:sp>
          <p:nvSpPr>
            <p:cNvPr id="172" name="Oval 27">
              <a:extLst>
                <a:ext uri="{FF2B5EF4-FFF2-40B4-BE49-F238E27FC236}">
                  <a16:creationId xmlns="" xmlns:a16="http://schemas.microsoft.com/office/drawing/2014/main" id="{B29790E8-4F4B-4579-8A6B-FE3F9B0CAEF2}"/>
                </a:ext>
              </a:extLst>
            </p:cNvPr>
            <p:cNvSpPr>
              <a:spLocks noChangeArrowheads="1"/>
            </p:cNvSpPr>
            <p:nvPr/>
          </p:nvSpPr>
          <p:spPr bwMode="gray">
            <a:xfrm>
              <a:off x="2254" y="1856"/>
              <a:ext cx="1262" cy="1264"/>
            </a:xfrm>
            <a:prstGeom prst="ellipse">
              <a:avLst/>
            </a:prstGeom>
            <a:gradFill rotWithShape="1">
              <a:gsLst>
                <a:gs pos="0">
                  <a:srgbClr val="21B3E1"/>
                </a:gs>
                <a:gs pos="100000">
                  <a:srgbClr val="21B3E1">
                    <a:gamma/>
                    <a:shade val="46275"/>
                    <a:invGamma/>
                  </a:srgbClr>
                </a:gs>
              </a:gsLst>
              <a:lin ang="5400000" scaled="1"/>
            </a:gradFill>
            <a:ln w="38100" algn="ctr">
              <a:noFill/>
              <a:round/>
              <a:headEnd/>
              <a:tailEnd/>
            </a:ln>
            <a:effectLst/>
          </p:spPr>
          <p:txBody>
            <a:bodyPr wrap="none" anchor="ctr">
              <a:spAutoFit/>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latin typeface="Arial" pitchFamily="34" charset="0"/>
              </a:endParaRPr>
            </a:p>
          </p:txBody>
        </p:sp>
        <p:sp>
          <p:nvSpPr>
            <p:cNvPr id="173" name="Oval 28">
              <a:extLst>
                <a:ext uri="{FF2B5EF4-FFF2-40B4-BE49-F238E27FC236}">
                  <a16:creationId xmlns="" xmlns:a16="http://schemas.microsoft.com/office/drawing/2014/main" id="{358C33BB-071D-4F24-839E-CC9C393EF0D8}"/>
                </a:ext>
              </a:extLst>
            </p:cNvPr>
            <p:cNvSpPr>
              <a:spLocks noChangeArrowheads="1"/>
            </p:cNvSpPr>
            <p:nvPr/>
          </p:nvSpPr>
          <p:spPr bwMode="gray">
            <a:xfrm>
              <a:off x="2337" y="1939"/>
              <a:ext cx="1096" cy="1098"/>
            </a:xfrm>
            <a:prstGeom prst="ellipse">
              <a:avLst/>
            </a:prstGeom>
            <a:gradFill rotWithShape="1">
              <a:gsLst>
                <a:gs pos="0">
                  <a:srgbClr val="8AD4CD">
                    <a:gamma/>
                    <a:shade val="54118"/>
                    <a:invGamma/>
                  </a:srgbClr>
                </a:gs>
                <a:gs pos="50000">
                  <a:srgbClr val="8AD4CD"/>
                </a:gs>
                <a:gs pos="100000">
                  <a:srgbClr val="8AD4CD">
                    <a:gamma/>
                    <a:shade val="54118"/>
                    <a:invGamma/>
                  </a:srgbClr>
                </a:gs>
              </a:gsLst>
              <a:lin ang="18900000" scaled="1"/>
            </a:gradFill>
            <a:ln w="38100" algn="ctr">
              <a:noFill/>
              <a:round/>
              <a:headEnd/>
              <a:tailEnd/>
            </a:ln>
            <a:effectLst/>
          </p:spPr>
          <p:txBody>
            <a:bodyPr anchor="ctr">
              <a:spAutoFit/>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latin typeface="Arial" pitchFamily="34" charset="0"/>
              </a:endParaRPr>
            </a:p>
          </p:txBody>
        </p:sp>
        <p:sp>
          <p:nvSpPr>
            <p:cNvPr id="174" name="Oval 29">
              <a:extLst>
                <a:ext uri="{FF2B5EF4-FFF2-40B4-BE49-F238E27FC236}">
                  <a16:creationId xmlns="" xmlns:a16="http://schemas.microsoft.com/office/drawing/2014/main" id="{4E06C84A-1EFC-44EA-B29A-11ED722DE85A}"/>
                </a:ext>
              </a:extLst>
            </p:cNvPr>
            <p:cNvSpPr>
              <a:spLocks noChangeArrowheads="1"/>
            </p:cNvSpPr>
            <p:nvPr/>
          </p:nvSpPr>
          <p:spPr bwMode="gray">
            <a:xfrm>
              <a:off x="2337" y="1939"/>
              <a:ext cx="1096" cy="1098"/>
            </a:xfrm>
            <a:prstGeom prst="ellipse">
              <a:avLst/>
            </a:prstGeom>
            <a:gradFill rotWithShape="1">
              <a:gsLst>
                <a:gs pos="0">
                  <a:srgbClr val="21B3E1"/>
                </a:gs>
                <a:gs pos="100000">
                  <a:srgbClr val="21B3E1">
                    <a:gamma/>
                    <a:shade val="48627"/>
                    <a:invGamma/>
                  </a:srgbClr>
                </a:gs>
              </a:gsLst>
              <a:lin ang="2700000" scaled="1"/>
            </a:gradFill>
            <a:ln w="38100" algn="ctr">
              <a:noFill/>
              <a:round/>
              <a:headEnd/>
              <a:tailEnd/>
            </a:ln>
            <a:effectLst/>
          </p:spPr>
          <p:txBody>
            <a:bodyPr anchor="ctr">
              <a:spAutoFit/>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latin typeface="Arial" pitchFamily="34" charset="0"/>
              </a:endParaRPr>
            </a:p>
          </p:txBody>
        </p:sp>
      </p:grpSp>
      <p:grpSp>
        <p:nvGrpSpPr>
          <p:cNvPr id="175" name="Group 23">
            <a:extLst>
              <a:ext uri="{FF2B5EF4-FFF2-40B4-BE49-F238E27FC236}">
                <a16:creationId xmlns="" xmlns:a16="http://schemas.microsoft.com/office/drawing/2014/main" id="{DBD88F74-281E-49A6-BC26-B30CBBAE64C9}"/>
              </a:ext>
            </a:extLst>
          </p:cNvPr>
          <p:cNvGrpSpPr>
            <a:grpSpLocks noChangeAspect="1"/>
          </p:cNvGrpSpPr>
          <p:nvPr/>
        </p:nvGrpSpPr>
        <p:grpSpPr bwMode="auto">
          <a:xfrm>
            <a:off x="7050659" y="5431096"/>
            <a:ext cx="381000" cy="381000"/>
            <a:chOff x="2078" y="1680"/>
            <a:chExt cx="1615" cy="1615"/>
          </a:xfrm>
        </p:grpSpPr>
        <p:sp>
          <p:nvSpPr>
            <p:cNvPr id="176" name="Oval 24">
              <a:extLst>
                <a:ext uri="{FF2B5EF4-FFF2-40B4-BE49-F238E27FC236}">
                  <a16:creationId xmlns="" xmlns:a16="http://schemas.microsoft.com/office/drawing/2014/main" id="{8B6A68AB-47EE-4BEB-9563-FC726BE4E43A}"/>
                </a:ext>
              </a:extLst>
            </p:cNvPr>
            <p:cNvSpPr>
              <a:spLocks noChangeArrowheads="1"/>
            </p:cNvSpPr>
            <p:nvPr/>
          </p:nvSpPr>
          <p:spPr bwMode="gray">
            <a:xfrm>
              <a:off x="2078" y="1680"/>
              <a:ext cx="1615" cy="1615"/>
            </a:xfrm>
            <a:prstGeom prst="ellipse">
              <a:avLst/>
            </a:prstGeom>
            <a:gradFill rotWithShape="1">
              <a:gsLst>
                <a:gs pos="0">
                  <a:srgbClr val="FFFFFF">
                    <a:gamma/>
                    <a:shade val="46275"/>
                    <a:invGamma/>
                  </a:srgbClr>
                </a:gs>
                <a:gs pos="50000">
                  <a:srgbClr val="FFFFFF"/>
                </a:gs>
                <a:gs pos="100000">
                  <a:srgbClr val="FFFFFF">
                    <a:gamma/>
                    <a:shade val="46275"/>
                    <a:invGamma/>
                  </a:srgbClr>
                </a:gs>
              </a:gsLst>
              <a:lin ang="5400000" scaled="1"/>
            </a:gradFill>
            <a:ln w="57150" algn="ctr">
              <a:noFill/>
              <a:round/>
              <a:headEnd/>
              <a:tailEnd/>
            </a:ln>
            <a:effectLst/>
          </p:spPr>
          <p:txBody>
            <a:bodyPr wrap="none" anchor="ct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latin typeface="Arial" pitchFamily="34" charset="0"/>
              </a:endParaRPr>
            </a:p>
          </p:txBody>
        </p:sp>
        <p:sp>
          <p:nvSpPr>
            <p:cNvPr id="177" name="Oval 25">
              <a:extLst>
                <a:ext uri="{FF2B5EF4-FFF2-40B4-BE49-F238E27FC236}">
                  <a16:creationId xmlns="" xmlns:a16="http://schemas.microsoft.com/office/drawing/2014/main" id="{004826CD-E5CF-47B8-BD5C-D81E5D353CD7}"/>
                </a:ext>
              </a:extLst>
            </p:cNvPr>
            <p:cNvSpPr>
              <a:spLocks noChangeArrowheads="1"/>
            </p:cNvSpPr>
            <p:nvPr/>
          </p:nvSpPr>
          <p:spPr bwMode="gray">
            <a:xfrm>
              <a:off x="2170" y="1771"/>
              <a:ext cx="1430" cy="1430"/>
            </a:xfrm>
            <a:prstGeom prst="ellipse">
              <a:avLst/>
            </a:prstGeom>
            <a:gradFill rotWithShape="1">
              <a:gsLst>
                <a:gs pos="0">
                  <a:srgbClr val="FFFFFF">
                    <a:gamma/>
                    <a:shade val="63529"/>
                    <a:invGamma/>
                  </a:srgbClr>
                </a:gs>
                <a:gs pos="50000">
                  <a:srgbClr val="FFFFFF"/>
                </a:gs>
                <a:gs pos="100000">
                  <a:srgbClr val="FFFFFF">
                    <a:gamma/>
                    <a:shade val="63529"/>
                    <a:invGamma/>
                  </a:srgbClr>
                </a:gs>
              </a:gsLst>
              <a:lin ang="0" scaled="1"/>
            </a:gradFill>
            <a:ln w="9525" algn="ctr">
              <a:noFill/>
              <a:round/>
              <a:headEnd/>
              <a:tailEnd/>
            </a:ln>
            <a:effectLst/>
          </p:spPr>
          <p:txBody>
            <a:bodyPr wrap="none" anchor="ct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latin typeface="Arial" pitchFamily="34" charset="0"/>
              </a:endParaRPr>
            </a:p>
          </p:txBody>
        </p:sp>
        <p:sp>
          <p:nvSpPr>
            <p:cNvPr id="178" name="Oval 26">
              <a:extLst>
                <a:ext uri="{FF2B5EF4-FFF2-40B4-BE49-F238E27FC236}">
                  <a16:creationId xmlns="" xmlns:a16="http://schemas.microsoft.com/office/drawing/2014/main" id="{3B71C91A-95B1-48A6-8F6E-2BCE30BA5067}"/>
                </a:ext>
              </a:extLst>
            </p:cNvPr>
            <p:cNvSpPr>
              <a:spLocks noChangeArrowheads="1"/>
            </p:cNvSpPr>
            <p:nvPr/>
          </p:nvSpPr>
          <p:spPr bwMode="gray">
            <a:xfrm>
              <a:off x="2254" y="1856"/>
              <a:ext cx="1262" cy="1264"/>
            </a:xfrm>
            <a:prstGeom prst="ellipse">
              <a:avLst/>
            </a:prstGeom>
            <a:gradFill rotWithShape="1">
              <a:gsLst>
                <a:gs pos="0">
                  <a:srgbClr val="8AD4CD">
                    <a:gamma/>
                    <a:tint val="0"/>
                    <a:invGamma/>
                  </a:srgbClr>
                </a:gs>
                <a:gs pos="50000">
                  <a:srgbClr val="8AD4CD"/>
                </a:gs>
                <a:gs pos="100000">
                  <a:srgbClr val="8AD4CD">
                    <a:gamma/>
                    <a:tint val="0"/>
                    <a:invGamma/>
                  </a:srgbClr>
                </a:gs>
              </a:gsLst>
              <a:lin ang="2700000" scaled="1"/>
            </a:gradFill>
            <a:ln w="38100" algn="ctr">
              <a:noFill/>
              <a:round/>
              <a:headEnd/>
              <a:tailEnd/>
            </a:ln>
            <a:effectLst/>
          </p:spPr>
          <p:txBody>
            <a:bodyPr wrap="none" anchor="ctr">
              <a:spAutoFit/>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latin typeface="Arial" pitchFamily="34" charset="0"/>
              </a:endParaRPr>
            </a:p>
          </p:txBody>
        </p:sp>
        <p:sp>
          <p:nvSpPr>
            <p:cNvPr id="179" name="Oval 27">
              <a:extLst>
                <a:ext uri="{FF2B5EF4-FFF2-40B4-BE49-F238E27FC236}">
                  <a16:creationId xmlns="" xmlns:a16="http://schemas.microsoft.com/office/drawing/2014/main" id="{4B68C4BF-098A-4123-BB53-98CECA7F4A81}"/>
                </a:ext>
              </a:extLst>
            </p:cNvPr>
            <p:cNvSpPr>
              <a:spLocks noChangeArrowheads="1"/>
            </p:cNvSpPr>
            <p:nvPr/>
          </p:nvSpPr>
          <p:spPr bwMode="gray">
            <a:xfrm>
              <a:off x="2254" y="1856"/>
              <a:ext cx="1262" cy="1264"/>
            </a:xfrm>
            <a:prstGeom prst="ellipse">
              <a:avLst/>
            </a:prstGeom>
            <a:gradFill rotWithShape="1">
              <a:gsLst>
                <a:gs pos="0">
                  <a:srgbClr val="21B3E1"/>
                </a:gs>
                <a:gs pos="100000">
                  <a:srgbClr val="21B3E1">
                    <a:gamma/>
                    <a:shade val="46275"/>
                    <a:invGamma/>
                  </a:srgbClr>
                </a:gs>
              </a:gsLst>
              <a:lin ang="5400000" scaled="1"/>
            </a:gradFill>
            <a:ln w="38100" algn="ctr">
              <a:noFill/>
              <a:round/>
              <a:headEnd/>
              <a:tailEnd/>
            </a:ln>
            <a:effectLst/>
          </p:spPr>
          <p:txBody>
            <a:bodyPr wrap="none" anchor="ctr">
              <a:spAutoFit/>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latin typeface="Arial" pitchFamily="34" charset="0"/>
              </a:endParaRPr>
            </a:p>
          </p:txBody>
        </p:sp>
        <p:sp>
          <p:nvSpPr>
            <p:cNvPr id="180" name="Oval 28">
              <a:extLst>
                <a:ext uri="{FF2B5EF4-FFF2-40B4-BE49-F238E27FC236}">
                  <a16:creationId xmlns="" xmlns:a16="http://schemas.microsoft.com/office/drawing/2014/main" id="{3C5FE447-2DEF-4C03-AA66-D8D7E4B6E8E3}"/>
                </a:ext>
              </a:extLst>
            </p:cNvPr>
            <p:cNvSpPr>
              <a:spLocks noChangeArrowheads="1"/>
            </p:cNvSpPr>
            <p:nvPr/>
          </p:nvSpPr>
          <p:spPr bwMode="gray">
            <a:xfrm>
              <a:off x="2337" y="1939"/>
              <a:ext cx="1096" cy="1098"/>
            </a:xfrm>
            <a:prstGeom prst="ellipse">
              <a:avLst/>
            </a:prstGeom>
            <a:gradFill rotWithShape="1">
              <a:gsLst>
                <a:gs pos="0">
                  <a:srgbClr val="8AD4CD">
                    <a:gamma/>
                    <a:shade val="54118"/>
                    <a:invGamma/>
                  </a:srgbClr>
                </a:gs>
                <a:gs pos="50000">
                  <a:srgbClr val="8AD4CD"/>
                </a:gs>
                <a:gs pos="100000">
                  <a:srgbClr val="8AD4CD">
                    <a:gamma/>
                    <a:shade val="54118"/>
                    <a:invGamma/>
                  </a:srgbClr>
                </a:gs>
              </a:gsLst>
              <a:lin ang="18900000" scaled="1"/>
            </a:gradFill>
            <a:ln w="38100" algn="ctr">
              <a:noFill/>
              <a:round/>
              <a:headEnd/>
              <a:tailEnd/>
            </a:ln>
            <a:effectLst/>
          </p:spPr>
          <p:txBody>
            <a:bodyPr anchor="ctr">
              <a:spAutoFit/>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latin typeface="Arial" pitchFamily="34" charset="0"/>
              </a:endParaRPr>
            </a:p>
          </p:txBody>
        </p:sp>
        <p:sp>
          <p:nvSpPr>
            <p:cNvPr id="181" name="Oval 29">
              <a:extLst>
                <a:ext uri="{FF2B5EF4-FFF2-40B4-BE49-F238E27FC236}">
                  <a16:creationId xmlns="" xmlns:a16="http://schemas.microsoft.com/office/drawing/2014/main" id="{A8ADD6E4-DB30-4BEC-98B9-1D2EAA799DA1}"/>
                </a:ext>
              </a:extLst>
            </p:cNvPr>
            <p:cNvSpPr>
              <a:spLocks noChangeArrowheads="1"/>
            </p:cNvSpPr>
            <p:nvPr/>
          </p:nvSpPr>
          <p:spPr bwMode="gray">
            <a:xfrm>
              <a:off x="2337" y="1939"/>
              <a:ext cx="1096" cy="1098"/>
            </a:xfrm>
            <a:prstGeom prst="ellipse">
              <a:avLst/>
            </a:prstGeom>
            <a:gradFill rotWithShape="1">
              <a:gsLst>
                <a:gs pos="0">
                  <a:srgbClr val="21B3E1"/>
                </a:gs>
                <a:gs pos="100000">
                  <a:srgbClr val="21B3E1">
                    <a:gamma/>
                    <a:shade val="48627"/>
                    <a:invGamma/>
                  </a:srgbClr>
                </a:gs>
              </a:gsLst>
              <a:lin ang="2700000" scaled="1"/>
            </a:gradFill>
            <a:ln w="38100" algn="ctr">
              <a:noFill/>
              <a:round/>
              <a:headEnd/>
              <a:tailEnd/>
            </a:ln>
            <a:effectLst/>
          </p:spPr>
          <p:txBody>
            <a:bodyPr anchor="ctr">
              <a:spAutoFit/>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latin typeface="Arial" pitchFamily="34" charset="0"/>
              </a:endParaRPr>
            </a:p>
          </p:txBody>
        </p:sp>
      </p:grpSp>
      <p:pic>
        <p:nvPicPr>
          <p:cNvPr id="44" name="Picture 43">
            <a:extLst>
              <a:ext uri="{FF2B5EF4-FFF2-40B4-BE49-F238E27FC236}">
                <a16:creationId xmlns="" xmlns:a16="http://schemas.microsoft.com/office/drawing/2014/main" id="{E448CBB6-205F-4A19-B760-D7DB914CD91E}"/>
              </a:ext>
            </a:extLst>
          </p:cNvPr>
          <p:cNvPicPr>
            <a:picLocks noChangeAspect="1"/>
          </p:cNvPicPr>
          <p:nvPr/>
        </p:nvPicPr>
        <p:blipFill>
          <a:blip r:embed="rId4"/>
          <a:stretch>
            <a:fillRect/>
          </a:stretch>
        </p:blipFill>
        <p:spPr>
          <a:xfrm>
            <a:off x="370588" y="932649"/>
            <a:ext cx="1676480" cy="1122389"/>
          </a:xfrm>
          <a:prstGeom prst="rect">
            <a:avLst/>
          </a:prstGeom>
        </p:spPr>
      </p:pic>
      <p:sp>
        <p:nvSpPr>
          <p:cNvPr id="4" name="Slide Number Placeholder 3">
            <a:extLst>
              <a:ext uri="{FF2B5EF4-FFF2-40B4-BE49-F238E27FC236}">
                <a16:creationId xmlns="" xmlns:a16="http://schemas.microsoft.com/office/drawing/2014/main" id="{2362C952-6708-4F88-B2DA-95AF1E3F0EFF}"/>
              </a:ext>
            </a:extLst>
          </p:cNvPr>
          <p:cNvSpPr>
            <a:spLocks noGrp="1"/>
          </p:cNvSpPr>
          <p:nvPr>
            <p:ph type="sldNum" sz="quarter" idx="12"/>
          </p:nvPr>
        </p:nvSpPr>
        <p:spPr/>
        <p:txBody>
          <a:bodyPr/>
          <a:lstStyle/>
          <a:p>
            <a:fld id="{7FC2E40A-4446-4E2B-B9AD-16F559E28E02}" type="slidenum">
              <a:rPr lang="en-US" smtClean="0"/>
              <a:t>52</a:t>
            </a:fld>
            <a:endParaRPr lang="en-US"/>
          </a:p>
        </p:txBody>
      </p:sp>
      <p:sp>
        <p:nvSpPr>
          <p:cNvPr id="42" name="AutoShape 10">
            <a:extLst>
              <a:ext uri="{FF2B5EF4-FFF2-40B4-BE49-F238E27FC236}">
                <a16:creationId xmlns="" xmlns:a16="http://schemas.microsoft.com/office/drawing/2014/main" id="{96E6A76C-5024-445C-8373-4A127C8598B1}"/>
              </a:ext>
            </a:extLst>
          </p:cNvPr>
          <p:cNvSpPr>
            <a:spLocks noChangeArrowheads="1"/>
          </p:cNvSpPr>
          <p:nvPr/>
        </p:nvSpPr>
        <p:spPr bwMode="gray">
          <a:xfrm flipH="1">
            <a:off x="6244699" y="57140"/>
            <a:ext cx="2137301" cy="649224"/>
          </a:xfrm>
          <a:prstGeom prst="chevron">
            <a:avLst>
              <a:gd name="adj" fmla="val 17842"/>
            </a:avLst>
          </a:prstGeom>
          <a:gradFill rotWithShape="1">
            <a:gsLst>
              <a:gs pos="0">
                <a:srgbClr val="84B09A">
                  <a:gamma/>
                  <a:shade val="46275"/>
                  <a:invGamma/>
                </a:srgbClr>
              </a:gs>
              <a:gs pos="50000">
                <a:srgbClr val="84B09A"/>
              </a:gs>
              <a:gs pos="100000">
                <a:srgbClr val="84B09A">
                  <a:gamma/>
                  <a:shade val="46275"/>
                  <a:invGamma/>
                </a:srgbClr>
              </a:gs>
            </a:gsLst>
            <a:lin ang="2700000" scaled="1"/>
          </a:gradFill>
          <a:ln w="38100">
            <a:solidFill>
              <a:srgbClr val="EAEAEA"/>
            </a:solidFill>
            <a:miter lim="800000"/>
            <a:headEnd/>
            <a:tailEnd/>
          </a:ln>
          <a:effectLst>
            <a:outerShdw dist="109250" dir="3267739" algn="ctr" rotWithShape="0">
              <a:srgbClr val="333333">
                <a:alpha val="50000"/>
              </a:srgbClr>
            </a:outerShdw>
          </a:effectLst>
        </p:spPr>
        <p:txBody>
          <a:bodyPr wrap="square" anchor="ctr">
            <a:spAutoFit/>
          </a:bodyPr>
          <a:lstStyle/>
          <a:p>
            <a:pPr algn="ctr" fontAlgn="base">
              <a:spcBef>
                <a:spcPct val="0"/>
              </a:spcBef>
              <a:spcAft>
                <a:spcPct val="0"/>
              </a:spcAft>
            </a:pPr>
            <a:endParaRPr lang="en-US" kern="0">
              <a:solidFill>
                <a:srgbClr val="3D81BF"/>
              </a:solidFill>
            </a:endParaRPr>
          </a:p>
        </p:txBody>
      </p:sp>
      <p:sp>
        <p:nvSpPr>
          <p:cNvPr id="43" name="AutoShape 3">
            <a:extLst>
              <a:ext uri="{FF2B5EF4-FFF2-40B4-BE49-F238E27FC236}">
                <a16:creationId xmlns="" xmlns:a16="http://schemas.microsoft.com/office/drawing/2014/main" id="{C71EB997-3681-42CE-8D12-DC0BC893643A}"/>
              </a:ext>
            </a:extLst>
          </p:cNvPr>
          <p:cNvSpPr>
            <a:spLocks noChangeArrowheads="1"/>
          </p:cNvSpPr>
          <p:nvPr/>
        </p:nvSpPr>
        <p:spPr bwMode="gray">
          <a:xfrm flipH="1">
            <a:off x="161662" y="57140"/>
            <a:ext cx="1970868" cy="651510"/>
          </a:xfrm>
          <a:prstGeom prst="chevron">
            <a:avLst>
              <a:gd name="adj" fmla="val 17009"/>
            </a:avLst>
          </a:prstGeom>
          <a:gradFill rotWithShape="1">
            <a:gsLst>
              <a:gs pos="0">
                <a:srgbClr val="84B09A">
                  <a:gamma/>
                  <a:shade val="46275"/>
                  <a:invGamma/>
                </a:srgbClr>
              </a:gs>
              <a:gs pos="50000">
                <a:srgbClr val="84B09A"/>
              </a:gs>
              <a:gs pos="100000">
                <a:srgbClr val="84B09A">
                  <a:gamma/>
                  <a:shade val="46275"/>
                  <a:invGamma/>
                </a:srgbClr>
              </a:gs>
            </a:gsLst>
            <a:lin ang="2700000" scaled="1"/>
          </a:gradFill>
          <a:ln w="38100">
            <a:solidFill>
              <a:srgbClr val="EAEAEA"/>
            </a:solidFill>
            <a:miter lim="800000"/>
            <a:headEnd/>
            <a:tailEnd/>
          </a:ln>
          <a:effectLst>
            <a:outerShdw dist="109250" dir="3267739" algn="ctr" rotWithShape="0">
              <a:srgbClr val="333333">
                <a:alpha val="50000"/>
              </a:srgbClr>
            </a:outerShdw>
          </a:effectLst>
        </p:spPr>
        <p:txBody>
          <a:bodyPr wrap="square" anchor="ctr">
            <a:spAutoFit/>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endParaRPr>
          </a:p>
        </p:txBody>
      </p:sp>
      <p:sp>
        <p:nvSpPr>
          <p:cNvPr id="47" name="Rectangle 46">
            <a:extLst>
              <a:ext uri="{FF2B5EF4-FFF2-40B4-BE49-F238E27FC236}">
                <a16:creationId xmlns="" xmlns:a16="http://schemas.microsoft.com/office/drawing/2014/main" id="{C48087A2-0F0F-40A0-A837-05942D40B928}"/>
              </a:ext>
            </a:extLst>
          </p:cNvPr>
          <p:cNvSpPr/>
          <p:nvPr/>
        </p:nvSpPr>
        <p:spPr>
          <a:xfrm>
            <a:off x="431672" y="189466"/>
            <a:ext cx="1443038" cy="338554"/>
          </a:xfrm>
          <a:prstGeom prst="rect">
            <a:avLst/>
          </a:prstGeom>
        </p:spPr>
        <p:txBody>
          <a:bodyPr wrap="square">
            <a:spAutoFit/>
          </a:bodyPr>
          <a:lstStyle/>
          <a:p>
            <a:pPr lvl="0" algn="ctr" rtl="1" fontAlgn="base">
              <a:spcBef>
                <a:spcPct val="0"/>
              </a:spcBef>
              <a:spcAft>
                <a:spcPct val="0"/>
              </a:spcAft>
            </a:pPr>
            <a:r>
              <a:rPr lang="fa-IR" sz="1600" b="1" dirty="0">
                <a:solidFill>
                  <a:srgbClr val="FFFFFF"/>
                </a:solidFill>
                <a:latin typeface="Times New Roman" panose="02020603050405020304" pitchFamily="18" charset="0"/>
                <a:cs typeface="B Nazanin" panose="00000400000000000000" pitchFamily="2" charset="-78"/>
              </a:rPr>
              <a:t>مقالات اخیر</a:t>
            </a:r>
            <a:endParaRPr lang="en-US" sz="1600" b="1" dirty="0">
              <a:solidFill>
                <a:srgbClr val="FFFFFF"/>
              </a:solidFill>
              <a:latin typeface="Times New Roman" panose="02020603050405020304" pitchFamily="18" charset="0"/>
              <a:cs typeface="B Nazanin" panose="00000400000000000000" pitchFamily="2" charset="-78"/>
            </a:endParaRPr>
          </a:p>
        </p:txBody>
      </p:sp>
      <p:sp>
        <p:nvSpPr>
          <p:cNvPr id="48" name="Rectangle 47">
            <a:extLst>
              <a:ext uri="{FF2B5EF4-FFF2-40B4-BE49-F238E27FC236}">
                <a16:creationId xmlns="" xmlns:a16="http://schemas.microsoft.com/office/drawing/2014/main" id="{BF9CF44D-C94F-4B09-AF24-15EACD7BE0F4}"/>
              </a:ext>
            </a:extLst>
          </p:cNvPr>
          <p:cNvSpPr/>
          <p:nvPr/>
        </p:nvSpPr>
        <p:spPr>
          <a:xfrm>
            <a:off x="6499957" y="197162"/>
            <a:ext cx="1626786" cy="323165"/>
          </a:xfrm>
          <a:prstGeom prst="rect">
            <a:avLst/>
          </a:prstGeom>
        </p:spPr>
        <p:txBody>
          <a:bodyPr wrap="square">
            <a:spAutoFit/>
          </a:bodyPr>
          <a:lstStyle/>
          <a:p>
            <a:pPr lvl="0" algn="ctr" fontAlgn="base">
              <a:spcBef>
                <a:spcPct val="0"/>
              </a:spcBef>
              <a:spcAft>
                <a:spcPct val="0"/>
              </a:spcAft>
              <a:defRPr/>
            </a:pPr>
            <a:r>
              <a:rPr lang="fa-IR" sz="1500" b="1" kern="0" dirty="0" err="1">
                <a:solidFill>
                  <a:srgbClr val="FFFFFF"/>
                </a:solidFill>
                <a:latin typeface="Times New Roman" panose="02020603050405020304" pitchFamily="18" charset="0"/>
                <a:cs typeface="B Nazanin" pitchFamily="2" charset="-78"/>
              </a:rPr>
              <a:t>باتریها</a:t>
            </a:r>
            <a:endParaRPr lang="en-US" sz="1500" b="1" kern="0" dirty="0">
              <a:solidFill>
                <a:srgbClr val="FFFFFF"/>
              </a:solidFill>
              <a:latin typeface="Times New Roman" panose="02020603050405020304" pitchFamily="18" charset="0"/>
              <a:cs typeface="B Nazanin" pitchFamily="2" charset="-78"/>
            </a:endParaRPr>
          </a:p>
        </p:txBody>
      </p:sp>
      <p:sp>
        <p:nvSpPr>
          <p:cNvPr id="49" name="AutoShape 10">
            <a:extLst>
              <a:ext uri="{FF2B5EF4-FFF2-40B4-BE49-F238E27FC236}">
                <a16:creationId xmlns="" xmlns:a16="http://schemas.microsoft.com/office/drawing/2014/main" id="{50B159E1-0AA0-4C32-86C7-52F5C5E0D242}"/>
              </a:ext>
            </a:extLst>
          </p:cNvPr>
          <p:cNvSpPr>
            <a:spLocks noChangeArrowheads="1"/>
          </p:cNvSpPr>
          <p:nvPr/>
        </p:nvSpPr>
        <p:spPr bwMode="gray">
          <a:xfrm flipH="1">
            <a:off x="2105458" y="54854"/>
            <a:ext cx="2137301" cy="651510"/>
          </a:xfrm>
          <a:prstGeom prst="chevron">
            <a:avLst>
              <a:gd name="adj" fmla="val 17842"/>
            </a:avLst>
          </a:prstGeom>
          <a:gradFill rotWithShape="1">
            <a:gsLst>
              <a:gs pos="0">
                <a:srgbClr val="3659EC">
                  <a:gamma/>
                  <a:shade val="46275"/>
                  <a:invGamma/>
                </a:srgbClr>
              </a:gs>
              <a:gs pos="50000">
                <a:srgbClr val="3659EC"/>
              </a:gs>
              <a:gs pos="100000">
                <a:srgbClr val="3659EC">
                  <a:gamma/>
                  <a:shade val="46275"/>
                  <a:invGamma/>
                </a:srgbClr>
              </a:gs>
            </a:gsLst>
            <a:lin ang="2700000" scaled="1"/>
          </a:gradFill>
          <a:ln w="38100">
            <a:solidFill>
              <a:srgbClr val="EAEAEA"/>
            </a:solidFill>
            <a:miter lim="800000"/>
            <a:headEnd/>
            <a:tailEnd/>
          </a:ln>
          <a:effectLst>
            <a:outerShdw dist="109250" dir="3267739" algn="ctr" rotWithShape="0">
              <a:srgbClr val="333333">
                <a:alpha val="50000"/>
              </a:srgbClr>
            </a:outerShdw>
          </a:effectLst>
        </p:spPr>
        <p:txBody>
          <a:bodyPr wrap="square" anchor="ctr">
            <a:spAutoFit/>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endParaRPr>
          </a:p>
        </p:txBody>
      </p:sp>
      <p:sp>
        <p:nvSpPr>
          <p:cNvPr id="50" name="AutoShape 3">
            <a:extLst>
              <a:ext uri="{FF2B5EF4-FFF2-40B4-BE49-F238E27FC236}">
                <a16:creationId xmlns="" xmlns:a16="http://schemas.microsoft.com/office/drawing/2014/main" id="{DBA5C955-0E66-467E-8B5F-EF4EE5F8F3FA}"/>
              </a:ext>
            </a:extLst>
          </p:cNvPr>
          <p:cNvSpPr>
            <a:spLocks noChangeArrowheads="1"/>
          </p:cNvSpPr>
          <p:nvPr/>
        </p:nvSpPr>
        <p:spPr bwMode="gray">
          <a:xfrm flipH="1">
            <a:off x="4215687" y="54854"/>
            <a:ext cx="2056085" cy="651510"/>
          </a:xfrm>
          <a:prstGeom prst="chevron">
            <a:avLst>
              <a:gd name="adj" fmla="val 17009"/>
            </a:avLst>
          </a:prstGeom>
          <a:gradFill rotWithShape="1">
            <a:gsLst>
              <a:gs pos="0">
                <a:srgbClr val="84B09A">
                  <a:gamma/>
                  <a:shade val="46275"/>
                  <a:invGamma/>
                </a:srgbClr>
              </a:gs>
              <a:gs pos="50000">
                <a:srgbClr val="84B09A"/>
              </a:gs>
              <a:gs pos="100000">
                <a:srgbClr val="84B09A">
                  <a:gamma/>
                  <a:shade val="46275"/>
                  <a:invGamma/>
                </a:srgbClr>
              </a:gs>
            </a:gsLst>
            <a:lin ang="2700000" scaled="1"/>
          </a:gradFill>
          <a:ln w="38100">
            <a:solidFill>
              <a:srgbClr val="EAEAEA"/>
            </a:solidFill>
            <a:miter lim="800000"/>
            <a:headEnd/>
            <a:tailEnd/>
          </a:ln>
          <a:effectLst>
            <a:outerShdw dist="109250" dir="3267739" algn="ctr" rotWithShape="0">
              <a:srgbClr val="333333">
                <a:alpha val="50000"/>
              </a:srgbClr>
            </a:outerShdw>
          </a:effectLst>
        </p:spPr>
        <p:txBody>
          <a:bodyPr wrap="square" anchor="ctr">
            <a:spAutoFit/>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endParaRPr>
          </a:p>
        </p:txBody>
      </p:sp>
      <p:sp>
        <p:nvSpPr>
          <p:cNvPr id="51" name="Rectangle 50">
            <a:extLst>
              <a:ext uri="{FF2B5EF4-FFF2-40B4-BE49-F238E27FC236}">
                <a16:creationId xmlns="" xmlns:a16="http://schemas.microsoft.com/office/drawing/2014/main" id="{4DE55AA0-934E-4757-A2D4-1C4E49036DCD}"/>
              </a:ext>
            </a:extLst>
          </p:cNvPr>
          <p:cNvSpPr/>
          <p:nvPr/>
        </p:nvSpPr>
        <p:spPr>
          <a:xfrm>
            <a:off x="2402046" y="64070"/>
            <a:ext cx="1600200" cy="584775"/>
          </a:xfrm>
          <a:prstGeom prst="rect">
            <a:avLst/>
          </a:prstGeom>
        </p:spPr>
        <p:txBody>
          <a:bodyPr wrap="square">
            <a:spAutoFit/>
          </a:bodyPr>
          <a:lstStyle/>
          <a:p>
            <a:pPr lvl="0" algn="ctr" rtl="1" fontAlgn="base">
              <a:spcBef>
                <a:spcPct val="0"/>
              </a:spcBef>
              <a:spcAft>
                <a:spcPct val="0"/>
              </a:spcAft>
            </a:pPr>
            <a:r>
              <a:rPr lang="fa-IR" sz="1600" b="1" dirty="0">
                <a:solidFill>
                  <a:srgbClr val="FFFFFF"/>
                </a:solidFill>
                <a:latin typeface="Times New Roman" panose="02020603050405020304" pitchFamily="18" charset="0"/>
                <a:cs typeface="B Nazanin" panose="00000400000000000000" pitchFamily="2" charset="-78"/>
              </a:rPr>
              <a:t>سیستم مدیریت همسان سازی</a:t>
            </a:r>
            <a:endParaRPr lang="en-US" sz="1600" b="1" dirty="0">
              <a:solidFill>
                <a:srgbClr val="FFFFFF"/>
              </a:solidFill>
              <a:latin typeface="Times New Roman" panose="02020603050405020304" pitchFamily="18" charset="0"/>
              <a:cs typeface="B Nazanin" panose="00000400000000000000" pitchFamily="2" charset="-78"/>
            </a:endParaRPr>
          </a:p>
        </p:txBody>
      </p:sp>
      <p:sp>
        <p:nvSpPr>
          <p:cNvPr id="52" name="Rectangle 51">
            <a:extLst>
              <a:ext uri="{FF2B5EF4-FFF2-40B4-BE49-F238E27FC236}">
                <a16:creationId xmlns="" xmlns:a16="http://schemas.microsoft.com/office/drawing/2014/main" id="{AC165A2D-60D3-440C-A112-7B419F7E72B2}"/>
              </a:ext>
            </a:extLst>
          </p:cNvPr>
          <p:cNvSpPr/>
          <p:nvPr/>
        </p:nvSpPr>
        <p:spPr>
          <a:xfrm>
            <a:off x="4529582" y="89171"/>
            <a:ext cx="1443038" cy="584775"/>
          </a:xfrm>
          <a:prstGeom prst="rect">
            <a:avLst/>
          </a:prstGeom>
        </p:spPr>
        <p:txBody>
          <a:bodyPr wrap="square">
            <a:spAutoFit/>
          </a:bodyPr>
          <a:lstStyle/>
          <a:p>
            <a:pPr lvl="0" algn="ctr" rtl="1" fontAlgn="base">
              <a:spcBef>
                <a:spcPct val="0"/>
              </a:spcBef>
              <a:spcAft>
                <a:spcPct val="0"/>
              </a:spcAft>
            </a:pPr>
            <a:r>
              <a:rPr lang="fa-IR" sz="1600" b="1" dirty="0">
                <a:solidFill>
                  <a:srgbClr val="FFFFFF"/>
                </a:solidFill>
                <a:latin typeface="Times New Roman" panose="02020603050405020304" pitchFamily="18" charset="0"/>
                <a:cs typeface="B Nazanin" panose="00000400000000000000" pitchFamily="2" charset="-78"/>
              </a:rPr>
              <a:t>سیستم مدیریت باتری</a:t>
            </a:r>
            <a:endParaRPr lang="en-US" sz="1600" b="1" dirty="0">
              <a:solidFill>
                <a:srgbClr val="FFFFFF"/>
              </a:solidFill>
              <a:latin typeface="Times New Roman" panose="02020603050405020304" pitchFamily="18" charset="0"/>
              <a:cs typeface="B Nazanin" panose="00000400000000000000" pitchFamily="2" charset="-78"/>
            </a:endParaRPr>
          </a:p>
        </p:txBody>
      </p:sp>
      <p:sp>
        <p:nvSpPr>
          <p:cNvPr id="53" name="Slide Number Placeholder 3">
            <a:extLst>
              <a:ext uri="{FF2B5EF4-FFF2-40B4-BE49-F238E27FC236}">
                <a16:creationId xmlns="" xmlns:a16="http://schemas.microsoft.com/office/drawing/2014/main" id="{FEFB061F-8AAB-4535-B272-1BA4D5A77191}"/>
              </a:ext>
            </a:extLst>
          </p:cNvPr>
          <p:cNvSpPr txBox="1">
            <a:spLocks/>
          </p:cNvSpPr>
          <p:nvPr/>
        </p:nvSpPr>
        <p:spPr>
          <a:xfrm>
            <a:off x="8965" y="6090313"/>
            <a:ext cx="676835" cy="767687"/>
          </a:xfrm>
          <a:prstGeom prst="rect">
            <a:avLst/>
          </a:prstGeom>
        </p:spPr>
        <p:txBody>
          <a:bodyPr vert="horz" lIns="91440" tIns="45720" rIns="91440" bIns="45720" rtlCol="0" anchor="ctr"/>
          <a:lstStyle>
            <a:defPPr>
              <a:defRPr lang="en-US"/>
            </a:defPPr>
            <a:lvl1pPr marL="0" algn="l" defTabSz="914400" rtl="0" eaLnBrk="1" latinLnBrk="0" hangingPunct="1">
              <a:defRPr sz="1400" b="1" kern="1200">
                <a:solidFill>
                  <a:srgbClr val="FFFFFF"/>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rtl="1"/>
            <a:fld id="{E8ADF199-8047-440E-B02B-E80683B392F2}" type="slidenum">
              <a:rPr lang="fa-IR" sz="1800" smtClean="0">
                <a:solidFill>
                  <a:schemeClr val="tx1"/>
                </a:solidFill>
                <a:cs typeface="B Lotus" panose="00000400000000000000" pitchFamily="2" charset="-78"/>
              </a:rPr>
              <a:pPr rtl="1"/>
              <a:t>52</a:t>
            </a:fld>
            <a:endParaRPr lang="fa-IR" sz="1800" dirty="0">
              <a:solidFill>
                <a:schemeClr val="tx1"/>
              </a:solidFill>
              <a:cs typeface="B Lotus" panose="00000400000000000000" pitchFamily="2" charset="-78"/>
            </a:endParaRPr>
          </a:p>
        </p:txBody>
      </p:sp>
    </p:spTree>
    <p:extLst>
      <p:ext uri="{BB962C8B-B14F-4D97-AF65-F5344CB8AC3E}">
        <p14:creationId xmlns:p14="http://schemas.microsoft.com/office/powerpoint/2010/main" val="3252865195"/>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4" name="TextBox 23">
            <a:extLst>
              <a:ext uri="{FF2B5EF4-FFF2-40B4-BE49-F238E27FC236}">
                <a16:creationId xmlns="" xmlns:a16="http://schemas.microsoft.com/office/drawing/2014/main" id="{F43469DC-7F5B-471E-BD74-ED709E621F63}"/>
              </a:ext>
            </a:extLst>
          </p:cNvPr>
          <p:cNvSpPr txBox="1"/>
          <p:nvPr/>
        </p:nvSpPr>
        <p:spPr>
          <a:xfrm>
            <a:off x="6667382" y="2357681"/>
            <a:ext cx="2186817" cy="369332"/>
          </a:xfrm>
          <a:prstGeom prst="rect">
            <a:avLst/>
          </a:prstGeom>
          <a:noFill/>
        </p:spPr>
        <p:txBody>
          <a:bodyPr wrap="none" rtlCol="0">
            <a:spAutoFit/>
          </a:bodyPr>
          <a:lstStyle/>
          <a:p>
            <a:pPr algn="r" rtl="1"/>
            <a:r>
              <a:rPr lang="fa-IR" b="1" dirty="0">
                <a:cs typeface="B Nazanin" panose="00000400000000000000" pitchFamily="2" charset="-78"/>
              </a:rPr>
              <a:t>متغیر های همسان سازی</a:t>
            </a:r>
          </a:p>
        </p:txBody>
      </p:sp>
      <p:sp>
        <p:nvSpPr>
          <p:cNvPr id="35" name="Rounded Rectangle 175">
            <a:extLst>
              <a:ext uri="{FF2B5EF4-FFF2-40B4-BE49-F238E27FC236}">
                <a16:creationId xmlns="" xmlns:a16="http://schemas.microsoft.com/office/drawing/2014/main" id="{D8E27344-2AB1-4A61-B14B-D9C7962F785E}"/>
              </a:ext>
            </a:extLst>
          </p:cNvPr>
          <p:cNvSpPr/>
          <p:nvPr/>
        </p:nvSpPr>
        <p:spPr bwMode="auto">
          <a:xfrm>
            <a:off x="6324600" y="1066930"/>
            <a:ext cx="2922494" cy="418072"/>
          </a:xfrm>
          <a:prstGeom prst="roundRect">
            <a:avLst/>
          </a:prstGeom>
          <a:solidFill>
            <a:srgbClr val="3D81BF">
              <a:lumMod val="75000"/>
            </a:srgbClr>
          </a:solidFill>
          <a:ln w="9525" cap="flat" cmpd="sng" algn="ctr">
            <a:solidFill>
              <a:srgbClr val="000000"/>
            </a:solidFill>
            <a:prstDash val="solid"/>
            <a:round/>
            <a:headEnd type="none" w="med" len="med"/>
            <a:tailEnd type="none" w="med" len="med"/>
          </a:ln>
          <a:effectLst>
            <a:reflection blurRad="6350" stA="50000" endA="300" endPos="55000" dir="5400000" sy="-100000" algn="bl" rotWithShape="0"/>
          </a:effectLst>
          <a:scene3d>
            <a:camera prst="isometricOffAxis2Left"/>
            <a:lightRig rig="threePt" dir="t"/>
          </a:scene3d>
        </p:spPr>
        <p:txBody>
          <a:bodyPr vert="horz" wrap="square" lIns="91440" tIns="45720" rIns="91440" bIns="45720" numCol="1" rtlCol="0" anchor="t" anchorCtr="0" compatLnSpc="1">
            <a:prstTxWarp prst="textNoShape">
              <a:avLst/>
            </a:prstTxWarp>
          </a:bodyPr>
          <a:lstStyle/>
          <a:p>
            <a:pPr lvl="0" algn="ctr" rtl="1" fontAlgn="base">
              <a:spcBef>
                <a:spcPct val="0"/>
              </a:spcBef>
              <a:spcAft>
                <a:spcPct val="0"/>
              </a:spcAft>
            </a:pPr>
            <a:r>
              <a:rPr lang="fa-IR" sz="2000" b="1" dirty="0">
                <a:solidFill>
                  <a:srgbClr val="FFFFFF"/>
                </a:solidFill>
                <a:latin typeface="Times New Roman" panose="02020603050405020304" pitchFamily="18" charset="0"/>
                <a:cs typeface="B Nazanin" panose="00000400000000000000" pitchFamily="2" charset="-78"/>
              </a:rPr>
              <a:t>سیستم مدیریت همسان سازی</a:t>
            </a:r>
            <a:endParaRPr lang="en-US" sz="2000" b="1" dirty="0">
              <a:solidFill>
                <a:srgbClr val="FFFFFF"/>
              </a:solidFill>
              <a:latin typeface="Times New Roman" panose="02020603050405020304" pitchFamily="18" charset="0"/>
              <a:cs typeface="B Nazanin" panose="00000400000000000000" pitchFamily="2" charset="-78"/>
            </a:endParaRPr>
          </a:p>
        </p:txBody>
      </p:sp>
      <p:pic>
        <p:nvPicPr>
          <p:cNvPr id="36" name="Picture 35" descr="پرونده:Azad University logo.png - ویکی‌پدیا، دانشنامهٔ آزاد">
            <a:extLst>
              <a:ext uri="{FF2B5EF4-FFF2-40B4-BE49-F238E27FC236}">
                <a16:creationId xmlns="" xmlns:a16="http://schemas.microsoft.com/office/drawing/2014/main" id="{FA988D60-670C-406B-B8FB-D5A0053424E9}"/>
              </a:ext>
            </a:extLst>
          </p:cNvPr>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8610600" y="0"/>
            <a:ext cx="533400" cy="822959"/>
          </a:xfrm>
          <a:prstGeom prst="rect">
            <a:avLst/>
          </a:prstGeom>
          <a:noFill/>
          <a:ln>
            <a:noFill/>
          </a:ln>
        </p:spPr>
      </p:pic>
      <p:sp>
        <p:nvSpPr>
          <p:cNvPr id="37" name="AutoShape 10">
            <a:extLst>
              <a:ext uri="{FF2B5EF4-FFF2-40B4-BE49-F238E27FC236}">
                <a16:creationId xmlns="" xmlns:a16="http://schemas.microsoft.com/office/drawing/2014/main" id="{96E6A76C-5024-445C-8373-4A127C8598B1}"/>
              </a:ext>
            </a:extLst>
          </p:cNvPr>
          <p:cNvSpPr>
            <a:spLocks noChangeArrowheads="1"/>
          </p:cNvSpPr>
          <p:nvPr/>
        </p:nvSpPr>
        <p:spPr bwMode="gray">
          <a:xfrm flipH="1">
            <a:off x="6244699" y="57140"/>
            <a:ext cx="2137301" cy="649224"/>
          </a:xfrm>
          <a:prstGeom prst="chevron">
            <a:avLst>
              <a:gd name="adj" fmla="val 17842"/>
            </a:avLst>
          </a:prstGeom>
          <a:gradFill rotWithShape="1">
            <a:gsLst>
              <a:gs pos="0">
                <a:srgbClr val="84B09A">
                  <a:gamma/>
                  <a:shade val="46275"/>
                  <a:invGamma/>
                </a:srgbClr>
              </a:gs>
              <a:gs pos="50000">
                <a:srgbClr val="84B09A"/>
              </a:gs>
              <a:gs pos="100000">
                <a:srgbClr val="84B09A">
                  <a:gamma/>
                  <a:shade val="46275"/>
                  <a:invGamma/>
                </a:srgbClr>
              </a:gs>
            </a:gsLst>
            <a:lin ang="2700000" scaled="1"/>
          </a:gradFill>
          <a:ln w="38100">
            <a:solidFill>
              <a:srgbClr val="EAEAEA"/>
            </a:solidFill>
            <a:miter lim="800000"/>
            <a:headEnd/>
            <a:tailEnd/>
          </a:ln>
          <a:effectLst>
            <a:outerShdw dist="109250" dir="3267739" algn="ctr" rotWithShape="0">
              <a:srgbClr val="333333">
                <a:alpha val="50000"/>
              </a:srgbClr>
            </a:outerShdw>
          </a:effectLst>
        </p:spPr>
        <p:txBody>
          <a:bodyPr wrap="square" anchor="ctr">
            <a:spAutoFit/>
          </a:bodyPr>
          <a:lstStyle/>
          <a:p>
            <a:pPr algn="ctr" fontAlgn="base">
              <a:spcBef>
                <a:spcPct val="0"/>
              </a:spcBef>
              <a:spcAft>
                <a:spcPct val="0"/>
              </a:spcAft>
            </a:pPr>
            <a:endParaRPr lang="en-US" kern="0">
              <a:solidFill>
                <a:srgbClr val="3D81BF"/>
              </a:solidFill>
            </a:endParaRPr>
          </a:p>
        </p:txBody>
      </p:sp>
      <p:sp>
        <p:nvSpPr>
          <p:cNvPr id="38" name="AutoShape 3">
            <a:extLst>
              <a:ext uri="{FF2B5EF4-FFF2-40B4-BE49-F238E27FC236}">
                <a16:creationId xmlns="" xmlns:a16="http://schemas.microsoft.com/office/drawing/2014/main" id="{C71EB997-3681-42CE-8D12-DC0BC893643A}"/>
              </a:ext>
            </a:extLst>
          </p:cNvPr>
          <p:cNvSpPr>
            <a:spLocks noChangeArrowheads="1"/>
          </p:cNvSpPr>
          <p:nvPr/>
        </p:nvSpPr>
        <p:spPr bwMode="gray">
          <a:xfrm flipH="1">
            <a:off x="161662" y="57140"/>
            <a:ext cx="1970868" cy="651510"/>
          </a:xfrm>
          <a:prstGeom prst="chevron">
            <a:avLst>
              <a:gd name="adj" fmla="val 17009"/>
            </a:avLst>
          </a:prstGeom>
          <a:gradFill rotWithShape="1">
            <a:gsLst>
              <a:gs pos="0">
                <a:srgbClr val="84B09A">
                  <a:gamma/>
                  <a:shade val="46275"/>
                  <a:invGamma/>
                </a:srgbClr>
              </a:gs>
              <a:gs pos="50000">
                <a:srgbClr val="84B09A"/>
              </a:gs>
              <a:gs pos="100000">
                <a:srgbClr val="84B09A">
                  <a:gamma/>
                  <a:shade val="46275"/>
                  <a:invGamma/>
                </a:srgbClr>
              </a:gs>
            </a:gsLst>
            <a:lin ang="2700000" scaled="1"/>
          </a:gradFill>
          <a:ln w="38100">
            <a:solidFill>
              <a:srgbClr val="EAEAEA"/>
            </a:solidFill>
            <a:miter lim="800000"/>
            <a:headEnd/>
            <a:tailEnd/>
          </a:ln>
          <a:effectLst>
            <a:outerShdw dist="109250" dir="3267739" algn="ctr" rotWithShape="0">
              <a:srgbClr val="333333">
                <a:alpha val="50000"/>
              </a:srgbClr>
            </a:outerShdw>
          </a:effectLst>
        </p:spPr>
        <p:txBody>
          <a:bodyPr wrap="square" anchor="ctr">
            <a:spAutoFit/>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endParaRPr>
          </a:p>
        </p:txBody>
      </p:sp>
      <p:sp>
        <p:nvSpPr>
          <p:cNvPr id="39" name="Rectangle 38">
            <a:extLst>
              <a:ext uri="{FF2B5EF4-FFF2-40B4-BE49-F238E27FC236}">
                <a16:creationId xmlns="" xmlns:a16="http://schemas.microsoft.com/office/drawing/2014/main" id="{C48087A2-0F0F-40A0-A837-05942D40B928}"/>
              </a:ext>
            </a:extLst>
          </p:cNvPr>
          <p:cNvSpPr/>
          <p:nvPr/>
        </p:nvSpPr>
        <p:spPr>
          <a:xfrm>
            <a:off x="431672" y="189466"/>
            <a:ext cx="1443038" cy="338554"/>
          </a:xfrm>
          <a:prstGeom prst="rect">
            <a:avLst/>
          </a:prstGeom>
        </p:spPr>
        <p:txBody>
          <a:bodyPr wrap="square">
            <a:spAutoFit/>
          </a:bodyPr>
          <a:lstStyle/>
          <a:p>
            <a:pPr lvl="0" algn="ctr" rtl="1" fontAlgn="base">
              <a:spcBef>
                <a:spcPct val="0"/>
              </a:spcBef>
              <a:spcAft>
                <a:spcPct val="0"/>
              </a:spcAft>
            </a:pPr>
            <a:r>
              <a:rPr lang="fa-IR" sz="1600" b="1" dirty="0">
                <a:solidFill>
                  <a:srgbClr val="FFFFFF"/>
                </a:solidFill>
                <a:latin typeface="Times New Roman" panose="02020603050405020304" pitchFamily="18" charset="0"/>
                <a:cs typeface="B Nazanin" panose="00000400000000000000" pitchFamily="2" charset="-78"/>
              </a:rPr>
              <a:t>مقالات اخیر</a:t>
            </a:r>
            <a:endParaRPr lang="en-US" sz="1600" b="1" dirty="0">
              <a:solidFill>
                <a:srgbClr val="FFFFFF"/>
              </a:solidFill>
              <a:latin typeface="Times New Roman" panose="02020603050405020304" pitchFamily="18" charset="0"/>
              <a:cs typeface="B Nazanin" panose="00000400000000000000" pitchFamily="2" charset="-78"/>
            </a:endParaRPr>
          </a:p>
        </p:txBody>
      </p:sp>
      <p:sp>
        <p:nvSpPr>
          <p:cNvPr id="40" name="Rectangle 39">
            <a:extLst>
              <a:ext uri="{FF2B5EF4-FFF2-40B4-BE49-F238E27FC236}">
                <a16:creationId xmlns="" xmlns:a16="http://schemas.microsoft.com/office/drawing/2014/main" id="{BF9CF44D-C94F-4B09-AF24-15EACD7BE0F4}"/>
              </a:ext>
            </a:extLst>
          </p:cNvPr>
          <p:cNvSpPr/>
          <p:nvPr/>
        </p:nvSpPr>
        <p:spPr>
          <a:xfrm>
            <a:off x="6499957" y="197162"/>
            <a:ext cx="1626786" cy="323165"/>
          </a:xfrm>
          <a:prstGeom prst="rect">
            <a:avLst/>
          </a:prstGeom>
        </p:spPr>
        <p:txBody>
          <a:bodyPr wrap="square">
            <a:spAutoFit/>
          </a:bodyPr>
          <a:lstStyle/>
          <a:p>
            <a:pPr lvl="0" algn="ctr" fontAlgn="base">
              <a:spcBef>
                <a:spcPct val="0"/>
              </a:spcBef>
              <a:spcAft>
                <a:spcPct val="0"/>
              </a:spcAft>
              <a:defRPr/>
            </a:pPr>
            <a:r>
              <a:rPr lang="fa-IR" sz="1500" b="1" kern="0" dirty="0" err="1">
                <a:solidFill>
                  <a:srgbClr val="FFFFFF"/>
                </a:solidFill>
                <a:latin typeface="Times New Roman" panose="02020603050405020304" pitchFamily="18" charset="0"/>
                <a:cs typeface="B Nazanin" pitchFamily="2" charset="-78"/>
              </a:rPr>
              <a:t>باتریها</a:t>
            </a:r>
            <a:endParaRPr lang="en-US" sz="1500" b="1" kern="0" dirty="0">
              <a:solidFill>
                <a:srgbClr val="FFFFFF"/>
              </a:solidFill>
              <a:latin typeface="Times New Roman" panose="02020603050405020304" pitchFamily="18" charset="0"/>
              <a:cs typeface="B Nazanin" pitchFamily="2" charset="-78"/>
            </a:endParaRPr>
          </a:p>
        </p:txBody>
      </p:sp>
      <p:sp>
        <p:nvSpPr>
          <p:cNvPr id="47" name="AutoShape 10">
            <a:extLst>
              <a:ext uri="{FF2B5EF4-FFF2-40B4-BE49-F238E27FC236}">
                <a16:creationId xmlns="" xmlns:a16="http://schemas.microsoft.com/office/drawing/2014/main" id="{50B159E1-0AA0-4C32-86C7-52F5C5E0D242}"/>
              </a:ext>
            </a:extLst>
          </p:cNvPr>
          <p:cNvSpPr>
            <a:spLocks noChangeArrowheads="1"/>
          </p:cNvSpPr>
          <p:nvPr/>
        </p:nvSpPr>
        <p:spPr bwMode="gray">
          <a:xfrm flipH="1">
            <a:off x="2105458" y="54854"/>
            <a:ext cx="2137301" cy="651510"/>
          </a:xfrm>
          <a:prstGeom prst="chevron">
            <a:avLst>
              <a:gd name="adj" fmla="val 17842"/>
            </a:avLst>
          </a:prstGeom>
          <a:gradFill rotWithShape="1">
            <a:gsLst>
              <a:gs pos="0">
                <a:srgbClr val="3659EC">
                  <a:gamma/>
                  <a:shade val="46275"/>
                  <a:invGamma/>
                </a:srgbClr>
              </a:gs>
              <a:gs pos="50000">
                <a:srgbClr val="3659EC"/>
              </a:gs>
              <a:gs pos="100000">
                <a:srgbClr val="3659EC">
                  <a:gamma/>
                  <a:shade val="46275"/>
                  <a:invGamma/>
                </a:srgbClr>
              </a:gs>
            </a:gsLst>
            <a:lin ang="2700000" scaled="1"/>
          </a:gradFill>
          <a:ln w="38100">
            <a:solidFill>
              <a:srgbClr val="EAEAEA"/>
            </a:solidFill>
            <a:miter lim="800000"/>
            <a:headEnd/>
            <a:tailEnd/>
          </a:ln>
          <a:effectLst>
            <a:outerShdw dist="109250" dir="3267739" algn="ctr" rotWithShape="0">
              <a:srgbClr val="333333">
                <a:alpha val="50000"/>
              </a:srgbClr>
            </a:outerShdw>
          </a:effectLst>
        </p:spPr>
        <p:txBody>
          <a:bodyPr wrap="square" anchor="ctr">
            <a:spAutoFit/>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endParaRPr>
          </a:p>
        </p:txBody>
      </p:sp>
      <p:sp>
        <p:nvSpPr>
          <p:cNvPr id="48" name="AutoShape 3">
            <a:extLst>
              <a:ext uri="{FF2B5EF4-FFF2-40B4-BE49-F238E27FC236}">
                <a16:creationId xmlns="" xmlns:a16="http://schemas.microsoft.com/office/drawing/2014/main" id="{DBA5C955-0E66-467E-8B5F-EF4EE5F8F3FA}"/>
              </a:ext>
            </a:extLst>
          </p:cNvPr>
          <p:cNvSpPr>
            <a:spLocks noChangeArrowheads="1"/>
          </p:cNvSpPr>
          <p:nvPr/>
        </p:nvSpPr>
        <p:spPr bwMode="gray">
          <a:xfrm flipH="1">
            <a:off x="4215687" y="54854"/>
            <a:ext cx="2056085" cy="651510"/>
          </a:xfrm>
          <a:prstGeom prst="chevron">
            <a:avLst>
              <a:gd name="adj" fmla="val 17009"/>
            </a:avLst>
          </a:prstGeom>
          <a:gradFill rotWithShape="1">
            <a:gsLst>
              <a:gs pos="0">
                <a:srgbClr val="84B09A">
                  <a:gamma/>
                  <a:shade val="46275"/>
                  <a:invGamma/>
                </a:srgbClr>
              </a:gs>
              <a:gs pos="50000">
                <a:srgbClr val="84B09A"/>
              </a:gs>
              <a:gs pos="100000">
                <a:srgbClr val="84B09A">
                  <a:gamma/>
                  <a:shade val="46275"/>
                  <a:invGamma/>
                </a:srgbClr>
              </a:gs>
            </a:gsLst>
            <a:lin ang="2700000" scaled="1"/>
          </a:gradFill>
          <a:ln w="38100">
            <a:solidFill>
              <a:srgbClr val="EAEAEA"/>
            </a:solidFill>
            <a:miter lim="800000"/>
            <a:headEnd/>
            <a:tailEnd/>
          </a:ln>
          <a:effectLst>
            <a:outerShdw dist="109250" dir="3267739" algn="ctr" rotWithShape="0">
              <a:srgbClr val="333333">
                <a:alpha val="50000"/>
              </a:srgbClr>
            </a:outerShdw>
          </a:effectLst>
        </p:spPr>
        <p:txBody>
          <a:bodyPr wrap="square" anchor="ctr">
            <a:spAutoFit/>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endParaRPr>
          </a:p>
        </p:txBody>
      </p:sp>
      <p:sp>
        <p:nvSpPr>
          <p:cNvPr id="49" name="Rectangle 48">
            <a:extLst>
              <a:ext uri="{FF2B5EF4-FFF2-40B4-BE49-F238E27FC236}">
                <a16:creationId xmlns="" xmlns:a16="http://schemas.microsoft.com/office/drawing/2014/main" id="{4DE55AA0-934E-4757-A2D4-1C4E49036DCD}"/>
              </a:ext>
            </a:extLst>
          </p:cNvPr>
          <p:cNvSpPr/>
          <p:nvPr/>
        </p:nvSpPr>
        <p:spPr>
          <a:xfrm>
            <a:off x="2402046" y="64070"/>
            <a:ext cx="1600200" cy="584775"/>
          </a:xfrm>
          <a:prstGeom prst="rect">
            <a:avLst/>
          </a:prstGeom>
        </p:spPr>
        <p:txBody>
          <a:bodyPr wrap="square">
            <a:spAutoFit/>
          </a:bodyPr>
          <a:lstStyle/>
          <a:p>
            <a:pPr lvl="0" algn="ctr" rtl="1" fontAlgn="base">
              <a:spcBef>
                <a:spcPct val="0"/>
              </a:spcBef>
              <a:spcAft>
                <a:spcPct val="0"/>
              </a:spcAft>
            </a:pPr>
            <a:r>
              <a:rPr lang="fa-IR" sz="1600" b="1" dirty="0">
                <a:solidFill>
                  <a:srgbClr val="FFFFFF"/>
                </a:solidFill>
                <a:latin typeface="Times New Roman" panose="02020603050405020304" pitchFamily="18" charset="0"/>
                <a:cs typeface="B Nazanin" panose="00000400000000000000" pitchFamily="2" charset="-78"/>
              </a:rPr>
              <a:t>سیستم مدیریت همسان سازی</a:t>
            </a:r>
            <a:endParaRPr lang="en-US" sz="1600" b="1" dirty="0">
              <a:solidFill>
                <a:srgbClr val="FFFFFF"/>
              </a:solidFill>
              <a:latin typeface="Times New Roman" panose="02020603050405020304" pitchFamily="18" charset="0"/>
              <a:cs typeface="B Nazanin" panose="00000400000000000000" pitchFamily="2" charset="-78"/>
            </a:endParaRPr>
          </a:p>
        </p:txBody>
      </p:sp>
      <p:sp>
        <p:nvSpPr>
          <p:cNvPr id="50" name="Rectangle 49">
            <a:extLst>
              <a:ext uri="{FF2B5EF4-FFF2-40B4-BE49-F238E27FC236}">
                <a16:creationId xmlns="" xmlns:a16="http://schemas.microsoft.com/office/drawing/2014/main" id="{AC165A2D-60D3-440C-A112-7B419F7E72B2}"/>
              </a:ext>
            </a:extLst>
          </p:cNvPr>
          <p:cNvSpPr/>
          <p:nvPr/>
        </p:nvSpPr>
        <p:spPr>
          <a:xfrm>
            <a:off x="4529582" y="89171"/>
            <a:ext cx="1443038" cy="584775"/>
          </a:xfrm>
          <a:prstGeom prst="rect">
            <a:avLst/>
          </a:prstGeom>
        </p:spPr>
        <p:txBody>
          <a:bodyPr wrap="square">
            <a:spAutoFit/>
          </a:bodyPr>
          <a:lstStyle/>
          <a:p>
            <a:pPr lvl="0" algn="ctr" rtl="1" fontAlgn="base">
              <a:spcBef>
                <a:spcPct val="0"/>
              </a:spcBef>
              <a:spcAft>
                <a:spcPct val="0"/>
              </a:spcAft>
            </a:pPr>
            <a:r>
              <a:rPr lang="fa-IR" sz="1600" b="1" dirty="0">
                <a:solidFill>
                  <a:srgbClr val="FFFFFF"/>
                </a:solidFill>
                <a:latin typeface="Times New Roman" panose="02020603050405020304" pitchFamily="18" charset="0"/>
                <a:cs typeface="B Nazanin" panose="00000400000000000000" pitchFamily="2" charset="-78"/>
              </a:rPr>
              <a:t>سیستم مدیریت باتری</a:t>
            </a:r>
            <a:endParaRPr lang="en-US" sz="1600" b="1" dirty="0">
              <a:solidFill>
                <a:srgbClr val="FFFFFF"/>
              </a:solidFill>
              <a:latin typeface="Times New Roman" panose="02020603050405020304" pitchFamily="18" charset="0"/>
              <a:cs typeface="B Nazanin" panose="00000400000000000000" pitchFamily="2" charset="-78"/>
            </a:endParaRPr>
          </a:p>
        </p:txBody>
      </p:sp>
      <p:sp>
        <p:nvSpPr>
          <p:cNvPr id="8" name="Rectangle 7"/>
          <p:cNvSpPr/>
          <p:nvPr/>
        </p:nvSpPr>
        <p:spPr>
          <a:xfrm>
            <a:off x="1381438" y="6397883"/>
            <a:ext cx="5857561" cy="369332"/>
          </a:xfrm>
          <a:prstGeom prst="rect">
            <a:avLst/>
          </a:prstGeom>
        </p:spPr>
        <p:txBody>
          <a:bodyPr wrap="square">
            <a:spAutoFit/>
          </a:bodyPr>
          <a:lstStyle/>
          <a:p>
            <a:pPr algn="ctr" rtl="1"/>
            <a:r>
              <a:rPr lang="fa-IR" dirty="0">
                <a:latin typeface="Times New Roman" panose="02020603050405020304" pitchFamily="18" charset="0"/>
                <a:ea typeface="Calibri" panose="020F0502020204030204" pitchFamily="34" charset="0"/>
                <a:cs typeface="B Lotus" panose="00000400000000000000" pitchFamily="2" charset="-78"/>
              </a:rPr>
              <a:t> شکل 5 همسان سازی مبتنی بر ولتاژ(الف)، </a:t>
            </a:r>
            <a:r>
              <a:rPr lang="en-US" dirty="0">
                <a:latin typeface="Times New Roman" panose="02020603050405020304" pitchFamily="18" charset="0"/>
                <a:ea typeface="Calibri" panose="020F0502020204030204" pitchFamily="34" charset="0"/>
                <a:cs typeface="B Lotus" panose="00000400000000000000" pitchFamily="2" charset="-78"/>
              </a:rPr>
              <a:t>SOC</a:t>
            </a:r>
            <a:r>
              <a:rPr lang="fa-IR" dirty="0">
                <a:latin typeface="Times New Roman" panose="02020603050405020304" pitchFamily="18" charset="0"/>
                <a:cs typeface="B Lotus" panose="00000400000000000000" pitchFamily="2" charset="-78"/>
              </a:rPr>
              <a:t> </a:t>
            </a:r>
            <a:r>
              <a:rPr lang="fa-IR" dirty="0">
                <a:latin typeface="Times New Roman" panose="02020603050405020304" pitchFamily="18" charset="0"/>
                <a:ea typeface="Calibri" panose="020F0502020204030204" pitchFamily="34" charset="0"/>
                <a:cs typeface="B Lotus" panose="00000400000000000000" pitchFamily="2" charset="-78"/>
              </a:rPr>
              <a:t>(ب) و ظرفیت باقی مانده</a:t>
            </a:r>
            <a:r>
              <a:rPr lang="fa-IR" dirty="0">
                <a:latin typeface="Times New Roman" panose="02020603050405020304" pitchFamily="18" charset="0"/>
                <a:cs typeface="B Lotus" panose="00000400000000000000" pitchFamily="2" charset="-78"/>
              </a:rPr>
              <a:t> </a:t>
            </a:r>
            <a:r>
              <a:rPr lang="fa-IR" dirty="0">
                <a:latin typeface="Times New Roman" panose="02020603050405020304" pitchFamily="18" charset="0"/>
                <a:ea typeface="Calibri" panose="020F0502020204030204" pitchFamily="34" charset="0"/>
                <a:cs typeface="B Lotus" panose="00000400000000000000" pitchFamily="2" charset="-78"/>
              </a:rPr>
              <a:t>(ج)</a:t>
            </a:r>
            <a:endParaRPr lang="en-US" dirty="0"/>
          </a:p>
        </p:txBody>
      </p:sp>
      <p:sp>
        <p:nvSpPr>
          <p:cNvPr id="23" name="Slide Number Placeholder 3">
            <a:extLst>
              <a:ext uri="{FF2B5EF4-FFF2-40B4-BE49-F238E27FC236}">
                <a16:creationId xmlns="" xmlns:a16="http://schemas.microsoft.com/office/drawing/2014/main" id="{FEFB061F-8AAB-4535-B272-1BA4D5A77191}"/>
              </a:ext>
            </a:extLst>
          </p:cNvPr>
          <p:cNvSpPr txBox="1">
            <a:spLocks/>
          </p:cNvSpPr>
          <p:nvPr/>
        </p:nvSpPr>
        <p:spPr>
          <a:xfrm>
            <a:off x="8965" y="6090313"/>
            <a:ext cx="676835" cy="767687"/>
          </a:xfrm>
          <a:prstGeom prst="rect">
            <a:avLst/>
          </a:prstGeom>
        </p:spPr>
        <p:txBody>
          <a:bodyPr vert="horz" lIns="91440" tIns="45720" rIns="91440" bIns="45720" rtlCol="0" anchor="ctr"/>
          <a:lstStyle>
            <a:defPPr>
              <a:defRPr lang="en-US"/>
            </a:defPPr>
            <a:lvl1pPr marL="0" algn="l" defTabSz="914400" rtl="0" eaLnBrk="1" latinLnBrk="0" hangingPunct="1">
              <a:defRPr sz="1400" b="1" kern="1200">
                <a:solidFill>
                  <a:srgbClr val="FFFFFF"/>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rtl="1"/>
            <a:fld id="{E8ADF199-8047-440E-B02B-E80683B392F2}" type="slidenum">
              <a:rPr lang="fa-IR" sz="1800" smtClean="0">
                <a:solidFill>
                  <a:schemeClr val="tx1"/>
                </a:solidFill>
                <a:cs typeface="B Lotus" panose="00000400000000000000" pitchFamily="2" charset="-78"/>
              </a:rPr>
              <a:pPr rtl="1"/>
              <a:t>53</a:t>
            </a:fld>
            <a:endParaRPr lang="fa-IR" sz="1800" dirty="0">
              <a:solidFill>
                <a:schemeClr val="tx1"/>
              </a:solidFill>
              <a:cs typeface="B Lotus" panose="00000400000000000000" pitchFamily="2" charset="-78"/>
            </a:endParaRPr>
          </a:p>
        </p:txBody>
      </p:sp>
      <p:grpSp>
        <p:nvGrpSpPr>
          <p:cNvPr id="2" name="Group 1"/>
          <p:cNvGrpSpPr/>
          <p:nvPr/>
        </p:nvGrpSpPr>
        <p:grpSpPr>
          <a:xfrm>
            <a:off x="196008" y="986340"/>
            <a:ext cx="7752756" cy="5465819"/>
            <a:chOff x="196008" y="986340"/>
            <a:chExt cx="7752756" cy="5465819"/>
          </a:xfrm>
        </p:grpSpPr>
        <p:pic>
          <p:nvPicPr>
            <p:cNvPr id="25" name="Picture 24"/>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196008" y="1850482"/>
              <a:ext cx="416468" cy="249895"/>
            </a:xfrm>
            <a:prstGeom prst="rect">
              <a:avLst/>
            </a:prstGeom>
          </p:spPr>
        </p:pic>
        <p:pic>
          <p:nvPicPr>
            <p:cNvPr id="26" name="Picture 25"/>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236282" y="3570351"/>
              <a:ext cx="335920" cy="192226"/>
            </a:xfrm>
            <a:prstGeom prst="rect">
              <a:avLst/>
            </a:prstGeom>
          </p:spPr>
        </p:pic>
        <p:pic>
          <p:nvPicPr>
            <p:cNvPr id="27" name="Picture 26"/>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291844" y="5232551"/>
              <a:ext cx="304800" cy="203212"/>
            </a:xfrm>
            <a:prstGeom prst="rect">
              <a:avLst/>
            </a:prstGeom>
          </p:spPr>
        </p:pic>
        <p:pic>
          <p:nvPicPr>
            <p:cNvPr id="4" name="Picture 3"/>
            <p:cNvPicPr>
              <a:picLocks noChangeAspect="1"/>
            </p:cNvPicPr>
            <p:nvPr/>
          </p:nvPicPr>
          <p:blipFill>
            <a:blip r:embed="rId7"/>
            <a:stretch>
              <a:fillRect/>
            </a:stretch>
          </p:blipFill>
          <p:spPr>
            <a:xfrm>
              <a:off x="644106" y="986340"/>
              <a:ext cx="4126993" cy="1541063"/>
            </a:xfrm>
            <a:prstGeom prst="rect">
              <a:avLst/>
            </a:prstGeom>
          </p:spPr>
        </p:pic>
        <p:pic>
          <p:nvPicPr>
            <p:cNvPr id="5" name="Picture 4"/>
            <p:cNvPicPr>
              <a:picLocks noChangeAspect="1"/>
            </p:cNvPicPr>
            <p:nvPr/>
          </p:nvPicPr>
          <p:blipFill>
            <a:blip r:embed="rId8"/>
            <a:stretch>
              <a:fillRect/>
            </a:stretch>
          </p:blipFill>
          <p:spPr>
            <a:xfrm>
              <a:off x="2482350" y="2671490"/>
              <a:ext cx="3466674" cy="1572772"/>
            </a:xfrm>
            <a:prstGeom prst="rect">
              <a:avLst/>
            </a:prstGeom>
          </p:spPr>
        </p:pic>
        <p:pic>
          <p:nvPicPr>
            <p:cNvPr id="9" name="Picture 8"/>
            <p:cNvPicPr>
              <a:picLocks noChangeAspect="1"/>
            </p:cNvPicPr>
            <p:nvPr/>
          </p:nvPicPr>
          <p:blipFill>
            <a:blip r:embed="rId9"/>
            <a:stretch>
              <a:fillRect/>
            </a:stretch>
          </p:blipFill>
          <p:spPr>
            <a:xfrm>
              <a:off x="4482090" y="4308622"/>
              <a:ext cx="3466674" cy="2143537"/>
            </a:xfrm>
            <a:prstGeom prst="rect">
              <a:avLst/>
            </a:prstGeom>
          </p:spPr>
        </p:pic>
      </p:grpSp>
    </p:spTree>
    <p:extLst>
      <p:ext uri="{BB962C8B-B14F-4D97-AF65-F5344CB8AC3E}">
        <p14:creationId xmlns:p14="http://schemas.microsoft.com/office/powerpoint/2010/main" val="388469178"/>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1" name="AutoShape 8">
            <a:extLst>
              <a:ext uri="{FF2B5EF4-FFF2-40B4-BE49-F238E27FC236}">
                <a16:creationId xmlns="" xmlns:a16="http://schemas.microsoft.com/office/drawing/2014/main" id="{CF9E5B87-43A1-4646-AE69-F01C6BAFAD06}"/>
              </a:ext>
            </a:extLst>
          </p:cNvPr>
          <p:cNvSpPr>
            <a:spLocks noChangeAspect="1" noChangeArrowheads="1"/>
          </p:cNvSpPr>
          <p:nvPr/>
        </p:nvSpPr>
        <p:spPr bwMode="gray">
          <a:xfrm>
            <a:off x="6634824" y="1905000"/>
            <a:ext cx="2151065" cy="508000"/>
          </a:xfrm>
          <a:prstGeom prst="roundRect">
            <a:avLst>
              <a:gd name="adj" fmla="val 50000"/>
            </a:avLst>
          </a:prstGeom>
          <a:gradFill flip="none" rotWithShape="1">
            <a:gsLst>
              <a:gs pos="0">
                <a:srgbClr val="B7E7FF">
                  <a:gamma/>
                  <a:tint val="0"/>
                  <a:invGamma/>
                </a:srgbClr>
              </a:gs>
              <a:gs pos="100000">
                <a:srgbClr val="B7E7FF"/>
              </a:gs>
            </a:gsLst>
            <a:lin ang="10800000" scaled="1"/>
            <a:tileRect/>
          </a:gradFill>
          <a:ln w="28575" algn="ctr">
            <a:solidFill>
              <a:srgbClr val="C4E59F"/>
            </a:solidFill>
            <a:round/>
            <a:headEnd/>
            <a:tailEnd/>
          </a:ln>
          <a:effectLst/>
        </p:spPr>
        <p:txBody>
          <a:bodyPr wrap="none" anchor="ctr"/>
          <a:lstStyle/>
          <a:p>
            <a:pPr algn="r" rtl="1" fontAlgn="base">
              <a:spcBef>
                <a:spcPct val="0"/>
              </a:spcBef>
              <a:spcAft>
                <a:spcPct val="0"/>
              </a:spcAft>
            </a:pPr>
            <a:r>
              <a:rPr lang="fa-IR" sz="1200" b="1" dirty="0">
                <a:solidFill>
                  <a:srgbClr val="000000"/>
                </a:solidFill>
                <a:latin typeface="Times New Roman" panose="02020603050405020304" pitchFamily="18" charset="0"/>
                <a:cs typeface="B Nazanin" pitchFamily="2" charset="-78"/>
              </a:rPr>
              <a:t>مبتنی بر مدل (تخمین فیلتر کامن)</a:t>
            </a:r>
            <a:endParaRPr lang="en-US" sz="1200" b="1" dirty="0">
              <a:solidFill>
                <a:srgbClr val="000000"/>
              </a:solidFill>
              <a:latin typeface="Times New Roman" panose="02020603050405020304" pitchFamily="18" charset="0"/>
              <a:cs typeface="B Nazanin" pitchFamily="2" charset="-78"/>
            </a:endParaRPr>
          </a:p>
        </p:txBody>
      </p:sp>
      <p:grpSp>
        <p:nvGrpSpPr>
          <p:cNvPr id="38" name="Group 23">
            <a:extLst>
              <a:ext uri="{FF2B5EF4-FFF2-40B4-BE49-F238E27FC236}">
                <a16:creationId xmlns="" xmlns:a16="http://schemas.microsoft.com/office/drawing/2014/main" id="{A77ECBC8-8907-49C6-B868-8715395CD4AB}"/>
              </a:ext>
            </a:extLst>
          </p:cNvPr>
          <p:cNvGrpSpPr>
            <a:grpSpLocks noChangeAspect="1"/>
          </p:cNvGrpSpPr>
          <p:nvPr/>
        </p:nvGrpSpPr>
        <p:grpSpPr bwMode="auto">
          <a:xfrm>
            <a:off x="8743025" y="1981200"/>
            <a:ext cx="381000" cy="381000"/>
            <a:chOff x="2078" y="1680"/>
            <a:chExt cx="1615" cy="1615"/>
          </a:xfrm>
        </p:grpSpPr>
        <p:sp>
          <p:nvSpPr>
            <p:cNvPr id="39" name="Oval 24">
              <a:extLst>
                <a:ext uri="{FF2B5EF4-FFF2-40B4-BE49-F238E27FC236}">
                  <a16:creationId xmlns="" xmlns:a16="http://schemas.microsoft.com/office/drawing/2014/main" id="{1501B9F0-1BD0-4587-A5DA-8504002448CD}"/>
                </a:ext>
              </a:extLst>
            </p:cNvPr>
            <p:cNvSpPr>
              <a:spLocks noChangeArrowheads="1"/>
            </p:cNvSpPr>
            <p:nvPr/>
          </p:nvSpPr>
          <p:spPr bwMode="gray">
            <a:xfrm>
              <a:off x="2078" y="1680"/>
              <a:ext cx="1615" cy="1615"/>
            </a:xfrm>
            <a:prstGeom prst="ellipse">
              <a:avLst/>
            </a:prstGeom>
            <a:gradFill rotWithShape="1">
              <a:gsLst>
                <a:gs pos="0">
                  <a:srgbClr val="FFFFFF">
                    <a:gamma/>
                    <a:shade val="46275"/>
                    <a:invGamma/>
                  </a:srgbClr>
                </a:gs>
                <a:gs pos="50000">
                  <a:srgbClr val="FFFFFF"/>
                </a:gs>
                <a:gs pos="100000">
                  <a:srgbClr val="FFFFFF">
                    <a:gamma/>
                    <a:shade val="46275"/>
                    <a:invGamma/>
                  </a:srgbClr>
                </a:gs>
              </a:gsLst>
              <a:lin ang="5400000" scaled="1"/>
            </a:gradFill>
            <a:ln w="57150" algn="ctr">
              <a:noFill/>
              <a:round/>
              <a:headEnd/>
              <a:tailEnd/>
            </a:ln>
            <a:effectLst/>
          </p:spPr>
          <p:txBody>
            <a:bodyPr wrap="none" anchor="ct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latin typeface="Arial" pitchFamily="34" charset="0"/>
              </a:endParaRPr>
            </a:p>
          </p:txBody>
        </p:sp>
        <p:sp>
          <p:nvSpPr>
            <p:cNvPr id="40" name="Oval 25">
              <a:extLst>
                <a:ext uri="{FF2B5EF4-FFF2-40B4-BE49-F238E27FC236}">
                  <a16:creationId xmlns="" xmlns:a16="http://schemas.microsoft.com/office/drawing/2014/main" id="{909C959D-95E6-47AB-BA03-A36E5558C646}"/>
                </a:ext>
              </a:extLst>
            </p:cNvPr>
            <p:cNvSpPr>
              <a:spLocks noChangeArrowheads="1"/>
            </p:cNvSpPr>
            <p:nvPr/>
          </p:nvSpPr>
          <p:spPr bwMode="gray">
            <a:xfrm>
              <a:off x="2170" y="1771"/>
              <a:ext cx="1430" cy="1430"/>
            </a:xfrm>
            <a:prstGeom prst="ellipse">
              <a:avLst/>
            </a:prstGeom>
            <a:gradFill rotWithShape="1">
              <a:gsLst>
                <a:gs pos="0">
                  <a:srgbClr val="FFFFFF">
                    <a:gamma/>
                    <a:shade val="63529"/>
                    <a:invGamma/>
                  </a:srgbClr>
                </a:gs>
                <a:gs pos="50000">
                  <a:srgbClr val="FFFFFF"/>
                </a:gs>
                <a:gs pos="100000">
                  <a:srgbClr val="FFFFFF">
                    <a:gamma/>
                    <a:shade val="63529"/>
                    <a:invGamma/>
                  </a:srgbClr>
                </a:gs>
              </a:gsLst>
              <a:lin ang="0" scaled="1"/>
            </a:gradFill>
            <a:ln w="9525" algn="ctr">
              <a:noFill/>
              <a:round/>
              <a:headEnd/>
              <a:tailEnd/>
            </a:ln>
            <a:effectLst/>
          </p:spPr>
          <p:txBody>
            <a:bodyPr wrap="none" anchor="ct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latin typeface="Arial" pitchFamily="34" charset="0"/>
              </a:endParaRPr>
            </a:p>
          </p:txBody>
        </p:sp>
        <p:sp>
          <p:nvSpPr>
            <p:cNvPr id="41" name="Oval 26">
              <a:extLst>
                <a:ext uri="{FF2B5EF4-FFF2-40B4-BE49-F238E27FC236}">
                  <a16:creationId xmlns="" xmlns:a16="http://schemas.microsoft.com/office/drawing/2014/main" id="{DBE4DAAC-D3AA-4C03-8635-E677788322CA}"/>
                </a:ext>
              </a:extLst>
            </p:cNvPr>
            <p:cNvSpPr>
              <a:spLocks noChangeArrowheads="1"/>
            </p:cNvSpPr>
            <p:nvPr/>
          </p:nvSpPr>
          <p:spPr bwMode="gray">
            <a:xfrm>
              <a:off x="2254" y="1856"/>
              <a:ext cx="1262" cy="1264"/>
            </a:xfrm>
            <a:prstGeom prst="ellipse">
              <a:avLst/>
            </a:prstGeom>
            <a:gradFill rotWithShape="1">
              <a:gsLst>
                <a:gs pos="0">
                  <a:srgbClr val="8AD4CD">
                    <a:gamma/>
                    <a:tint val="0"/>
                    <a:invGamma/>
                  </a:srgbClr>
                </a:gs>
                <a:gs pos="50000">
                  <a:srgbClr val="8AD4CD"/>
                </a:gs>
                <a:gs pos="100000">
                  <a:srgbClr val="8AD4CD">
                    <a:gamma/>
                    <a:tint val="0"/>
                    <a:invGamma/>
                  </a:srgbClr>
                </a:gs>
              </a:gsLst>
              <a:lin ang="2700000" scaled="1"/>
            </a:gradFill>
            <a:ln w="38100" algn="ctr">
              <a:noFill/>
              <a:round/>
              <a:headEnd/>
              <a:tailEnd/>
            </a:ln>
            <a:effectLst/>
          </p:spPr>
          <p:txBody>
            <a:bodyPr wrap="none" anchor="ctr">
              <a:spAutoFit/>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latin typeface="Arial" pitchFamily="34" charset="0"/>
              </a:endParaRPr>
            </a:p>
          </p:txBody>
        </p:sp>
        <p:sp>
          <p:nvSpPr>
            <p:cNvPr id="42" name="Oval 27">
              <a:extLst>
                <a:ext uri="{FF2B5EF4-FFF2-40B4-BE49-F238E27FC236}">
                  <a16:creationId xmlns="" xmlns:a16="http://schemas.microsoft.com/office/drawing/2014/main" id="{503A22F7-588D-4C3B-990F-521D103C8785}"/>
                </a:ext>
              </a:extLst>
            </p:cNvPr>
            <p:cNvSpPr>
              <a:spLocks noChangeArrowheads="1"/>
            </p:cNvSpPr>
            <p:nvPr/>
          </p:nvSpPr>
          <p:spPr bwMode="gray">
            <a:xfrm>
              <a:off x="2254" y="1856"/>
              <a:ext cx="1262" cy="1264"/>
            </a:xfrm>
            <a:prstGeom prst="ellipse">
              <a:avLst/>
            </a:prstGeom>
            <a:gradFill rotWithShape="1">
              <a:gsLst>
                <a:gs pos="0">
                  <a:srgbClr val="21B3E1"/>
                </a:gs>
                <a:gs pos="100000">
                  <a:srgbClr val="21B3E1">
                    <a:gamma/>
                    <a:shade val="46275"/>
                    <a:invGamma/>
                  </a:srgbClr>
                </a:gs>
              </a:gsLst>
              <a:lin ang="5400000" scaled="1"/>
            </a:gradFill>
            <a:ln w="38100" algn="ctr">
              <a:noFill/>
              <a:round/>
              <a:headEnd/>
              <a:tailEnd/>
            </a:ln>
            <a:effectLst/>
          </p:spPr>
          <p:txBody>
            <a:bodyPr wrap="none" anchor="ctr">
              <a:spAutoFit/>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latin typeface="Arial" pitchFamily="34" charset="0"/>
              </a:endParaRPr>
            </a:p>
          </p:txBody>
        </p:sp>
        <p:sp>
          <p:nvSpPr>
            <p:cNvPr id="43" name="Oval 28">
              <a:extLst>
                <a:ext uri="{FF2B5EF4-FFF2-40B4-BE49-F238E27FC236}">
                  <a16:creationId xmlns="" xmlns:a16="http://schemas.microsoft.com/office/drawing/2014/main" id="{DB14B947-3B24-4D3C-8BA6-1CDE3B23E877}"/>
                </a:ext>
              </a:extLst>
            </p:cNvPr>
            <p:cNvSpPr>
              <a:spLocks noChangeArrowheads="1"/>
            </p:cNvSpPr>
            <p:nvPr/>
          </p:nvSpPr>
          <p:spPr bwMode="gray">
            <a:xfrm>
              <a:off x="2337" y="1939"/>
              <a:ext cx="1096" cy="1098"/>
            </a:xfrm>
            <a:prstGeom prst="ellipse">
              <a:avLst/>
            </a:prstGeom>
            <a:gradFill rotWithShape="1">
              <a:gsLst>
                <a:gs pos="0">
                  <a:srgbClr val="8AD4CD">
                    <a:gamma/>
                    <a:shade val="54118"/>
                    <a:invGamma/>
                  </a:srgbClr>
                </a:gs>
                <a:gs pos="50000">
                  <a:srgbClr val="8AD4CD"/>
                </a:gs>
                <a:gs pos="100000">
                  <a:srgbClr val="8AD4CD">
                    <a:gamma/>
                    <a:shade val="54118"/>
                    <a:invGamma/>
                  </a:srgbClr>
                </a:gs>
              </a:gsLst>
              <a:lin ang="18900000" scaled="1"/>
            </a:gradFill>
            <a:ln w="38100" algn="ctr">
              <a:noFill/>
              <a:round/>
              <a:headEnd/>
              <a:tailEnd/>
            </a:ln>
            <a:effectLst/>
          </p:spPr>
          <p:txBody>
            <a:bodyPr anchor="ctr">
              <a:spAutoFit/>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latin typeface="Arial" pitchFamily="34" charset="0"/>
              </a:endParaRPr>
            </a:p>
          </p:txBody>
        </p:sp>
        <p:sp>
          <p:nvSpPr>
            <p:cNvPr id="44" name="Oval 29">
              <a:extLst>
                <a:ext uri="{FF2B5EF4-FFF2-40B4-BE49-F238E27FC236}">
                  <a16:creationId xmlns="" xmlns:a16="http://schemas.microsoft.com/office/drawing/2014/main" id="{EC52A3D0-6BC6-4E5D-88F2-AA4F423555B2}"/>
                </a:ext>
              </a:extLst>
            </p:cNvPr>
            <p:cNvSpPr>
              <a:spLocks noChangeArrowheads="1"/>
            </p:cNvSpPr>
            <p:nvPr/>
          </p:nvSpPr>
          <p:spPr bwMode="gray">
            <a:xfrm>
              <a:off x="2337" y="1939"/>
              <a:ext cx="1096" cy="1098"/>
            </a:xfrm>
            <a:prstGeom prst="ellipse">
              <a:avLst/>
            </a:prstGeom>
            <a:gradFill rotWithShape="1">
              <a:gsLst>
                <a:gs pos="0">
                  <a:srgbClr val="21B3E1"/>
                </a:gs>
                <a:gs pos="100000">
                  <a:srgbClr val="21B3E1">
                    <a:gamma/>
                    <a:shade val="48627"/>
                    <a:invGamma/>
                  </a:srgbClr>
                </a:gs>
              </a:gsLst>
              <a:lin ang="2700000" scaled="1"/>
            </a:gradFill>
            <a:ln w="38100" algn="ctr">
              <a:noFill/>
              <a:round/>
              <a:headEnd/>
              <a:tailEnd/>
            </a:ln>
            <a:effectLst/>
          </p:spPr>
          <p:txBody>
            <a:bodyPr anchor="ctr">
              <a:spAutoFit/>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latin typeface="Arial" pitchFamily="34" charset="0"/>
              </a:endParaRPr>
            </a:p>
          </p:txBody>
        </p:sp>
      </p:grpSp>
      <p:sp>
        <p:nvSpPr>
          <p:cNvPr id="52" name="TextBox 51">
            <a:extLst>
              <a:ext uri="{FF2B5EF4-FFF2-40B4-BE49-F238E27FC236}">
                <a16:creationId xmlns="" xmlns:a16="http://schemas.microsoft.com/office/drawing/2014/main" id="{0D7C9433-5674-4BC9-A282-6D982E5B3065}"/>
              </a:ext>
            </a:extLst>
          </p:cNvPr>
          <p:cNvSpPr txBox="1"/>
          <p:nvPr/>
        </p:nvSpPr>
        <p:spPr>
          <a:xfrm>
            <a:off x="4857361" y="3127386"/>
            <a:ext cx="65" cy="276999"/>
          </a:xfrm>
          <a:prstGeom prst="rect">
            <a:avLst/>
          </a:prstGeom>
          <a:noFill/>
        </p:spPr>
        <p:txBody>
          <a:bodyPr wrap="none" lIns="0" tIns="0" rIns="0" bIns="0" rtlCol="0">
            <a:spAutoFit/>
          </a:bodyPr>
          <a:lstStyle/>
          <a:p>
            <a:endParaRPr lang="en-US" dirty="0"/>
          </a:p>
        </p:txBody>
      </p:sp>
      <p:pic>
        <p:nvPicPr>
          <p:cNvPr id="29" name="Picture 28"/>
          <p:cNvPicPr/>
          <p:nvPr/>
        </p:nvPicPr>
        <p:blipFill>
          <a:blip r:embed="rId3">
            <a:extLst>
              <a:ext uri="{28A0092B-C50C-407E-A947-70E740481C1C}">
                <a14:useLocalDpi xmlns:a14="http://schemas.microsoft.com/office/drawing/2010/main" val="0"/>
              </a:ext>
            </a:extLst>
          </a:blip>
          <a:stretch>
            <a:fillRect/>
          </a:stretch>
        </p:blipFill>
        <p:spPr bwMode="auto">
          <a:xfrm>
            <a:off x="253084" y="1369303"/>
            <a:ext cx="6246873" cy="4879985"/>
          </a:xfrm>
          <a:prstGeom prst="rect">
            <a:avLst/>
          </a:prstGeom>
          <a:noFill/>
          <a:ln>
            <a:noFill/>
          </a:ln>
        </p:spPr>
      </p:pic>
      <p:sp>
        <p:nvSpPr>
          <p:cNvPr id="30" name="Rounded Rectangle 175">
            <a:extLst>
              <a:ext uri="{FF2B5EF4-FFF2-40B4-BE49-F238E27FC236}">
                <a16:creationId xmlns="" xmlns:a16="http://schemas.microsoft.com/office/drawing/2014/main" id="{D8E27344-2AB1-4A61-B14B-D9C7962F785E}"/>
              </a:ext>
            </a:extLst>
          </p:cNvPr>
          <p:cNvSpPr/>
          <p:nvPr/>
        </p:nvSpPr>
        <p:spPr bwMode="auto">
          <a:xfrm>
            <a:off x="6858000" y="971946"/>
            <a:ext cx="2389094" cy="418072"/>
          </a:xfrm>
          <a:prstGeom prst="roundRect">
            <a:avLst/>
          </a:prstGeom>
          <a:solidFill>
            <a:srgbClr val="3D81BF">
              <a:lumMod val="75000"/>
            </a:srgbClr>
          </a:solidFill>
          <a:ln w="9525" cap="flat" cmpd="sng" algn="ctr">
            <a:solidFill>
              <a:srgbClr val="000000"/>
            </a:solidFill>
            <a:prstDash val="solid"/>
            <a:round/>
            <a:headEnd type="none" w="med" len="med"/>
            <a:tailEnd type="none" w="med" len="med"/>
          </a:ln>
          <a:effectLst>
            <a:reflection blurRad="6350" stA="50000" endA="300" endPos="55000" dir="5400000" sy="-100000" algn="bl" rotWithShape="0"/>
          </a:effectLst>
          <a:scene3d>
            <a:camera prst="isometricOffAxis2Left"/>
            <a:lightRig rig="threePt" dir="t"/>
          </a:scene3d>
        </p:spPr>
        <p:txBody>
          <a:bodyPr vert="horz" wrap="square" lIns="91440" tIns="45720" rIns="91440" bIns="45720" numCol="1" rtlCol="0" anchor="t" anchorCtr="0" compatLnSpc="1">
            <a:prstTxWarp prst="textNoShape">
              <a:avLst/>
            </a:prstTxWarp>
          </a:bodyPr>
          <a:lstStyle/>
          <a:p>
            <a:pPr lvl="0" algn="ctr" fontAlgn="base">
              <a:spcBef>
                <a:spcPct val="0"/>
              </a:spcBef>
              <a:spcAft>
                <a:spcPct val="0"/>
              </a:spcAft>
              <a:defRPr/>
            </a:pPr>
            <a:r>
              <a:rPr lang="fa-IR" sz="2200" b="1" kern="0" dirty="0">
                <a:solidFill>
                  <a:srgbClr val="FFFFFF"/>
                </a:solidFill>
                <a:latin typeface="Times New Roman" panose="02020603050405020304" pitchFamily="18" charset="0"/>
                <a:cs typeface="B Nazanin" pitchFamily="2" charset="-78"/>
              </a:rPr>
              <a:t>سیستم مدیریت باتری</a:t>
            </a:r>
          </a:p>
        </p:txBody>
      </p:sp>
      <p:sp>
        <p:nvSpPr>
          <p:cNvPr id="33" name="AutoShape 10">
            <a:extLst>
              <a:ext uri="{FF2B5EF4-FFF2-40B4-BE49-F238E27FC236}">
                <a16:creationId xmlns="" xmlns:a16="http://schemas.microsoft.com/office/drawing/2014/main" id="{96E6A76C-5024-445C-8373-4A127C8598B1}"/>
              </a:ext>
            </a:extLst>
          </p:cNvPr>
          <p:cNvSpPr>
            <a:spLocks noChangeArrowheads="1"/>
          </p:cNvSpPr>
          <p:nvPr/>
        </p:nvSpPr>
        <p:spPr bwMode="gray">
          <a:xfrm flipH="1">
            <a:off x="6244699" y="57140"/>
            <a:ext cx="2137301" cy="649224"/>
          </a:xfrm>
          <a:prstGeom prst="chevron">
            <a:avLst>
              <a:gd name="adj" fmla="val 17842"/>
            </a:avLst>
          </a:prstGeom>
          <a:gradFill rotWithShape="1">
            <a:gsLst>
              <a:gs pos="0">
                <a:srgbClr val="84B09A">
                  <a:gamma/>
                  <a:shade val="46275"/>
                  <a:invGamma/>
                </a:srgbClr>
              </a:gs>
              <a:gs pos="50000">
                <a:srgbClr val="84B09A"/>
              </a:gs>
              <a:gs pos="100000">
                <a:srgbClr val="84B09A">
                  <a:gamma/>
                  <a:shade val="46275"/>
                  <a:invGamma/>
                </a:srgbClr>
              </a:gs>
            </a:gsLst>
            <a:lin ang="2700000" scaled="1"/>
          </a:gradFill>
          <a:ln w="38100">
            <a:solidFill>
              <a:srgbClr val="EAEAEA"/>
            </a:solidFill>
            <a:miter lim="800000"/>
            <a:headEnd/>
            <a:tailEnd/>
          </a:ln>
          <a:effectLst>
            <a:outerShdw dist="109250" dir="3267739" algn="ctr" rotWithShape="0">
              <a:srgbClr val="333333">
                <a:alpha val="50000"/>
              </a:srgbClr>
            </a:outerShdw>
          </a:effectLst>
        </p:spPr>
        <p:txBody>
          <a:bodyPr wrap="square" anchor="ctr">
            <a:spAutoFit/>
          </a:bodyPr>
          <a:lstStyle/>
          <a:p>
            <a:pPr algn="ctr" fontAlgn="base">
              <a:spcBef>
                <a:spcPct val="0"/>
              </a:spcBef>
              <a:spcAft>
                <a:spcPct val="0"/>
              </a:spcAft>
            </a:pPr>
            <a:endParaRPr lang="en-US" kern="0">
              <a:solidFill>
                <a:srgbClr val="3D81BF"/>
              </a:solidFill>
            </a:endParaRPr>
          </a:p>
        </p:txBody>
      </p:sp>
      <p:sp>
        <p:nvSpPr>
          <p:cNvPr id="34" name="AutoShape 3">
            <a:extLst>
              <a:ext uri="{FF2B5EF4-FFF2-40B4-BE49-F238E27FC236}">
                <a16:creationId xmlns="" xmlns:a16="http://schemas.microsoft.com/office/drawing/2014/main" id="{5897B420-8EC3-4623-B9CD-873BD50E14B7}"/>
              </a:ext>
            </a:extLst>
          </p:cNvPr>
          <p:cNvSpPr>
            <a:spLocks noChangeArrowheads="1"/>
          </p:cNvSpPr>
          <p:nvPr/>
        </p:nvSpPr>
        <p:spPr bwMode="gray">
          <a:xfrm flipH="1">
            <a:off x="4188613" y="57140"/>
            <a:ext cx="2056086" cy="649224"/>
          </a:xfrm>
          <a:prstGeom prst="chevron">
            <a:avLst>
              <a:gd name="adj" fmla="val 17009"/>
            </a:avLst>
          </a:prstGeom>
          <a:gradFill rotWithShape="1">
            <a:gsLst>
              <a:gs pos="0">
                <a:srgbClr val="3659EC">
                  <a:gamma/>
                  <a:shade val="46275"/>
                  <a:invGamma/>
                </a:srgbClr>
              </a:gs>
              <a:gs pos="50000">
                <a:srgbClr val="3659EC"/>
              </a:gs>
              <a:gs pos="100000">
                <a:srgbClr val="3659EC">
                  <a:gamma/>
                  <a:shade val="46275"/>
                  <a:invGamma/>
                </a:srgbClr>
              </a:gs>
            </a:gsLst>
            <a:lin ang="2700000" scaled="1"/>
          </a:gradFill>
          <a:ln w="38100">
            <a:solidFill>
              <a:srgbClr val="EAEAEA"/>
            </a:solidFill>
            <a:miter lim="800000"/>
            <a:headEnd/>
            <a:tailEnd/>
          </a:ln>
          <a:effectLst>
            <a:outerShdw dist="109250" dir="3267739" algn="ctr" rotWithShape="0">
              <a:srgbClr val="333333">
                <a:alpha val="50000"/>
              </a:srgbClr>
            </a:outerShdw>
          </a:effectLst>
        </p:spPr>
        <p:txBody>
          <a:bodyPr wrap="square" anchor="ctr">
            <a:spAutoFit/>
          </a:bodyPr>
          <a:lstStyle/>
          <a:p>
            <a:pPr algn="ctr" fontAlgn="base">
              <a:spcBef>
                <a:spcPct val="0"/>
              </a:spcBef>
              <a:spcAft>
                <a:spcPct val="0"/>
              </a:spcAft>
            </a:pPr>
            <a:endParaRPr lang="en-US" kern="0">
              <a:solidFill>
                <a:srgbClr val="3D81BF"/>
              </a:solidFill>
            </a:endParaRPr>
          </a:p>
        </p:txBody>
      </p:sp>
      <p:sp>
        <p:nvSpPr>
          <p:cNvPr id="35" name="AutoShape 3">
            <a:extLst>
              <a:ext uri="{FF2B5EF4-FFF2-40B4-BE49-F238E27FC236}">
                <a16:creationId xmlns="" xmlns:a16="http://schemas.microsoft.com/office/drawing/2014/main" id="{29058428-9548-4415-A786-99DB42D1499B}"/>
              </a:ext>
            </a:extLst>
          </p:cNvPr>
          <p:cNvSpPr>
            <a:spLocks noChangeArrowheads="1"/>
          </p:cNvSpPr>
          <p:nvPr/>
        </p:nvSpPr>
        <p:spPr bwMode="gray">
          <a:xfrm flipH="1">
            <a:off x="2132529" y="57140"/>
            <a:ext cx="2056085" cy="651510"/>
          </a:xfrm>
          <a:prstGeom prst="chevron">
            <a:avLst>
              <a:gd name="adj" fmla="val 17009"/>
            </a:avLst>
          </a:prstGeom>
          <a:gradFill rotWithShape="1">
            <a:gsLst>
              <a:gs pos="0">
                <a:srgbClr val="84B09A">
                  <a:gamma/>
                  <a:shade val="46275"/>
                  <a:invGamma/>
                </a:srgbClr>
              </a:gs>
              <a:gs pos="50000">
                <a:srgbClr val="84B09A"/>
              </a:gs>
              <a:gs pos="100000">
                <a:srgbClr val="84B09A">
                  <a:gamma/>
                  <a:shade val="46275"/>
                  <a:invGamma/>
                </a:srgbClr>
              </a:gs>
            </a:gsLst>
            <a:lin ang="2700000" scaled="1"/>
          </a:gradFill>
          <a:ln w="38100">
            <a:solidFill>
              <a:srgbClr val="EAEAEA"/>
            </a:solidFill>
            <a:miter lim="800000"/>
            <a:headEnd/>
            <a:tailEnd/>
          </a:ln>
          <a:effectLst>
            <a:outerShdw dist="109250" dir="3267739" algn="ctr" rotWithShape="0">
              <a:srgbClr val="333333">
                <a:alpha val="50000"/>
              </a:srgbClr>
            </a:outerShdw>
          </a:effectLst>
        </p:spPr>
        <p:txBody>
          <a:bodyPr wrap="square" anchor="ctr">
            <a:spAutoFit/>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endParaRPr>
          </a:p>
        </p:txBody>
      </p:sp>
      <p:sp>
        <p:nvSpPr>
          <p:cNvPr id="36" name="AutoShape 3">
            <a:extLst>
              <a:ext uri="{FF2B5EF4-FFF2-40B4-BE49-F238E27FC236}">
                <a16:creationId xmlns="" xmlns:a16="http://schemas.microsoft.com/office/drawing/2014/main" id="{C71EB997-3681-42CE-8D12-DC0BC893643A}"/>
              </a:ext>
            </a:extLst>
          </p:cNvPr>
          <p:cNvSpPr>
            <a:spLocks noChangeArrowheads="1"/>
          </p:cNvSpPr>
          <p:nvPr/>
        </p:nvSpPr>
        <p:spPr bwMode="gray">
          <a:xfrm flipH="1">
            <a:off x="161662" y="57140"/>
            <a:ext cx="1970868" cy="651510"/>
          </a:xfrm>
          <a:prstGeom prst="chevron">
            <a:avLst>
              <a:gd name="adj" fmla="val 17009"/>
            </a:avLst>
          </a:prstGeom>
          <a:gradFill rotWithShape="1">
            <a:gsLst>
              <a:gs pos="0">
                <a:srgbClr val="84B09A">
                  <a:gamma/>
                  <a:shade val="46275"/>
                  <a:invGamma/>
                </a:srgbClr>
              </a:gs>
              <a:gs pos="50000">
                <a:srgbClr val="84B09A"/>
              </a:gs>
              <a:gs pos="100000">
                <a:srgbClr val="84B09A">
                  <a:gamma/>
                  <a:shade val="46275"/>
                  <a:invGamma/>
                </a:srgbClr>
              </a:gs>
            </a:gsLst>
            <a:lin ang="2700000" scaled="1"/>
          </a:gradFill>
          <a:ln w="38100">
            <a:solidFill>
              <a:srgbClr val="EAEAEA"/>
            </a:solidFill>
            <a:miter lim="800000"/>
            <a:headEnd/>
            <a:tailEnd/>
          </a:ln>
          <a:effectLst>
            <a:outerShdw dist="109250" dir="3267739" algn="ctr" rotWithShape="0">
              <a:srgbClr val="333333">
                <a:alpha val="50000"/>
              </a:srgbClr>
            </a:outerShdw>
          </a:effectLst>
        </p:spPr>
        <p:txBody>
          <a:bodyPr wrap="square" anchor="ctr">
            <a:spAutoFit/>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endParaRPr>
          </a:p>
        </p:txBody>
      </p:sp>
      <p:sp>
        <p:nvSpPr>
          <p:cNvPr id="37" name="Rectangle 36">
            <a:extLst>
              <a:ext uri="{FF2B5EF4-FFF2-40B4-BE49-F238E27FC236}">
                <a16:creationId xmlns="" xmlns:a16="http://schemas.microsoft.com/office/drawing/2014/main" id="{C48087A2-0F0F-40A0-A837-05942D40B928}"/>
              </a:ext>
            </a:extLst>
          </p:cNvPr>
          <p:cNvSpPr/>
          <p:nvPr/>
        </p:nvSpPr>
        <p:spPr>
          <a:xfrm>
            <a:off x="431672" y="189466"/>
            <a:ext cx="1443038" cy="338554"/>
          </a:xfrm>
          <a:prstGeom prst="rect">
            <a:avLst/>
          </a:prstGeom>
        </p:spPr>
        <p:txBody>
          <a:bodyPr wrap="square">
            <a:spAutoFit/>
          </a:bodyPr>
          <a:lstStyle/>
          <a:p>
            <a:pPr lvl="0" algn="ctr" rtl="1" fontAlgn="base">
              <a:spcBef>
                <a:spcPct val="0"/>
              </a:spcBef>
              <a:spcAft>
                <a:spcPct val="0"/>
              </a:spcAft>
            </a:pPr>
            <a:r>
              <a:rPr lang="fa-IR" sz="1600" b="1" dirty="0">
                <a:solidFill>
                  <a:srgbClr val="FFFFFF"/>
                </a:solidFill>
                <a:latin typeface="Times New Roman" panose="02020603050405020304" pitchFamily="18" charset="0"/>
                <a:cs typeface="B Nazanin" panose="00000400000000000000" pitchFamily="2" charset="-78"/>
              </a:rPr>
              <a:t>مقالات اخیر</a:t>
            </a:r>
            <a:endParaRPr lang="en-US" sz="1600" b="1" dirty="0">
              <a:solidFill>
                <a:srgbClr val="FFFFFF"/>
              </a:solidFill>
              <a:latin typeface="Times New Roman" panose="02020603050405020304" pitchFamily="18" charset="0"/>
              <a:cs typeface="B Nazanin" panose="00000400000000000000" pitchFamily="2" charset="-78"/>
            </a:endParaRPr>
          </a:p>
        </p:txBody>
      </p:sp>
      <p:sp>
        <p:nvSpPr>
          <p:cNvPr id="45" name="Rectangle 44">
            <a:extLst>
              <a:ext uri="{FF2B5EF4-FFF2-40B4-BE49-F238E27FC236}">
                <a16:creationId xmlns="" xmlns:a16="http://schemas.microsoft.com/office/drawing/2014/main" id="{029B7FF5-A50E-4253-B09E-E39EEA90B68F}"/>
              </a:ext>
            </a:extLst>
          </p:cNvPr>
          <p:cNvSpPr/>
          <p:nvPr/>
        </p:nvSpPr>
        <p:spPr>
          <a:xfrm>
            <a:off x="2355191" y="66356"/>
            <a:ext cx="1600200" cy="584775"/>
          </a:xfrm>
          <a:prstGeom prst="rect">
            <a:avLst/>
          </a:prstGeom>
        </p:spPr>
        <p:txBody>
          <a:bodyPr wrap="square">
            <a:spAutoFit/>
          </a:bodyPr>
          <a:lstStyle/>
          <a:p>
            <a:pPr lvl="0" algn="ctr" rtl="1" fontAlgn="base">
              <a:spcBef>
                <a:spcPct val="0"/>
              </a:spcBef>
              <a:spcAft>
                <a:spcPct val="0"/>
              </a:spcAft>
            </a:pPr>
            <a:r>
              <a:rPr lang="fa-IR" sz="1600" b="1" dirty="0">
                <a:solidFill>
                  <a:srgbClr val="FFFFFF"/>
                </a:solidFill>
                <a:latin typeface="Times New Roman" panose="02020603050405020304" pitchFamily="18" charset="0"/>
                <a:cs typeface="B Nazanin" panose="00000400000000000000" pitchFamily="2" charset="-78"/>
              </a:rPr>
              <a:t>سیستم مدیریت همسان سازی</a:t>
            </a:r>
            <a:endParaRPr lang="en-US" sz="1600" b="1" dirty="0">
              <a:solidFill>
                <a:srgbClr val="FFFFFF"/>
              </a:solidFill>
              <a:latin typeface="Times New Roman" panose="02020603050405020304" pitchFamily="18" charset="0"/>
              <a:cs typeface="B Nazanin" panose="00000400000000000000" pitchFamily="2" charset="-78"/>
            </a:endParaRPr>
          </a:p>
        </p:txBody>
      </p:sp>
      <p:sp>
        <p:nvSpPr>
          <p:cNvPr id="46" name="Rectangle 45">
            <a:extLst>
              <a:ext uri="{FF2B5EF4-FFF2-40B4-BE49-F238E27FC236}">
                <a16:creationId xmlns="" xmlns:a16="http://schemas.microsoft.com/office/drawing/2014/main" id="{F2576E55-27E7-4A07-95C2-3356380EB505}"/>
              </a:ext>
            </a:extLst>
          </p:cNvPr>
          <p:cNvSpPr/>
          <p:nvPr/>
        </p:nvSpPr>
        <p:spPr>
          <a:xfrm>
            <a:off x="4495138" y="91457"/>
            <a:ext cx="1443038" cy="584775"/>
          </a:xfrm>
          <a:prstGeom prst="rect">
            <a:avLst/>
          </a:prstGeom>
        </p:spPr>
        <p:txBody>
          <a:bodyPr wrap="square">
            <a:spAutoFit/>
          </a:bodyPr>
          <a:lstStyle/>
          <a:p>
            <a:pPr lvl="0" algn="ctr" rtl="1" fontAlgn="base">
              <a:spcBef>
                <a:spcPct val="0"/>
              </a:spcBef>
              <a:spcAft>
                <a:spcPct val="0"/>
              </a:spcAft>
            </a:pPr>
            <a:r>
              <a:rPr lang="fa-IR" sz="1600" b="1" dirty="0">
                <a:solidFill>
                  <a:srgbClr val="FFFFFF"/>
                </a:solidFill>
                <a:latin typeface="Times New Roman" panose="02020603050405020304" pitchFamily="18" charset="0"/>
                <a:cs typeface="B Nazanin" panose="00000400000000000000" pitchFamily="2" charset="-78"/>
              </a:rPr>
              <a:t>سیستم مدیریت باتری</a:t>
            </a:r>
            <a:endParaRPr lang="en-US" sz="1600" b="1" dirty="0">
              <a:solidFill>
                <a:srgbClr val="FFFFFF"/>
              </a:solidFill>
              <a:latin typeface="Times New Roman" panose="02020603050405020304" pitchFamily="18" charset="0"/>
              <a:cs typeface="B Nazanin" panose="00000400000000000000" pitchFamily="2" charset="-78"/>
            </a:endParaRPr>
          </a:p>
        </p:txBody>
      </p:sp>
      <p:sp>
        <p:nvSpPr>
          <p:cNvPr id="47" name="Rectangle 46">
            <a:extLst>
              <a:ext uri="{FF2B5EF4-FFF2-40B4-BE49-F238E27FC236}">
                <a16:creationId xmlns="" xmlns:a16="http://schemas.microsoft.com/office/drawing/2014/main" id="{BF9CF44D-C94F-4B09-AF24-15EACD7BE0F4}"/>
              </a:ext>
            </a:extLst>
          </p:cNvPr>
          <p:cNvSpPr/>
          <p:nvPr/>
        </p:nvSpPr>
        <p:spPr>
          <a:xfrm>
            <a:off x="6499957" y="197162"/>
            <a:ext cx="1626786" cy="323165"/>
          </a:xfrm>
          <a:prstGeom prst="rect">
            <a:avLst/>
          </a:prstGeom>
        </p:spPr>
        <p:txBody>
          <a:bodyPr wrap="square">
            <a:spAutoFit/>
          </a:bodyPr>
          <a:lstStyle/>
          <a:p>
            <a:pPr lvl="0" algn="ctr" fontAlgn="base">
              <a:spcBef>
                <a:spcPct val="0"/>
              </a:spcBef>
              <a:spcAft>
                <a:spcPct val="0"/>
              </a:spcAft>
              <a:defRPr/>
            </a:pPr>
            <a:r>
              <a:rPr lang="fa-IR" sz="1500" b="1" kern="0" dirty="0" err="1">
                <a:solidFill>
                  <a:srgbClr val="FFFFFF"/>
                </a:solidFill>
                <a:latin typeface="Times New Roman" panose="02020603050405020304" pitchFamily="18" charset="0"/>
                <a:cs typeface="B Nazanin" pitchFamily="2" charset="-78"/>
              </a:rPr>
              <a:t>باتریها</a:t>
            </a:r>
            <a:endParaRPr lang="en-US" sz="1500" b="1" kern="0" dirty="0">
              <a:solidFill>
                <a:srgbClr val="FFFFFF"/>
              </a:solidFill>
              <a:latin typeface="Times New Roman" panose="02020603050405020304" pitchFamily="18" charset="0"/>
              <a:cs typeface="B Nazanin" pitchFamily="2" charset="-78"/>
            </a:endParaRPr>
          </a:p>
        </p:txBody>
      </p:sp>
      <p:pic>
        <p:nvPicPr>
          <p:cNvPr id="48" name="Picture 47" descr="پرونده:Azad University logo.png - ویکی‌پدیا، دانشنامهٔ آزاد">
            <a:extLst>
              <a:ext uri="{FF2B5EF4-FFF2-40B4-BE49-F238E27FC236}">
                <a16:creationId xmlns="" xmlns:a16="http://schemas.microsoft.com/office/drawing/2014/main" id="{FA988D60-670C-406B-B8FB-D5A0053424E9}"/>
              </a:ext>
            </a:extLst>
          </p:cNvPr>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8610600" y="0"/>
            <a:ext cx="533400" cy="822959"/>
          </a:xfrm>
          <a:prstGeom prst="rect">
            <a:avLst/>
          </a:prstGeom>
          <a:noFill/>
          <a:ln>
            <a:noFill/>
          </a:ln>
        </p:spPr>
      </p:pic>
      <p:sp>
        <p:nvSpPr>
          <p:cNvPr id="49" name="TextBox 48">
            <a:extLst>
              <a:ext uri="{FF2B5EF4-FFF2-40B4-BE49-F238E27FC236}">
                <a16:creationId xmlns="" xmlns:a16="http://schemas.microsoft.com/office/drawing/2014/main" id="{790F494B-120B-467C-BEB7-DD550B770790}"/>
              </a:ext>
            </a:extLst>
          </p:cNvPr>
          <p:cNvSpPr txBox="1"/>
          <p:nvPr/>
        </p:nvSpPr>
        <p:spPr>
          <a:xfrm>
            <a:off x="320146" y="934180"/>
            <a:ext cx="3717685" cy="369332"/>
          </a:xfrm>
          <a:prstGeom prst="rect">
            <a:avLst/>
          </a:prstGeom>
          <a:noFill/>
        </p:spPr>
        <p:txBody>
          <a:bodyPr wrap="none" rtlCol="0">
            <a:spAutoFit/>
          </a:bodyPr>
          <a:lstStyle/>
          <a:p>
            <a:pPr algn="r" rtl="1" fontAlgn="base">
              <a:spcBef>
                <a:spcPct val="0"/>
              </a:spcBef>
              <a:spcAft>
                <a:spcPct val="0"/>
              </a:spcAft>
            </a:pPr>
            <a:r>
              <a:rPr lang="fa-IR" b="1" dirty="0">
                <a:cs typeface="B Nazanin" panose="00000400000000000000" pitchFamily="2" charset="-78"/>
              </a:rPr>
              <a:t>روش های تخمین وضعیت شارژ باتری (</a:t>
            </a:r>
            <a:r>
              <a:rPr lang="en-US" b="1" i="1" dirty="0">
                <a:latin typeface="Times New Roman" panose="02020603050405020304" pitchFamily="18" charset="0"/>
                <a:cs typeface="Times New Roman" panose="02020603050405020304" pitchFamily="18" charset="0"/>
              </a:rPr>
              <a:t>SOC</a:t>
            </a:r>
            <a:r>
              <a:rPr lang="fa-IR" b="1" dirty="0">
                <a:cs typeface="B Nazanin" panose="00000400000000000000" pitchFamily="2" charset="-78"/>
              </a:rPr>
              <a:t>)</a:t>
            </a:r>
            <a:endParaRPr lang="en-US" b="1" dirty="0">
              <a:solidFill>
                <a:srgbClr val="000000"/>
              </a:solidFill>
              <a:latin typeface="Times New Roman" panose="02020603050405020304" pitchFamily="18" charset="0"/>
              <a:cs typeface="B Nazanin" pitchFamily="2" charset="-78"/>
            </a:endParaRPr>
          </a:p>
        </p:txBody>
      </p:sp>
      <p:sp>
        <p:nvSpPr>
          <p:cNvPr id="50" name="Rectangle 49"/>
          <p:cNvSpPr/>
          <p:nvPr/>
        </p:nvSpPr>
        <p:spPr>
          <a:xfrm>
            <a:off x="520700" y="6297324"/>
            <a:ext cx="5417476" cy="369332"/>
          </a:xfrm>
          <a:prstGeom prst="rect">
            <a:avLst/>
          </a:prstGeom>
        </p:spPr>
        <p:txBody>
          <a:bodyPr wrap="square">
            <a:spAutoFit/>
          </a:bodyPr>
          <a:lstStyle/>
          <a:p>
            <a:pPr algn="ctr" rtl="1"/>
            <a:r>
              <a:rPr lang="fa-IR" dirty="0">
                <a:latin typeface="Times New Roman" panose="02020603050405020304" pitchFamily="18" charset="0"/>
                <a:ea typeface="Calibri" panose="020F0502020204030204" pitchFamily="34" charset="0"/>
                <a:cs typeface="B Lotus" panose="00000400000000000000" pitchFamily="2" charset="-78"/>
              </a:rPr>
              <a:t>نمونه ساده شده از تخمین</a:t>
            </a:r>
            <a:r>
              <a:rPr lang="en-US" dirty="0">
                <a:latin typeface="Times New Roman" panose="02020603050405020304" pitchFamily="18" charset="0"/>
                <a:ea typeface="Calibri" panose="020F0502020204030204" pitchFamily="34" charset="0"/>
                <a:cs typeface="B Lotus" panose="00000400000000000000" pitchFamily="2" charset="-78"/>
              </a:rPr>
              <a:t>SOC </a:t>
            </a:r>
            <a:r>
              <a:rPr lang="fa-IR" dirty="0">
                <a:latin typeface="Times New Roman" panose="02020603050405020304" pitchFamily="18" charset="0"/>
                <a:ea typeface="Calibri" panose="020F0502020204030204" pitchFamily="34" charset="0"/>
                <a:cs typeface="B Lotus" panose="00000400000000000000" pitchFamily="2" charset="-78"/>
              </a:rPr>
              <a:t> توسط فیلتر کالمن </a:t>
            </a:r>
            <a:r>
              <a:rPr lang="fa-IR" dirty="0">
                <a:solidFill>
                  <a:srgbClr val="61D6FF"/>
                </a:solidFill>
                <a:latin typeface="Times New Roman" panose="02020603050405020304" pitchFamily="18" charset="0"/>
                <a:ea typeface="Calibri" panose="020F0502020204030204" pitchFamily="34" charset="0"/>
                <a:cs typeface="B Lotus" panose="00000400000000000000" pitchFamily="2" charset="-78"/>
              </a:rPr>
              <a:t>[1]</a:t>
            </a:r>
            <a:r>
              <a:rPr lang="fa-IR" dirty="0">
                <a:latin typeface="Times New Roman" panose="02020603050405020304" pitchFamily="18" charset="0"/>
                <a:ea typeface="Calibri" panose="020F0502020204030204" pitchFamily="34" charset="0"/>
                <a:cs typeface="B Lotus" panose="00000400000000000000" pitchFamily="2" charset="-78"/>
              </a:rPr>
              <a:t>.</a:t>
            </a:r>
            <a:endParaRPr lang="en-US" dirty="0"/>
          </a:p>
        </p:txBody>
      </p:sp>
      <p:sp>
        <p:nvSpPr>
          <p:cNvPr id="25" name="Slide Number Placeholder 3">
            <a:extLst>
              <a:ext uri="{FF2B5EF4-FFF2-40B4-BE49-F238E27FC236}">
                <a16:creationId xmlns="" xmlns:a16="http://schemas.microsoft.com/office/drawing/2014/main" id="{FEFB061F-8AAB-4535-B272-1BA4D5A77191}"/>
              </a:ext>
            </a:extLst>
          </p:cNvPr>
          <p:cNvSpPr txBox="1">
            <a:spLocks/>
          </p:cNvSpPr>
          <p:nvPr/>
        </p:nvSpPr>
        <p:spPr>
          <a:xfrm>
            <a:off x="8965" y="6090313"/>
            <a:ext cx="676835" cy="767687"/>
          </a:xfrm>
          <a:prstGeom prst="rect">
            <a:avLst/>
          </a:prstGeom>
        </p:spPr>
        <p:txBody>
          <a:bodyPr vert="horz" lIns="91440" tIns="45720" rIns="91440" bIns="45720" rtlCol="0" anchor="ctr"/>
          <a:lstStyle>
            <a:defPPr>
              <a:defRPr lang="en-US"/>
            </a:defPPr>
            <a:lvl1pPr marL="0" algn="l" defTabSz="914400" rtl="0" eaLnBrk="1" latinLnBrk="0" hangingPunct="1">
              <a:defRPr sz="1400" b="1" kern="1200">
                <a:solidFill>
                  <a:srgbClr val="FFFFFF"/>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rtl="1"/>
            <a:fld id="{E8ADF199-8047-440E-B02B-E80683B392F2}" type="slidenum">
              <a:rPr lang="fa-IR" sz="1800" smtClean="0">
                <a:solidFill>
                  <a:schemeClr val="tx1"/>
                </a:solidFill>
                <a:cs typeface="B Lotus" panose="00000400000000000000" pitchFamily="2" charset="-78"/>
              </a:rPr>
              <a:pPr rtl="1"/>
              <a:t>54</a:t>
            </a:fld>
            <a:endParaRPr lang="fa-IR" sz="1800" dirty="0">
              <a:solidFill>
                <a:schemeClr val="tx1"/>
              </a:solidFill>
              <a:cs typeface="B Lotus" panose="00000400000000000000" pitchFamily="2" charset="-78"/>
            </a:endParaRPr>
          </a:p>
        </p:txBody>
      </p:sp>
    </p:spTree>
    <p:extLst>
      <p:ext uri="{BB962C8B-B14F-4D97-AF65-F5344CB8AC3E}">
        <p14:creationId xmlns:p14="http://schemas.microsoft.com/office/powerpoint/2010/main" val="217750241"/>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9" name="AutoShape 2">
            <a:extLst>
              <a:ext uri="{FF2B5EF4-FFF2-40B4-BE49-F238E27FC236}">
                <a16:creationId xmlns="" xmlns:a16="http://schemas.microsoft.com/office/drawing/2014/main" id="{497A908A-E454-4B9F-A07D-96505D4C7818}"/>
              </a:ext>
            </a:extLst>
          </p:cNvPr>
          <p:cNvSpPr>
            <a:spLocks noChangeAspect="1" noChangeArrowheads="1"/>
          </p:cNvSpPr>
          <p:nvPr/>
        </p:nvSpPr>
        <p:spPr bwMode="ltGray">
          <a:xfrm rot="16200000" flipH="1">
            <a:off x="7699972" y="2644054"/>
            <a:ext cx="2915072" cy="2882458"/>
          </a:xfrm>
          <a:custGeom>
            <a:avLst/>
            <a:gdLst>
              <a:gd name="G0" fmla="+- 10478 0 0"/>
              <a:gd name="G1" fmla="+- -11739500 0 0"/>
              <a:gd name="G2" fmla="+- 0 0 -11739500"/>
              <a:gd name="T0" fmla="*/ 0 256 1"/>
              <a:gd name="T1" fmla="*/ 180 256 1"/>
              <a:gd name="G3" fmla="+- -11739500 T0 T1"/>
              <a:gd name="T2" fmla="*/ 0 256 1"/>
              <a:gd name="T3" fmla="*/ 90 256 1"/>
              <a:gd name="G4" fmla="+- -11739500 T2 T3"/>
              <a:gd name="G5" fmla="*/ G4 2 1"/>
              <a:gd name="T4" fmla="*/ 90 256 1"/>
              <a:gd name="T5" fmla="*/ 0 256 1"/>
              <a:gd name="G6" fmla="+- -11739500 T4 T5"/>
              <a:gd name="G7" fmla="*/ G6 2 1"/>
              <a:gd name="G8" fmla="abs -11739500"/>
              <a:gd name="T6" fmla="*/ 0 256 1"/>
              <a:gd name="T7" fmla="*/ 90 256 1"/>
              <a:gd name="G9" fmla="+- G8 T6 T7"/>
              <a:gd name="G10" fmla="?: G9 G7 G5"/>
              <a:gd name="T8" fmla="*/ 0 256 1"/>
              <a:gd name="T9" fmla="*/ 360 256 1"/>
              <a:gd name="G11" fmla="+- G10 T8 T9"/>
              <a:gd name="G12" fmla="?: G10 G11 G10"/>
              <a:gd name="T10" fmla="*/ 0 256 1"/>
              <a:gd name="T11" fmla="*/ 360 256 1"/>
              <a:gd name="G13" fmla="+- G12 T10 T11"/>
              <a:gd name="G14" fmla="?: G12 G13 G12"/>
              <a:gd name="G15" fmla="+- 0 0 G14"/>
              <a:gd name="G16" fmla="+- 10800 0 0"/>
              <a:gd name="G17" fmla="+- 10800 0 10478"/>
              <a:gd name="G18" fmla="*/ 10478 1 2"/>
              <a:gd name="G19" fmla="+- G18 5400 0"/>
              <a:gd name="G20" fmla="cos G19 -11739500"/>
              <a:gd name="G21" fmla="sin G19 -11739500"/>
              <a:gd name="G22" fmla="+- G20 10800 0"/>
              <a:gd name="G23" fmla="+- G21 10800 0"/>
              <a:gd name="G24" fmla="+- 10800 0 G20"/>
              <a:gd name="G25" fmla="+- 10478 10800 0"/>
              <a:gd name="G26" fmla="?: G9 G17 G25"/>
              <a:gd name="G27" fmla="?: G9 0 21600"/>
              <a:gd name="G28" fmla="cos 10800 -11739500"/>
              <a:gd name="G29" fmla="sin 10800 -11739500"/>
              <a:gd name="G30" fmla="sin 10478 -11739500"/>
              <a:gd name="G31" fmla="+- G28 10800 0"/>
              <a:gd name="G32" fmla="+- G29 10800 0"/>
              <a:gd name="G33" fmla="+- G30 10800 0"/>
              <a:gd name="G34" fmla="?: G4 0 G31"/>
              <a:gd name="G35" fmla="?: -11739500 G34 0"/>
              <a:gd name="G36" fmla="?: G6 G35 G31"/>
              <a:gd name="G37" fmla="+- 21600 0 G36"/>
              <a:gd name="G38" fmla="?: G4 0 G33"/>
              <a:gd name="G39" fmla="?: -11739500 G38 G32"/>
              <a:gd name="G40" fmla="?: G6 G39 0"/>
              <a:gd name="G41" fmla="?: G4 G32 21600"/>
              <a:gd name="G42" fmla="?: G6 G41 G33"/>
              <a:gd name="T12" fmla="*/ 10800 w 21600"/>
              <a:gd name="T13" fmla="*/ 0 h 21600"/>
              <a:gd name="T14" fmla="*/ 162 w 21600"/>
              <a:gd name="T15" fmla="*/ 10638 h 21600"/>
              <a:gd name="T16" fmla="*/ 10800 w 21600"/>
              <a:gd name="T17" fmla="*/ 322 h 21600"/>
              <a:gd name="T18" fmla="*/ 21438 w 21600"/>
              <a:gd name="T19" fmla="*/ 10638 h 21600"/>
              <a:gd name="T20" fmla="*/ G36 w 21600"/>
              <a:gd name="T21" fmla="*/ G40 h 21600"/>
              <a:gd name="T22" fmla="*/ G37 w 21600"/>
              <a:gd name="T23" fmla="*/ G42 h 21600"/>
            </a:gdLst>
            <a:ahLst/>
            <a:cxnLst>
              <a:cxn ang="0">
                <a:pos x="T12" y="T13"/>
              </a:cxn>
              <a:cxn ang="0">
                <a:pos x="T14" y="T15"/>
              </a:cxn>
              <a:cxn ang="0">
                <a:pos x="T16" y="T17"/>
              </a:cxn>
              <a:cxn ang="0">
                <a:pos x="T18" y="T19"/>
              </a:cxn>
            </a:cxnLst>
            <a:rect l="T20" t="T21" r="T22" b="T23"/>
            <a:pathLst>
              <a:path w="21600" h="21600">
                <a:moveTo>
                  <a:pt x="323" y="10641"/>
                </a:moveTo>
                <a:cubicBezTo>
                  <a:pt x="410" y="4916"/>
                  <a:pt x="5075" y="321"/>
                  <a:pt x="10800" y="322"/>
                </a:cubicBezTo>
                <a:cubicBezTo>
                  <a:pt x="16524" y="322"/>
                  <a:pt x="21189" y="4916"/>
                  <a:pt x="21276" y="10641"/>
                </a:cubicBezTo>
                <a:lnTo>
                  <a:pt x="21598" y="10636"/>
                </a:lnTo>
                <a:cubicBezTo>
                  <a:pt x="21509" y="4736"/>
                  <a:pt x="16700" y="-1"/>
                  <a:pt x="10799" y="0"/>
                </a:cubicBezTo>
                <a:cubicBezTo>
                  <a:pt x="4899" y="0"/>
                  <a:pt x="90" y="4736"/>
                  <a:pt x="1" y="10636"/>
                </a:cubicBezTo>
                <a:close/>
              </a:path>
            </a:pathLst>
          </a:custGeom>
          <a:gradFill rotWithShape="0">
            <a:gsLst>
              <a:gs pos="0">
                <a:srgbClr val="B0BAD8">
                  <a:gamma/>
                  <a:tint val="45490"/>
                  <a:invGamma/>
                </a:srgbClr>
              </a:gs>
              <a:gs pos="100000">
                <a:srgbClr val="B0BAD8"/>
              </a:gs>
            </a:gsLst>
            <a:lin ang="0" scaled="1"/>
          </a:gradFill>
          <a:ln w="9525" algn="ctr">
            <a:noFill/>
            <a:miter lim="800000"/>
            <a:headEnd/>
            <a:tailEnd/>
          </a:ln>
          <a:effectLst/>
        </p:spPr>
        <p:txBody>
          <a:bodyPr wrap="none" anchor="ct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endParaRPr>
          </a:p>
        </p:txBody>
      </p:sp>
      <p:sp>
        <p:nvSpPr>
          <p:cNvPr id="147" name="TextBox 146">
            <a:extLst>
              <a:ext uri="{FF2B5EF4-FFF2-40B4-BE49-F238E27FC236}">
                <a16:creationId xmlns="" xmlns:a16="http://schemas.microsoft.com/office/drawing/2014/main" id="{F43469DC-7F5B-471E-BD74-ED709E621F63}"/>
              </a:ext>
            </a:extLst>
          </p:cNvPr>
          <p:cNvSpPr txBox="1"/>
          <p:nvPr/>
        </p:nvSpPr>
        <p:spPr>
          <a:xfrm>
            <a:off x="6543464" y="2128566"/>
            <a:ext cx="1794081" cy="369332"/>
          </a:xfrm>
          <a:prstGeom prst="rect">
            <a:avLst/>
          </a:prstGeom>
          <a:noFill/>
        </p:spPr>
        <p:txBody>
          <a:bodyPr wrap="none" rtlCol="0">
            <a:spAutoFit/>
          </a:bodyPr>
          <a:lstStyle/>
          <a:p>
            <a:pPr algn="r" rtl="1"/>
            <a:r>
              <a:rPr lang="fa-IR" b="1" dirty="0">
                <a:cs typeface="B Nazanin" panose="00000400000000000000" pitchFamily="2" charset="-78"/>
              </a:rPr>
              <a:t>اهداف همسان سازی</a:t>
            </a:r>
          </a:p>
        </p:txBody>
      </p:sp>
      <p:sp>
        <p:nvSpPr>
          <p:cNvPr id="157" name="AutoShape 8">
            <a:extLst>
              <a:ext uri="{FF2B5EF4-FFF2-40B4-BE49-F238E27FC236}">
                <a16:creationId xmlns="" xmlns:a16="http://schemas.microsoft.com/office/drawing/2014/main" id="{B5862EDC-452E-4DF3-BF8D-680DE0577504}"/>
              </a:ext>
            </a:extLst>
          </p:cNvPr>
          <p:cNvSpPr>
            <a:spLocks noChangeAspect="1" noChangeArrowheads="1"/>
          </p:cNvSpPr>
          <p:nvPr/>
        </p:nvSpPr>
        <p:spPr bwMode="gray">
          <a:xfrm>
            <a:off x="4268152" y="2670060"/>
            <a:ext cx="3929065" cy="508000"/>
          </a:xfrm>
          <a:prstGeom prst="roundRect">
            <a:avLst>
              <a:gd name="adj" fmla="val 50000"/>
            </a:avLst>
          </a:prstGeom>
          <a:gradFill flip="none" rotWithShape="1">
            <a:gsLst>
              <a:gs pos="0">
                <a:srgbClr val="B7E7FF">
                  <a:gamma/>
                  <a:tint val="0"/>
                  <a:invGamma/>
                </a:srgbClr>
              </a:gs>
              <a:gs pos="100000">
                <a:srgbClr val="B7E7FF"/>
              </a:gs>
            </a:gsLst>
            <a:lin ang="10800000" scaled="1"/>
            <a:tileRect/>
          </a:gradFill>
          <a:ln w="28575" algn="ctr">
            <a:solidFill>
              <a:srgbClr val="C4E59F"/>
            </a:solidFill>
            <a:round/>
            <a:headEnd/>
            <a:tailEnd/>
          </a:ln>
          <a:effectLst/>
        </p:spPr>
        <p:txBody>
          <a:bodyPr wrap="none" anchor="ctr"/>
          <a:lstStyle/>
          <a:p>
            <a:pPr algn="r" rtl="1" fontAlgn="base">
              <a:spcBef>
                <a:spcPct val="0"/>
              </a:spcBef>
              <a:spcAft>
                <a:spcPct val="0"/>
              </a:spcAft>
            </a:pPr>
            <a:r>
              <a:rPr lang="fa-IR" b="1" dirty="0">
                <a:solidFill>
                  <a:srgbClr val="000000"/>
                </a:solidFill>
                <a:latin typeface="Times New Roman" panose="02020603050405020304" pitchFamily="18" charset="0"/>
                <a:cs typeface="B Nazanin" pitchFamily="2" charset="-78"/>
              </a:rPr>
              <a:t>حداقل رساندن زمان همسان سازی</a:t>
            </a:r>
            <a:endParaRPr lang="en-US" b="1" dirty="0">
              <a:solidFill>
                <a:srgbClr val="000000"/>
              </a:solidFill>
              <a:latin typeface="Times New Roman" panose="02020603050405020304" pitchFamily="18" charset="0"/>
              <a:cs typeface="B Nazanin" pitchFamily="2" charset="-78"/>
            </a:endParaRPr>
          </a:p>
        </p:txBody>
      </p:sp>
      <p:sp>
        <p:nvSpPr>
          <p:cNvPr id="158" name="AutoShape 8">
            <a:extLst>
              <a:ext uri="{FF2B5EF4-FFF2-40B4-BE49-F238E27FC236}">
                <a16:creationId xmlns="" xmlns:a16="http://schemas.microsoft.com/office/drawing/2014/main" id="{3B3A499C-E5A4-4F32-9CCC-AD714CA7AEF7}"/>
              </a:ext>
            </a:extLst>
          </p:cNvPr>
          <p:cNvSpPr>
            <a:spLocks noChangeAspect="1" noChangeArrowheads="1"/>
          </p:cNvSpPr>
          <p:nvPr/>
        </p:nvSpPr>
        <p:spPr bwMode="gray">
          <a:xfrm>
            <a:off x="4216868" y="4877401"/>
            <a:ext cx="3929065" cy="508000"/>
          </a:xfrm>
          <a:prstGeom prst="roundRect">
            <a:avLst>
              <a:gd name="adj" fmla="val 50000"/>
            </a:avLst>
          </a:prstGeom>
          <a:gradFill flip="none" rotWithShape="1">
            <a:gsLst>
              <a:gs pos="0">
                <a:srgbClr val="B7E7FF">
                  <a:gamma/>
                  <a:tint val="0"/>
                  <a:invGamma/>
                </a:srgbClr>
              </a:gs>
              <a:gs pos="100000">
                <a:srgbClr val="B7E7FF"/>
              </a:gs>
            </a:gsLst>
            <a:lin ang="10800000" scaled="1"/>
            <a:tileRect/>
          </a:gradFill>
          <a:ln w="28575" algn="ctr">
            <a:solidFill>
              <a:srgbClr val="C4E59F"/>
            </a:solidFill>
            <a:round/>
            <a:headEnd/>
            <a:tailEnd/>
          </a:ln>
          <a:effectLst/>
        </p:spPr>
        <p:txBody>
          <a:bodyPr wrap="none" anchor="ctr"/>
          <a:lstStyle/>
          <a:p>
            <a:pPr algn="r" rtl="1" fontAlgn="base">
              <a:spcBef>
                <a:spcPct val="0"/>
              </a:spcBef>
              <a:spcAft>
                <a:spcPct val="0"/>
              </a:spcAft>
            </a:pPr>
            <a:r>
              <a:rPr lang="fa-IR" b="1" dirty="0">
                <a:solidFill>
                  <a:srgbClr val="000000"/>
                </a:solidFill>
                <a:latin typeface="Times New Roman" panose="02020603050405020304" pitchFamily="18" charset="0"/>
                <a:cs typeface="B Nazanin" pitchFamily="2" charset="-78"/>
              </a:rPr>
              <a:t>حداقل رساندن انرژی همسان سازی</a:t>
            </a:r>
            <a:endParaRPr lang="en-US" b="1" dirty="0">
              <a:solidFill>
                <a:srgbClr val="000000"/>
              </a:solidFill>
              <a:latin typeface="Times New Roman" panose="02020603050405020304" pitchFamily="18" charset="0"/>
              <a:cs typeface="B Nazanin" pitchFamily="2" charset="-78"/>
            </a:endParaRPr>
          </a:p>
        </p:txBody>
      </p:sp>
      <p:grpSp>
        <p:nvGrpSpPr>
          <p:cNvPr id="168" name="Group 23">
            <a:extLst>
              <a:ext uri="{FF2B5EF4-FFF2-40B4-BE49-F238E27FC236}">
                <a16:creationId xmlns="" xmlns:a16="http://schemas.microsoft.com/office/drawing/2014/main" id="{480CFC9E-AE3C-48F6-BC4D-4934E415B67E}"/>
              </a:ext>
            </a:extLst>
          </p:cNvPr>
          <p:cNvGrpSpPr>
            <a:grpSpLocks noChangeAspect="1"/>
          </p:cNvGrpSpPr>
          <p:nvPr/>
        </p:nvGrpSpPr>
        <p:grpSpPr bwMode="auto">
          <a:xfrm>
            <a:off x="7998416" y="2738896"/>
            <a:ext cx="381000" cy="381000"/>
            <a:chOff x="2078" y="1680"/>
            <a:chExt cx="1615" cy="1615"/>
          </a:xfrm>
        </p:grpSpPr>
        <p:sp>
          <p:nvSpPr>
            <p:cNvPr id="169" name="Oval 24">
              <a:extLst>
                <a:ext uri="{FF2B5EF4-FFF2-40B4-BE49-F238E27FC236}">
                  <a16:creationId xmlns="" xmlns:a16="http://schemas.microsoft.com/office/drawing/2014/main" id="{CACFC30A-9877-4806-9B4C-587ACE150345}"/>
                </a:ext>
              </a:extLst>
            </p:cNvPr>
            <p:cNvSpPr>
              <a:spLocks noChangeArrowheads="1"/>
            </p:cNvSpPr>
            <p:nvPr/>
          </p:nvSpPr>
          <p:spPr bwMode="gray">
            <a:xfrm>
              <a:off x="2078" y="1680"/>
              <a:ext cx="1615" cy="1615"/>
            </a:xfrm>
            <a:prstGeom prst="ellipse">
              <a:avLst/>
            </a:prstGeom>
            <a:gradFill rotWithShape="1">
              <a:gsLst>
                <a:gs pos="0">
                  <a:srgbClr val="FFFFFF">
                    <a:gamma/>
                    <a:shade val="46275"/>
                    <a:invGamma/>
                  </a:srgbClr>
                </a:gs>
                <a:gs pos="50000">
                  <a:srgbClr val="FFFFFF"/>
                </a:gs>
                <a:gs pos="100000">
                  <a:srgbClr val="FFFFFF">
                    <a:gamma/>
                    <a:shade val="46275"/>
                    <a:invGamma/>
                  </a:srgbClr>
                </a:gs>
              </a:gsLst>
              <a:lin ang="5400000" scaled="1"/>
            </a:gradFill>
            <a:ln w="57150" algn="ctr">
              <a:noFill/>
              <a:round/>
              <a:headEnd/>
              <a:tailEnd/>
            </a:ln>
            <a:effectLst/>
          </p:spPr>
          <p:txBody>
            <a:bodyPr wrap="none" anchor="ct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latin typeface="Arial" pitchFamily="34" charset="0"/>
              </a:endParaRPr>
            </a:p>
          </p:txBody>
        </p:sp>
        <p:sp>
          <p:nvSpPr>
            <p:cNvPr id="170" name="Oval 25">
              <a:extLst>
                <a:ext uri="{FF2B5EF4-FFF2-40B4-BE49-F238E27FC236}">
                  <a16:creationId xmlns="" xmlns:a16="http://schemas.microsoft.com/office/drawing/2014/main" id="{640C1602-143A-456B-BA22-7664A3DEFFCF}"/>
                </a:ext>
              </a:extLst>
            </p:cNvPr>
            <p:cNvSpPr>
              <a:spLocks noChangeArrowheads="1"/>
            </p:cNvSpPr>
            <p:nvPr/>
          </p:nvSpPr>
          <p:spPr bwMode="gray">
            <a:xfrm>
              <a:off x="2170" y="1771"/>
              <a:ext cx="1430" cy="1430"/>
            </a:xfrm>
            <a:prstGeom prst="ellipse">
              <a:avLst/>
            </a:prstGeom>
            <a:gradFill rotWithShape="1">
              <a:gsLst>
                <a:gs pos="0">
                  <a:srgbClr val="FFFFFF">
                    <a:gamma/>
                    <a:shade val="63529"/>
                    <a:invGamma/>
                  </a:srgbClr>
                </a:gs>
                <a:gs pos="50000">
                  <a:srgbClr val="FFFFFF"/>
                </a:gs>
                <a:gs pos="100000">
                  <a:srgbClr val="FFFFFF">
                    <a:gamma/>
                    <a:shade val="63529"/>
                    <a:invGamma/>
                  </a:srgbClr>
                </a:gs>
              </a:gsLst>
              <a:lin ang="0" scaled="1"/>
            </a:gradFill>
            <a:ln w="9525" algn="ctr">
              <a:noFill/>
              <a:round/>
              <a:headEnd/>
              <a:tailEnd/>
            </a:ln>
            <a:effectLst/>
          </p:spPr>
          <p:txBody>
            <a:bodyPr wrap="none" anchor="ct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latin typeface="Arial" pitchFamily="34" charset="0"/>
              </a:endParaRPr>
            </a:p>
          </p:txBody>
        </p:sp>
        <p:sp>
          <p:nvSpPr>
            <p:cNvPr id="171" name="Oval 26">
              <a:extLst>
                <a:ext uri="{FF2B5EF4-FFF2-40B4-BE49-F238E27FC236}">
                  <a16:creationId xmlns="" xmlns:a16="http://schemas.microsoft.com/office/drawing/2014/main" id="{53792F8F-0D9C-4345-A703-F034640FA7A7}"/>
                </a:ext>
              </a:extLst>
            </p:cNvPr>
            <p:cNvSpPr>
              <a:spLocks noChangeArrowheads="1"/>
            </p:cNvSpPr>
            <p:nvPr/>
          </p:nvSpPr>
          <p:spPr bwMode="gray">
            <a:xfrm>
              <a:off x="2254" y="1856"/>
              <a:ext cx="1262" cy="1264"/>
            </a:xfrm>
            <a:prstGeom prst="ellipse">
              <a:avLst/>
            </a:prstGeom>
            <a:gradFill rotWithShape="1">
              <a:gsLst>
                <a:gs pos="0">
                  <a:srgbClr val="8AD4CD">
                    <a:gamma/>
                    <a:tint val="0"/>
                    <a:invGamma/>
                  </a:srgbClr>
                </a:gs>
                <a:gs pos="50000">
                  <a:srgbClr val="8AD4CD"/>
                </a:gs>
                <a:gs pos="100000">
                  <a:srgbClr val="8AD4CD">
                    <a:gamma/>
                    <a:tint val="0"/>
                    <a:invGamma/>
                  </a:srgbClr>
                </a:gs>
              </a:gsLst>
              <a:lin ang="2700000" scaled="1"/>
            </a:gradFill>
            <a:ln w="38100" algn="ctr">
              <a:noFill/>
              <a:round/>
              <a:headEnd/>
              <a:tailEnd/>
            </a:ln>
            <a:effectLst/>
          </p:spPr>
          <p:txBody>
            <a:bodyPr wrap="none" anchor="ctr">
              <a:spAutoFit/>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latin typeface="Arial" pitchFamily="34" charset="0"/>
              </a:endParaRPr>
            </a:p>
          </p:txBody>
        </p:sp>
        <p:sp>
          <p:nvSpPr>
            <p:cNvPr id="172" name="Oval 27">
              <a:extLst>
                <a:ext uri="{FF2B5EF4-FFF2-40B4-BE49-F238E27FC236}">
                  <a16:creationId xmlns="" xmlns:a16="http://schemas.microsoft.com/office/drawing/2014/main" id="{B29790E8-4F4B-4579-8A6B-FE3F9B0CAEF2}"/>
                </a:ext>
              </a:extLst>
            </p:cNvPr>
            <p:cNvSpPr>
              <a:spLocks noChangeArrowheads="1"/>
            </p:cNvSpPr>
            <p:nvPr/>
          </p:nvSpPr>
          <p:spPr bwMode="gray">
            <a:xfrm>
              <a:off x="2254" y="1856"/>
              <a:ext cx="1262" cy="1264"/>
            </a:xfrm>
            <a:prstGeom prst="ellipse">
              <a:avLst/>
            </a:prstGeom>
            <a:gradFill rotWithShape="1">
              <a:gsLst>
                <a:gs pos="0">
                  <a:srgbClr val="21B3E1"/>
                </a:gs>
                <a:gs pos="100000">
                  <a:srgbClr val="21B3E1">
                    <a:gamma/>
                    <a:shade val="46275"/>
                    <a:invGamma/>
                  </a:srgbClr>
                </a:gs>
              </a:gsLst>
              <a:lin ang="5400000" scaled="1"/>
            </a:gradFill>
            <a:ln w="38100" algn="ctr">
              <a:noFill/>
              <a:round/>
              <a:headEnd/>
              <a:tailEnd/>
            </a:ln>
            <a:effectLst/>
          </p:spPr>
          <p:txBody>
            <a:bodyPr wrap="none" anchor="ctr">
              <a:spAutoFit/>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latin typeface="Arial" pitchFamily="34" charset="0"/>
              </a:endParaRPr>
            </a:p>
          </p:txBody>
        </p:sp>
        <p:sp>
          <p:nvSpPr>
            <p:cNvPr id="173" name="Oval 28">
              <a:extLst>
                <a:ext uri="{FF2B5EF4-FFF2-40B4-BE49-F238E27FC236}">
                  <a16:creationId xmlns="" xmlns:a16="http://schemas.microsoft.com/office/drawing/2014/main" id="{358C33BB-071D-4F24-839E-CC9C393EF0D8}"/>
                </a:ext>
              </a:extLst>
            </p:cNvPr>
            <p:cNvSpPr>
              <a:spLocks noChangeArrowheads="1"/>
            </p:cNvSpPr>
            <p:nvPr/>
          </p:nvSpPr>
          <p:spPr bwMode="gray">
            <a:xfrm>
              <a:off x="2337" y="1939"/>
              <a:ext cx="1096" cy="1098"/>
            </a:xfrm>
            <a:prstGeom prst="ellipse">
              <a:avLst/>
            </a:prstGeom>
            <a:gradFill rotWithShape="1">
              <a:gsLst>
                <a:gs pos="0">
                  <a:srgbClr val="8AD4CD">
                    <a:gamma/>
                    <a:shade val="54118"/>
                    <a:invGamma/>
                  </a:srgbClr>
                </a:gs>
                <a:gs pos="50000">
                  <a:srgbClr val="8AD4CD"/>
                </a:gs>
                <a:gs pos="100000">
                  <a:srgbClr val="8AD4CD">
                    <a:gamma/>
                    <a:shade val="54118"/>
                    <a:invGamma/>
                  </a:srgbClr>
                </a:gs>
              </a:gsLst>
              <a:lin ang="18900000" scaled="1"/>
            </a:gradFill>
            <a:ln w="38100" algn="ctr">
              <a:noFill/>
              <a:round/>
              <a:headEnd/>
              <a:tailEnd/>
            </a:ln>
            <a:effectLst/>
          </p:spPr>
          <p:txBody>
            <a:bodyPr anchor="ctr">
              <a:spAutoFit/>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latin typeface="Arial" pitchFamily="34" charset="0"/>
              </a:endParaRPr>
            </a:p>
          </p:txBody>
        </p:sp>
        <p:sp>
          <p:nvSpPr>
            <p:cNvPr id="174" name="Oval 29">
              <a:extLst>
                <a:ext uri="{FF2B5EF4-FFF2-40B4-BE49-F238E27FC236}">
                  <a16:creationId xmlns="" xmlns:a16="http://schemas.microsoft.com/office/drawing/2014/main" id="{4E06C84A-1EFC-44EA-B29A-11ED722DE85A}"/>
                </a:ext>
              </a:extLst>
            </p:cNvPr>
            <p:cNvSpPr>
              <a:spLocks noChangeArrowheads="1"/>
            </p:cNvSpPr>
            <p:nvPr/>
          </p:nvSpPr>
          <p:spPr bwMode="gray">
            <a:xfrm>
              <a:off x="2337" y="1939"/>
              <a:ext cx="1096" cy="1098"/>
            </a:xfrm>
            <a:prstGeom prst="ellipse">
              <a:avLst/>
            </a:prstGeom>
            <a:gradFill rotWithShape="1">
              <a:gsLst>
                <a:gs pos="0">
                  <a:srgbClr val="21B3E1"/>
                </a:gs>
                <a:gs pos="100000">
                  <a:srgbClr val="21B3E1">
                    <a:gamma/>
                    <a:shade val="48627"/>
                    <a:invGamma/>
                  </a:srgbClr>
                </a:gs>
              </a:gsLst>
              <a:lin ang="2700000" scaled="1"/>
            </a:gradFill>
            <a:ln w="38100" algn="ctr">
              <a:noFill/>
              <a:round/>
              <a:headEnd/>
              <a:tailEnd/>
            </a:ln>
            <a:effectLst/>
          </p:spPr>
          <p:txBody>
            <a:bodyPr anchor="ctr">
              <a:spAutoFit/>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latin typeface="Arial" pitchFamily="34" charset="0"/>
              </a:endParaRPr>
            </a:p>
          </p:txBody>
        </p:sp>
      </p:grpSp>
      <p:grpSp>
        <p:nvGrpSpPr>
          <p:cNvPr id="175" name="Group 23">
            <a:extLst>
              <a:ext uri="{FF2B5EF4-FFF2-40B4-BE49-F238E27FC236}">
                <a16:creationId xmlns="" xmlns:a16="http://schemas.microsoft.com/office/drawing/2014/main" id="{DBD88F74-281E-49A6-BC26-B30CBBAE64C9}"/>
              </a:ext>
            </a:extLst>
          </p:cNvPr>
          <p:cNvGrpSpPr>
            <a:grpSpLocks noChangeAspect="1"/>
          </p:cNvGrpSpPr>
          <p:nvPr/>
        </p:nvGrpSpPr>
        <p:grpSpPr bwMode="auto">
          <a:xfrm>
            <a:off x="7955551" y="4941255"/>
            <a:ext cx="381000" cy="381000"/>
            <a:chOff x="2078" y="1680"/>
            <a:chExt cx="1615" cy="1615"/>
          </a:xfrm>
        </p:grpSpPr>
        <p:sp>
          <p:nvSpPr>
            <p:cNvPr id="176" name="Oval 24">
              <a:extLst>
                <a:ext uri="{FF2B5EF4-FFF2-40B4-BE49-F238E27FC236}">
                  <a16:creationId xmlns="" xmlns:a16="http://schemas.microsoft.com/office/drawing/2014/main" id="{8B6A68AB-47EE-4BEB-9563-FC726BE4E43A}"/>
                </a:ext>
              </a:extLst>
            </p:cNvPr>
            <p:cNvSpPr>
              <a:spLocks noChangeArrowheads="1"/>
            </p:cNvSpPr>
            <p:nvPr/>
          </p:nvSpPr>
          <p:spPr bwMode="gray">
            <a:xfrm>
              <a:off x="2078" y="1680"/>
              <a:ext cx="1615" cy="1615"/>
            </a:xfrm>
            <a:prstGeom prst="ellipse">
              <a:avLst/>
            </a:prstGeom>
            <a:gradFill rotWithShape="1">
              <a:gsLst>
                <a:gs pos="0">
                  <a:srgbClr val="FFFFFF">
                    <a:gamma/>
                    <a:shade val="46275"/>
                    <a:invGamma/>
                  </a:srgbClr>
                </a:gs>
                <a:gs pos="50000">
                  <a:srgbClr val="FFFFFF"/>
                </a:gs>
                <a:gs pos="100000">
                  <a:srgbClr val="FFFFFF">
                    <a:gamma/>
                    <a:shade val="46275"/>
                    <a:invGamma/>
                  </a:srgbClr>
                </a:gs>
              </a:gsLst>
              <a:lin ang="5400000" scaled="1"/>
            </a:gradFill>
            <a:ln w="57150" algn="ctr">
              <a:noFill/>
              <a:round/>
              <a:headEnd/>
              <a:tailEnd/>
            </a:ln>
            <a:effectLst/>
          </p:spPr>
          <p:txBody>
            <a:bodyPr wrap="none" anchor="ct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latin typeface="Arial" pitchFamily="34" charset="0"/>
              </a:endParaRPr>
            </a:p>
          </p:txBody>
        </p:sp>
        <p:sp>
          <p:nvSpPr>
            <p:cNvPr id="177" name="Oval 25">
              <a:extLst>
                <a:ext uri="{FF2B5EF4-FFF2-40B4-BE49-F238E27FC236}">
                  <a16:creationId xmlns="" xmlns:a16="http://schemas.microsoft.com/office/drawing/2014/main" id="{004826CD-E5CF-47B8-BD5C-D81E5D353CD7}"/>
                </a:ext>
              </a:extLst>
            </p:cNvPr>
            <p:cNvSpPr>
              <a:spLocks noChangeArrowheads="1"/>
            </p:cNvSpPr>
            <p:nvPr/>
          </p:nvSpPr>
          <p:spPr bwMode="gray">
            <a:xfrm>
              <a:off x="2170" y="1771"/>
              <a:ext cx="1430" cy="1430"/>
            </a:xfrm>
            <a:prstGeom prst="ellipse">
              <a:avLst/>
            </a:prstGeom>
            <a:gradFill rotWithShape="1">
              <a:gsLst>
                <a:gs pos="0">
                  <a:srgbClr val="FFFFFF">
                    <a:gamma/>
                    <a:shade val="63529"/>
                    <a:invGamma/>
                  </a:srgbClr>
                </a:gs>
                <a:gs pos="50000">
                  <a:srgbClr val="FFFFFF"/>
                </a:gs>
                <a:gs pos="100000">
                  <a:srgbClr val="FFFFFF">
                    <a:gamma/>
                    <a:shade val="63529"/>
                    <a:invGamma/>
                  </a:srgbClr>
                </a:gs>
              </a:gsLst>
              <a:lin ang="0" scaled="1"/>
            </a:gradFill>
            <a:ln w="9525" algn="ctr">
              <a:noFill/>
              <a:round/>
              <a:headEnd/>
              <a:tailEnd/>
            </a:ln>
            <a:effectLst/>
          </p:spPr>
          <p:txBody>
            <a:bodyPr wrap="none" anchor="ct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latin typeface="Arial" pitchFamily="34" charset="0"/>
              </a:endParaRPr>
            </a:p>
          </p:txBody>
        </p:sp>
        <p:sp>
          <p:nvSpPr>
            <p:cNvPr id="178" name="Oval 26">
              <a:extLst>
                <a:ext uri="{FF2B5EF4-FFF2-40B4-BE49-F238E27FC236}">
                  <a16:creationId xmlns="" xmlns:a16="http://schemas.microsoft.com/office/drawing/2014/main" id="{3B71C91A-95B1-48A6-8F6E-2BCE30BA5067}"/>
                </a:ext>
              </a:extLst>
            </p:cNvPr>
            <p:cNvSpPr>
              <a:spLocks noChangeArrowheads="1"/>
            </p:cNvSpPr>
            <p:nvPr/>
          </p:nvSpPr>
          <p:spPr bwMode="gray">
            <a:xfrm>
              <a:off x="2254" y="1856"/>
              <a:ext cx="1262" cy="1264"/>
            </a:xfrm>
            <a:prstGeom prst="ellipse">
              <a:avLst/>
            </a:prstGeom>
            <a:gradFill rotWithShape="1">
              <a:gsLst>
                <a:gs pos="0">
                  <a:srgbClr val="8AD4CD">
                    <a:gamma/>
                    <a:tint val="0"/>
                    <a:invGamma/>
                  </a:srgbClr>
                </a:gs>
                <a:gs pos="50000">
                  <a:srgbClr val="8AD4CD"/>
                </a:gs>
                <a:gs pos="100000">
                  <a:srgbClr val="8AD4CD">
                    <a:gamma/>
                    <a:tint val="0"/>
                    <a:invGamma/>
                  </a:srgbClr>
                </a:gs>
              </a:gsLst>
              <a:lin ang="2700000" scaled="1"/>
            </a:gradFill>
            <a:ln w="38100" algn="ctr">
              <a:noFill/>
              <a:round/>
              <a:headEnd/>
              <a:tailEnd/>
            </a:ln>
            <a:effectLst/>
          </p:spPr>
          <p:txBody>
            <a:bodyPr wrap="none" anchor="ctr">
              <a:spAutoFit/>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latin typeface="Arial" pitchFamily="34" charset="0"/>
              </a:endParaRPr>
            </a:p>
          </p:txBody>
        </p:sp>
        <p:sp>
          <p:nvSpPr>
            <p:cNvPr id="179" name="Oval 27">
              <a:extLst>
                <a:ext uri="{FF2B5EF4-FFF2-40B4-BE49-F238E27FC236}">
                  <a16:creationId xmlns="" xmlns:a16="http://schemas.microsoft.com/office/drawing/2014/main" id="{4B68C4BF-098A-4123-BB53-98CECA7F4A81}"/>
                </a:ext>
              </a:extLst>
            </p:cNvPr>
            <p:cNvSpPr>
              <a:spLocks noChangeArrowheads="1"/>
            </p:cNvSpPr>
            <p:nvPr/>
          </p:nvSpPr>
          <p:spPr bwMode="gray">
            <a:xfrm>
              <a:off x="2254" y="1856"/>
              <a:ext cx="1262" cy="1264"/>
            </a:xfrm>
            <a:prstGeom prst="ellipse">
              <a:avLst/>
            </a:prstGeom>
            <a:gradFill rotWithShape="1">
              <a:gsLst>
                <a:gs pos="0">
                  <a:srgbClr val="21B3E1"/>
                </a:gs>
                <a:gs pos="100000">
                  <a:srgbClr val="21B3E1">
                    <a:gamma/>
                    <a:shade val="46275"/>
                    <a:invGamma/>
                  </a:srgbClr>
                </a:gs>
              </a:gsLst>
              <a:lin ang="5400000" scaled="1"/>
            </a:gradFill>
            <a:ln w="38100" algn="ctr">
              <a:noFill/>
              <a:round/>
              <a:headEnd/>
              <a:tailEnd/>
            </a:ln>
            <a:effectLst/>
          </p:spPr>
          <p:txBody>
            <a:bodyPr wrap="none" anchor="ctr">
              <a:spAutoFit/>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latin typeface="Arial" pitchFamily="34" charset="0"/>
              </a:endParaRPr>
            </a:p>
          </p:txBody>
        </p:sp>
        <p:sp>
          <p:nvSpPr>
            <p:cNvPr id="180" name="Oval 28">
              <a:extLst>
                <a:ext uri="{FF2B5EF4-FFF2-40B4-BE49-F238E27FC236}">
                  <a16:creationId xmlns="" xmlns:a16="http://schemas.microsoft.com/office/drawing/2014/main" id="{3C5FE447-2DEF-4C03-AA66-D8D7E4B6E8E3}"/>
                </a:ext>
              </a:extLst>
            </p:cNvPr>
            <p:cNvSpPr>
              <a:spLocks noChangeArrowheads="1"/>
            </p:cNvSpPr>
            <p:nvPr/>
          </p:nvSpPr>
          <p:spPr bwMode="gray">
            <a:xfrm>
              <a:off x="2337" y="1939"/>
              <a:ext cx="1096" cy="1098"/>
            </a:xfrm>
            <a:prstGeom prst="ellipse">
              <a:avLst/>
            </a:prstGeom>
            <a:gradFill rotWithShape="1">
              <a:gsLst>
                <a:gs pos="0">
                  <a:srgbClr val="8AD4CD">
                    <a:gamma/>
                    <a:shade val="54118"/>
                    <a:invGamma/>
                  </a:srgbClr>
                </a:gs>
                <a:gs pos="50000">
                  <a:srgbClr val="8AD4CD"/>
                </a:gs>
                <a:gs pos="100000">
                  <a:srgbClr val="8AD4CD">
                    <a:gamma/>
                    <a:shade val="54118"/>
                    <a:invGamma/>
                  </a:srgbClr>
                </a:gs>
              </a:gsLst>
              <a:lin ang="18900000" scaled="1"/>
            </a:gradFill>
            <a:ln w="38100" algn="ctr">
              <a:noFill/>
              <a:round/>
              <a:headEnd/>
              <a:tailEnd/>
            </a:ln>
            <a:effectLst/>
          </p:spPr>
          <p:txBody>
            <a:bodyPr anchor="ctr">
              <a:spAutoFit/>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latin typeface="Arial" pitchFamily="34" charset="0"/>
              </a:endParaRPr>
            </a:p>
          </p:txBody>
        </p:sp>
        <p:sp>
          <p:nvSpPr>
            <p:cNvPr id="181" name="Oval 29">
              <a:extLst>
                <a:ext uri="{FF2B5EF4-FFF2-40B4-BE49-F238E27FC236}">
                  <a16:creationId xmlns="" xmlns:a16="http://schemas.microsoft.com/office/drawing/2014/main" id="{A8ADD6E4-DB30-4BEC-98B9-1D2EAA799DA1}"/>
                </a:ext>
              </a:extLst>
            </p:cNvPr>
            <p:cNvSpPr>
              <a:spLocks noChangeArrowheads="1"/>
            </p:cNvSpPr>
            <p:nvPr/>
          </p:nvSpPr>
          <p:spPr bwMode="gray">
            <a:xfrm>
              <a:off x="2337" y="1939"/>
              <a:ext cx="1096" cy="1098"/>
            </a:xfrm>
            <a:prstGeom prst="ellipse">
              <a:avLst/>
            </a:prstGeom>
            <a:gradFill rotWithShape="1">
              <a:gsLst>
                <a:gs pos="0">
                  <a:srgbClr val="21B3E1"/>
                </a:gs>
                <a:gs pos="100000">
                  <a:srgbClr val="21B3E1">
                    <a:gamma/>
                    <a:shade val="48627"/>
                    <a:invGamma/>
                  </a:srgbClr>
                </a:gs>
              </a:gsLst>
              <a:lin ang="2700000" scaled="1"/>
            </a:gradFill>
            <a:ln w="38100" algn="ctr">
              <a:noFill/>
              <a:round/>
              <a:headEnd/>
              <a:tailEnd/>
            </a:ln>
            <a:effectLst/>
          </p:spPr>
          <p:txBody>
            <a:bodyPr anchor="ctr">
              <a:spAutoFit/>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latin typeface="Arial" pitchFamily="34" charset="0"/>
              </a:endParaRPr>
            </a:p>
          </p:txBody>
        </p:sp>
      </p:grpSp>
      <p:sp>
        <p:nvSpPr>
          <p:cNvPr id="40" name="AutoShape 3">
            <a:extLst>
              <a:ext uri="{FF2B5EF4-FFF2-40B4-BE49-F238E27FC236}">
                <a16:creationId xmlns="" xmlns:a16="http://schemas.microsoft.com/office/drawing/2014/main" id="{481E592A-A902-40E8-8D57-EEB2C886C06E}"/>
              </a:ext>
            </a:extLst>
          </p:cNvPr>
          <p:cNvSpPr>
            <a:spLocks noChangeAspect="1" noChangeArrowheads="1"/>
          </p:cNvSpPr>
          <p:nvPr/>
        </p:nvSpPr>
        <p:spPr bwMode="ltGray">
          <a:xfrm rot="16200000">
            <a:off x="7925789" y="2889558"/>
            <a:ext cx="2436423" cy="2374074"/>
          </a:xfrm>
          <a:custGeom>
            <a:avLst/>
            <a:gdLst>
              <a:gd name="G0" fmla="+- 56 0 0"/>
              <a:gd name="G1" fmla="+- 11796480 0 0"/>
              <a:gd name="G2" fmla="+- 0 0 11796480"/>
              <a:gd name="T0" fmla="*/ 0 256 1"/>
              <a:gd name="T1" fmla="*/ 180 256 1"/>
              <a:gd name="G3" fmla="+- 11796480 T0 T1"/>
              <a:gd name="T2" fmla="*/ 0 256 1"/>
              <a:gd name="T3" fmla="*/ 90 256 1"/>
              <a:gd name="G4" fmla="+- 11796480 T2 T3"/>
              <a:gd name="G5" fmla="*/ G4 2 1"/>
              <a:gd name="T4" fmla="*/ 90 256 1"/>
              <a:gd name="T5" fmla="*/ 0 256 1"/>
              <a:gd name="G6" fmla="+- 11796480 T4 T5"/>
              <a:gd name="G7" fmla="*/ G6 2 1"/>
              <a:gd name="G8" fmla="abs 11796480"/>
              <a:gd name="T6" fmla="*/ 0 256 1"/>
              <a:gd name="T7" fmla="*/ 90 256 1"/>
              <a:gd name="G9" fmla="+- G8 T6 T7"/>
              <a:gd name="G10" fmla="?: G9 G7 G5"/>
              <a:gd name="T8" fmla="*/ 0 256 1"/>
              <a:gd name="T9" fmla="*/ 360 256 1"/>
              <a:gd name="G11" fmla="+- G10 T8 T9"/>
              <a:gd name="G12" fmla="?: G10 G11 G10"/>
              <a:gd name="T10" fmla="*/ 0 256 1"/>
              <a:gd name="T11" fmla="*/ 360 256 1"/>
              <a:gd name="G13" fmla="+- G12 T10 T11"/>
              <a:gd name="G14" fmla="?: G12 G13 G12"/>
              <a:gd name="G15" fmla="+- 0 0 G14"/>
              <a:gd name="G16" fmla="+- 10800 0 0"/>
              <a:gd name="G17" fmla="+- 10800 0 56"/>
              <a:gd name="G18" fmla="*/ 56 1 2"/>
              <a:gd name="G19" fmla="+- G18 5400 0"/>
              <a:gd name="G20" fmla="cos G19 11796480"/>
              <a:gd name="G21" fmla="sin G19 11796480"/>
              <a:gd name="G22" fmla="+- G20 10800 0"/>
              <a:gd name="G23" fmla="+- G21 10800 0"/>
              <a:gd name="G24" fmla="+- 10800 0 G20"/>
              <a:gd name="G25" fmla="+- 56 10800 0"/>
              <a:gd name="G26" fmla="?: G9 G17 G25"/>
              <a:gd name="G27" fmla="?: G9 0 21600"/>
              <a:gd name="G28" fmla="cos 10800 11796480"/>
              <a:gd name="G29" fmla="sin 10800 11796480"/>
              <a:gd name="G30" fmla="sin 56 11796480"/>
              <a:gd name="G31" fmla="+- G28 10800 0"/>
              <a:gd name="G32" fmla="+- G29 10800 0"/>
              <a:gd name="G33" fmla="+- G30 10800 0"/>
              <a:gd name="G34" fmla="?: G4 0 G31"/>
              <a:gd name="G35" fmla="?: 11796480 G34 0"/>
              <a:gd name="G36" fmla="?: G6 G35 G31"/>
              <a:gd name="G37" fmla="+- 21600 0 G36"/>
              <a:gd name="G38" fmla="?: G4 0 G33"/>
              <a:gd name="G39" fmla="?: 11796480 G38 G32"/>
              <a:gd name="G40" fmla="?: G6 G39 0"/>
              <a:gd name="G41" fmla="?: G4 G32 21600"/>
              <a:gd name="G42" fmla="?: G6 G41 G33"/>
              <a:gd name="T12" fmla="*/ 10800 w 21600"/>
              <a:gd name="T13" fmla="*/ 0 h 21600"/>
              <a:gd name="T14" fmla="*/ 5372 w 21600"/>
              <a:gd name="T15" fmla="*/ 10800 h 21600"/>
              <a:gd name="T16" fmla="*/ 10800 w 21600"/>
              <a:gd name="T17" fmla="*/ 10744 h 21600"/>
              <a:gd name="T18" fmla="*/ 16228 w 21600"/>
              <a:gd name="T19" fmla="*/ 10800 h 21600"/>
              <a:gd name="T20" fmla="*/ G36 w 21600"/>
              <a:gd name="T21" fmla="*/ G40 h 21600"/>
              <a:gd name="T22" fmla="*/ G37 w 21600"/>
              <a:gd name="T23" fmla="*/ G42 h 21600"/>
            </a:gdLst>
            <a:ahLst/>
            <a:cxnLst>
              <a:cxn ang="0">
                <a:pos x="T12" y="T13"/>
              </a:cxn>
              <a:cxn ang="0">
                <a:pos x="T14" y="T15"/>
              </a:cxn>
              <a:cxn ang="0">
                <a:pos x="T16" y="T17"/>
              </a:cxn>
              <a:cxn ang="0">
                <a:pos x="T18" y="T19"/>
              </a:cxn>
            </a:cxnLst>
            <a:rect l="T20" t="T21" r="T22" b="T23"/>
            <a:pathLst>
              <a:path w="21600" h="21600">
                <a:moveTo>
                  <a:pt x="10744" y="10800"/>
                </a:moveTo>
                <a:cubicBezTo>
                  <a:pt x="10744" y="10769"/>
                  <a:pt x="10769" y="10744"/>
                  <a:pt x="10800" y="10744"/>
                </a:cubicBezTo>
                <a:cubicBezTo>
                  <a:pt x="10830" y="10743"/>
                  <a:pt x="10855" y="10769"/>
                  <a:pt x="10856" y="10799"/>
                </a:cubicBezTo>
                <a:lnTo>
                  <a:pt x="21600" y="10800"/>
                </a:lnTo>
                <a:cubicBezTo>
                  <a:pt x="21600" y="4835"/>
                  <a:pt x="16764" y="0"/>
                  <a:pt x="10800" y="0"/>
                </a:cubicBezTo>
                <a:cubicBezTo>
                  <a:pt x="4835" y="0"/>
                  <a:pt x="0" y="4835"/>
                  <a:pt x="0" y="10800"/>
                </a:cubicBezTo>
                <a:close/>
              </a:path>
            </a:pathLst>
          </a:custGeom>
          <a:gradFill rotWithShape="0">
            <a:gsLst>
              <a:gs pos="0">
                <a:srgbClr val="B8CCFE">
                  <a:gamma/>
                  <a:tint val="39216"/>
                  <a:invGamma/>
                </a:srgbClr>
              </a:gs>
              <a:gs pos="100000">
                <a:srgbClr val="B8CCFE"/>
              </a:gs>
            </a:gsLst>
            <a:lin ang="0" scaled="1"/>
          </a:gradFill>
          <a:ln w="0" algn="ctr">
            <a:noFill/>
            <a:miter lim="800000"/>
            <a:headEnd/>
            <a:tailEnd/>
          </a:ln>
          <a:effectLst/>
        </p:spPr>
        <p:txBody>
          <a:bodyPr wrap="none" anchor="ct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endParaRPr>
          </a:p>
        </p:txBody>
      </p:sp>
      <p:sp>
        <p:nvSpPr>
          <p:cNvPr id="50" name="TextBox 49">
            <a:extLst>
              <a:ext uri="{FF2B5EF4-FFF2-40B4-BE49-F238E27FC236}">
                <a16:creationId xmlns="" xmlns:a16="http://schemas.microsoft.com/office/drawing/2014/main" id="{90C43403-B77E-474E-A638-C5BD6540DB40}"/>
              </a:ext>
            </a:extLst>
          </p:cNvPr>
          <p:cNvSpPr txBox="1"/>
          <p:nvPr/>
        </p:nvSpPr>
        <p:spPr>
          <a:xfrm>
            <a:off x="7595700" y="4944624"/>
            <a:ext cx="65" cy="276999"/>
          </a:xfrm>
          <a:prstGeom prst="rect">
            <a:avLst/>
          </a:prstGeom>
          <a:noFill/>
        </p:spPr>
        <p:txBody>
          <a:bodyPr wrap="none" lIns="0" tIns="0" rIns="0" bIns="0" rtlCol="0">
            <a:spAutoFit/>
          </a:bodyPr>
          <a:lstStyle/>
          <a:p>
            <a:endParaRPr lang="en-US" dirty="0"/>
          </a:p>
        </p:txBody>
      </p:sp>
      <p:pic>
        <p:nvPicPr>
          <p:cNvPr id="70" name="Picture 69">
            <a:extLst>
              <a:ext uri="{FF2B5EF4-FFF2-40B4-BE49-F238E27FC236}">
                <a16:creationId xmlns="" xmlns:a16="http://schemas.microsoft.com/office/drawing/2014/main" id="{C17EC267-B607-46C8-9DBF-B26628F2B82B}"/>
              </a:ext>
            </a:extLst>
          </p:cNvPr>
          <p:cNvPicPr>
            <a:picLocks noChangeAspect="1"/>
          </p:cNvPicPr>
          <p:nvPr/>
        </p:nvPicPr>
        <p:blipFill>
          <a:blip r:embed="rId3"/>
          <a:stretch>
            <a:fillRect/>
          </a:stretch>
        </p:blipFill>
        <p:spPr>
          <a:xfrm>
            <a:off x="740300" y="2068626"/>
            <a:ext cx="2252663" cy="1579514"/>
          </a:xfrm>
          <a:prstGeom prst="rect">
            <a:avLst/>
          </a:prstGeom>
        </p:spPr>
      </p:pic>
      <p:sp>
        <p:nvSpPr>
          <p:cNvPr id="71" name="Arrow: Left 8">
            <a:extLst>
              <a:ext uri="{FF2B5EF4-FFF2-40B4-BE49-F238E27FC236}">
                <a16:creationId xmlns="" xmlns:a16="http://schemas.microsoft.com/office/drawing/2014/main" id="{885AF64E-0448-429C-BCDF-56907CBFD9B5}"/>
              </a:ext>
            </a:extLst>
          </p:cNvPr>
          <p:cNvSpPr/>
          <p:nvPr/>
        </p:nvSpPr>
        <p:spPr>
          <a:xfrm>
            <a:off x="2541922" y="3762440"/>
            <a:ext cx="304800" cy="76200"/>
          </a:xfrm>
          <a:prstGeom prst="leftArrow">
            <a:avLst/>
          </a:prstGeom>
          <a:ln>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72" name="Straight Connector 71">
            <a:extLst>
              <a:ext uri="{FF2B5EF4-FFF2-40B4-BE49-F238E27FC236}">
                <a16:creationId xmlns="" xmlns:a16="http://schemas.microsoft.com/office/drawing/2014/main" id="{CA0BFFC7-B227-45A5-925E-FECEF55C79E2}"/>
              </a:ext>
            </a:extLst>
          </p:cNvPr>
          <p:cNvCxnSpPr>
            <a:cxnSpLocks/>
          </p:cNvCxnSpPr>
          <p:nvPr/>
        </p:nvCxnSpPr>
        <p:spPr>
          <a:xfrm flipH="1">
            <a:off x="2532956" y="2066264"/>
            <a:ext cx="8966" cy="1779789"/>
          </a:xfrm>
          <a:prstGeom prst="line">
            <a:avLst/>
          </a:prstGeom>
          <a:ln>
            <a:solidFill>
              <a:srgbClr val="C00000"/>
            </a:solidFill>
          </a:ln>
        </p:spPr>
        <p:style>
          <a:lnRef idx="1">
            <a:schemeClr val="accent1"/>
          </a:lnRef>
          <a:fillRef idx="0">
            <a:schemeClr val="accent1"/>
          </a:fillRef>
          <a:effectRef idx="0">
            <a:schemeClr val="accent1"/>
          </a:effectRef>
          <a:fontRef idx="minor">
            <a:schemeClr val="tx1"/>
          </a:fontRef>
        </p:style>
      </p:cxnSp>
      <p:pic>
        <p:nvPicPr>
          <p:cNvPr id="77" name="Picture 4" descr="Climate Innovation - Maximizing Part Load Efficiency">
            <a:extLst>
              <a:ext uri="{FF2B5EF4-FFF2-40B4-BE49-F238E27FC236}">
                <a16:creationId xmlns="" xmlns:a16="http://schemas.microsoft.com/office/drawing/2014/main" id="{263AA18B-D7D5-414A-9317-002C6489395F}"/>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800538" y="4093418"/>
            <a:ext cx="1895272" cy="1895272"/>
          </a:xfrm>
          <a:prstGeom prst="rect">
            <a:avLst/>
          </a:prstGeom>
          <a:noFill/>
          <a:extLst>
            <a:ext uri="{909E8E84-426E-40DD-AFC4-6F175D3DCCD1}">
              <a14:hiddenFill xmlns:a14="http://schemas.microsoft.com/office/drawing/2010/main">
                <a:solidFill>
                  <a:srgbClr val="FFFFFF"/>
                </a:solidFill>
              </a14:hiddenFill>
            </a:ext>
          </a:extLst>
        </p:spPr>
      </p:pic>
      <p:sp>
        <p:nvSpPr>
          <p:cNvPr id="60" name="Rounded Rectangle 175">
            <a:extLst>
              <a:ext uri="{FF2B5EF4-FFF2-40B4-BE49-F238E27FC236}">
                <a16:creationId xmlns="" xmlns:a16="http://schemas.microsoft.com/office/drawing/2014/main" id="{D8E27344-2AB1-4A61-B14B-D9C7962F785E}"/>
              </a:ext>
            </a:extLst>
          </p:cNvPr>
          <p:cNvSpPr/>
          <p:nvPr/>
        </p:nvSpPr>
        <p:spPr bwMode="auto">
          <a:xfrm>
            <a:off x="6324600" y="1178018"/>
            <a:ext cx="2922494" cy="418072"/>
          </a:xfrm>
          <a:prstGeom prst="roundRect">
            <a:avLst/>
          </a:prstGeom>
          <a:solidFill>
            <a:srgbClr val="3D81BF">
              <a:lumMod val="75000"/>
            </a:srgbClr>
          </a:solidFill>
          <a:ln w="9525" cap="flat" cmpd="sng" algn="ctr">
            <a:solidFill>
              <a:srgbClr val="000000"/>
            </a:solidFill>
            <a:prstDash val="solid"/>
            <a:round/>
            <a:headEnd type="none" w="med" len="med"/>
            <a:tailEnd type="none" w="med" len="med"/>
          </a:ln>
          <a:effectLst>
            <a:reflection blurRad="6350" stA="50000" endA="300" endPos="55000" dir="5400000" sy="-100000" algn="bl" rotWithShape="0"/>
          </a:effectLst>
          <a:scene3d>
            <a:camera prst="isometricOffAxis2Left"/>
            <a:lightRig rig="threePt" dir="t"/>
          </a:scene3d>
        </p:spPr>
        <p:txBody>
          <a:bodyPr vert="horz" wrap="square" lIns="91440" tIns="45720" rIns="91440" bIns="45720" numCol="1" rtlCol="0" anchor="t" anchorCtr="0" compatLnSpc="1">
            <a:prstTxWarp prst="textNoShape">
              <a:avLst/>
            </a:prstTxWarp>
          </a:bodyPr>
          <a:lstStyle/>
          <a:p>
            <a:pPr lvl="0" algn="ctr" rtl="1" fontAlgn="base">
              <a:spcBef>
                <a:spcPct val="0"/>
              </a:spcBef>
              <a:spcAft>
                <a:spcPct val="0"/>
              </a:spcAft>
            </a:pPr>
            <a:r>
              <a:rPr lang="fa-IR" sz="2000" b="1" dirty="0">
                <a:solidFill>
                  <a:srgbClr val="FFFFFF"/>
                </a:solidFill>
                <a:latin typeface="Times New Roman" panose="02020603050405020304" pitchFamily="18" charset="0"/>
                <a:cs typeface="B Nazanin" panose="00000400000000000000" pitchFamily="2" charset="-78"/>
              </a:rPr>
              <a:t>سیستم مدیریت همسان سازی</a:t>
            </a:r>
            <a:endParaRPr lang="en-US" sz="2000" b="1" dirty="0">
              <a:solidFill>
                <a:srgbClr val="FFFFFF"/>
              </a:solidFill>
              <a:latin typeface="Times New Roman" panose="02020603050405020304" pitchFamily="18" charset="0"/>
              <a:cs typeface="B Nazanin" panose="00000400000000000000" pitchFamily="2" charset="-78"/>
            </a:endParaRPr>
          </a:p>
        </p:txBody>
      </p:sp>
      <p:pic>
        <p:nvPicPr>
          <p:cNvPr id="61" name="Picture 60" descr="پرونده:Azad University logo.png - ویکی‌پدیا، دانشنامهٔ آزاد">
            <a:extLst>
              <a:ext uri="{FF2B5EF4-FFF2-40B4-BE49-F238E27FC236}">
                <a16:creationId xmlns="" xmlns:a16="http://schemas.microsoft.com/office/drawing/2014/main" id="{FA988D60-670C-406B-B8FB-D5A0053424E9}"/>
              </a:ext>
            </a:extLst>
          </p:cNvPr>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8610600" y="0"/>
            <a:ext cx="533400" cy="822959"/>
          </a:xfrm>
          <a:prstGeom prst="rect">
            <a:avLst/>
          </a:prstGeom>
          <a:noFill/>
          <a:ln>
            <a:noFill/>
          </a:ln>
        </p:spPr>
      </p:pic>
      <p:sp>
        <p:nvSpPr>
          <p:cNvPr id="62" name="AutoShape 10">
            <a:extLst>
              <a:ext uri="{FF2B5EF4-FFF2-40B4-BE49-F238E27FC236}">
                <a16:creationId xmlns="" xmlns:a16="http://schemas.microsoft.com/office/drawing/2014/main" id="{96E6A76C-5024-445C-8373-4A127C8598B1}"/>
              </a:ext>
            </a:extLst>
          </p:cNvPr>
          <p:cNvSpPr>
            <a:spLocks noChangeArrowheads="1"/>
          </p:cNvSpPr>
          <p:nvPr/>
        </p:nvSpPr>
        <p:spPr bwMode="gray">
          <a:xfrm flipH="1">
            <a:off x="6244699" y="57140"/>
            <a:ext cx="2137301" cy="649224"/>
          </a:xfrm>
          <a:prstGeom prst="chevron">
            <a:avLst>
              <a:gd name="adj" fmla="val 17842"/>
            </a:avLst>
          </a:prstGeom>
          <a:gradFill rotWithShape="1">
            <a:gsLst>
              <a:gs pos="0">
                <a:srgbClr val="84B09A">
                  <a:gamma/>
                  <a:shade val="46275"/>
                  <a:invGamma/>
                </a:srgbClr>
              </a:gs>
              <a:gs pos="50000">
                <a:srgbClr val="84B09A"/>
              </a:gs>
              <a:gs pos="100000">
                <a:srgbClr val="84B09A">
                  <a:gamma/>
                  <a:shade val="46275"/>
                  <a:invGamma/>
                </a:srgbClr>
              </a:gs>
            </a:gsLst>
            <a:lin ang="2700000" scaled="1"/>
          </a:gradFill>
          <a:ln w="38100">
            <a:solidFill>
              <a:srgbClr val="EAEAEA"/>
            </a:solidFill>
            <a:miter lim="800000"/>
            <a:headEnd/>
            <a:tailEnd/>
          </a:ln>
          <a:effectLst>
            <a:outerShdw dist="109250" dir="3267739" algn="ctr" rotWithShape="0">
              <a:srgbClr val="333333">
                <a:alpha val="50000"/>
              </a:srgbClr>
            </a:outerShdw>
          </a:effectLst>
        </p:spPr>
        <p:txBody>
          <a:bodyPr wrap="square" anchor="ctr">
            <a:spAutoFit/>
          </a:bodyPr>
          <a:lstStyle/>
          <a:p>
            <a:pPr algn="ctr" fontAlgn="base">
              <a:spcBef>
                <a:spcPct val="0"/>
              </a:spcBef>
              <a:spcAft>
                <a:spcPct val="0"/>
              </a:spcAft>
            </a:pPr>
            <a:endParaRPr lang="en-US" kern="0">
              <a:solidFill>
                <a:srgbClr val="3D81BF"/>
              </a:solidFill>
            </a:endParaRPr>
          </a:p>
        </p:txBody>
      </p:sp>
      <p:sp>
        <p:nvSpPr>
          <p:cNvPr id="63" name="AutoShape 3">
            <a:extLst>
              <a:ext uri="{FF2B5EF4-FFF2-40B4-BE49-F238E27FC236}">
                <a16:creationId xmlns="" xmlns:a16="http://schemas.microsoft.com/office/drawing/2014/main" id="{C71EB997-3681-42CE-8D12-DC0BC893643A}"/>
              </a:ext>
            </a:extLst>
          </p:cNvPr>
          <p:cNvSpPr>
            <a:spLocks noChangeArrowheads="1"/>
          </p:cNvSpPr>
          <p:nvPr/>
        </p:nvSpPr>
        <p:spPr bwMode="gray">
          <a:xfrm flipH="1">
            <a:off x="161662" y="57140"/>
            <a:ext cx="1970868" cy="651510"/>
          </a:xfrm>
          <a:prstGeom prst="chevron">
            <a:avLst>
              <a:gd name="adj" fmla="val 17009"/>
            </a:avLst>
          </a:prstGeom>
          <a:gradFill rotWithShape="1">
            <a:gsLst>
              <a:gs pos="0">
                <a:srgbClr val="84B09A">
                  <a:gamma/>
                  <a:shade val="46275"/>
                  <a:invGamma/>
                </a:srgbClr>
              </a:gs>
              <a:gs pos="50000">
                <a:srgbClr val="84B09A"/>
              </a:gs>
              <a:gs pos="100000">
                <a:srgbClr val="84B09A">
                  <a:gamma/>
                  <a:shade val="46275"/>
                  <a:invGamma/>
                </a:srgbClr>
              </a:gs>
            </a:gsLst>
            <a:lin ang="2700000" scaled="1"/>
          </a:gradFill>
          <a:ln w="38100">
            <a:solidFill>
              <a:srgbClr val="EAEAEA"/>
            </a:solidFill>
            <a:miter lim="800000"/>
            <a:headEnd/>
            <a:tailEnd/>
          </a:ln>
          <a:effectLst>
            <a:outerShdw dist="109250" dir="3267739" algn="ctr" rotWithShape="0">
              <a:srgbClr val="333333">
                <a:alpha val="50000"/>
              </a:srgbClr>
            </a:outerShdw>
          </a:effectLst>
        </p:spPr>
        <p:txBody>
          <a:bodyPr wrap="square" anchor="ctr">
            <a:spAutoFit/>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endParaRPr>
          </a:p>
        </p:txBody>
      </p:sp>
      <p:sp>
        <p:nvSpPr>
          <p:cNvPr id="64" name="Rectangle 63">
            <a:extLst>
              <a:ext uri="{FF2B5EF4-FFF2-40B4-BE49-F238E27FC236}">
                <a16:creationId xmlns="" xmlns:a16="http://schemas.microsoft.com/office/drawing/2014/main" id="{C48087A2-0F0F-40A0-A837-05942D40B928}"/>
              </a:ext>
            </a:extLst>
          </p:cNvPr>
          <p:cNvSpPr/>
          <p:nvPr/>
        </p:nvSpPr>
        <p:spPr>
          <a:xfrm>
            <a:off x="431672" y="189466"/>
            <a:ext cx="1443038" cy="338554"/>
          </a:xfrm>
          <a:prstGeom prst="rect">
            <a:avLst/>
          </a:prstGeom>
        </p:spPr>
        <p:txBody>
          <a:bodyPr wrap="square">
            <a:spAutoFit/>
          </a:bodyPr>
          <a:lstStyle/>
          <a:p>
            <a:pPr lvl="0" algn="ctr" rtl="1" fontAlgn="base">
              <a:spcBef>
                <a:spcPct val="0"/>
              </a:spcBef>
              <a:spcAft>
                <a:spcPct val="0"/>
              </a:spcAft>
            </a:pPr>
            <a:r>
              <a:rPr lang="fa-IR" sz="1600" b="1" dirty="0">
                <a:solidFill>
                  <a:srgbClr val="FFFFFF"/>
                </a:solidFill>
                <a:latin typeface="Times New Roman" panose="02020603050405020304" pitchFamily="18" charset="0"/>
                <a:cs typeface="B Nazanin" panose="00000400000000000000" pitchFamily="2" charset="-78"/>
              </a:rPr>
              <a:t>مقالات اخیر</a:t>
            </a:r>
            <a:endParaRPr lang="en-US" sz="1600" b="1" dirty="0">
              <a:solidFill>
                <a:srgbClr val="FFFFFF"/>
              </a:solidFill>
              <a:latin typeface="Times New Roman" panose="02020603050405020304" pitchFamily="18" charset="0"/>
              <a:cs typeface="B Nazanin" panose="00000400000000000000" pitchFamily="2" charset="-78"/>
            </a:endParaRPr>
          </a:p>
        </p:txBody>
      </p:sp>
      <p:sp>
        <p:nvSpPr>
          <p:cNvPr id="65" name="Rectangle 64">
            <a:extLst>
              <a:ext uri="{FF2B5EF4-FFF2-40B4-BE49-F238E27FC236}">
                <a16:creationId xmlns="" xmlns:a16="http://schemas.microsoft.com/office/drawing/2014/main" id="{BF9CF44D-C94F-4B09-AF24-15EACD7BE0F4}"/>
              </a:ext>
            </a:extLst>
          </p:cNvPr>
          <p:cNvSpPr/>
          <p:nvPr/>
        </p:nvSpPr>
        <p:spPr>
          <a:xfrm>
            <a:off x="6499957" y="197162"/>
            <a:ext cx="1626786" cy="323165"/>
          </a:xfrm>
          <a:prstGeom prst="rect">
            <a:avLst/>
          </a:prstGeom>
        </p:spPr>
        <p:txBody>
          <a:bodyPr wrap="square">
            <a:spAutoFit/>
          </a:bodyPr>
          <a:lstStyle/>
          <a:p>
            <a:pPr lvl="0" algn="ctr" fontAlgn="base">
              <a:spcBef>
                <a:spcPct val="0"/>
              </a:spcBef>
              <a:spcAft>
                <a:spcPct val="0"/>
              </a:spcAft>
              <a:defRPr/>
            </a:pPr>
            <a:r>
              <a:rPr lang="fa-IR" sz="1500" b="1" kern="0" dirty="0" err="1">
                <a:solidFill>
                  <a:srgbClr val="FFFFFF"/>
                </a:solidFill>
                <a:latin typeface="Times New Roman" panose="02020603050405020304" pitchFamily="18" charset="0"/>
                <a:cs typeface="B Nazanin" pitchFamily="2" charset="-78"/>
              </a:rPr>
              <a:t>باتریها</a:t>
            </a:r>
            <a:endParaRPr lang="en-US" sz="1500" b="1" kern="0" dirty="0">
              <a:solidFill>
                <a:srgbClr val="FFFFFF"/>
              </a:solidFill>
              <a:latin typeface="Times New Roman" panose="02020603050405020304" pitchFamily="18" charset="0"/>
              <a:cs typeface="B Nazanin" pitchFamily="2" charset="-78"/>
            </a:endParaRPr>
          </a:p>
        </p:txBody>
      </p:sp>
      <p:sp>
        <p:nvSpPr>
          <p:cNvPr id="66" name="AutoShape 10">
            <a:extLst>
              <a:ext uri="{FF2B5EF4-FFF2-40B4-BE49-F238E27FC236}">
                <a16:creationId xmlns="" xmlns:a16="http://schemas.microsoft.com/office/drawing/2014/main" id="{50B159E1-0AA0-4C32-86C7-52F5C5E0D242}"/>
              </a:ext>
            </a:extLst>
          </p:cNvPr>
          <p:cNvSpPr>
            <a:spLocks noChangeArrowheads="1"/>
          </p:cNvSpPr>
          <p:nvPr/>
        </p:nvSpPr>
        <p:spPr bwMode="gray">
          <a:xfrm flipH="1">
            <a:off x="2105458" y="54854"/>
            <a:ext cx="2137301" cy="651510"/>
          </a:xfrm>
          <a:prstGeom prst="chevron">
            <a:avLst>
              <a:gd name="adj" fmla="val 17842"/>
            </a:avLst>
          </a:prstGeom>
          <a:gradFill rotWithShape="1">
            <a:gsLst>
              <a:gs pos="0">
                <a:srgbClr val="3659EC">
                  <a:gamma/>
                  <a:shade val="46275"/>
                  <a:invGamma/>
                </a:srgbClr>
              </a:gs>
              <a:gs pos="50000">
                <a:srgbClr val="3659EC"/>
              </a:gs>
              <a:gs pos="100000">
                <a:srgbClr val="3659EC">
                  <a:gamma/>
                  <a:shade val="46275"/>
                  <a:invGamma/>
                </a:srgbClr>
              </a:gs>
            </a:gsLst>
            <a:lin ang="2700000" scaled="1"/>
          </a:gradFill>
          <a:ln w="38100">
            <a:solidFill>
              <a:srgbClr val="EAEAEA"/>
            </a:solidFill>
            <a:miter lim="800000"/>
            <a:headEnd/>
            <a:tailEnd/>
          </a:ln>
          <a:effectLst>
            <a:outerShdw dist="109250" dir="3267739" algn="ctr" rotWithShape="0">
              <a:srgbClr val="333333">
                <a:alpha val="50000"/>
              </a:srgbClr>
            </a:outerShdw>
          </a:effectLst>
        </p:spPr>
        <p:txBody>
          <a:bodyPr wrap="square" anchor="ctr">
            <a:spAutoFit/>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endParaRPr>
          </a:p>
        </p:txBody>
      </p:sp>
      <p:sp>
        <p:nvSpPr>
          <p:cNvPr id="67" name="AutoShape 3">
            <a:extLst>
              <a:ext uri="{FF2B5EF4-FFF2-40B4-BE49-F238E27FC236}">
                <a16:creationId xmlns="" xmlns:a16="http://schemas.microsoft.com/office/drawing/2014/main" id="{DBA5C955-0E66-467E-8B5F-EF4EE5F8F3FA}"/>
              </a:ext>
            </a:extLst>
          </p:cNvPr>
          <p:cNvSpPr>
            <a:spLocks noChangeArrowheads="1"/>
          </p:cNvSpPr>
          <p:nvPr/>
        </p:nvSpPr>
        <p:spPr bwMode="gray">
          <a:xfrm flipH="1">
            <a:off x="4215687" y="54854"/>
            <a:ext cx="2056085" cy="651510"/>
          </a:xfrm>
          <a:prstGeom prst="chevron">
            <a:avLst>
              <a:gd name="adj" fmla="val 17009"/>
            </a:avLst>
          </a:prstGeom>
          <a:gradFill rotWithShape="1">
            <a:gsLst>
              <a:gs pos="0">
                <a:srgbClr val="84B09A">
                  <a:gamma/>
                  <a:shade val="46275"/>
                  <a:invGamma/>
                </a:srgbClr>
              </a:gs>
              <a:gs pos="50000">
                <a:srgbClr val="84B09A"/>
              </a:gs>
              <a:gs pos="100000">
                <a:srgbClr val="84B09A">
                  <a:gamma/>
                  <a:shade val="46275"/>
                  <a:invGamma/>
                </a:srgbClr>
              </a:gs>
            </a:gsLst>
            <a:lin ang="2700000" scaled="1"/>
          </a:gradFill>
          <a:ln w="38100">
            <a:solidFill>
              <a:srgbClr val="EAEAEA"/>
            </a:solidFill>
            <a:miter lim="800000"/>
            <a:headEnd/>
            <a:tailEnd/>
          </a:ln>
          <a:effectLst>
            <a:outerShdw dist="109250" dir="3267739" algn="ctr" rotWithShape="0">
              <a:srgbClr val="333333">
                <a:alpha val="50000"/>
              </a:srgbClr>
            </a:outerShdw>
          </a:effectLst>
        </p:spPr>
        <p:txBody>
          <a:bodyPr wrap="square" anchor="ctr">
            <a:spAutoFit/>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endParaRPr>
          </a:p>
        </p:txBody>
      </p:sp>
      <p:sp>
        <p:nvSpPr>
          <p:cNvPr id="68" name="Rectangle 67">
            <a:extLst>
              <a:ext uri="{FF2B5EF4-FFF2-40B4-BE49-F238E27FC236}">
                <a16:creationId xmlns="" xmlns:a16="http://schemas.microsoft.com/office/drawing/2014/main" id="{4DE55AA0-934E-4757-A2D4-1C4E49036DCD}"/>
              </a:ext>
            </a:extLst>
          </p:cNvPr>
          <p:cNvSpPr/>
          <p:nvPr/>
        </p:nvSpPr>
        <p:spPr>
          <a:xfrm>
            <a:off x="2402046" y="64070"/>
            <a:ext cx="1600200" cy="584775"/>
          </a:xfrm>
          <a:prstGeom prst="rect">
            <a:avLst/>
          </a:prstGeom>
        </p:spPr>
        <p:txBody>
          <a:bodyPr wrap="square">
            <a:spAutoFit/>
          </a:bodyPr>
          <a:lstStyle/>
          <a:p>
            <a:pPr lvl="0" algn="ctr" rtl="1" fontAlgn="base">
              <a:spcBef>
                <a:spcPct val="0"/>
              </a:spcBef>
              <a:spcAft>
                <a:spcPct val="0"/>
              </a:spcAft>
            </a:pPr>
            <a:r>
              <a:rPr lang="fa-IR" sz="1600" b="1" dirty="0">
                <a:solidFill>
                  <a:srgbClr val="FFFFFF"/>
                </a:solidFill>
                <a:latin typeface="Times New Roman" panose="02020603050405020304" pitchFamily="18" charset="0"/>
                <a:cs typeface="B Nazanin" panose="00000400000000000000" pitchFamily="2" charset="-78"/>
              </a:rPr>
              <a:t>سیستم مدیریت همسان سازی</a:t>
            </a:r>
            <a:endParaRPr lang="en-US" sz="1600" b="1" dirty="0">
              <a:solidFill>
                <a:srgbClr val="FFFFFF"/>
              </a:solidFill>
              <a:latin typeface="Times New Roman" panose="02020603050405020304" pitchFamily="18" charset="0"/>
              <a:cs typeface="B Nazanin" panose="00000400000000000000" pitchFamily="2" charset="-78"/>
            </a:endParaRPr>
          </a:p>
        </p:txBody>
      </p:sp>
      <p:sp>
        <p:nvSpPr>
          <p:cNvPr id="69" name="Rectangle 68">
            <a:extLst>
              <a:ext uri="{FF2B5EF4-FFF2-40B4-BE49-F238E27FC236}">
                <a16:creationId xmlns="" xmlns:a16="http://schemas.microsoft.com/office/drawing/2014/main" id="{AC165A2D-60D3-440C-A112-7B419F7E72B2}"/>
              </a:ext>
            </a:extLst>
          </p:cNvPr>
          <p:cNvSpPr/>
          <p:nvPr/>
        </p:nvSpPr>
        <p:spPr>
          <a:xfrm>
            <a:off x="4529582" y="89171"/>
            <a:ext cx="1443038" cy="584775"/>
          </a:xfrm>
          <a:prstGeom prst="rect">
            <a:avLst/>
          </a:prstGeom>
        </p:spPr>
        <p:txBody>
          <a:bodyPr wrap="square">
            <a:spAutoFit/>
          </a:bodyPr>
          <a:lstStyle/>
          <a:p>
            <a:pPr lvl="0" algn="ctr" rtl="1" fontAlgn="base">
              <a:spcBef>
                <a:spcPct val="0"/>
              </a:spcBef>
              <a:spcAft>
                <a:spcPct val="0"/>
              </a:spcAft>
            </a:pPr>
            <a:r>
              <a:rPr lang="fa-IR" sz="1600" b="1" dirty="0">
                <a:solidFill>
                  <a:srgbClr val="FFFFFF"/>
                </a:solidFill>
                <a:latin typeface="Times New Roman" panose="02020603050405020304" pitchFamily="18" charset="0"/>
                <a:cs typeface="B Nazanin" panose="00000400000000000000" pitchFamily="2" charset="-78"/>
              </a:rPr>
              <a:t>سیستم مدیریت باتری</a:t>
            </a:r>
            <a:endParaRPr lang="en-US" sz="1600" b="1" dirty="0">
              <a:solidFill>
                <a:srgbClr val="FFFFFF"/>
              </a:solidFill>
              <a:latin typeface="Times New Roman" panose="02020603050405020304" pitchFamily="18" charset="0"/>
              <a:cs typeface="B Nazanin" panose="00000400000000000000" pitchFamily="2" charset="-78"/>
            </a:endParaRPr>
          </a:p>
        </p:txBody>
      </p:sp>
      <p:sp>
        <p:nvSpPr>
          <p:cNvPr id="2" name="Slide Number Placeholder 1"/>
          <p:cNvSpPr>
            <a:spLocks noGrp="1"/>
          </p:cNvSpPr>
          <p:nvPr>
            <p:ph type="sldNum" sz="quarter" idx="12"/>
          </p:nvPr>
        </p:nvSpPr>
        <p:spPr/>
        <p:txBody>
          <a:bodyPr/>
          <a:lstStyle/>
          <a:p>
            <a:fld id="{7FC2E40A-4446-4E2B-B9AD-16F559E28E02}" type="slidenum">
              <a:rPr lang="en-US" smtClean="0"/>
              <a:t>55</a:t>
            </a:fld>
            <a:endParaRPr lang="en-US"/>
          </a:p>
        </p:txBody>
      </p:sp>
      <p:sp>
        <p:nvSpPr>
          <p:cNvPr id="37" name="Slide Number Placeholder 3">
            <a:extLst>
              <a:ext uri="{FF2B5EF4-FFF2-40B4-BE49-F238E27FC236}">
                <a16:creationId xmlns="" xmlns:a16="http://schemas.microsoft.com/office/drawing/2014/main" id="{FEFB061F-8AAB-4535-B272-1BA4D5A77191}"/>
              </a:ext>
            </a:extLst>
          </p:cNvPr>
          <p:cNvSpPr txBox="1">
            <a:spLocks/>
          </p:cNvSpPr>
          <p:nvPr/>
        </p:nvSpPr>
        <p:spPr>
          <a:xfrm>
            <a:off x="8965" y="6090313"/>
            <a:ext cx="676835" cy="767687"/>
          </a:xfrm>
          <a:prstGeom prst="rect">
            <a:avLst/>
          </a:prstGeom>
        </p:spPr>
        <p:txBody>
          <a:bodyPr vert="horz" lIns="91440" tIns="45720" rIns="91440" bIns="45720" rtlCol="0" anchor="ctr"/>
          <a:lstStyle>
            <a:defPPr>
              <a:defRPr lang="en-US"/>
            </a:defPPr>
            <a:lvl1pPr marL="0" algn="l" defTabSz="914400" rtl="0" eaLnBrk="1" latinLnBrk="0" hangingPunct="1">
              <a:defRPr sz="1400" b="1" kern="1200">
                <a:solidFill>
                  <a:srgbClr val="FFFFFF"/>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rtl="1"/>
            <a:fld id="{E8ADF199-8047-440E-B02B-E80683B392F2}" type="slidenum">
              <a:rPr lang="fa-IR" sz="1800" smtClean="0">
                <a:solidFill>
                  <a:schemeClr val="tx1"/>
                </a:solidFill>
                <a:cs typeface="B Lotus" panose="00000400000000000000" pitchFamily="2" charset="-78"/>
              </a:rPr>
              <a:pPr rtl="1"/>
              <a:t>55</a:t>
            </a:fld>
            <a:endParaRPr lang="fa-IR" sz="1800" dirty="0">
              <a:solidFill>
                <a:schemeClr val="tx1"/>
              </a:solidFill>
              <a:cs typeface="B Lotus" panose="00000400000000000000" pitchFamily="2" charset="-78"/>
            </a:endParaRPr>
          </a:p>
        </p:txBody>
      </p:sp>
    </p:spTree>
    <p:extLst>
      <p:ext uri="{BB962C8B-B14F-4D97-AF65-F5344CB8AC3E}">
        <p14:creationId xmlns:p14="http://schemas.microsoft.com/office/powerpoint/2010/main" val="1502397323"/>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4" name="Rounded Rectangle 175">
            <a:extLst>
              <a:ext uri="{FF2B5EF4-FFF2-40B4-BE49-F238E27FC236}">
                <a16:creationId xmlns="" xmlns:a16="http://schemas.microsoft.com/office/drawing/2014/main" id="{D8E27344-2AB1-4A61-B14B-D9C7962F785E}"/>
              </a:ext>
            </a:extLst>
          </p:cNvPr>
          <p:cNvSpPr/>
          <p:nvPr/>
        </p:nvSpPr>
        <p:spPr bwMode="auto">
          <a:xfrm>
            <a:off x="7456486" y="874277"/>
            <a:ext cx="1802143" cy="297229"/>
          </a:xfrm>
          <a:prstGeom prst="roundRect">
            <a:avLst/>
          </a:prstGeom>
          <a:solidFill>
            <a:srgbClr val="3D81BF">
              <a:lumMod val="75000"/>
            </a:srgbClr>
          </a:solidFill>
          <a:ln w="9525" cap="flat" cmpd="sng" algn="ctr">
            <a:solidFill>
              <a:srgbClr val="000000"/>
            </a:solidFill>
            <a:prstDash val="solid"/>
            <a:round/>
            <a:headEnd type="none" w="med" len="med"/>
            <a:tailEnd type="none" w="med" len="med"/>
          </a:ln>
          <a:effectLst>
            <a:reflection blurRad="6350" stA="50000" endA="300" endPos="55000" dir="5400000" sy="-100000" algn="bl" rotWithShape="0"/>
          </a:effectLst>
          <a:scene3d>
            <a:camera prst="isometricOffAxis2Left"/>
            <a:lightRig rig="threePt" dir="t"/>
          </a:scene3d>
        </p:spPr>
        <p:txBody>
          <a:bodyPr vert="horz" wrap="square" lIns="91440" tIns="45720" rIns="91440" bIns="45720" numCol="1" rtlCol="0" anchor="t" anchorCtr="0" compatLnSpc="1">
            <a:prstTxWarp prst="textNoShape">
              <a:avLst/>
            </a:prstTxWarp>
          </a:bodyPr>
          <a:lstStyle/>
          <a:p>
            <a:pPr lvl="0" algn="ctr" rtl="1" fontAlgn="base">
              <a:spcBef>
                <a:spcPct val="0"/>
              </a:spcBef>
              <a:spcAft>
                <a:spcPct val="0"/>
              </a:spcAft>
            </a:pPr>
            <a:r>
              <a:rPr lang="fa-IR" sz="1200" b="1" dirty="0">
                <a:solidFill>
                  <a:srgbClr val="FFFFFF"/>
                </a:solidFill>
                <a:latin typeface="Times New Roman" panose="02020603050405020304" pitchFamily="18" charset="0"/>
                <a:cs typeface="B Nazanin" panose="00000400000000000000" pitchFamily="2" charset="-78"/>
              </a:rPr>
              <a:t>سیستم مدیریت همسان سازی</a:t>
            </a:r>
            <a:endParaRPr lang="en-US" sz="1200" b="1" dirty="0">
              <a:solidFill>
                <a:srgbClr val="FFFFFF"/>
              </a:solidFill>
              <a:latin typeface="Times New Roman" panose="02020603050405020304" pitchFamily="18" charset="0"/>
              <a:cs typeface="B Nazanin" panose="00000400000000000000" pitchFamily="2" charset="-78"/>
            </a:endParaRPr>
          </a:p>
        </p:txBody>
      </p:sp>
      <p:pic>
        <p:nvPicPr>
          <p:cNvPr id="35" name="Picture 34" descr="پرونده:Azad University logo.png - ویکی‌پدیا، دانشنامهٔ آزاد">
            <a:extLst>
              <a:ext uri="{FF2B5EF4-FFF2-40B4-BE49-F238E27FC236}">
                <a16:creationId xmlns="" xmlns:a16="http://schemas.microsoft.com/office/drawing/2014/main" id="{FA988D60-670C-406B-B8FB-D5A0053424E9}"/>
              </a:ext>
            </a:extLst>
          </p:cNvPr>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8610600" y="0"/>
            <a:ext cx="533400" cy="822959"/>
          </a:xfrm>
          <a:prstGeom prst="rect">
            <a:avLst/>
          </a:prstGeom>
          <a:noFill/>
          <a:ln>
            <a:noFill/>
          </a:ln>
        </p:spPr>
      </p:pic>
      <p:sp>
        <p:nvSpPr>
          <p:cNvPr id="36" name="AutoShape 10">
            <a:extLst>
              <a:ext uri="{FF2B5EF4-FFF2-40B4-BE49-F238E27FC236}">
                <a16:creationId xmlns="" xmlns:a16="http://schemas.microsoft.com/office/drawing/2014/main" id="{96E6A76C-5024-445C-8373-4A127C8598B1}"/>
              </a:ext>
            </a:extLst>
          </p:cNvPr>
          <p:cNvSpPr>
            <a:spLocks noChangeArrowheads="1"/>
          </p:cNvSpPr>
          <p:nvPr/>
        </p:nvSpPr>
        <p:spPr bwMode="gray">
          <a:xfrm flipH="1">
            <a:off x="6244699" y="57140"/>
            <a:ext cx="2137301" cy="649224"/>
          </a:xfrm>
          <a:prstGeom prst="chevron">
            <a:avLst>
              <a:gd name="adj" fmla="val 17842"/>
            </a:avLst>
          </a:prstGeom>
          <a:gradFill rotWithShape="1">
            <a:gsLst>
              <a:gs pos="0">
                <a:srgbClr val="84B09A">
                  <a:gamma/>
                  <a:shade val="46275"/>
                  <a:invGamma/>
                </a:srgbClr>
              </a:gs>
              <a:gs pos="50000">
                <a:srgbClr val="84B09A"/>
              </a:gs>
              <a:gs pos="100000">
                <a:srgbClr val="84B09A">
                  <a:gamma/>
                  <a:shade val="46275"/>
                  <a:invGamma/>
                </a:srgbClr>
              </a:gs>
            </a:gsLst>
            <a:lin ang="2700000" scaled="1"/>
          </a:gradFill>
          <a:ln w="38100">
            <a:solidFill>
              <a:srgbClr val="EAEAEA"/>
            </a:solidFill>
            <a:miter lim="800000"/>
            <a:headEnd/>
            <a:tailEnd/>
          </a:ln>
          <a:effectLst>
            <a:outerShdw dist="109250" dir="3267739" algn="ctr" rotWithShape="0">
              <a:srgbClr val="333333">
                <a:alpha val="50000"/>
              </a:srgbClr>
            </a:outerShdw>
          </a:effectLst>
        </p:spPr>
        <p:txBody>
          <a:bodyPr wrap="square" anchor="ctr">
            <a:spAutoFit/>
          </a:bodyPr>
          <a:lstStyle/>
          <a:p>
            <a:pPr algn="ctr" fontAlgn="base">
              <a:spcBef>
                <a:spcPct val="0"/>
              </a:spcBef>
              <a:spcAft>
                <a:spcPct val="0"/>
              </a:spcAft>
            </a:pPr>
            <a:endParaRPr lang="en-US" kern="0">
              <a:solidFill>
                <a:srgbClr val="3D81BF"/>
              </a:solidFill>
            </a:endParaRPr>
          </a:p>
        </p:txBody>
      </p:sp>
      <p:sp>
        <p:nvSpPr>
          <p:cNvPr id="37" name="AutoShape 3">
            <a:extLst>
              <a:ext uri="{FF2B5EF4-FFF2-40B4-BE49-F238E27FC236}">
                <a16:creationId xmlns="" xmlns:a16="http://schemas.microsoft.com/office/drawing/2014/main" id="{C71EB997-3681-42CE-8D12-DC0BC893643A}"/>
              </a:ext>
            </a:extLst>
          </p:cNvPr>
          <p:cNvSpPr>
            <a:spLocks noChangeArrowheads="1"/>
          </p:cNvSpPr>
          <p:nvPr/>
        </p:nvSpPr>
        <p:spPr bwMode="gray">
          <a:xfrm flipH="1">
            <a:off x="161662" y="57140"/>
            <a:ext cx="1970868" cy="651510"/>
          </a:xfrm>
          <a:prstGeom prst="chevron">
            <a:avLst>
              <a:gd name="adj" fmla="val 17009"/>
            </a:avLst>
          </a:prstGeom>
          <a:gradFill rotWithShape="1">
            <a:gsLst>
              <a:gs pos="0">
                <a:srgbClr val="84B09A">
                  <a:gamma/>
                  <a:shade val="46275"/>
                  <a:invGamma/>
                </a:srgbClr>
              </a:gs>
              <a:gs pos="50000">
                <a:srgbClr val="84B09A"/>
              </a:gs>
              <a:gs pos="100000">
                <a:srgbClr val="84B09A">
                  <a:gamma/>
                  <a:shade val="46275"/>
                  <a:invGamma/>
                </a:srgbClr>
              </a:gs>
            </a:gsLst>
            <a:lin ang="2700000" scaled="1"/>
          </a:gradFill>
          <a:ln w="38100">
            <a:solidFill>
              <a:srgbClr val="EAEAEA"/>
            </a:solidFill>
            <a:miter lim="800000"/>
            <a:headEnd/>
            <a:tailEnd/>
          </a:ln>
          <a:effectLst>
            <a:outerShdw dist="109250" dir="3267739" algn="ctr" rotWithShape="0">
              <a:srgbClr val="333333">
                <a:alpha val="50000"/>
              </a:srgbClr>
            </a:outerShdw>
          </a:effectLst>
        </p:spPr>
        <p:txBody>
          <a:bodyPr wrap="square" anchor="ctr">
            <a:spAutoFit/>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endParaRPr>
          </a:p>
        </p:txBody>
      </p:sp>
      <p:sp>
        <p:nvSpPr>
          <p:cNvPr id="38" name="Rectangle 37">
            <a:extLst>
              <a:ext uri="{FF2B5EF4-FFF2-40B4-BE49-F238E27FC236}">
                <a16:creationId xmlns="" xmlns:a16="http://schemas.microsoft.com/office/drawing/2014/main" id="{C48087A2-0F0F-40A0-A837-05942D40B928}"/>
              </a:ext>
            </a:extLst>
          </p:cNvPr>
          <p:cNvSpPr/>
          <p:nvPr/>
        </p:nvSpPr>
        <p:spPr>
          <a:xfrm>
            <a:off x="431672" y="189466"/>
            <a:ext cx="1443038" cy="338554"/>
          </a:xfrm>
          <a:prstGeom prst="rect">
            <a:avLst/>
          </a:prstGeom>
        </p:spPr>
        <p:txBody>
          <a:bodyPr wrap="square">
            <a:spAutoFit/>
          </a:bodyPr>
          <a:lstStyle/>
          <a:p>
            <a:pPr lvl="0" algn="ctr" rtl="1" fontAlgn="base">
              <a:spcBef>
                <a:spcPct val="0"/>
              </a:spcBef>
              <a:spcAft>
                <a:spcPct val="0"/>
              </a:spcAft>
            </a:pPr>
            <a:r>
              <a:rPr lang="fa-IR" sz="1600" b="1" dirty="0">
                <a:solidFill>
                  <a:srgbClr val="FFFFFF"/>
                </a:solidFill>
                <a:latin typeface="Times New Roman" panose="02020603050405020304" pitchFamily="18" charset="0"/>
                <a:cs typeface="B Nazanin" panose="00000400000000000000" pitchFamily="2" charset="-78"/>
              </a:rPr>
              <a:t>مقالات اخیر</a:t>
            </a:r>
            <a:endParaRPr lang="en-US" sz="1600" b="1" dirty="0">
              <a:solidFill>
                <a:srgbClr val="FFFFFF"/>
              </a:solidFill>
              <a:latin typeface="Times New Roman" panose="02020603050405020304" pitchFamily="18" charset="0"/>
              <a:cs typeface="B Nazanin" panose="00000400000000000000" pitchFamily="2" charset="-78"/>
            </a:endParaRPr>
          </a:p>
        </p:txBody>
      </p:sp>
      <p:sp>
        <p:nvSpPr>
          <p:cNvPr id="39" name="Rectangle 38">
            <a:extLst>
              <a:ext uri="{FF2B5EF4-FFF2-40B4-BE49-F238E27FC236}">
                <a16:creationId xmlns="" xmlns:a16="http://schemas.microsoft.com/office/drawing/2014/main" id="{BF9CF44D-C94F-4B09-AF24-15EACD7BE0F4}"/>
              </a:ext>
            </a:extLst>
          </p:cNvPr>
          <p:cNvSpPr/>
          <p:nvPr/>
        </p:nvSpPr>
        <p:spPr>
          <a:xfrm>
            <a:off x="6499957" y="197162"/>
            <a:ext cx="1626786" cy="323165"/>
          </a:xfrm>
          <a:prstGeom prst="rect">
            <a:avLst/>
          </a:prstGeom>
        </p:spPr>
        <p:txBody>
          <a:bodyPr wrap="square">
            <a:spAutoFit/>
          </a:bodyPr>
          <a:lstStyle/>
          <a:p>
            <a:pPr lvl="0" algn="ctr" fontAlgn="base">
              <a:spcBef>
                <a:spcPct val="0"/>
              </a:spcBef>
              <a:spcAft>
                <a:spcPct val="0"/>
              </a:spcAft>
              <a:defRPr/>
            </a:pPr>
            <a:r>
              <a:rPr lang="fa-IR" sz="1500" b="1" kern="0" dirty="0" err="1">
                <a:solidFill>
                  <a:srgbClr val="FFFFFF"/>
                </a:solidFill>
                <a:latin typeface="Times New Roman" panose="02020603050405020304" pitchFamily="18" charset="0"/>
                <a:cs typeface="B Nazanin" pitchFamily="2" charset="-78"/>
              </a:rPr>
              <a:t>باتریها</a:t>
            </a:r>
            <a:endParaRPr lang="en-US" sz="1500" b="1" kern="0" dirty="0">
              <a:solidFill>
                <a:srgbClr val="FFFFFF"/>
              </a:solidFill>
              <a:latin typeface="Times New Roman" panose="02020603050405020304" pitchFamily="18" charset="0"/>
              <a:cs typeface="B Nazanin" pitchFamily="2" charset="-78"/>
            </a:endParaRPr>
          </a:p>
        </p:txBody>
      </p:sp>
      <p:sp>
        <p:nvSpPr>
          <p:cNvPr id="40" name="AutoShape 10">
            <a:extLst>
              <a:ext uri="{FF2B5EF4-FFF2-40B4-BE49-F238E27FC236}">
                <a16:creationId xmlns="" xmlns:a16="http://schemas.microsoft.com/office/drawing/2014/main" id="{50B159E1-0AA0-4C32-86C7-52F5C5E0D242}"/>
              </a:ext>
            </a:extLst>
          </p:cNvPr>
          <p:cNvSpPr>
            <a:spLocks noChangeArrowheads="1"/>
          </p:cNvSpPr>
          <p:nvPr/>
        </p:nvSpPr>
        <p:spPr bwMode="gray">
          <a:xfrm flipH="1">
            <a:off x="2105458" y="54854"/>
            <a:ext cx="2137301" cy="651510"/>
          </a:xfrm>
          <a:prstGeom prst="chevron">
            <a:avLst>
              <a:gd name="adj" fmla="val 17842"/>
            </a:avLst>
          </a:prstGeom>
          <a:gradFill rotWithShape="1">
            <a:gsLst>
              <a:gs pos="0">
                <a:srgbClr val="3659EC">
                  <a:gamma/>
                  <a:shade val="46275"/>
                  <a:invGamma/>
                </a:srgbClr>
              </a:gs>
              <a:gs pos="50000">
                <a:srgbClr val="3659EC"/>
              </a:gs>
              <a:gs pos="100000">
                <a:srgbClr val="3659EC">
                  <a:gamma/>
                  <a:shade val="46275"/>
                  <a:invGamma/>
                </a:srgbClr>
              </a:gs>
            </a:gsLst>
            <a:lin ang="2700000" scaled="1"/>
          </a:gradFill>
          <a:ln w="38100">
            <a:solidFill>
              <a:srgbClr val="EAEAEA"/>
            </a:solidFill>
            <a:miter lim="800000"/>
            <a:headEnd/>
            <a:tailEnd/>
          </a:ln>
          <a:effectLst>
            <a:outerShdw dist="109250" dir="3267739" algn="ctr" rotWithShape="0">
              <a:srgbClr val="333333">
                <a:alpha val="50000"/>
              </a:srgbClr>
            </a:outerShdw>
          </a:effectLst>
        </p:spPr>
        <p:txBody>
          <a:bodyPr wrap="square" anchor="ctr">
            <a:spAutoFit/>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endParaRPr>
          </a:p>
        </p:txBody>
      </p:sp>
      <p:sp>
        <p:nvSpPr>
          <p:cNvPr id="41" name="AutoShape 3">
            <a:extLst>
              <a:ext uri="{FF2B5EF4-FFF2-40B4-BE49-F238E27FC236}">
                <a16:creationId xmlns="" xmlns:a16="http://schemas.microsoft.com/office/drawing/2014/main" id="{DBA5C955-0E66-467E-8B5F-EF4EE5F8F3FA}"/>
              </a:ext>
            </a:extLst>
          </p:cNvPr>
          <p:cNvSpPr>
            <a:spLocks noChangeArrowheads="1"/>
          </p:cNvSpPr>
          <p:nvPr/>
        </p:nvSpPr>
        <p:spPr bwMode="gray">
          <a:xfrm flipH="1">
            <a:off x="4215687" y="54854"/>
            <a:ext cx="2056085" cy="651510"/>
          </a:xfrm>
          <a:prstGeom prst="chevron">
            <a:avLst>
              <a:gd name="adj" fmla="val 17009"/>
            </a:avLst>
          </a:prstGeom>
          <a:gradFill rotWithShape="1">
            <a:gsLst>
              <a:gs pos="0">
                <a:srgbClr val="84B09A">
                  <a:gamma/>
                  <a:shade val="46275"/>
                  <a:invGamma/>
                </a:srgbClr>
              </a:gs>
              <a:gs pos="50000">
                <a:srgbClr val="84B09A"/>
              </a:gs>
              <a:gs pos="100000">
                <a:srgbClr val="84B09A">
                  <a:gamma/>
                  <a:shade val="46275"/>
                  <a:invGamma/>
                </a:srgbClr>
              </a:gs>
            </a:gsLst>
            <a:lin ang="2700000" scaled="1"/>
          </a:gradFill>
          <a:ln w="38100">
            <a:solidFill>
              <a:srgbClr val="EAEAEA"/>
            </a:solidFill>
            <a:miter lim="800000"/>
            <a:headEnd/>
            <a:tailEnd/>
          </a:ln>
          <a:effectLst>
            <a:outerShdw dist="109250" dir="3267739" algn="ctr" rotWithShape="0">
              <a:srgbClr val="333333">
                <a:alpha val="50000"/>
              </a:srgbClr>
            </a:outerShdw>
          </a:effectLst>
        </p:spPr>
        <p:txBody>
          <a:bodyPr wrap="square" anchor="ctr">
            <a:spAutoFit/>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endParaRPr>
          </a:p>
        </p:txBody>
      </p:sp>
      <p:sp>
        <p:nvSpPr>
          <p:cNvPr id="42" name="Rectangle 41">
            <a:extLst>
              <a:ext uri="{FF2B5EF4-FFF2-40B4-BE49-F238E27FC236}">
                <a16:creationId xmlns="" xmlns:a16="http://schemas.microsoft.com/office/drawing/2014/main" id="{4DE55AA0-934E-4757-A2D4-1C4E49036DCD}"/>
              </a:ext>
            </a:extLst>
          </p:cNvPr>
          <p:cNvSpPr/>
          <p:nvPr/>
        </p:nvSpPr>
        <p:spPr>
          <a:xfrm>
            <a:off x="2402046" y="64070"/>
            <a:ext cx="1600200" cy="584775"/>
          </a:xfrm>
          <a:prstGeom prst="rect">
            <a:avLst/>
          </a:prstGeom>
        </p:spPr>
        <p:txBody>
          <a:bodyPr wrap="square">
            <a:spAutoFit/>
          </a:bodyPr>
          <a:lstStyle/>
          <a:p>
            <a:pPr lvl="0" algn="ctr" rtl="1" fontAlgn="base">
              <a:spcBef>
                <a:spcPct val="0"/>
              </a:spcBef>
              <a:spcAft>
                <a:spcPct val="0"/>
              </a:spcAft>
            </a:pPr>
            <a:r>
              <a:rPr lang="fa-IR" sz="1600" b="1" dirty="0">
                <a:solidFill>
                  <a:srgbClr val="FFFFFF"/>
                </a:solidFill>
                <a:latin typeface="Times New Roman" panose="02020603050405020304" pitchFamily="18" charset="0"/>
                <a:cs typeface="B Nazanin" panose="00000400000000000000" pitchFamily="2" charset="-78"/>
              </a:rPr>
              <a:t>سیستم مدیریت همسان سازی</a:t>
            </a:r>
            <a:endParaRPr lang="en-US" sz="1600" b="1" dirty="0">
              <a:solidFill>
                <a:srgbClr val="FFFFFF"/>
              </a:solidFill>
              <a:latin typeface="Times New Roman" panose="02020603050405020304" pitchFamily="18" charset="0"/>
              <a:cs typeface="B Nazanin" panose="00000400000000000000" pitchFamily="2" charset="-78"/>
            </a:endParaRPr>
          </a:p>
        </p:txBody>
      </p:sp>
      <p:sp>
        <p:nvSpPr>
          <p:cNvPr id="43" name="Rectangle 42">
            <a:extLst>
              <a:ext uri="{FF2B5EF4-FFF2-40B4-BE49-F238E27FC236}">
                <a16:creationId xmlns="" xmlns:a16="http://schemas.microsoft.com/office/drawing/2014/main" id="{AC165A2D-60D3-440C-A112-7B419F7E72B2}"/>
              </a:ext>
            </a:extLst>
          </p:cNvPr>
          <p:cNvSpPr/>
          <p:nvPr/>
        </p:nvSpPr>
        <p:spPr>
          <a:xfrm>
            <a:off x="4529582" y="89171"/>
            <a:ext cx="1443038" cy="584775"/>
          </a:xfrm>
          <a:prstGeom prst="rect">
            <a:avLst/>
          </a:prstGeom>
        </p:spPr>
        <p:txBody>
          <a:bodyPr wrap="square">
            <a:spAutoFit/>
          </a:bodyPr>
          <a:lstStyle/>
          <a:p>
            <a:pPr lvl="0" algn="ctr" rtl="1" fontAlgn="base">
              <a:spcBef>
                <a:spcPct val="0"/>
              </a:spcBef>
              <a:spcAft>
                <a:spcPct val="0"/>
              </a:spcAft>
            </a:pPr>
            <a:r>
              <a:rPr lang="fa-IR" sz="1600" b="1" dirty="0">
                <a:solidFill>
                  <a:srgbClr val="FFFFFF"/>
                </a:solidFill>
                <a:latin typeface="Times New Roman" panose="02020603050405020304" pitchFamily="18" charset="0"/>
                <a:cs typeface="B Nazanin" panose="00000400000000000000" pitchFamily="2" charset="-78"/>
              </a:rPr>
              <a:t>سیستم مدیریت باتری</a:t>
            </a:r>
            <a:endParaRPr lang="en-US" sz="1600" b="1" dirty="0">
              <a:solidFill>
                <a:srgbClr val="FFFFFF"/>
              </a:solidFill>
              <a:latin typeface="Times New Roman" panose="02020603050405020304" pitchFamily="18" charset="0"/>
              <a:cs typeface="B Nazanin" panose="00000400000000000000" pitchFamily="2" charset="-78"/>
            </a:endParaRPr>
          </a:p>
        </p:txBody>
      </p:sp>
      <p:sp>
        <p:nvSpPr>
          <p:cNvPr id="45" name="Rectangle 44"/>
          <p:cNvSpPr/>
          <p:nvPr/>
        </p:nvSpPr>
        <p:spPr>
          <a:xfrm>
            <a:off x="2348903" y="6430123"/>
            <a:ext cx="3922869" cy="369332"/>
          </a:xfrm>
          <a:prstGeom prst="rect">
            <a:avLst/>
          </a:prstGeom>
        </p:spPr>
        <p:txBody>
          <a:bodyPr wrap="none">
            <a:spAutoFit/>
          </a:bodyPr>
          <a:lstStyle/>
          <a:p>
            <a:pPr algn="r" rtl="1" fontAlgn="base">
              <a:spcBef>
                <a:spcPct val="0"/>
              </a:spcBef>
              <a:spcAft>
                <a:spcPct val="0"/>
              </a:spcAft>
            </a:pPr>
            <a:r>
              <a:rPr lang="fa-IR" dirty="0">
                <a:cs typeface="B Nazanin" panose="00000400000000000000" pitchFamily="2" charset="-78"/>
              </a:rPr>
              <a:t>ارزیابی توپولوژی‌های نام‌برده شده در ابعاد مختلف </a:t>
            </a:r>
            <a:r>
              <a:rPr lang="fa-IR" dirty="0">
                <a:solidFill>
                  <a:srgbClr val="61D6FF"/>
                </a:solidFill>
                <a:cs typeface="B Nazanin" panose="00000400000000000000" pitchFamily="2" charset="-78"/>
              </a:rPr>
              <a:t>[1]</a:t>
            </a:r>
            <a:r>
              <a:rPr lang="fa-IR" dirty="0">
                <a:cs typeface="B Nazanin" panose="00000400000000000000" pitchFamily="2" charset="-78"/>
              </a:rPr>
              <a:t>.</a:t>
            </a:r>
            <a:endParaRPr lang="en-US" dirty="0">
              <a:solidFill>
                <a:srgbClr val="000000"/>
              </a:solidFill>
              <a:latin typeface="Times New Roman" panose="02020603050405020304" pitchFamily="18" charset="0"/>
              <a:cs typeface="B Nazanin" pitchFamily="2" charset="-78"/>
            </a:endParaRPr>
          </a:p>
        </p:txBody>
      </p:sp>
      <p:graphicFrame>
        <p:nvGraphicFramePr>
          <p:cNvPr id="3" name="Table 2"/>
          <p:cNvGraphicFramePr>
            <a:graphicFrameLocks noGrp="1"/>
          </p:cNvGraphicFramePr>
          <p:nvPr>
            <p:extLst>
              <p:ext uri="{D42A27DB-BD31-4B8C-83A1-F6EECF244321}">
                <p14:modId xmlns:p14="http://schemas.microsoft.com/office/powerpoint/2010/main" val="1282533090"/>
              </p:ext>
            </p:extLst>
          </p:nvPr>
        </p:nvGraphicFramePr>
        <p:xfrm>
          <a:off x="234009" y="1293921"/>
          <a:ext cx="8229599" cy="4975460"/>
        </p:xfrm>
        <a:graphic>
          <a:graphicData uri="http://schemas.openxmlformats.org/drawingml/2006/table">
            <a:tbl>
              <a:tblPr rtl="1" firstRow="1" firstCol="1" bandRow="1"/>
              <a:tblGrid>
                <a:gridCol w="1175657">
                  <a:extLst>
                    <a:ext uri="{9D8B030D-6E8A-4147-A177-3AD203B41FA5}">
                      <a16:colId xmlns="" xmlns:a16="http://schemas.microsoft.com/office/drawing/2014/main" val="20000"/>
                    </a:ext>
                  </a:extLst>
                </a:gridCol>
                <a:gridCol w="1175657">
                  <a:extLst>
                    <a:ext uri="{9D8B030D-6E8A-4147-A177-3AD203B41FA5}">
                      <a16:colId xmlns="" xmlns:a16="http://schemas.microsoft.com/office/drawing/2014/main" val="20001"/>
                    </a:ext>
                  </a:extLst>
                </a:gridCol>
                <a:gridCol w="1175657">
                  <a:extLst>
                    <a:ext uri="{9D8B030D-6E8A-4147-A177-3AD203B41FA5}">
                      <a16:colId xmlns="" xmlns:a16="http://schemas.microsoft.com/office/drawing/2014/main" val="20002"/>
                    </a:ext>
                  </a:extLst>
                </a:gridCol>
                <a:gridCol w="1175657">
                  <a:extLst>
                    <a:ext uri="{9D8B030D-6E8A-4147-A177-3AD203B41FA5}">
                      <a16:colId xmlns="" xmlns:a16="http://schemas.microsoft.com/office/drawing/2014/main" val="20003"/>
                    </a:ext>
                  </a:extLst>
                </a:gridCol>
                <a:gridCol w="1175657">
                  <a:extLst>
                    <a:ext uri="{9D8B030D-6E8A-4147-A177-3AD203B41FA5}">
                      <a16:colId xmlns="" xmlns:a16="http://schemas.microsoft.com/office/drawing/2014/main" val="20004"/>
                    </a:ext>
                  </a:extLst>
                </a:gridCol>
                <a:gridCol w="1175657">
                  <a:extLst>
                    <a:ext uri="{9D8B030D-6E8A-4147-A177-3AD203B41FA5}">
                      <a16:colId xmlns="" xmlns:a16="http://schemas.microsoft.com/office/drawing/2014/main" val="20005"/>
                    </a:ext>
                  </a:extLst>
                </a:gridCol>
                <a:gridCol w="1175657">
                  <a:extLst>
                    <a:ext uri="{9D8B030D-6E8A-4147-A177-3AD203B41FA5}">
                      <a16:colId xmlns="" xmlns:a16="http://schemas.microsoft.com/office/drawing/2014/main" val="20006"/>
                    </a:ext>
                  </a:extLst>
                </a:gridCol>
              </a:tblGrid>
              <a:tr h="640080">
                <a:tc>
                  <a:txBody>
                    <a:bodyPr/>
                    <a:lstStyle/>
                    <a:p>
                      <a:pPr marL="0" marR="0" algn="ctr" defTabSz="914400" rtl="1" eaLnBrk="1" latinLnBrk="0" hangingPunct="1">
                        <a:spcBef>
                          <a:spcPts val="600"/>
                        </a:spcBef>
                        <a:spcAft>
                          <a:spcPts val="600"/>
                        </a:spcAft>
                      </a:pPr>
                      <a:r>
                        <a:rPr lang="fa-IR" sz="1400" i="0" kern="1200" dirty="0">
                          <a:solidFill>
                            <a:schemeClr val="tx1"/>
                          </a:solidFill>
                          <a:effectLst/>
                          <a:latin typeface="Times New Roman" panose="02020603050405020304" pitchFamily="18" charset="0"/>
                          <a:ea typeface="Calibri" panose="020F0502020204030204" pitchFamily="34" charset="0"/>
                          <a:cs typeface="B Lotus" panose="00000400000000000000" pitchFamily="2" charset="-78"/>
                        </a:rPr>
                        <a:t>توپولوژی</a:t>
                      </a:r>
                      <a:endParaRPr lang="en-US" sz="1400" i="0" kern="1200" dirty="0">
                        <a:solidFill>
                          <a:schemeClr val="tx1"/>
                        </a:solidFill>
                        <a:effectLst/>
                        <a:latin typeface="Times New Roman" panose="02020603050405020304" pitchFamily="18" charset="0"/>
                        <a:ea typeface="Calibri" panose="020F0502020204030204" pitchFamily="34" charset="0"/>
                        <a:cs typeface="B Lotus" panose="00000400000000000000" pitchFamily="2" charset="-78"/>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chemeClr val="accent6">
                        <a:lumMod val="60000"/>
                        <a:lumOff val="40000"/>
                      </a:schemeClr>
                    </a:solidFill>
                  </a:tcPr>
                </a:tc>
                <a:tc>
                  <a:txBody>
                    <a:bodyPr/>
                    <a:lstStyle/>
                    <a:p>
                      <a:pPr marL="0" marR="0" algn="ctr" defTabSz="914400" rtl="1" eaLnBrk="1" latinLnBrk="0" hangingPunct="1">
                        <a:spcBef>
                          <a:spcPts val="600"/>
                        </a:spcBef>
                        <a:spcAft>
                          <a:spcPts val="600"/>
                        </a:spcAft>
                      </a:pPr>
                      <a:r>
                        <a:rPr lang="fa-IR" sz="1400" i="0" kern="1200">
                          <a:solidFill>
                            <a:schemeClr val="tx1"/>
                          </a:solidFill>
                          <a:effectLst/>
                          <a:latin typeface="Times New Roman" panose="02020603050405020304" pitchFamily="18" charset="0"/>
                          <a:ea typeface="Calibri" panose="020F0502020204030204" pitchFamily="34" charset="0"/>
                          <a:cs typeface="B Lotus" panose="00000400000000000000" pitchFamily="2" charset="-78"/>
                        </a:rPr>
                        <a:t>پیچیدگی در الگوریتم</a:t>
                      </a:r>
                      <a:endParaRPr lang="en-US" sz="1400" i="0" kern="1200">
                        <a:solidFill>
                          <a:schemeClr val="tx1"/>
                        </a:solidFill>
                        <a:effectLst/>
                        <a:latin typeface="Times New Roman" panose="02020603050405020304" pitchFamily="18" charset="0"/>
                        <a:ea typeface="Calibri" panose="020F0502020204030204" pitchFamily="34" charset="0"/>
                        <a:cs typeface="B Lotus" panose="00000400000000000000" pitchFamily="2" charset="-78"/>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chemeClr val="accent6">
                        <a:lumMod val="60000"/>
                        <a:lumOff val="40000"/>
                      </a:schemeClr>
                    </a:solidFill>
                  </a:tcPr>
                </a:tc>
                <a:tc>
                  <a:txBody>
                    <a:bodyPr/>
                    <a:lstStyle/>
                    <a:p>
                      <a:pPr marL="0" marR="0" algn="ctr" defTabSz="914400" rtl="1" eaLnBrk="1" latinLnBrk="0" hangingPunct="1">
                        <a:spcBef>
                          <a:spcPts val="600"/>
                        </a:spcBef>
                        <a:spcAft>
                          <a:spcPts val="600"/>
                        </a:spcAft>
                      </a:pPr>
                      <a:r>
                        <a:rPr lang="fa-IR" sz="1400" i="0" kern="1200">
                          <a:solidFill>
                            <a:schemeClr val="tx1"/>
                          </a:solidFill>
                          <a:effectLst/>
                          <a:latin typeface="Times New Roman" panose="02020603050405020304" pitchFamily="18" charset="0"/>
                          <a:ea typeface="Calibri" panose="020F0502020204030204" pitchFamily="34" charset="0"/>
                          <a:cs typeface="B Lotus" panose="00000400000000000000" pitchFamily="2" charset="-78"/>
                        </a:rPr>
                        <a:t>توان تلفاتی</a:t>
                      </a:r>
                      <a:endParaRPr lang="en-US" sz="1400" i="0" kern="1200">
                        <a:solidFill>
                          <a:schemeClr val="tx1"/>
                        </a:solidFill>
                        <a:effectLst/>
                        <a:latin typeface="Times New Roman" panose="02020603050405020304" pitchFamily="18" charset="0"/>
                        <a:ea typeface="Calibri" panose="020F0502020204030204" pitchFamily="34" charset="0"/>
                        <a:cs typeface="B Lotus" panose="00000400000000000000" pitchFamily="2" charset="-78"/>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chemeClr val="accent6">
                        <a:lumMod val="60000"/>
                        <a:lumOff val="40000"/>
                      </a:schemeClr>
                    </a:solidFill>
                  </a:tcPr>
                </a:tc>
                <a:tc>
                  <a:txBody>
                    <a:bodyPr/>
                    <a:lstStyle/>
                    <a:p>
                      <a:pPr marL="0" marR="0" algn="ctr" defTabSz="914400" rtl="1" eaLnBrk="1" latinLnBrk="0" hangingPunct="1">
                        <a:spcBef>
                          <a:spcPts val="600"/>
                        </a:spcBef>
                        <a:spcAft>
                          <a:spcPts val="600"/>
                        </a:spcAft>
                      </a:pPr>
                      <a:r>
                        <a:rPr lang="fa-IR" sz="1400" i="0" kern="1200">
                          <a:solidFill>
                            <a:schemeClr val="tx1"/>
                          </a:solidFill>
                          <a:effectLst/>
                          <a:latin typeface="Times New Roman" panose="02020603050405020304" pitchFamily="18" charset="0"/>
                          <a:ea typeface="Calibri" panose="020F0502020204030204" pitchFamily="34" charset="0"/>
                          <a:cs typeface="B Lotus" panose="00000400000000000000" pitchFamily="2" charset="-78"/>
                        </a:rPr>
                        <a:t>اندازه</a:t>
                      </a:r>
                      <a:endParaRPr lang="en-US" sz="1400" i="0" kern="1200">
                        <a:solidFill>
                          <a:schemeClr val="tx1"/>
                        </a:solidFill>
                        <a:effectLst/>
                        <a:latin typeface="Times New Roman" panose="02020603050405020304" pitchFamily="18" charset="0"/>
                        <a:ea typeface="Calibri" panose="020F0502020204030204" pitchFamily="34" charset="0"/>
                        <a:cs typeface="B Lotus" panose="00000400000000000000" pitchFamily="2" charset="-78"/>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chemeClr val="accent6">
                        <a:lumMod val="60000"/>
                        <a:lumOff val="40000"/>
                      </a:schemeClr>
                    </a:solidFill>
                  </a:tcPr>
                </a:tc>
                <a:tc>
                  <a:txBody>
                    <a:bodyPr/>
                    <a:lstStyle/>
                    <a:p>
                      <a:pPr marL="0" marR="0" algn="ctr" defTabSz="914400" rtl="1" eaLnBrk="1" latinLnBrk="0" hangingPunct="1">
                        <a:spcBef>
                          <a:spcPts val="600"/>
                        </a:spcBef>
                        <a:spcAft>
                          <a:spcPts val="600"/>
                        </a:spcAft>
                      </a:pPr>
                      <a:r>
                        <a:rPr lang="fa-IR" sz="1400" i="0" kern="1200">
                          <a:solidFill>
                            <a:schemeClr val="tx1"/>
                          </a:solidFill>
                          <a:effectLst/>
                          <a:latin typeface="Times New Roman" panose="02020603050405020304" pitchFamily="18" charset="0"/>
                          <a:ea typeface="Calibri" panose="020F0502020204030204" pitchFamily="34" charset="0"/>
                          <a:cs typeface="B Lotus" panose="00000400000000000000" pitchFamily="2" charset="-78"/>
                        </a:rPr>
                        <a:t>هزینه</a:t>
                      </a:r>
                      <a:endParaRPr lang="en-US" sz="1400" i="0" kern="1200">
                        <a:solidFill>
                          <a:schemeClr val="tx1"/>
                        </a:solidFill>
                        <a:effectLst/>
                        <a:latin typeface="Times New Roman" panose="02020603050405020304" pitchFamily="18" charset="0"/>
                        <a:ea typeface="Calibri" panose="020F0502020204030204" pitchFamily="34" charset="0"/>
                        <a:cs typeface="B Lotus" panose="00000400000000000000" pitchFamily="2" charset="-78"/>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chemeClr val="accent6">
                        <a:lumMod val="60000"/>
                        <a:lumOff val="40000"/>
                      </a:schemeClr>
                    </a:solidFill>
                  </a:tcPr>
                </a:tc>
                <a:tc>
                  <a:txBody>
                    <a:bodyPr/>
                    <a:lstStyle/>
                    <a:p>
                      <a:pPr marL="0" marR="0" algn="ctr" defTabSz="914400" rtl="1" eaLnBrk="1" latinLnBrk="0" hangingPunct="1">
                        <a:spcBef>
                          <a:spcPts val="600"/>
                        </a:spcBef>
                        <a:spcAft>
                          <a:spcPts val="600"/>
                        </a:spcAft>
                      </a:pPr>
                      <a:r>
                        <a:rPr lang="fa-IR" sz="1400" i="0" kern="1200">
                          <a:solidFill>
                            <a:schemeClr val="tx1"/>
                          </a:solidFill>
                          <a:effectLst/>
                          <a:latin typeface="Times New Roman" panose="02020603050405020304" pitchFamily="18" charset="0"/>
                          <a:ea typeface="Calibri" panose="020F0502020204030204" pitchFamily="34" charset="0"/>
                          <a:cs typeface="B Lotus" panose="00000400000000000000" pitchFamily="2" charset="-78"/>
                        </a:rPr>
                        <a:t>سرعت</a:t>
                      </a:r>
                      <a:endParaRPr lang="en-US" sz="1400" i="0" kern="1200">
                        <a:solidFill>
                          <a:schemeClr val="tx1"/>
                        </a:solidFill>
                        <a:effectLst/>
                        <a:latin typeface="Times New Roman" panose="02020603050405020304" pitchFamily="18" charset="0"/>
                        <a:ea typeface="Calibri" panose="020F0502020204030204" pitchFamily="34" charset="0"/>
                        <a:cs typeface="B Lotus" panose="00000400000000000000" pitchFamily="2" charset="-78"/>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chemeClr val="accent6">
                        <a:lumMod val="60000"/>
                        <a:lumOff val="40000"/>
                      </a:schemeClr>
                    </a:solidFill>
                  </a:tcPr>
                </a:tc>
                <a:tc>
                  <a:txBody>
                    <a:bodyPr/>
                    <a:lstStyle/>
                    <a:p>
                      <a:pPr marL="0" marR="0" algn="ctr" defTabSz="914400" rtl="1" eaLnBrk="1" latinLnBrk="0" hangingPunct="1">
                        <a:spcBef>
                          <a:spcPts val="600"/>
                        </a:spcBef>
                        <a:spcAft>
                          <a:spcPts val="600"/>
                        </a:spcAft>
                      </a:pPr>
                      <a:r>
                        <a:rPr lang="fa-IR" sz="1400" i="0" kern="1200" dirty="0">
                          <a:solidFill>
                            <a:schemeClr val="tx1"/>
                          </a:solidFill>
                          <a:effectLst/>
                          <a:latin typeface="Times New Roman" panose="02020603050405020304" pitchFamily="18" charset="0"/>
                          <a:ea typeface="Calibri" panose="020F0502020204030204" pitchFamily="34" charset="0"/>
                          <a:cs typeface="B Lotus" panose="00000400000000000000" pitchFamily="2" charset="-78"/>
                        </a:rPr>
                        <a:t>میانگین</a:t>
                      </a:r>
                      <a:endParaRPr lang="en-US" sz="1400" i="0" kern="1200" dirty="0">
                        <a:solidFill>
                          <a:schemeClr val="tx1"/>
                        </a:solidFill>
                        <a:effectLst/>
                        <a:latin typeface="Times New Roman" panose="02020603050405020304" pitchFamily="18" charset="0"/>
                        <a:ea typeface="Calibri" panose="020F0502020204030204" pitchFamily="34" charset="0"/>
                        <a:cs typeface="B Lotus" panose="00000400000000000000" pitchFamily="2" charset="-78"/>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chemeClr val="accent6">
                        <a:lumMod val="60000"/>
                        <a:lumOff val="40000"/>
                      </a:schemeClr>
                    </a:solidFill>
                  </a:tcPr>
                </a:tc>
                <a:extLst>
                  <a:ext uri="{0D108BD9-81ED-4DB2-BD59-A6C34878D82A}">
                    <a16:rowId xmlns="" xmlns:a16="http://schemas.microsoft.com/office/drawing/2014/main" val="10000"/>
                  </a:ext>
                </a:extLst>
              </a:tr>
              <a:tr h="640080">
                <a:tc>
                  <a:txBody>
                    <a:bodyPr/>
                    <a:lstStyle/>
                    <a:p>
                      <a:pPr marL="0" marR="0" algn="ctr" defTabSz="914400" rtl="1" eaLnBrk="1" latinLnBrk="0" hangingPunct="1">
                        <a:spcBef>
                          <a:spcPts val="600"/>
                        </a:spcBef>
                        <a:spcAft>
                          <a:spcPts val="600"/>
                        </a:spcAft>
                      </a:pPr>
                      <a:r>
                        <a:rPr lang="fa-IR" sz="1400" i="0" kern="1200" dirty="0">
                          <a:solidFill>
                            <a:schemeClr val="tx1"/>
                          </a:solidFill>
                          <a:effectLst/>
                          <a:latin typeface="Times New Roman" panose="02020603050405020304" pitchFamily="18" charset="0"/>
                          <a:ea typeface="Calibri" panose="020F0502020204030204" pitchFamily="34" charset="0"/>
                          <a:cs typeface="B Lotus" panose="00000400000000000000" pitchFamily="2" charset="-78"/>
                        </a:rPr>
                        <a:t>انتقال بار سلول و پک باتری در قالب ماژول</a:t>
                      </a:r>
                      <a:endParaRPr lang="en-US" sz="1400" i="0" kern="1200" dirty="0">
                        <a:solidFill>
                          <a:schemeClr val="tx1"/>
                        </a:solidFill>
                        <a:effectLst/>
                        <a:latin typeface="Times New Roman" panose="02020603050405020304" pitchFamily="18" charset="0"/>
                        <a:ea typeface="Calibri" panose="020F0502020204030204" pitchFamily="34" charset="0"/>
                        <a:cs typeface="B Lotus" panose="00000400000000000000" pitchFamily="2" charset="-78"/>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chemeClr val="accent6">
                        <a:lumMod val="60000"/>
                        <a:lumOff val="40000"/>
                      </a:schemeClr>
                    </a:solidFill>
                  </a:tcPr>
                </a:tc>
                <a:tc>
                  <a:txBody>
                    <a:bodyPr/>
                    <a:lstStyle/>
                    <a:p>
                      <a:pPr marL="0" marR="0" algn="ctr" rtl="1">
                        <a:spcBef>
                          <a:spcPts val="600"/>
                        </a:spcBef>
                        <a:spcAft>
                          <a:spcPts val="600"/>
                        </a:spcAft>
                      </a:pPr>
                      <a:r>
                        <a:rPr lang="fa-IR" sz="1400" i="0" dirty="0">
                          <a:effectLst/>
                          <a:latin typeface="Times New Roman" panose="02020603050405020304" pitchFamily="18" charset="0"/>
                          <a:ea typeface="Calibri" panose="020F0502020204030204" pitchFamily="34" charset="0"/>
                          <a:cs typeface="B Lotus" panose="00000400000000000000" pitchFamily="2" charset="-78"/>
                        </a:rPr>
                        <a:t>3</a:t>
                      </a:r>
                      <a:endParaRPr lang="en-US" sz="1200" i="1" dirty="0">
                        <a:effectLst/>
                        <a:latin typeface="Times New Roman" panose="02020603050405020304" pitchFamily="18" charset="0"/>
                        <a:ea typeface="Calibri" panose="020F0502020204030204" pitchFamily="34" charset="0"/>
                        <a:cs typeface="B Lotus" panose="00000400000000000000" pitchFamily="2" charset="-78"/>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marL="0" marR="0" algn="ctr" rtl="1">
                        <a:spcBef>
                          <a:spcPts val="600"/>
                        </a:spcBef>
                        <a:spcAft>
                          <a:spcPts val="600"/>
                        </a:spcAft>
                      </a:pPr>
                      <a:r>
                        <a:rPr lang="fa-IR" sz="1400" i="0" dirty="0">
                          <a:effectLst/>
                          <a:latin typeface="Times New Roman" panose="02020603050405020304" pitchFamily="18" charset="0"/>
                          <a:ea typeface="Calibri" panose="020F0502020204030204" pitchFamily="34" charset="0"/>
                          <a:cs typeface="B Lotus" panose="00000400000000000000" pitchFamily="2" charset="-78"/>
                        </a:rPr>
                        <a:t>5</a:t>
                      </a:r>
                      <a:endParaRPr lang="en-US" sz="1200" i="1" dirty="0">
                        <a:effectLst/>
                        <a:latin typeface="Times New Roman" panose="02020603050405020304" pitchFamily="18" charset="0"/>
                        <a:ea typeface="Calibri" panose="020F0502020204030204" pitchFamily="34" charset="0"/>
                        <a:cs typeface="B Lotus" panose="00000400000000000000" pitchFamily="2" charset="-78"/>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marL="0" marR="0" algn="ctr" rtl="1">
                        <a:spcBef>
                          <a:spcPts val="600"/>
                        </a:spcBef>
                        <a:spcAft>
                          <a:spcPts val="600"/>
                        </a:spcAft>
                      </a:pPr>
                      <a:r>
                        <a:rPr lang="fa-IR" sz="1400" i="0" dirty="0">
                          <a:effectLst/>
                          <a:latin typeface="Times New Roman" panose="02020603050405020304" pitchFamily="18" charset="0"/>
                          <a:ea typeface="Calibri" panose="020F0502020204030204" pitchFamily="34" charset="0"/>
                          <a:cs typeface="B Lotus" panose="00000400000000000000" pitchFamily="2" charset="-78"/>
                        </a:rPr>
                        <a:t>2</a:t>
                      </a:r>
                      <a:endParaRPr lang="en-US" sz="1200" i="1" dirty="0">
                        <a:effectLst/>
                        <a:latin typeface="Times New Roman" panose="02020603050405020304" pitchFamily="18" charset="0"/>
                        <a:ea typeface="Calibri" panose="020F0502020204030204" pitchFamily="34" charset="0"/>
                        <a:cs typeface="B Lotus" panose="00000400000000000000" pitchFamily="2" charset="-78"/>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marL="0" marR="0" algn="ctr" rtl="1">
                        <a:spcBef>
                          <a:spcPts val="600"/>
                        </a:spcBef>
                        <a:spcAft>
                          <a:spcPts val="600"/>
                        </a:spcAft>
                      </a:pPr>
                      <a:r>
                        <a:rPr lang="fa-IR" sz="1400" i="0" dirty="0">
                          <a:effectLst/>
                          <a:latin typeface="Times New Roman" panose="02020603050405020304" pitchFamily="18" charset="0"/>
                          <a:ea typeface="Calibri" panose="020F0502020204030204" pitchFamily="34" charset="0"/>
                          <a:cs typeface="B Lotus" panose="00000400000000000000" pitchFamily="2" charset="-78"/>
                        </a:rPr>
                        <a:t>3</a:t>
                      </a:r>
                      <a:endParaRPr lang="en-US" sz="1200" i="1" dirty="0">
                        <a:effectLst/>
                        <a:latin typeface="Times New Roman" panose="02020603050405020304" pitchFamily="18" charset="0"/>
                        <a:ea typeface="Calibri" panose="020F0502020204030204" pitchFamily="34" charset="0"/>
                        <a:cs typeface="B Lotus" panose="00000400000000000000" pitchFamily="2" charset="-78"/>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marL="0" marR="0" algn="ctr" rtl="1">
                        <a:spcBef>
                          <a:spcPts val="600"/>
                        </a:spcBef>
                        <a:spcAft>
                          <a:spcPts val="600"/>
                        </a:spcAft>
                      </a:pPr>
                      <a:r>
                        <a:rPr lang="fa-IR" sz="1400" i="0" dirty="0">
                          <a:effectLst/>
                          <a:latin typeface="Times New Roman" panose="02020603050405020304" pitchFamily="18" charset="0"/>
                          <a:ea typeface="Calibri" panose="020F0502020204030204" pitchFamily="34" charset="0"/>
                          <a:cs typeface="B Lotus" panose="00000400000000000000" pitchFamily="2" charset="-78"/>
                        </a:rPr>
                        <a:t>5</a:t>
                      </a:r>
                      <a:endParaRPr lang="en-US" sz="1200" i="1" dirty="0">
                        <a:effectLst/>
                        <a:latin typeface="Times New Roman" panose="02020603050405020304" pitchFamily="18" charset="0"/>
                        <a:ea typeface="Calibri" panose="020F0502020204030204" pitchFamily="34" charset="0"/>
                        <a:cs typeface="B Lotus" panose="00000400000000000000" pitchFamily="2" charset="-78"/>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marL="0" marR="0" algn="ctr" rtl="1">
                        <a:spcBef>
                          <a:spcPts val="600"/>
                        </a:spcBef>
                        <a:spcAft>
                          <a:spcPts val="600"/>
                        </a:spcAft>
                      </a:pPr>
                      <a:r>
                        <a:rPr lang="fa-IR" sz="1400" i="0" dirty="0">
                          <a:effectLst/>
                          <a:latin typeface="Times New Roman" panose="02020603050405020304" pitchFamily="18" charset="0"/>
                          <a:ea typeface="Calibri" panose="020F0502020204030204" pitchFamily="34" charset="0"/>
                          <a:cs typeface="B Lotus" panose="00000400000000000000" pitchFamily="2" charset="-78"/>
                        </a:rPr>
                        <a:t>3/6</a:t>
                      </a:r>
                      <a:endParaRPr lang="en-US" sz="1200" i="1" dirty="0">
                        <a:effectLst/>
                        <a:latin typeface="Times New Roman" panose="02020603050405020304" pitchFamily="18" charset="0"/>
                        <a:ea typeface="Calibri" panose="020F0502020204030204" pitchFamily="34" charset="0"/>
                        <a:cs typeface="B Lotus" panose="00000400000000000000" pitchFamily="2" charset="-78"/>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extLst>
                  <a:ext uri="{0D108BD9-81ED-4DB2-BD59-A6C34878D82A}">
                    <a16:rowId xmlns="" xmlns:a16="http://schemas.microsoft.com/office/drawing/2014/main" val="10001"/>
                  </a:ext>
                </a:extLst>
              </a:tr>
              <a:tr h="640080">
                <a:tc>
                  <a:txBody>
                    <a:bodyPr/>
                    <a:lstStyle/>
                    <a:p>
                      <a:pPr marL="0" marR="0" algn="ctr" defTabSz="914400" rtl="1" eaLnBrk="1" latinLnBrk="0" hangingPunct="1">
                        <a:spcBef>
                          <a:spcPts val="600"/>
                        </a:spcBef>
                        <a:spcAft>
                          <a:spcPts val="600"/>
                        </a:spcAft>
                      </a:pPr>
                      <a:r>
                        <a:rPr lang="fa-IR" sz="1400" i="0" kern="1200" dirty="0">
                          <a:solidFill>
                            <a:schemeClr val="tx1"/>
                          </a:solidFill>
                          <a:effectLst/>
                          <a:latin typeface="Times New Roman" panose="02020603050405020304" pitchFamily="18" charset="0"/>
                          <a:ea typeface="Calibri" panose="020F0502020204030204" pitchFamily="34" charset="0"/>
                          <a:cs typeface="B Lotus" panose="00000400000000000000" pitchFamily="2" charset="-78"/>
                        </a:rPr>
                        <a:t>انتقال سلول به سلول مستقیم</a:t>
                      </a:r>
                      <a:endParaRPr lang="en-US" sz="1400" i="0" kern="1200" dirty="0">
                        <a:solidFill>
                          <a:schemeClr val="tx1"/>
                        </a:solidFill>
                        <a:effectLst/>
                        <a:latin typeface="Times New Roman" panose="02020603050405020304" pitchFamily="18" charset="0"/>
                        <a:ea typeface="Calibri" panose="020F0502020204030204" pitchFamily="34" charset="0"/>
                        <a:cs typeface="B Lotus" panose="00000400000000000000" pitchFamily="2" charset="-78"/>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chemeClr val="accent6">
                        <a:lumMod val="60000"/>
                        <a:lumOff val="40000"/>
                      </a:schemeClr>
                    </a:solidFill>
                  </a:tcPr>
                </a:tc>
                <a:tc>
                  <a:txBody>
                    <a:bodyPr/>
                    <a:lstStyle/>
                    <a:p>
                      <a:pPr marL="0" marR="0" algn="ctr" rtl="1">
                        <a:spcBef>
                          <a:spcPts val="600"/>
                        </a:spcBef>
                        <a:spcAft>
                          <a:spcPts val="600"/>
                        </a:spcAft>
                      </a:pPr>
                      <a:r>
                        <a:rPr lang="fa-IR" sz="1400" i="0" dirty="0">
                          <a:effectLst/>
                          <a:latin typeface="Times New Roman" panose="02020603050405020304" pitchFamily="18" charset="0"/>
                          <a:ea typeface="Calibri" panose="020F0502020204030204" pitchFamily="34" charset="0"/>
                          <a:cs typeface="B Lotus" panose="00000400000000000000" pitchFamily="2" charset="-78"/>
                        </a:rPr>
                        <a:t>3</a:t>
                      </a:r>
                      <a:endParaRPr lang="en-US" sz="1200" i="1" dirty="0">
                        <a:effectLst/>
                        <a:latin typeface="Times New Roman" panose="02020603050405020304" pitchFamily="18" charset="0"/>
                        <a:ea typeface="Calibri" panose="020F0502020204030204" pitchFamily="34" charset="0"/>
                        <a:cs typeface="B Lotus" panose="00000400000000000000" pitchFamily="2" charset="-78"/>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marL="0" marR="0" algn="ctr" rtl="1">
                        <a:spcBef>
                          <a:spcPts val="600"/>
                        </a:spcBef>
                        <a:spcAft>
                          <a:spcPts val="600"/>
                        </a:spcAft>
                      </a:pPr>
                      <a:r>
                        <a:rPr lang="fa-IR" sz="1400" i="0" dirty="0">
                          <a:effectLst/>
                          <a:latin typeface="Times New Roman" panose="02020603050405020304" pitchFamily="18" charset="0"/>
                          <a:ea typeface="Calibri" panose="020F0502020204030204" pitchFamily="34" charset="0"/>
                          <a:cs typeface="B Lotus" panose="00000400000000000000" pitchFamily="2" charset="-78"/>
                        </a:rPr>
                        <a:t>4</a:t>
                      </a:r>
                      <a:endParaRPr lang="en-US" sz="1200" i="1" dirty="0">
                        <a:effectLst/>
                        <a:latin typeface="Times New Roman" panose="02020603050405020304" pitchFamily="18" charset="0"/>
                        <a:ea typeface="Calibri" panose="020F0502020204030204" pitchFamily="34" charset="0"/>
                        <a:cs typeface="B Lotus" panose="00000400000000000000" pitchFamily="2" charset="-78"/>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marL="0" marR="0" algn="ctr" rtl="1">
                        <a:spcBef>
                          <a:spcPts val="600"/>
                        </a:spcBef>
                        <a:spcAft>
                          <a:spcPts val="600"/>
                        </a:spcAft>
                      </a:pPr>
                      <a:r>
                        <a:rPr lang="fa-IR" sz="1400" i="0" dirty="0">
                          <a:effectLst/>
                          <a:latin typeface="Times New Roman" panose="02020603050405020304" pitchFamily="18" charset="0"/>
                          <a:ea typeface="Calibri" panose="020F0502020204030204" pitchFamily="34" charset="0"/>
                          <a:cs typeface="B Lotus" panose="00000400000000000000" pitchFamily="2" charset="-78"/>
                        </a:rPr>
                        <a:t>5</a:t>
                      </a:r>
                      <a:endParaRPr lang="en-US" sz="1200" i="1" dirty="0">
                        <a:effectLst/>
                        <a:latin typeface="Times New Roman" panose="02020603050405020304" pitchFamily="18" charset="0"/>
                        <a:ea typeface="Calibri" panose="020F0502020204030204" pitchFamily="34" charset="0"/>
                        <a:cs typeface="B Lotus" panose="00000400000000000000" pitchFamily="2" charset="-78"/>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marL="0" marR="0" algn="ctr" rtl="1">
                        <a:spcBef>
                          <a:spcPts val="600"/>
                        </a:spcBef>
                        <a:spcAft>
                          <a:spcPts val="600"/>
                        </a:spcAft>
                      </a:pPr>
                      <a:r>
                        <a:rPr lang="fa-IR" sz="1400" i="0" dirty="0">
                          <a:effectLst/>
                          <a:latin typeface="Times New Roman" panose="02020603050405020304" pitchFamily="18" charset="0"/>
                          <a:ea typeface="Calibri" panose="020F0502020204030204" pitchFamily="34" charset="0"/>
                          <a:cs typeface="B Lotus" panose="00000400000000000000" pitchFamily="2" charset="-78"/>
                        </a:rPr>
                        <a:t>4</a:t>
                      </a:r>
                      <a:endParaRPr lang="en-US" sz="1200" i="1" dirty="0">
                        <a:effectLst/>
                        <a:latin typeface="Times New Roman" panose="02020603050405020304" pitchFamily="18" charset="0"/>
                        <a:ea typeface="Calibri" panose="020F0502020204030204" pitchFamily="34" charset="0"/>
                        <a:cs typeface="B Lotus" panose="00000400000000000000" pitchFamily="2" charset="-78"/>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marL="0" marR="0" algn="ctr" rtl="1">
                        <a:spcBef>
                          <a:spcPts val="600"/>
                        </a:spcBef>
                        <a:spcAft>
                          <a:spcPts val="600"/>
                        </a:spcAft>
                      </a:pPr>
                      <a:r>
                        <a:rPr lang="fa-IR" sz="1400" i="0" dirty="0">
                          <a:effectLst/>
                          <a:latin typeface="Times New Roman" panose="02020603050405020304" pitchFamily="18" charset="0"/>
                          <a:ea typeface="Calibri" panose="020F0502020204030204" pitchFamily="34" charset="0"/>
                          <a:cs typeface="B Lotus" panose="00000400000000000000" pitchFamily="2" charset="-78"/>
                        </a:rPr>
                        <a:t>1/4</a:t>
                      </a:r>
                      <a:endParaRPr lang="en-US" sz="1200" i="1" dirty="0">
                        <a:effectLst/>
                        <a:latin typeface="Times New Roman" panose="02020603050405020304" pitchFamily="18" charset="0"/>
                        <a:ea typeface="Calibri" panose="020F0502020204030204" pitchFamily="34" charset="0"/>
                        <a:cs typeface="B Lotus" panose="00000400000000000000" pitchFamily="2" charset="-78"/>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marL="0" marR="0" algn="ctr" rtl="1">
                        <a:spcBef>
                          <a:spcPts val="600"/>
                        </a:spcBef>
                        <a:spcAft>
                          <a:spcPts val="600"/>
                        </a:spcAft>
                      </a:pPr>
                      <a:r>
                        <a:rPr lang="fa-IR" sz="1400" i="0" dirty="0">
                          <a:effectLst/>
                          <a:latin typeface="Times New Roman" panose="02020603050405020304" pitchFamily="18" charset="0"/>
                          <a:ea typeface="Calibri" panose="020F0502020204030204" pitchFamily="34" charset="0"/>
                          <a:cs typeface="B Lotus" panose="00000400000000000000" pitchFamily="2" charset="-78"/>
                        </a:rPr>
                        <a:t>3/5</a:t>
                      </a:r>
                      <a:endParaRPr lang="en-US" sz="1200" i="1" dirty="0">
                        <a:effectLst/>
                        <a:latin typeface="Times New Roman" panose="02020603050405020304" pitchFamily="18" charset="0"/>
                        <a:ea typeface="Calibri" panose="020F0502020204030204" pitchFamily="34" charset="0"/>
                        <a:cs typeface="B Lotus" panose="00000400000000000000" pitchFamily="2" charset="-78"/>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extLst>
                  <a:ext uri="{0D108BD9-81ED-4DB2-BD59-A6C34878D82A}">
                    <a16:rowId xmlns="" xmlns:a16="http://schemas.microsoft.com/office/drawing/2014/main" val="10002"/>
                  </a:ext>
                </a:extLst>
              </a:tr>
              <a:tr h="640080">
                <a:tc>
                  <a:txBody>
                    <a:bodyPr/>
                    <a:lstStyle/>
                    <a:p>
                      <a:pPr marL="0" marR="0" algn="ctr" defTabSz="914400" rtl="1" eaLnBrk="1" latinLnBrk="0" hangingPunct="1">
                        <a:spcBef>
                          <a:spcPts val="600"/>
                        </a:spcBef>
                        <a:spcAft>
                          <a:spcPts val="600"/>
                        </a:spcAft>
                      </a:pPr>
                      <a:r>
                        <a:rPr lang="fa-IR" sz="1400" i="0" kern="1200" dirty="0">
                          <a:solidFill>
                            <a:schemeClr val="tx1"/>
                          </a:solidFill>
                          <a:effectLst/>
                          <a:latin typeface="Times New Roman" panose="02020603050405020304" pitchFamily="18" charset="0"/>
                          <a:ea typeface="Calibri" panose="020F0502020204030204" pitchFamily="34" charset="0"/>
                          <a:cs typeface="B Lotus" panose="00000400000000000000" pitchFamily="2" charset="-78"/>
                        </a:rPr>
                        <a:t>انتقال سریالی سلول به سلول در قالب ماژول</a:t>
                      </a:r>
                      <a:endParaRPr lang="en-US" sz="1400" i="0" kern="1200" dirty="0">
                        <a:solidFill>
                          <a:schemeClr val="tx1"/>
                        </a:solidFill>
                        <a:effectLst/>
                        <a:latin typeface="Times New Roman" panose="02020603050405020304" pitchFamily="18" charset="0"/>
                        <a:ea typeface="Calibri" panose="020F0502020204030204" pitchFamily="34" charset="0"/>
                        <a:cs typeface="B Lotus" panose="00000400000000000000" pitchFamily="2" charset="-78"/>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chemeClr val="accent6">
                        <a:lumMod val="60000"/>
                        <a:lumOff val="40000"/>
                      </a:schemeClr>
                    </a:solidFill>
                  </a:tcPr>
                </a:tc>
                <a:tc>
                  <a:txBody>
                    <a:bodyPr/>
                    <a:lstStyle/>
                    <a:p>
                      <a:pPr marL="0" marR="0" algn="ctr" rtl="1">
                        <a:spcBef>
                          <a:spcPts val="600"/>
                        </a:spcBef>
                        <a:spcAft>
                          <a:spcPts val="600"/>
                        </a:spcAft>
                      </a:pPr>
                      <a:r>
                        <a:rPr lang="fa-IR" sz="1400" i="0" dirty="0">
                          <a:effectLst/>
                          <a:latin typeface="Times New Roman" panose="02020603050405020304" pitchFamily="18" charset="0"/>
                          <a:ea typeface="Calibri" panose="020F0502020204030204" pitchFamily="34" charset="0"/>
                          <a:cs typeface="B Lotus" panose="00000400000000000000" pitchFamily="2" charset="-78"/>
                        </a:rPr>
                        <a:t>5</a:t>
                      </a:r>
                      <a:endParaRPr lang="en-US" sz="1200" i="1" dirty="0">
                        <a:effectLst/>
                        <a:latin typeface="Times New Roman" panose="02020603050405020304" pitchFamily="18" charset="0"/>
                        <a:ea typeface="Calibri" panose="020F0502020204030204" pitchFamily="34" charset="0"/>
                        <a:cs typeface="B Lotus" panose="00000400000000000000" pitchFamily="2" charset="-78"/>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marL="0" marR="0" algn="ctr" rtl="1">
                        <a:spcBef>
                          <a:spcPts val="600"/>
                        </a:spcBef>
                        <a:spcAft>
                          <a:spcPts val="600"/>
                        </a:spcAft>
                      </a:pPr>
                      <a:r>
                        <a:rPr lang="fa-IR" sz="1400" i="0" dirty="0">
                          <a:effectLst/>
                          <a:latin typeface="Times New Roman" panose="02020603050405020304" pitchFamily="18" charset="0"/>
                          <a:ea typeface="Calibri" panose="020F0502020204030204" pitchFamily="34" charset="0"/>
                          <a:cs typeface="B Lotus" panose="00000400000000000000" pitchFamily="2" charset="-78"/>
                        </a:rPr>
                        <a:t>3</a:t>
                      </a:r>
                      <a:endParaRPr lang="en-US" sz="1200" i="1" dirty="0">
                        <a:effectLst/>
                        <a:latin typeface="Times New Roman" panose="02020603050405020304" pitchFamily="18" charset="0"/>
                        <a:ea typeface="Calibri" panose="020F0502020204030204" pitchFamily="34" charset="0"/>
                        <a:cs typeface="B Lotus" panose="00000400000000000000" pitchFamily="2" charset="-78"/>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marL="0" marR="0" algn="ctr" rtl="1">
                        <a:spcBef>
                          <a:spcPts val="600"/>
                        </a:spcBef>
                        <a:spcAft>
                          <a:spcPts val="600"/>
                        </a:spcAft>
                      </a:pPr>
                      <a:r>
                        <a:rPr lang="fa-IR" sz="1400" i="0" dirty="0">
                          <a:effectLst/>
                          <a:latin typeface="Times New Roman" panose="02020603050405020304" pitchFamily="18" charset="0"/>
                          <a:ea typeface="Calibri" panose="020F0502020204030204" pitchFamily="34" charset="0"/>
                          <a:cs typeface="B Lotus" panose="00000400000000000000" pitchFamily="2" charset="-78"/>
                        </a:rPr>
                        <a:t>3</a:t>
                      </a:r>
                      <a:endParaRPr lang="en-US" sz="1200" i="1" dirty="0">
                        <a:effectLst/>
                        <a:latin typeface="Times New Roman" panose="02020603050405020304" pitchFamily="18" charset="0"/>
                        <a:ea typeface="Calibri" panose="020F0502020204030204" pitchFamily="34" charset="0"/>
                        <a:cs typeface="B Lotus" panose="00000400000000000000" pitchFamily="2" charset="-78"/>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marL="0" marR="0" algn="ctr" rtl="1">
                        <a:spcBef>
                          <a:spcPts val="600"/>
                        </a:spcBef>
                        <a:spcAft>
                          <a:spcPts val="600"/>
                        </a:spcAft>
                      </a:pPr>
                      <a:r>
                        <a:rPr lang="fa-IR" sz="1400" i="0" dirty="0">
                          <a:effectLst/>
                          <a:latin typeface="Times New Roman" panose="02020603050405020304" pitchFamily="18" charset="0"/>
                          <a:ea typeface="Calibri" panose="020F0502020204030204" pitchFamily="34" charset="0"/>
                          <a:cs typeface="B Lotus" panose="00000400000000000000" pitchFamily="2" charset="-78"/>
                        </a:rPr>
                        <a:t>4</a:t>
                      </a:r>
                      <a:endParaRPr lang="en-US" sz="1200" i="1" dirty="0">
                        <a:effectLst/>
                        <a:latin typeface="Times New Roman" panose="02020603050405020304" pitchFamily="18" charset="0"/>
                        <a:ea typeface="Calibri" panose="020F0502020204030204" pitchFamily="34" charset="0"/>
                        <a:cs typeface="B Lotus" panose="00000400000000000000" pitchFamily="2" charset="-78"/>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marL="0" marR="0" algn="ctr" rtl="1">
                        <a:spcBef>
                          <a:spcPts val="600"/>
                        </a:spcBef>
                        <a:spcAft>
                          <a:spcPts val="600"/>
                        </a:spcAft>
                      </a:pPr>
                      <a:r>
                        <a:rPr lang="fa-IR" sz="1400" i="0" dirty="0">
                          <a:effectLst/>
                          <a:latin typeface="Times New Roman" panose="02020603050405020304" pitchFamily="18" charset="0"/>
                          <a:ea typeface="Calibri" panose="020F0502020204030204" pitchFamily="34" charset="0"/>
                          <a:cs typeface="B Lotus" panose="00000400000000000000" pitchFamily="2" charset="-78"/>
                        </a:rPr>
                        <a:t>1/8</a:t>
                      </a:r>
                      <a:endParaRPr lang="en-US" sz="1200" i="1" dirty="0">
                        <a:effectLst/>
                        <a:latin typeface="Times New Roman" panose="02020603050405020304" pitchFamily="18" charset="0"/>
                        <a:ea typeface="Calibri" panose="020F0502020204030204" pitchFamily="34" charset="0"/>
                        <a:cs typeface="B Lotus" panose="00000400000000000000" pitchFamily="2" charset="-78"/>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marL="0" marR="0" algn="ctr" rtl="1">
                        <a:spcBef>
                          <a:spcPts val="600"/>
                        </a:spcBef>
                        <a:spcAft>
                          <a:spcPts val="600"/>
                        </a:spcAft>
                      </a:pPr>
                      <a:r>
                        <a:rPr lang="fa-IR" sz="1400" i="0" dirty="0">
                          <a:effectLst/>
                          <a:latin typeface="Times New Roman" panose="02020603050405020304" pitchFamily="18" charset="0"/>
                          <a:ea typeface="Calibri" panose="020F0502020204030204" pitchFamily="34" charset="0"/>
                          <a:cs typeface="B Lotus" panose="00000400000000000000" pitchFamily="2" charset="-78"/>
                        </a:rPr>
                        <a:t>3/2</a:t>
                      </a:r>
                      <a:endParaRPr lang="en-US" sz="1200" i="1" dirty="0">
                        <a:effectLst/>
                        <a:latin typeface="Times New Roman" panose="02020603050405020304" pitchFamily="18" charset="0"/>
                        <a:ea typeface="Calibri" panose="020F0502020204030204" pitchFamily="34" charset="0"/>
                        <a:cs typeface="B Lotus" panose="00000400000000000000" pitchFamily="2" charset="-78"/>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extLst>
                  <a:ext uri="{0D108BD9-81ED-4DB2-BD59-A6C34878D82A}">
                    <a16:rowId xmlns="" xmlns:a16="http://schemas.microsoft.com/office/drawing/2014/main" val="10003"/>
                  </a:ext>
                </a:extLst>
              </a:tr>
              <a:tr h="640080">
                <a:tc>
                  <a:txBody>
                    <a:bodyPr/>
                    <a:lstStyle/>
                    <a:p>
                      <a:pPr marL="0" marR="0" algn="ctr" defTabSz="914400" rtl="1" eaLnBrk="1" latinLnBrk="0" hangingPunct="1">
                        <a:spcBef>
                          <a:spcPts val="600"/>
                        </a:spcBef>
                        <a:spcAft>
                          <a:spcPts val="600"/>
                        </a:spcAft>
                      </a:pPr>
                      <a:r>
                        <a:rPr lang="fa-IR" sz="1400" i="0" kern="1200" dirty="0">
                          <a:solidFill>
                            <a:schemeClr val="tx1"/>
                          </a:solidFill>
                          <a:effectLst/>
                          <a:latin typeface="Times New Roman" panose="02020603050405020304" pitchFamily="18" charset="0"/>
                          <a:ea typeface="Calibri" panose="020F0502020204030204" pitchFamily="34" charset="0"/>
                          <a:cs typeface="B Lotus" panose="00000400000000000000" pitchFamily="2" charset="-78"/>
                        </a:rPr>
                        <a:t>انتقال سریالی سلول به سلول</a:t>
                      </a:r>
                      <a:endParaRPr lang="en-US" sz="1400" i="0" kern="1200" dirty="0">
                        <a:solidFill>
                          <a:schemeClr val="tx1"/>
                        </a:solidFill>
                        <a:effectLst/>
                        <a:latin typeface="Times New Roman" panose="02020603050405020304" pitchFamily="18" charset="0"/>
                        <a:ea typeface="Calibri" panose="020F0502020204030204" pitchFamily="34" charset="0"/>
                        <a:cs typeface="B Lotus" panose="00000400000000000000" pitchFamily="2" charset="-78"/>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chemeClr val="accent6">
                        <a:lumMod val="60000"/>
                        <a:lumOff val="40000"/>
                      </a:schemeClr>
                    </a:solidFill>
                  </a:tcPr>
                </a:tc>
                <a:tc>
                  <a:txBody>
                    <a:bodyPr/>
                    <a:lstStyle/>
                    <a:p>
                      <a:pPr marL="0" marR="0" algn="ctr" rtl="1">
                        <a:spcBef>
                          <a:spcPts val="600"/>
                        </a:spcBef>
                        <a:spcAft>
                          <a:spcPts val="600"/>
                        </a:spcAft>
                      </a:pPr>
                      <a:r>
                        <a:rPr lang="fa-IR" sz="1400" i="0" dirty="0">
                          <a:effectLst/>
                          <a:latin typeface="Times New Roman" panose="02020603050405020304" pitchFamily="18" charset="0"/>
                          <a:ea typeface="Calibri" panose="020F0502020204030204" pitchFamily="34" charset="0"/>
                          <a:cs typeface="B Lotus" panose="00000400000000000000" pitchFamily="2" charset="-78"/>
                        </a:rPr>
                        <a:t>5</a:t>
                      </a:r>
                      <a:endParaRPr lang="en-US" sz="1200" i="1" dirty="0">
                        <a:effectLst/>
                        <a:latin typeface="Times New Roman" panose="02020603050405020304" pitchFamily="18" charset="0"/>
                        <a:ea typeface="Calibri" panose="020F0502020204030204" pitchFamily="34" charset="0"/>
                        <a:cs typeface="B Lotus" panose="00000400000000000000" pitchFamily="2" charset="-78"/>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marL="0" marR="0" algn="ctr" rtl="1">
                        <a:spcBef>
                          <a:spcPts val="600"/>
                        </a:spcBef>
                        <a:spcAft>
                          <a:spcPts val="600"/>
                        </a:spcAft>
                      </a:pPr>
                      <a:r>
                        <a:rPr lang="fa-IR" sz="1400" i="0">
                          <a:effectLst/>
                          <a:latin typeface="Times New Roman" panose="02020603050405020304" pitchFamily="18" charset="0"/>
                          <a:ea typeface="Calibri" panose="020F0502020204030204" pitchFamily="34" charset="0"/>
                          <a:cs typeface="B Lotus" panose="00000400000000000000" pitchFamily="2" charset="-78"/>
                        </a:rPr>
                        <a:t>1</a:t>
                      </a:r>
                      <a:endParaRPr lang="en-US" sz="1200" i="1">
                        <a:effectLst/>
                        <a:latin typeface="Times New Roman" panose="02020603050405020304" pitchFamily="18" charset="0"/>
                        <a:ea typeface="Calibri" panose="020F0502020204030204" pitchFamily="34" charset="0"/>
                        <a:cs typeface="B Lotus" panose="00000400000000000000" pitchFamily="2" charset="-78"/>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marL="0" marR="0" algn="ctr" rtl="1">
                        <a:spcBef>
                          <a:spcPts val="600"/>
                        </a:spcBef>
                        <a:spcAft>
                          <a:spcPts val="600"/>
                        </a:spcAft>
                      </a:pPr>
                      <a:r>
                        <a:rPr lang="fa-IR" sz="1400" i="0" dirty="0">
                          <a:effectLst/>
                          <a:latin typeface="Times New Roman" panose="02020603050405020304" pitchFamily="18" charset="0"/>
                          <a:ea typeface="Calibri" panose="020F0502020204030204" pitchFamily="34" charset="0"/>
                          <a:cs typeface="B Lotus" panose="00000400000000000000" pitchFamily="2" charset="-78"/>
                        </a:rPr>
                        <a:t>3</a:t>
                      </a:r>
                      <a:endParaRPr lang="en-US" sz="1200" i="1" dirty="0">
                        <a:effectLst/>
                        <a:latin typeface="Times New Roman" panose="02020603050405020304" pitchFamily="18" charset="0"/>
                        <a:ea typeface="Calibri" panose="020F0502020204030204" pitchFamily="34" charset="0"/>
                        <a:cs typeface="B Lotus" panose="00000400000000000000" pitchFamily="2" charset="-78"/>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marL="0" marR="0" algn="ctr" rtl="1">
                        <a:spcBef>
                          <a:spcPts val="600"/>
                        </a:spcBef>
                        <a:spcAft>
                          <a:spcPts val="600"/>
                        </a:spcAft>
                      </a:pPr>
                      <a:r>
                        <a:rPr lang="fa-IR" sz="1400" i="0" dirty="0">
                          <a:effectLst/>
                          <a:latin typeface="Times New Roman" panose="02020603050405020304" pitchFamily="18" charset="0"/>
                          <a:ea typeface="Calibri" panose="020F0502020204030204" pitchFamily="34" charset="0"/>
                          <a:cs typeface="B Lotus" panose="00000400000000000000" pitchFamily="2" charset="-78"/>
                        </a:rPr>
                        <a:t>5</a:t>
                      </a:r>
                      <a:endParaRPr lang="en-US" sz="1200" i="1" dirty="0">
                        <a:effectLst/>
                        <a:latin typeface="Times New Roman" panose="02020603050405020304" pitchFamily="18" charset="0"/>
                        <a:ea typeface="Calibri" panose="020F0502020204030204" pitchFamily="34" charset="0"/>
                        <a:cs typeface="B Lotus" panose="00000400000000000000" pitchFamily="2" charset="-78"/>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marL="0" marR="0" algn="ctr" rtl="1">
                        <a:spcBef>
                          <a:spcPts val="600"/>
                        </a:spcBef>
                        <a:spcAft>
                          <a:spcPts val="600"/>
                        </a:spcAft>
                      </a:pPr>
                      <a:r>
                        <a:rPr lang="fa-IR" sz="1400" i="0" dirty="0">
                          <a:effectLst/>
                          <a:latin typeface="Times New Roman" panose="02020603050405020304" pitchFamily="18" charset="0"/>
                          <a:ea typeface="Calibri" panose="020F0502020204030204" pitchFamily="34" charset="0"/>
                          <a:cs typeface="B Lotus" panose="00000400000000000000" pitchFamily="2" charset="-78"/>
                        </a:rPr>
                        <a:t>1/6</a:t>
                      </a:r>
                      <a:endParaRPr lang="en-US" sz="1200" i="1" dirty="0">
                        <a:effectLst/>
                        <a:latin typeface="Times New Roman" panose="02020603050405020304" pitchFamily="18" charset="0"/>
                        <a:ea typeface="Calibri" panose="020F0502020204030204" pitchFamily="34" charset="0"/>
                        <a:cs typeface="B Lotus" panose="00000400000000000000" pitchFamily="2" charset="-78"/>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marL="0" marR="0" algn="ctr" rtl="1">
                        <a:spcBef>
                          <a:spcPts val="600"/>
                        </a:spcBef>
                        <a:spcAft>
                          <a:spcPts val="600"/>
                        </a:spcAft>
                      </a:pPr>
                      <a:r>
                        <a:rPr lang="fa-IR" sz="1400" i="0" dirty="0">
                          <a:effectLst/>
                          <a:latin typeface="Times New Roman" panose="02020603050405020304" pitchFamily="18" charset="0"/>
                          <a:ea typeface="Calibri" panose="020F0502020204030204" pitchFamily="34" charset="0"/>
                          <a:cs typeface="B Lotus" panose="00000400000000000000" pitchFamily="2" charset="-78"/>
                        </a:rPr>
                        <a:t>3/1</a:t>
                      </a:r>
                      <a:endParaRPr lang="en-US" sz="1200" i="1" dirty="0">
                        <a:effectLst/>
                        <a:latin typeface="Times New Roman" panose="02020603050405020304" pitchFamily="18" charset="0"/>
                        <a:ea typeface="Calibri" panose="020F0502020204030204" pitchFamily="34" charset="0"/>
                        <a:cs typeface="B Lotus" panose="00000400000000000000" pitchFamily="2" charset="-78"/>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extLst>
                  <a:ext uri="{0D108BD9-81ED-4DB2-BD59-A6C34878D82A}">
                    <a16:rowId xmlns="" xmlns:a16="http://schemas.microsoft.com/office/drawing/2014/main" val="10004"/>
                  </a:ext>
                </a:extLst>
              </a:tr>
              <a:tr h="640080">
                <a:tc>
                  <a:txBody>
                    <a:bodyPr/>
                    <a:lstStyle/>
                    <a:p>
                      <a:pPr marL="0" marR="0" algn="ctr" defTabSz="914400" rtl="1" eaLnBrk="1" latinLnBrk="0" hangingPunct="1">
                        <a:spcBef>
                          <a:spcPts val="600"/>
                        </a:spcBef>
                        <a:spcAft>
                          <a:spcPts val="600"/>
                        </a:spcAft>
                      </a:pPr>
                      <a:r>
                        <a:rPr lang="fa-IR" sz="1400" i="0" kern="1200" dirty="0">
                          <a:solidFill>
                            <a:schemeClr val="tx1"/>
                          </a:solidFill>
                          <a:effectLst/>
                          <a:latin typeface="Times New Roman" panose="02020603050405020304" pitchFamily="18" charset="0"/>
                          <a:ea typeface="Calibri" panose="020F0502020204030204" pitchFamily="34" charset="0"/>
                          <a:cs typeface="B Lotus" panose="00000400000000000000" pitchFamily="2" charset="-78"/>
                        </a:rPr>
                        <a:t>انتقال سریالی سلول به سلول لایه‌ای</a:t>
                      </a:r>
                      <a:endParaRPr lang="en-US" sz="1400" i="0" kern="1200" dirty="0">
                        <a:solidFill>
                          <a:schemeClr val="tx1"/>
                        </a:solidFill>
                        <a:effectLst/>
                        <a:latin typeface="Times New Roman" panose="02020603050405020304" pitchFamily="18" charset="0"/>
                        <a:ea typeface="Calibri" panose="020F0502020204030204" pitchFamily="34" charset="0"/>
                        <a:cs typeface="B Lotus" panose="00000400000000000000" pitchFamily="2" charset="-78"/>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chemeClr val="accent6">
                        <a:lumMod val="60000"/>
                        <a:lumOff val="40000"/>
                      </a:schemeClr>
                    </a:solidFill>
                  </a:tcPr>
                </a:tc>
                <a:tc>
                  <a:txBody>
                    <a:bodyPr/>
                    <a:lstStyle/>
                    <a:p>
                      <a:pPr marL="0" marR="0" algn="ctr" rtl="1">
                        <a:spcBef>
                          <a:spcPts val="600"/>
                        </a:spcBef>
                        <a:spcAft>
                          <a:spcPts val="600"/>
                        </a:spcAft>
                      </a:pPr>
                      <a:r>
                        <a:rPr lang="fa-IR" sz="1400" i="0" dirty="0">
                          <a:effectLst/>
                          <a:latin typeface="Times New Roman" panose="02020603050405020304" pitchFamily="18" charset="0"/>
                          <a:ea typeface="Calibri" panose="020F0502020204030204" pitchFamily="34" charset="0"/>
                          <a:cs typeface="B Lotus" panose="00000400000000000000" pitchFamily="2" charset="-78"/>
                        </a:rPr>
                        <a:t>3</a:t>
                      </a:r>
                      <a:endParaRPr lang="en-US" sz="1200" i="1" dirty="0">
                        <a:effectLst/>
                        <a:latin typeface="Times New Roman" panose="02020603050405020304" pitchFamily="18" charset="0"/>
                        <a:ea typeface="Calibri" panose="020F0502020204030204" pitchFamily="34" charset="0"/>
                        <a:cs typeface="B Lotus" panose="00000400000000000000" pitchFamily="2" charset="-78"/>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marL="0" marR="0" algn="ctr" rtl="1">
                        <a:spcBef>
                          <a:spcPts val="600"/>
                        </a:spcBef>
                        <a:spcAft>
                          <a:spcPts val="600"/>
                        </a:spcAft>
                      </a:pPr>
                      <a:r>
                        <a:rPr lang="fa-IR" sz="1400" i="0" dirty="0">
                          <a:effectLst/>
                          <a:latin typeface="Times New Roman" panose="02020603050405020304" pitchFamily="18" charset="0"/>
                          <a:ea typeface="Calibri" panose="020F0502020204030204" pitchFamily="34" charset="0"/>
                          <a:cs typeface="B Lotus" panose="00000400000000000000" pitchFamily="2" charset="-78"/>
                        </a:rPr>
                        <a:t>4</a:t>
                      </a:r>
                      <a:endParaRPr lang="en-US" sz="1200" i="1" dirty="0">
                        <a:effectLst/>
                        <a:latin typeface="Times New Roman" panose="02020603050405020304" pitchFamily="18" charset="0"/>
                        <a:ea typeface="Calibri" panose="020F0502020204030204" pitchFamily="34" charset="0"/>
                        <a:cs typeface="B Lotus" panose="00000400000000000000" pitchFamily="2" charset="-78"/>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marL="0" marR="0" algn="ctr" rtl="1">
                        <a:spcBef>
                          <a:spcPts val="600"/>
                        </a:spcBef>
                        <a:spcAft>
                          <a:spcPts val="600"/>
                        </a:spcAft>
                      </a:pPr>
                      <a:r>
                        <a:rPr lang="fa-IR" sz="1400" i="0" dirty="0">
                          <a:effectLst/>
                          <a:latin typeface="Times New Roman" panose="02020603050405020304" pitchFamily="18" charset="0"/>
                          <a:ea typeface="Calibri" panose="020F0502020204030204" pitchFamily="34" charset="0"/>
                          <a:cs typeface="B Lotus" panose="00000400000000000000" pitchFamily="2" charset="-78"/>
                        </a:rPr>
                        <a:t>2/5</a:t>
                      </a:r>
                      <a:endParaRPr lang="en-US" sz="1200" i="1" dirty="0">
                        <a:effectLst/>
                        <a:latin typeface="Times New Roman" panose="02020603050405020304" pitchFamily="18" charset="0"/>
                        <a:ea typeface="Calibri" panose="020F0502020204030204" pitchFamily="34" charset="0"/>
                        <a:cs typeface="B Lotus" panose="00000400000000000000" pitchFamily="2" charset="-78"/>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marL="0" marR="0" algn="ctr" rtl="1">
                        <a:spcBef>
                          <a:spcPts val="600"/>
                        </a:spcBef>
                        <a:spcAft>
                          <a:spcPts val="600"/>
                        </a:spcAft>
                      </a:pPr>
                      <a:r>
                        <a:rPr lang="fa-IR" sz="1400" i="0" dirty="0">
                          <a:effectLst/>
                          <a:latin typeface="Times New Roman" panose="02020603050405020304" pitchFamily="18" charset="0"/>
                          <a:ea typeface="Calibri" panose="020F0502020204030204" pitchFamily="34" charset="0"/>
                          <a:cs typeface="B Lotus" panose="00000400000000000000" pitchFamily="2" charset="-78"/>
                        </a:rPr>
                        <a:t>3</a:t>
                      </a:r>
                      <a:endParaRPr lang="en-US" sz="1200" i="1" dirty="0">
                        <a:effectLst/>
                        <a:latin typeface="Times New Roman" panose="02020603050405020304" pitchFamily="18" charset="0"/>
                        <a:ea typeface="Calibri" panose="020F0502020204030204" pitchFamily="34" charset="0"/>
                        <a:cs typeface="B Lotus" panose="00000400000000000000" pitchFamily="2" charset="-78"/>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marL="0" marR="0" algn="ctr" rtl="1">
                        <a:spcBef>
                          <a:spcPts val="600"/>
                        </a:spcBef>
                        <a:spcAft>
                          <a:spcPts val="600"/>
                        </a:spcAft>
                      </a:pPr>
                      <a:r>
                        <a:rPr lang="fa-IR" sz="1400" i="0" dirty="0">
                          <a:effectLst/>
                          <a:latin typeface="Times New Roman" panose="02020603050405020304" pitchFamily="18" charset="0"/>
                          <a:ea typeface="Calibri" panose="020F0502020204030204" pitchFamily="34" charset="0"/>
                          <a:cs typeface="B Lotus" panose="00000400000000000000" pitchFamily="2" charset="-78"/>
                        </a:rPr>
                        <a:t>1/5</a:t>
                      </a:r>
                      <a:endParaRPr lang="en-US" sz="1200" i="1" dirty="0">
                        <a:effectLst/>
                        <a:latin typeface="Times New Roman" panose="02020603050405020304" pitchFamily="18" charset="0"/>
                        <a:ea typeface="Calibri" panose="020F0502020204030204" pitchFamily="34" charset="0"/>
                        <a:cs typeface="B Lotus" panose="00000400000000000000" pitchFamily="2" charset="-78"/>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marL="0" marR="0" algn="ctr" rtl="1">
                        <a:spcBef>
                          <a:spcPts val="600"/>
                        </a:spcBef>
                        <a:spcAft>
                          <a:spcPts val="600"/>
                        </a:spcAft>
                      </a:pPr>
                      <a:r>
                        <a:rPr lang="fa-IR" sz="1400" i="0" dirty="0">
                          <a:effectLst/>
                          <a:latin typeface="Times New Roman" panose="02020603050405020304" pitchFamily="18" charset="0"/>
                          <a:ea typeface="Calibri" panose="020F0502020204030204" pitchFamily="34" charset="0"/>
                          <a:cs typeface="B Lotus" panose="00000400000000000000" pitchFamily="2" charset="-78"/>
                        </a:rPr>
                        <a:t>2/8</a:t>
                      </a:r>
                      <a:endParaRPr lang="en-US" sz="1200" i="1" dirty="0">
                        <a:effectLst/>
                        <a:latin typeface="Times New Roman" panose="02020603050405020304" pitchFamily="18" charset="0"/>
                        <a:ea typeface="Calibri" panose="020F0502020204030204" pitchFamily="34" charset="0"/>
                        <a:cs typeface="B Lotus" panose="00000400000000000000" pitchFamily="2" charset="-78"/>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extLst>
                  <a:ext uri="{0D108BD9-81ED-4DB2-BD59-A6C34878D82A}">
                    <a16:rowId xmlns="" xmlns:a16="http://schemas.microsoft.com/office/drawing/2014/main" val="10005"/>
                  </a:ext>
                </a:extLst>
              </a:tr>
              <a:tr h="494900">
                <a:tc>
                  <a:txBody>
                    <a:bodyPr/>
                    <a:lstStyle/>
                    <a:p>
                      <a:pPr marL="0" marR="0" algn="ctr" defTabSz="914400" rtl="1" eaLnBrk="1" latinLnBrk="0" hangingPunct="1">
                        <a:spcBef>
                          <a:spcPts val="600"/>
                        </a:spcBef>
                        <a:spcAft>
                          <a:spcPts val="600"/>
                        </a:spcAft>
                      </a:pPr>
                      <a:r>
                        <a:rPr lang="fa-IR" sz="1400" i="0" kern="1200" dirty="0">
                          <a:solidFill>
                            <a:schemeClr val="tx1"/>
                          </a:solidFill>
                          <a:effectLst/>
                          <a:latin typeface="Times New Roman" panose="02020603050405020304" pitchFamily="18" charset="0"/>
                          <a:ea typeface="Calibri" panose="020F0502020204030204" pitchFamily="34" charset="0"/>
                          <a:cs typeface="B Lotus" panose="00000400000000000000" pitchFamily="2" charset="-78"/>
                        </a:rPr>
                        <a:t>ترکیبی</a:t>
                      </a:r>
                      <a:endParaRPr lang="en-US" sz="1400" i="0" kern="1200" dirty="0">
                        <a:solidFill>
                          <a:schemeClr val="tx1"/>
                        </a:solidFill>
                        <a:effectLst/>
                        <a:latin typeface="Times New Roman" panose="02020603050405020304" pitchFamily="18" charset="0"/>
                        <a:ea typeface="Calibri" panose="020F0502020204030204" pitchFamily="34" charset="0"/>
                        <a:cs typeface="B Lotus" panose="00000400000000000000" pitchFamily="2" charset="-78"/>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chemeClr val="accent6">
                        <a:lumMod val="60000"/>
                        <a:lumOff val="40000"/>
                      </a:schemeClr>
                    </a:solidFill>
                  </a:tcPr>
                </a:tc>
                <a:tc>
                  <a:txBody>
                    <a:bodyPr/>
                    <a:lstStyle/>
                    <a:p>
                      <a:pPr marL="0" marR="0" algn="ctr" rtl="1">
                        <a:spcBef>
                          <a:spcPts val="600"/>
                        </a:spcBef>
                        <a:spcAft>
                          <a:spcPts val="600"/>
                        </a:spcAft>
                      </a:pPr>
                      <a:r>
                        <a:rPr lang="fa-IR" sz="1400" i="0">
                          <a:effectLst/>
                          <a:latin typeface="Times New Roman" panose="02020603050405020304" pitchFamily="18" charset="0"/>
                          <a:ea typeface="Calibri" panose="020F0502020204030204" pitchFamily="34" charset="0"/>
                          <a:cs typeface="B Lotus" panose="00000400000000000000" pitchFamily="2" charset="-78"/>
                        </a:rPr>
                        <a:t>3</a:t>
                      </a:r>
                      <a:endParaRPr lang="en-US" sz="1200" i="1">
                        <a:effectLst/>
                        <a:latin typeface="Times New Roman" panose="02020603050405020304" pitchFamily="18" charset="0"/>
                        <a:ea typeface="Calibri" panose="020F0502020204030204" pitchFamily="34" charset="0"/>
                        <a:cs typeface="B Lotus" panose="00000400000000000000" pitchFamily="2" charset="-78"/>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marL="0" marR="0" algn="ctr" rtl="1">
                        <a:spcBef>
                          <a:spcPts val="600"/>
                        </a:spcBef>
                        <a:spcAft>
                          <a:spcPts val="600"/>
                        </a:spcAft>
                      </a:pPr>
                      <a:r>
                        <a:rPr lang="fa-IR" sz="1400" i="0">
                          <a:effectLst/>
                          <a:latin typeface="Times New Roman" panose="02020603050405020304" pitchFamily="18" charset="0"/>
                          <a:ea typeface="Calibri" panose="020F0502020204030204" pitchFamily="34" charset="0"/>
                          <a:cs typeface="B Lotus" panose="00000400000000000000" pitchFamily="2" charset="-78"/>
                        </a:rPr>
                        <a:t>4</a:t>
                      </a:r>
                      <a:endParaRPr lang="en-US" sz="1200" i="1">
                        <a:effectLst/>
                        <a:latin typeface="Times New Roman" panose="02020603050405020304" pitchFamily="18" charset="0"/>
                        <a:ea typeface="Calibri" panose="020F0502020204030204" pitchFamily="34" charset="0"/>
                        <a:cs typeface="B Lotus" panose="00000400000000000000" pitchFamily="2" charset="-78"/>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marL="0" marR="0" algn="ctr" rtl="1">
                        <a:spcBef>
                          <a:spcPts val="600"/>
                        </a:spcBef>
                        <a:spcAft>
                          <a:spcPts val="600"/>
                        </a:spcAft>
                      </a:pPr>
                      <a:r>
                        <a:rPr lang="fa-IR" sz="1400" i="0">
                          <a:effectLst/>
                          <a:latin typeface="Times New Roman" panose="02020603050405020304" pitchFamily="18" charset="0"/>
                          <a:ea typeface="Calibri" panose="020F0502020204030204" pitchFamily="34" charset="0"/>
                          <a:cs typeface="B Lotus" panose="00000400000000000000" pitchFamily="2" charset="-78"/>
                        </a:rPr>
                        <a:t>1</a:t>
                      </a:r>
                      <a:endParaRPr lang="en-US" sz="1200" i="1">
                        <a:effectLst/>
                        <a:latin typeface="Times New Roman" panose="02020603050405020304" pitchFamily="18" charset="0"/>
                        <a:ea typeface="Calibri" panose="020F0502020204030204" pitchFamily="34" charset="0"/>
                        <a:cs typeface="B Lotus" panose="00000400000000000000" pitchFamily="2" charset="-78"/>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marL="0" marR="0" algn="ctr" rtl="1">
                        <a:spcBef>
                          <a:spcPts val="600"/>
                        </a:spcBef>
                        <a:spcAft>
                          <a:spcPts val="600"/>
                        </a:spcAft>
                      </a:pPr>
                      <a:r>
                        <a:rPr lang="fa-IR" sz="1400" i="0">
                          <a:effectLst/>
                          <a:latin typeface="Times New Roman" panose="02020603050405020304" pitchFamily="18" charset="0"/>
                          <a:ea typeface="Calibri" panose="020F0502020204030204" pitchFamily="34" charset="0"/>
                          <a:cs typeface="B Lotus" panose="00000400000000000000" pitchFamily="2" charset="-78"/>
                        </a:rPr>
                        <a:t>3</a:t>
                      </a:r>
                      <a:endParaRPr lang="en-US" sz="1200" i="1">
                        <a:effectLst/>
                        <a:latin typeface="Times New Roman" panose="02020603050405020304" pitchFamily="18" charset="0"/>
                        <a:ea typeface="Calibri" panose="020F0502020204030204" pitchFamily="34" charset="0"/>
                        <a:cs typeface="B Lotus" panose="00000400000000000000" pitchFamily="2" charset="-78"/>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marL="0" marR="0" algn="ctr" rtl="1">
                        <a:spcBef>
                          <a:spcPts val="600"/>
                        </a:spcBef>
                        <a:spcAft>
                          <a:spcPts val="600"/>
                        </a:spcAft>
                      </a:pPr>
                      <a:r>
                        <a:rPr lang="fa-IR" sz="1400" i="0" dirty="0">
                          <a:effectLst/>
                          <a:latin typeface="Times New Roman" panose="02020603050405020304" pitchFamily="18" charset="0"/>
                          <a:ea typeface="Calibri" panose="020F0502020204030204" pitchFamily="34" charset="0"/>
                          <a:cs typeface="B Lotus" panose="00000400000000000000" pitchFamily="2" charset="-78"/>
                        </a:rPr>
                        <a:t>2/4</a:t>
                      </a:r>
                      <a:endParaRPr lang="en-US" sz="1200" i="1" dirty="0">
                        <a:effectLst/>
                        <a:latin typeface="Times New Roman" panose="02020603050405020304" pitchFamily="18" charset="0"/>
                        <a:ea typeface="Calibri" panose="020F0502020204030204" pitchFamily="34" charset="0"/>
                        <a:cs typeface="B Lotus" panose="00000400000000000000" pitchFamily="2" charset="-78"/>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marL="0" marR="0" algn="ctr" rtl="1">
                        <a:spcBef>
                          <a:spcPts val="600"/>
                        </a:spcBef>
                        <a:spcAft>
                          <a:spcPts val="600"/>
                        </a:spcAft>
                      </a:pPr>
                      <a:r>
                        <a:rPr lang="fa-IR" sz="1400" i="0" dirty="0">
                          <a:effectLst/>
                          <a:latin typeface="Times New Roman" panose="02020603050405020304" pitchFamily="18" charset="0"/>
                          <a:ea typeface="Calibri" panose="020F0502020204030204" pitchFamily="34" charset="0"/>
                          <a:cs typeface="B Lotus" panose="00000400000000000000" pitchFamily="2" charset="-78"/>
                        </a:rPr>
                        <a:t>2/7</a:t>
                      </a:r>
                      <a:endParaRPr lang="en-US" sz="1200" i="1" dirty="0">
                        <a:effectLst/>
                        <a:latin typeface="Times New Roman" panose="02020603050405020304" pitchFamily="18" charset="0"/>
                        <a:ea typeface="Calibri" panose="020F0502020204030204" pitchFamily="34" charset="0"/>
                        <a:cs typeface="B Lotus" panose="00000400000000000000" pitchFamily="2" charset="-78"/>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extLst>
                  <a:ext uri="{0D108BD9-81ED-4DB2-BD59-A6C34878D82A}">
                    <a16:rowId xmlns="" xmlns:a16="http://schemas.microsoft.com/office/drawing/2014/main" val="10006"/>
                  </a:ext>
                </a:extLst>
              </a:tr>
              <a:tr h="640080">
                <a:tc>
                  <a:txBody>
                    <a:bodyPr/>
                    <a:lstStyle/>
                    <a:p>
                      <a:pPr marL="0" marR="0" algn="ctr" defTabSz="914400" rtl="1" eaLnBrk="1" latinLnBrk="0" hangingPunct="1">
                        <a:spcBef>
                          <a:spcPts val="600"/>
                        </a:spcBef>
                        <a:spcAft>
                          <a:spcPts val="600"/>
                        </a:spcAft>
                      </a:pPr>
                      <a:r>
                        <a:rPr lang="fa-IR" sz="1400" i="0" kern="1200" dirty="0">
                          <a:solidFill>
                            <a:schemeClr val="tx1"/>
                          </a:solidFill>
                          <a:effectLst/>
                          <a:latin typeface="Times New Roman" panose="02020603050405020304" pitchFamily="18" charset="0"/>
                          <a:ea typeface="Calibri" panose="020F0502020204030204" pitchFamily="34" charset="0"/>
                          <a:cs typeface="B Lotus" panose="00000400000000000000" pitchFamily="2" charset="-78"/>
                        </a:rPr>
                        <a:t>انتقال بار سلول و پک باتری</a:t>
                      </a:r>
                      <a:endParaRPr lang="en-US" sz="1400" i="0" kern="1200" dirty="0">
                        <a:solidFill>
                          <a:schemeClr val="tx1"/>
                        </a:solidFill>
                        <a:effectLst/>
                        <a:latin typeface="Times New Roman" panose="02020603050405020304" pitchFamily="18" charset="0"/>
                        <a:ea typeface="Calibri" panose="020F0502020204030204" pitchFamily="34" charset="0"/>
                        <a:cs typeface="B Lotus" panose="00000400000000000000" pitchFamily="2" charset="-78"/>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chemeClr val="accent6">
                        <a:lumMod val="60000"/>
                        <a:lumOff val="40000"/>
                      </a:schemeClr>
                    </a:solidFill>
                  </a:tcPr>
                </a:tc>
                <a:tc>
                  <a:txBody>
                    <a:bodyPr/>
                    <a:lstStyle/>
                    <a:p>
                      <a:pPr marL="0" marR="0" algn="ctr" rtl="1">
                        <a:spcBef>
                          <a:spcPts val="600"/>
                        </a:spcBef>
                        <a:spcAft>
                          <a:spcPts val="600"/>
                        </a:spcAft>
                      </a:pPr>
                      <a:r>
                        <a:rPr lang="fa-IR" sz="1400" i="0" dirty="0">
                          <a:effectLst/>
                          <a:latin typeface="Times New Roman" panose="02020603050405020304" pitchFamily="18" charset="0"/>
                          <a:ea typeface="Calibri" panose="020F0502020204030204" pitchFamily="34" charset="0"/>
                          <a:cs typeface="B Lotus" panose="00000400000000000000" pitchFamily="2" charset="-78"/>
                        </a:rPr>
                        <a:t>1</a:t>
                      </a:r>
                      <a:endParaRPr lang="en-US" sz="1200" i="1" dirty="0">
                        <a:effectLst/>
                        <a:latin typeface="Times New Roman" panose="02020603050405020304" pitchFamily="18" charset="0"/>
                        <a:ea typeface="Calibri" panose="020F0502020204030204" pitchFamily="34" charset="0"/>
                        <a:cs typeface="B Lotus" panose="00000400000000000000" pitchFamily="2" charset="-78"/>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marL="0" marR="0" algn="ctr" rtl="1">
                        <a:spcBef>
                          <a:spcPts val="600"/>
                        </a:spcBef>
                        <a:spcAft>
                          <a:spcPts val="600"/>
                        </a:spcAft>
                      </a:pPr>
                      <a:r>
                        <a:rPr lang="fa-IR" sz="1400" i="0" dirty="0">
                          <a:effectLst/>
                          <a:latin typeface="Times New Roman" panose="02020603050405020304" pitchFamily="18" charset="0"/>
                          <a:ea typeface="Calibri" panose="020F0502020204030204" pitchFamily="34" charset="0"/>
                          <a:cs typeface="B Lotus" panose="00000400000000000000" pitchFamily="2" charset="-78"/>
                        </a:rPr>
                        <a:t>4</a:t>
                      </a:r>
                      <a:endParaRPr lang="en-US" sz="1200" i="1" dirty="0">
                        <a:effectLst/>
                        <a:latin typeface="Times New Roman" panose="02020603050405020304" pitchFamily="18" charset="0"/>
                        <a:ea typeface="Calibri" panose="020F0502020204030204" pitchFamily="34" charset="0"/>
                        <a:cs typeface="B Lotus" panose="00000400000000000000" pitchFamily="2" charset="-78"/>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marL="0" marR="0" algn="ctr" rtl="1">
                        <a:spcBef>
                          <a:spcPts val="600"/>
                        </a:spcBef>
                        <a:spcAft>
                          <a:spcPts val="600"/>
                        </a:spcAft>
                      </a:pPr>
                      <a:r>
                        <a:rPr lang="fa-IR" sz="1400" i="0" dirty="0">
                          <a:effectLst/>
                          <a:latin typeface="Times New Roman" panose="02020603050405020304" pitchFamily="18" charset="0"/>
                          <a:ea typeface="Calibri" panose="020F0502020204030204" pitchFamily="34" charset="0"/>
                          <a:cs typeface="B Lotus" panose="00000400000000000000" pitchFamily="2" charset="-78"/>
                        </a:rPr>
                        <a:t>2/5</a:t>
                      </a:r>
                      <a:endParaRPr lang="en-US" sz="1200" i="1" dirty="0">
                        <a:effectLst/>
                        <a:latin typeface="Times New Roman" panose="02020603050405020304" pitchFamily="18" charset="0"/>
                        <a:ea typeface="Calibri" panose="020F0502020204030204" pitchFamily="34" charset="0"/>
                        <a:cs typeface="B Lotus" panose="00000400000000000000" pitchFamily="2" charset="-78"/>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marL="0" marR="0" algn="ctr" rtl="1">
                        <a:spcBef>
                          <a:spcPts val="600"/>
                        </a:spcBef>
                        <a:spcAft>
                          <a:spcPts val="600"/>
                        </a:spcAft>
                      </a:pPr>
                      <a:r>
                        <a:rPr lang="fa-IR" sz="1400" i="0" dirty="0">
                          <a:effectLst/>
                          <a:latin typeface="Times New Roman" panose="02020603050405020304" pitchFamily="18" charset="0"/>
                          <a:ea typeface="Calibri" panose="020F0502020204030204" pitchFamily="34" charset="0"/>
                          <a:cs typeface="B Lotus" panose="00000400000000000000" pitchFamily="2" charset="-78"/>
                        </a:rPr>
                        <a:t>1</a:t>
                      </a:r>
                      <a:endParaRPr lang="en-US" sz="1200" i="1" dirty="0">
                        <a:effectLst/>
                        <a:latin typeface="Times New Roman" panose="02020603050405020304" pitchFamily="18" charset="0"/>
                        <a:ea typeface="Calibri" panose="020F0502020204030204" pitchFamily="34" charset="0"/>
                        <a:cs typeface="B Lotus" panose="00000400000000000000" pitchFamily="2" charset="-78"/>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marL="0" marR="0" algn="ctr" rtl="1">
                        <a:spcBef>
                          <a:spcPts val="600"/>
                        </a:spcBef>
                        <a:spcAft>
                          <a:spcPts val="600"/>
                        </a:spcAft>
                      </a:pPr>
                      <a:r>
                        <a:rPr lang="fa-IR" sz="1400" i="0" dirty="0">
                          <a:effectLst/>
                          <a:latin typeface="Times New Roman" panose="02020603050405020304" pitchFamily="18" charset="0"/>
                          <a:ea typeface="Calibri" panose="020F0502020204030204" pitchFamily="34" charset="0"/>
                          <a:cs typeface="B Lotus" panose="00000400000000000000" pitchFamily="2" charset="-78"/>
                        </a:rPr>
                        <a:t>3/9</a:t>
                      </a:r>
                      <a:endParaRPr lang="en-US" sz="1200" i="1" dirty="0">
                        <a:effectLst/>
                        <a:latin typeface="Times New Roman" panose="02020603050405020304" pitchFamily="18" charset="0"/>
                        <a:ea typeface="Calibri" panose="020F0502020204030204" pitchFamily="34" charset="0"/>
                        <a:cs typeface="B Lotus" panose="00000400000000000000" pitchFamily="2" charset="-78"/>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marL="0" marR="0" algn="ctr" rtl="1">
                        <a:spcBef>
                          <a:spcPts val="600"/>
                        </a:spcBef>
                        <a:spcAft>
                          <a:spcPts val="600"/>
                        </a:spcAft>
                      </a:pPr>
                      <a:r>
                        <a:rPr lang="fa-IR" sz="1400" i="0" dirty="0">
                          <a:effectLst/>
                          <a:latin typeface="Times New Roman" panose="02020603050405020304" pitchFamily="18" charset="0"/>
                          <a:ea typeface="Calibri" panose="020F0502020204030204" pitchFamily="34" charset="0"/>
                          <a:cs typeface="B Lotus" panose="00000400000000000000" pitchFamily="2" charset="-78"/>
                        </a:rPr>
                        <a:t>2/5</a:t>
                      </a:r>
                      <a:endParaRPr lang="en-US" sz="1200" i="1" dirty="0">
                        <a:effectLst/>
                        <a:latin typeface="Times New Roman" panose="02020603050405020304" pitchFamily="18" charset="0"/>
                        <a:ea typeface="Calibri" panose="020F0502020204030204" pitchFamily="34" charset="0"/>
                        <a:cs typeface="B Lotus" panose="00000400000000000000" pitchFamily="2" charset="-78"/>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extLst>
                  <a:ext uri="{0D108BD9-81ED-4DB2-BD59-A6C34878D82A}">
                    <a16:rowId xmlns="" xmlns:a16="http://schemas.microsoft.com/office/drawing/2014/main" val="10007"/>
                  </a:ext>
                </a:extLst>
              </a:tr>
            </a:tbl>
          </a:graphicData>
        </a:graphic>
      </p:graphicFrame>
      <p:sp>
        <p:nvSpPr>
          <p:cNvPr id="15" name="Slide Number Placeholder 3">
            <a:extLst>
              <a:ext uri="{FF2B5EF4-FFF2-40B4-BE49-F238E27FC236}">
                <a16:creationId xmlns="" xmlns:a16="http://schemas.microsoft.com/office/drawing/2014/main" id="{FEFB061F-8AAB-4535-B272-1BA4D5A77191}"/>
              </a:ext>
            </a:extLst>
          </p:cNvPr>
          <p:cNvSpPr txBox="1">
            <a:spLocks/>
          </p:cNvSpPr>
          <p:nvPr/>
        </p:nvSpPr>
        <p:spPr>
          <a:xfrm>
            <a:off x="8965" y="6090313"/>
            <a:ext cx="676835" cy="767687"/>
          </a:xfrm>
          <a:prstGeom prst="rect">
            <a:avLst/>
          </a:prstGeom>
        </p:spPr>
        <p:txBody>
          <a:bodyPr vert="horz" lIns="91440" tIns="45720" rIns="91440" bIns="45720" rtlCol="0" anchor="ctr"/>
          <a:lstStyle>
            <a:defPPr>
              <a:defRPr lang="en-US"/>
            </a:defPPr>
            <a:lvl1pPr marL="0" algn="l" defTabSz="914400" rtl="0" eaLnBrk="1" latinLnBrk="0" hangingPunct="1">
              <a:defRPr sz="1400" b="1" kern="1200">
                <a:solidFill>
                  <a:srgbClr val="FFFFFF"/>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rtl="1"/>
            <a:fld id="{E8ADF199-8047-440E-B02B-E80683B392F2}" type="slidenum">
              <a:rPr lang="fa-IR" sz="1800" smtClean="0">
                <a:solidFill>
                  <a:schemeClr val="tx1"/>
                </a:solidFill>
                <a:cs typeface="B Lotus" panose="00000400000000000000" pitchFamily="2" charset="-78"/>
              </a:rPr>
              <a:pPr rtl="1"/>
              <a:t>56</a:t>
            </a:fld>
            <a:endParaRPr lang="fa-IR" sz="1800" dirty="0">
              <a:solidFill>
                <a:schemeClr val="tx1"/>
              </a:solidFill>
              <a:cs typeface="B Lotus" panose="00000400000000000000" pitchFamily="2" charset="-78"/>
            </a:endParaRPr>
          </a:p>
        </p:txBody>
      </p:sp>
    </p:spTree>
    <p:extLst>
      <p:ext uri="{BB962C8B-B14F-4D97-AF65-F5344CB8AC3E}">
        <p14:creationId xmlns:p14="http://schemas.microsoft.com/office/powerpoint/2010/main" val="472945198"/>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7" name="Picture 16"/>
          <p:cNvPicPr/>
          <p:nvPr/>
        </p:nvPicPr>
        <p:blipFill rotWithShape="1">
          <a:blip r:embed="rId3">
            <a:extLst>
              <a:ext uri="{28A0092B-C50C-407E-A947-70E740481C1C}">
                <a14:useLocalDpi xmlns:a14="http://schemas.microsoft.com/office/drawing/2010/main" val="0"/>
              </a:ext>
            </a:extLst>
          </a:blip>
          <a:srcRect b="1281"/>
          <a:stretch/>
        </p:blipFill>
        <p:spPr bwMode="auto">
          <a:xfrm>
            <a:off x="618951" y="2009934"/>
            <a:ext cx="8486677" cy="4194532"/>
          </a:xfrm>
          <a:prstGeom prst="rect">
            <a:avLst/>
          </a:prstGeom>
          <a:noFill/>
          <a:ln>
            <a:noFill/>
          </a:ln>
        </p:spPr>
      </p:pic>
      <p:sp>
        <p:nvSpPr>
          <p:cNvPr id="3" name="Rectangle 2"/>
          <p:cNvSpPr/>
          <p:nvPr/>
        </p:nvSpPr>
        <p:spPr>
          <a:xfrm>
            <a:off x="2910887" y="6152866"/>
            <a:ext cx="2767103" cy="369332"/>
          </a:xfrm>
          <a:prstGeom prst="rect">
            <a:avLst/>
          </a:prstGeom>
        </p:spPr>
        <p:txBody>
          <a:bodyPr wrap="none">
            <a:spAutoFit/>
          </a:bodyPr>
          <a:lstStyle/>
          <a:p>
            <a:pPr algn="r" rtl="1" fontAlgn="base">
              <a:spcBef>
                <a:spcPct val="0"/>
              </a:spcBef>
              <a:spcAft>
                <a:spcPct val="0"/>
              </a:spcAft>
            </a:pPr>
            <a:r>
              <a:rPr lang="fa-IR" dirty="0">
                <a:latin typeface="Times New Roman" panose="02020603050405020304" pitchFamily="18" charset="0"/>
                <a:cs typeface="B Lotus" panose="00000400000000000000" pitchFamily="2" charset="-78"/>
              </a:rPr>
              <a:t>مدار همسان سازی انتقال مجاور </a:t>
            </a:r>
            <a:r>
              <a:rPr lang="fa-IR" sz="1600" dirty="0">
                <a:solidFill>
                  <a:srgbClr val="61D6FF"/>
                </a:solidFill>
                <a:cs typeface="B Lotus" panose="00000400000000000000" pitchFamily="2" charset="-78"/>
              </a:rPr>
              <a:t>[1]</a:t>
            </a:r>
            <a:r>
              <a:rPr lang="fa-IR" sz="1600" b="1" dirty="0">
                <a:cs typeface="B Lotus" panose="00000400000000000000" pitchFamily="2" charset="-78"/>
              </a:rPr>
              <a:t>.</a:t>
            </a:r>
            <a:endParaRPr lang="en-US" b="1" dirty="0">
              <a:solidFill>
                <a:srgbClr val="000000"/>
              </a:solidFill>
              <a:latin typeface="Times New Roman" panose="02020603050405020304" pitchFamily="18" charset="0"/>
              <a:cs typeface="B Lotus" panose="00000400000000000000" pitchFamily="2" charset="-78"/>
            </a:endParaRPr>
          </a:p>
        </p:txBody>
      </p:sp>
      <p:sp>
        <p:nvSpPr>
          <p:cNvPr id="15" name="Rounded Rectangle 175">
            <a:extLst>
              <a:ext uri="{FF2B5EF4-FFF2-40B4-BE49-F238E27FC236}">
                <a16:creationId xmlns="" xmlns:a16="http://schemas.microsoft.com/office/drawing/2014/main" id="{D8E27344-2AB1-4A61-B14B-D9C7962F785E}"/>
              </a:ext>
            </a:extLst>
          </p:cNvPr>
          <p:cNvSpPr/>
          <p:nvPr/>
        </p:nvSpPr>
        <p:spPr bwMode="auto">
          <a:xfrm>
            <a:off x="6324600" y="1066930"/>
            <a:ext cx="2922494" cy="418072"/>
          </a:xfrm>
          <a:prstGeom prst="roundRect">
            <a:avLst/>
          </a:prstGeom>
          <a:solidFill>
            <a:srgbClr val="3D81BF">
              <a:lumMod val="75000"/>
            </a:srgbClr>
          </a:solidFill>
          <a:ln w="9525" cap="flat" cmpd="sng" algn="ctr">
            <a:solidFill>
              <a:srgbClr val="000000"/>
            </a:solidFill>
            <a:prstDash val="solid"/>
            <a:round/>
            <a:headEnd type="none" w="med" len="med"/>
            <a:tailEnd type="none" w="med" len="med"/>
          </a:ln>
          <a:effectLst>
            <a:reflection blurRad="6350" stA="50000" endA="300" endPos="55000" dir="5400000" sy="-100000" algn="bl" rotWithShape="0"/>
          </a:effectLst>
          <a:scene3d>
            <a:camera prst="isometricOffAxis2Left"/>
            <a:lightRig rig="threePt" dir="t"/>
          </a:scene3d>
        </p:spPr>
        <p:txBody>
          <a:bodyPr vert="horz" wrap="square" lIns="91440" tIns="45720" rIns="91440" bIns="45720" numCol="1" rtlCol="0" anchor="t" anchorCtr="0" compatLnSpc="1">
            <a:prstTxWarp prst="textNoShape">
              <a:avLst/>
            </a:prstTxWarp>
          </a:bodyPr>
          <a:lstStyle/>
          <a:p>
            <a:pPr lvl="0" algn="ctr" rtl="1" fontAlgn="base">
              <a:spcBef>
                <a:spcPct val="0"/>
              </a:spcBef>
              <a:spcAft>
                <a:spcPct val="0"/>
              </a:spcAft>
            </a:pPr>
            <a:r>
              <a:rPr lang="fa-IR" sz="2000" b="1" dirty="0">
                <a:solidFill>
                  <a:srgbClr val="FFFFFF"/>
                </a:solidFill>
                <a:latin typeface="Times New Roman" panose="02020603050405020304" pitchFamily="18" charset="0"/>
                <a:cs typeface="B Nazanin" panose="00000400000000000000" pitchFamily="2" charset="-78"/>
              </a:rPr>
              <a:t>سیستم مدیریت همسان سازی</a:t>
            </a:r>
            <a:endParaRPr lang="en-US" sz="2000" b="1" dirty="0">
              <a:solidFill>
                <a:srgbClr val="FFFFFF"/>
              </a:solidFill>
              <a:latin typeface="Times New Roman" panose="02020603050405020304" pitchFamily="18" charset="0"/>
              <a:cs typeface="B Nazanin" panose="00000400000000000000" pitchFamily="2" charset="-78"/>
            </a:endParaRPr>
          </a:p>
        </p:txBody>
      </p:sp>
      <p:pic>
        <p:nvPicPr>
          <p:cNvPr id="18" name="Picture 17" descr="پرونده:Azad University logo.png - ویکی‌پدیا، دانشنامهٔ آزاد">
            <a:extLst>
              <a:ext uri="{FF2B5EF4-FFF2-40B4-BE49-F238E27FC236}">
                <a16:creationId xmlns="" xmlns:a16="http://schemas.microsoft.com/office/drawing/2014/main" id="{FA988D60-670C-406B-B8FB-D5A0053424E9}"/>
              </a:ext>
            </a:extLst>
          </p:cNvPr>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8610600" y="0"/>
            <a:ext cx="533400" cy="822959"/>
          </a:xfrm>
          <a:prstGeom prst="rect">
            <a:avLst/>
          </a:prstGeom>
          <a:noFill/>
          <a:ln>
            <a:noFill/>
          </a:ln>
        </p:spPr>
      </p:pic>
      <p:sp>
        <p:nvSpPr>
          <p:cNvPr id="24" name="AutoShape 10">
            <a:extLst>
              <a:ext uri="{FF2B5EF4-FFF2-40B4-BE49-F238E27FC236}">
                <a16:creationId xmlns="" xmlns:a16="http://schemas.microsoft.com/office/drawing/2014/main" id="{96E6A76C-5024-445C-8373-4A127C8598B1}"/>
              </a:ext>
            </a:extLst>
          </p:cNvPr>
          <p:cNvSpPr>
            <a:spLocks noChangeArrowheads="1"/>
          </p:cNvSpPr>
          <p:nvPr/>
        </p:nvSpPr>
        <p:spPr bwMode="gray">
          <a:xfrm flipH="1">
            <a:off x="6244699" y="57140"/>
            <a:ext cx="2137301" cy="649224"/>
          </a:xfrm>
          <a:prstGeom prst="chevron">
            <a:avLst>
              <a:gd name="adj" fmla="val 17842"/>
            </a:avLst>
          </a:prstGeom>
          <a:gradFill rotWithShape="1">
            <a:gsLst>
              <a:gs pos="0">
                <a:srgbClr val="84B09A">
                  <a:gamma/>
                  <a:shade val="46275"/>
                  <a:invGamma/>
                </a:srgbClr>
              </a:gs>
              <a:gs pos="50000">
                <a:srgbClr val="84B09A"/>
              </a:gs>
              <a:gs pos="100000">
                <a:srgbClr val="84B09A">
                  <a:gamma/>
                  <a:shade val="46275"/>
                  <a:invGamma/>
                </a:srgbClr>
              </a:gs>
            </a:gsLst>
            <a:lin ang="2700000" scaled="1"/>
          </a:gradFill>
          <a:ln w="38100">
            <a:solidFill>
              <a:srgbClr val="EAEAEA"/>
            </a:solidFill>
            <a:miter lim="800000"/>
            <a:headEnd/>
            <a:tailEnd/>
          </a:ln>
          <a:effectLst>
            <a:outerShdw dist="109250" dir="3267739" algn="ctr" rotWithShape="0">
              <a:srgbClr val="333333">
                <a:alpha val="50000"/>
              </a:srgbClr>
            </a:outerShdw>
          </a:effectLst>
        </p:spPr>
        <p:txBody>
          <a:bodyPr wrap="square" anchor="ctr">
            <a:spAutoFit/>
          </a:bodyPr>
          <a:lstStyle/>
          <a:p>
            <a:pPr algn="ctr" fontAlgn="base">
              <a:spcBef>
                <a:spcPct val="0"/>
              </a:spcBef>
              <a:spcAft>
                <a:spcPct val="0"/>
              </a:spcAft>
            </a:pPr>
            <a:endParaRPr lang="en-US" kern="0">
              <a:solidFill>
                <a:srgbClr val="3D81BF"/>
              </a:solidFill>
            </a:endParaRPr>
          </a:p>
        </p:txBody>
      </p:sp>
      <p:sp>
        <p:nvSpPr>
          <p:cNvPr id="25" name="AutoShape 3">
            <a:extLst>
              <a:ext uri="{FF2B5EF4-FFF2-40B4-BE49-F238E27FC236}">
                <a16:creationId xmlns="" xmlns:a16="http://schemas.microsoft.com/office/drawing/2014/main" id="{C71EB997-3681-42CE-8D12-DC0BC893643A}"/>
              </a:ext>
            </a:extLst>
          </p:cNvPr>
          <p:cNvSpPr>
            <a:spLocks noChangeArrowheads="1"/>
          </p:cNvSpPr>
          <p:nvPr/>
        </p:nvSpPr>
        <p:spPr bwMode="gray">
          <a:xfrm flipH="1">
            <a:off x="161662" y="57140"/>
            <a:ext cx="1970868" cy="651510"/>
          </a:xfrm>
          <a:prstGeom prst="chevron">
            <a:avLst>
              <a:gd name="adj" fmla="val 17009"/>
            </a:avLst>
          </a:prstGeom>
          <a:gradFill rotWithShape="1">
            <a:gsLst>
              <a:gs pos="0">
                <a:srgbClr val="84B09A">
                  <a:gamma/>
                  <a:shade val="46275"/>
                  <a:invGamma/>
                </a:srgbClr>
              </a:gs>
              <a:gs pos="50000">
                <a:srgbClr val="84B09A"/>
              </a:gs>
              <a:gs pos="100000">
                <a:srgbClr val="84B09A">
                  <a:gamma/>
                  <a:shade val="46275"/>
                  <a:invGamma/>
                </a:srgbClr>
              </a:gs>
            </a:gsLst>
            <a:lin ang="2700000" scaled="1"/>
          </a:gradFill>
          <a:ln w="38100">
            <a:solidFill>
              <a:srgbClr val="EAEAEA"/>
            </a:solidFill>
            <a:miter lim="800000"/>
            <a:headEnd/>
            <a:tailEnd/>
          </a:ln>
          <a:effectLst>
            <a:outerShdw dist="109250" dir="3267739" algn="ctr" rotWithShape="0">
              <a:srgbClr val="333333">
                <a:alpha val="50000"/>
              </a:srgbClr>
            </a:outerShdw>
          </a:effectLst>
        </p:spPr>
        <p:txBody>
          <a:bodyPr wrap="square" anchor="ctr">
            <a:spAutoFit/>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endParaRPr>
          </a:p>
        </p:txBody>
      </p:sp>
      <p:sp>
        <p:nvSpPr>
          <p:cNvPr id="26" name="Rectangle 25">
            <a:extLst>
              <a:ext uri="{FF2B5EF4-FFF2-40B4-BE49-F238E27FC236}">
                <a16:creationId xmlns="" xmlns:a16="http://schemas.microsoft.com/office/drawing/2014/main" id="{C48087A2-0F0F-40A0-A837-05942D40B928}"/>
              </a:ext>
            </a:extLst>
          </p:cNvPr>
          <p:cNvSpPr/>
          <p:nvPr/>
        </p:nvSpPr>
        <p:spPr>
          <a:xfrm>
            <a:off x="431672" y="189466"/>
            <a:ext cx="1443038" cy="338554"/>
          </a:xfrm>
          <a:prstGeom prst="rect">
            <a:avLst/>
          </a:prstGeom>
        </p:spPr>
        <p:txBody>
          <a:bodyPr wrap="square">
            <a:spAutoFit/>
          </a:bodyPr>
          <a:lstStyle/>
          <a:p>
            <a:pPr lvl="0" algn="ctr" rtl="1" fontAlgn="base">
              <a:spcBef>
                <a:spcPct val="0"/>
              </a:spcBef>
              <a:spcAft>
                <a:spcPct val="0"/>
              </a:spcAft>
            </a:pPr>
            <a:r>
              <a:rPr lang="fa-IR" sz="1600" b="1" dirty="0">
                <a:solidFill>
                  <a:srgbClr val="FFFFFF"/>
                </a:solidFill>
                <a:latin typeface="Times New Roman" panose="02020603050405020304" pitchFamily="18" charset="0"/>
                <a:cs typeface="B Nazanin" panose="00000400000000000000" pitchFamily="2" charset="-78"/>
              </a:rPr>
              <a:t>مقالات اخیر</a:t>
            </a:r>
            <a:endParaRPr lang="en-US" sz="1600" b="1" dirty="0">
              <a:solidFill>
                <a:srgbClr val="FFFFFF"/>
              </a:solidFill>
              <a:latin typeface="Times New Roman" panose="02020603050405020304" pitchFamily="18" charset="0"/>
              <a:cs typeface="B Nazanin" panose="00000400000000000000" pitchFamily="2" charset="-78"/>
            </a:endParaRPr>
          </a:p>
        </p:txBody>
      </p:sp>
      <p:sp>
        <p:nvSpPr>
          <p:cNvPr id="27" name="Rectangle 26">
            <a:extLst>
              <a:ext uri="{FF2B5EF4-FFF2-40B4-BE49-F238E27FC236}">
                <a16:creationId xmlns="" xmlns:a16="http://schemas.microsoft.com/office/drawing/2014/main" id="{BF9CF44D-C94F-4B09-AF24-15EACD7BE0F4}"/>
              </a:ext>
            </a:extLst>
          </p:cNvPr>
          <p:cNvSpPr/>
          <p:nvPr/>
        </p:nvSpPr>
        <p:spPr>
          <a:xfrm>
            <a:off x="6499957" y="197162"/>
            <a:ext cx="1626786" cy="323165"/>
          </a:xfrm>
          <a:prstGeom prst="rect">
            <a:avLst/>
          </a:prstGeom>
        </p:spPr>
        <p:txBody>
          <a:bodyPr wrap="square">
            <a:spAutoFit/>
          </a:bodyPr>
          <a:lstStyle/>
          <a:p>
            <a:pPr lvl="0" algn="ctr" fontAlgn="base">
              <a:spcBef>
                <a:spcPct val="0"/>
              </a:spcBef>
              <a:spcAft>
                <a:spcPct val="0"/>
              </a:spcAft>
              <a:defRPr/>
            </a:pPr>
            <a:r>
              <a:rPr lang="fa-IR" sz="1500" b="1" kern="0" dirty="0" err="1">
                <a:solidFill>
                  <a:srgbClr val="FFFFFF"/>
                </a:solidFill>
                <a:latin typeface="Times New Roman" panose="02020603050405020304" pitchFamily="18" charset="0"/>
                <a:cs typeface="B Nazanin" pitchFamily="2" charset="-78"/>
              </a:rPr>
              <a:t>باتریها</a:t>
            </a:r>
            <a:endParaRPr lang="en-US" sz="1500" b="1" kern="0" dirty="0">
              <a:solidFill>
                <a:srgbClr val="FFFFFF"/>
              </a:solidFill>
              <a:latin typeface="Times New Roman" panose="02020603050405020304" pitchFamily="18" charset="0"/>
              <a:cs typeface="B Nazanin" pitchFamily="2" charset="-78"/>
            </a:endParaRPr>
          </a:p>
        </p:txBody>
      </p:sp>
      <p:sp>
        <p:nvSpPr>
          <p:cNvPr id="28" name="AutoShape 10">
            <a:extLst>
              <a:ext uri="{FF2B5EF4-FFF2-40B4-BE49-F238E27FC236}">
                <a16:creationId xmlns="" xmlns:a16="http://schemas.microsoft.com/office/drawing/2014/main" id="{50B159E1-0AA0-4C32-86C7-52F5C5E0D242}"/>
              </a:ext>
            </a:extLst>
          </p:cNvPr>
          <p:cNvSpPr>
            <a:spLocks noChangeArrowheads="1"/>
          </p:cNvSpPr>
          <p:nvPr/>
        </p:nvSpPr>
        <p:spPr bwMode="gray">
          <a:xfrm flipH="1">
            <a:off x="2105458" y="54854"/>
            <a:ext cx="2137301" cy="651510"/>
          </a:xfrm>
          <a:prstGeom prst="chevron">
            <a:avLst>
              <a:gd name="adj" fmla="val 17842"/>
            </a:avLst>
          </a:prstGeom>
          <a:gradFill rotWithShape="1">
            <a:gsLst>
              <a:gs pos="0">
                <a:srgbClr val="3659EC">
                  <a:gamma/>
                  <a:shade val="46275"/>
                  <a:invGamma/>
                </a:srgbClr>
              </a:gs>
              <a:gs pos="50000">
                <a:srgbClr val="3659EC"/>
              </a:gs>
              <a:gs pos="100000">
                <a:srgbClr val="3659EC">
                  <a:gamma/>
                  <a:shade val="46275"/>
                  <a:invGamma/>
                </a:srgbClr>
              </a:gs>
            </a:gsLst>
            <a:lin ang="2700000" scaled="1"/>
          </a:gradFill>
          <a:ln w="38100">
            <a:solidFill>
              <a:srgbClr val="EAEAEA"/>
            </a:solidFill>
            <a:miter lim="800000"/>
            <a:headEnd/>
            <a:tailEnd/>
          </a:ln>
          <a:effectLst>
            <a:outerShdw dist="109250" dir="3267739" algn="ctr" rotWithShape="0">
              <a:srgbClr val="333333">
                <a:alpha val="50000"/>
              </a:srgbClr>
            </a:outerShdw>
          </a:effectLst>
        </p:spPr>
        <p:txBody>
          <a:bodyPr wrap="square" anchor="ctr">
            <a:spAutoFit/>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endParaRPr>
          </a:p>
        </p:txBody>
      </p:sp>
      <p:sp>
        <p:nvSpPr>
          <p:cNvPr id="29" name="AutoShape 3">
            <a:extLst>
              <a:ext uri="{FF2B5EF4-FFF2-40B4-BE49-F238E27FC236}">
                <a16:creationId xmlns="" xmlns:a16="http://schemas.microsoft.com/office/drawing/2014/main" id="{DBA5C955-0E66-467E-8B5F-EF4EE5F8F3FA}"/>
              </a:ext>
            </a:extLst>
          </p:cNvPr>
          <p:cNvSpPr>
            <a:spLocks noChangeArrowheads="1"/>
          </p:cNvSpPr>
          <p:nvPr/>
        </p:nvSpPr>
        <p:spPr bwMode="gray">
          <a:xfrm flipH="1">
            <a:off x="4215687" y="54854"/>
            <a:ext cx="2056085" cy="651510"/>
          </a:xfrm>
          <a:prstGeom prst="chevron">
            <a:avLst>
              <a:gd name="adj" fmla="val 17009"/>
            </a:avLst>
          </a:prstGeom>
          <a:gradFill rotWithShape="1">
            <a:gsLst>
              <a:gs pos="0">
                <a:srgbClr val="84B09A">
                  <a:gamma/>
                  <a:shade val="46275"/>
                  <a:invGamma/>
                </a:srgbClr>
              </a:gs>
              <a:gs pos="50000">
                <a:srgbClr val="84B09A"/>
              </a:gs>
              <a:gs pos="100000">
                <a:srgbClr val="84B09A">
                  <a:gamma/>
                  <a:shade val="46275"/>
                  <a:invGamma/>
                </a:srgbClr>
              </a:gs>
            </a:gsLst>
            <a:lin ang="2700000" scaled="1"/>
          </a:gradFill>
          <a:ln w="38100">
            <a:solidFill>
              <a:srgbClr val="EAEAEA"/>
            </a:solidFill>
            <a:miter lim="800000"/>
            <a:headEnd/>
            <a:tailEnd/>
          </a:ln>
          <a:effectLst>
            <a:outerShdw dist="109250" dir="3267739" algn="ctr" rotWithShape="0">
              <a:srgbClr val="333333">
                <a:alpha val="50000"/>
              </a:srgbClr>
            </a:outerShdw>
          </a:effectLst>
        </p:spPr>
        <p:txBody>
          <a:bodyPr wrap="square" anchor="ctr">
            <a:spAutoFit/>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endParaRPr>
          </a:p>
        </p:txBody>
      </p:sp>
      <p:sp>
        <p:nvSpPr>
          <p:cNvPr id="32" name="Rectangle 31">
            <a:extLst>
              <a:ext uri="{FF2B5EF4-FFF2-40B4-BE49-F238E27FC236}">
                <a16:creationId xmlns="" xmlns:a16="http://schemas.microsoft.com/office/drawing/2014/main" id="{4DE55AA0-934E-4757-A2D4-1C4E49036DCD}"/>
              </a:ext>
            </a:extLst>
          </p:cNvPr>
          <p:cNvSpPr/>
          <p:nvPr/>
        </p:nvSpPr>
        <p:spPr>
          <a:xfrm>
            <a:off x="2402046" y="64070"/>
            <a:ext cx="1600200" cy="584775"/>
          </a:xfrm>
          <a:prstGeom prst="rect">
            <a:avLst/>
          </a:prstGeom>
        </p:spPr>
        <p:txBody>
          <a:bodyPr wrap="square">
            <a:spAutoFit/>
          </a:bodyPr>
          <a:lstStyle/>
          <a:p>
            <a:pPr lvl="0" algn="ctr" rtl="1" fontAlgn="base">
              <a:spcBef>
                <a:spcPct val="0"/>
              </a:spcBef>
              <a:spcAft>
                <a:spcPct val="0"/>
              </a:spcAft>
            </a:pPr>
            <a:r>
              <a:rPr lang="fa-IR" sz="1600" b="1" dirty="0">
                <a:solidFill>
                  <a:srgbClr val="FFFFFF"/>
                </a:solidFill>
                <a:latin typeface="Times New Roman" panose="02020603050405020304" pitchFamily="18" charset="0"/>
                <a:cs typeface="B Nazanin" panose="00000400000000000000" pitchFamily="2" charset="-78"/>
              </a:rPr>
              <a:t>سیستم مدیریت همسان سازی</a:t>
            </a:r>
            <a:endParaRPr lang="en-US" sz="1600" b="1" dirty="0">
              <a:solidFill>
                <a:srgbClr val="FFFFFF"/>
              </a:solidFill>
              <a:latin typeface="Times New Roman" panose="02020603050405020304" pitchFamily="18" charset="0"/>
              <a:cs typeface="B Nazanin" panose="00000400000000000000" pitchFamily="2" charset="-78"/>
            </a:endParaRPr>
          </a:p>
        </p:txBody>
      </p:sp>
      <p:sp>
        <p:nvSpPr>
          <p:cNvPr id="33" name="Rectangle 32">
            <a:extLst>
              <a:ext uri="{FF2B5EF4-FFF2-40B4-BE49-F238E27FC236}">
                <a16:creationId xmlns="" xmlns:a16="http://schemas.microsoft.com/office/drawing/2014/main" id="{AC165A2D-60D3-440C-A112-7B419F7E72B2}"/>
              </a:ext>
            </a:extLst>
          </p:cNvPr>
          <p:cNvSpPr/>
          <p:nvPr/>
        </p:nvSpPr>
        <p:spPr>
          <a:xfrm>
            <a:off x="4529582" y="89171"/>
            <a:ext cx="1443038" cy="584775"/>
          </a:xfrm>
          <a:prstGeom prst="rect">
            <a:avLst/>
          </a:prstGeom>
        </p:spPr>
        <p:txBody>
          <a:bodyPr wrap="square">
            <a:spAutoFit/>
          </a:bodyPr>
          <a:lstStyle/>
          <a:p>
            <a:pPr lvl="0" algn="ctr" rtl="1" fontAlgn="base">
              <a:spcBef>
                <a:spcPct val="0"/>
              </a:spcBef>
              <a:spcAft>
                <a:spcPct val="0"/>
              </a:spcAft>
            </a:pPr>
            <a:r>
              <a:rPr lang="fa-IR" sz="1600" b="1" dirty="0">
                <a:solidFill>
                  <a:srgbClr val="FFFFFF"/>
                </a:solidFill>
                <a:latin typeface="Times New Roman" panose="02020603050405020304" pitchFamily="18" charset="0"/>
                <a:cs typeface="B Nazanin" panose="00000400000000000000" pitchFamily="2" charset="-78"/>
              </a:rPr>
              <a:t>سیستم مدیریت باتری</a:t>
            </a:r>
            <a:endParaRPr lang="en-US" sz="1600" b="1" dirty="0">
              <a:solidFill>
                <a:srgbClr val="FFFFFF"/>
              </a:solidFill>
              <a:latin typeface="Times New Roman" panose="02020603050405020304" pitchFamily="18" charset="0"/>
              <a:cs typeface="B Nazanin" panose="00000400000000000000" pitchFamily="2" charset="-78"/>
            </a:endParaRPr>
          </a:p>
        </p:txBody>
      </p:sp>
      <p:sp>
        <p:nvSpPr>
          <p:cNvPr id="34" name="TextBox 33">
            <a:extLst>
              <a:ext uri="{FF2B5EF4-FFF2-40B4-BE49-F238E27FC236}">
                <a16:creationId xmlns="" xmlns:a16="http://schemas.microsoft.com/office/drawing/2014/main" id="{F43469DC-7F5B-471E-BD74-ED709E621F63}"/>
              </a:ext>
            </a:extLst>
          </p:cNvPr>
          <p:cNvSpPr txBox="1"/>
          <p:nvPr/>
        </p:nvSpPr>
        <p:spPr>
          <a:xfrm>
            <a:off x="7741141" y="1726687"/>
            <a:ext cx="1151276" cy="369332"/>
          </a:xfrm>
          <a:prstGeom prst="rect">
            <a:avLst/>
          </a:prstGeom>
          <a:noFill/>
        </p:spPr>
        <p:txBody>
          <a:bodyPr wrap="none" rtlCol="0">
            <a:spAutoFit/>
          </a:bodyPr>
          <a:lstStyle/>
          <a:p>
            <a:pPr algn="r" rtl="1"/>
            <a:r>
              <a:rPr lang="fa-IR" b="1" dirty="0">
                <a:cs typeface="B Nazanin" panose="00000400000000000000" pitchFamily="2" charset="-78"/>
              </a:rPr>
              <a:t>انتقال مجاور</a:t>
            </a:r>
          </a:p>
        </p:txBody>
      </p:sp>
      <p:sp>
        <p:nvSpPr>
          <p:cNvPr id="16" name="Slide Number Placeholder 3">
            <a:extLst>
              <a:ext uri="{FF2B5EF4-FFF2-40B4-BE49-F238E27FC236}">
                <a16:creationId xmlns="" xmlns:a16="http://schemas.microsoft.com/office/drawing/2014/main" id="{FEFB061F-8AAB-4535-B272-1BA4D5A77191}"/>
              </a:ext>
            </a:extLst>
          </p:cNvPr>
          <p:cNvSpPr txBox="1">
            <a:spLocks/>
          </p:cNvSpPr>
          <p:nvPr/>
        </p:nvSpPr>
        <p:spPr>
          <a:xfrm>
            <a:off x="8965" y="6090313"/>
            <a:ext cx="676835" cy="767687"/>
          </a:xfrm>
          <a:prstGeom prst="rect">
            <a:avLst/>
          </a:prstGeom>
        </p:spPr>
        <p:txBody>
          <a:bodyPr vert="horz" lIns="91440" tIns="45720" rIns="91440" bIns="45720" rtlCol="0" anchor="ctr"/>
          <a:lstStyle>
            <a:defPPr>
              <a:defRPr lang="en-US"/>
            </a:defPPr>
            <a:lvl1pPr marL="0" algn="l" defTabSz="914400" rtl="0" eaLnBrk="1" latinLnBrk="0" hangingPunct="1">
              <a:defRPr sz="1400" b="1" kern="1200">
                <a:solidFill>
                  <a:srgbClr val="FFFFFF"/>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rtl="1"/>
            <a:fld id="{E8ADF199-8047-440E-B02B-E80683B392F2}" type="slidenum">
              <a:rPr lang="fa-IR" sz="1800" smtClean="0">
                <a:solidFill>
                  <a:schemeClr val="tx1"/>
                </a:solidFill>
                <a:cs typeface="B Lotus" panose="00000400000000000000" pitchFamily="2" charset="-78"/>
              </a:rPr>
              <a:pPr rtl="1"/>
              <a:t>57</a:t>
            </a:fld>
            <a:endParaRPr lang="fa-IR" sz="1800" dirty="0">
              <a:solidFill>
                <a:schemeClr val="tx1"/>
              </a:solidFill>
              <a:cs typeface="B Lotus" panose="00000400000000000000" pitchFamily="2" charset="-78"/>
            </a:endParaRPr>
          </a:p>
        </p:txBody>
      </p:sp>
    </p:spTree>
    <p:extLst>
      <p:ext uri="{BB962C8B-B14F-4D97-AF65-F5344CB8AC3E}">
        <p14:creationId xmlns:p14="http://schemas.microsoft.com/office/powerpoint/2010/main" val="502634539"/>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2"/>
          <p:cNvSpPr/>
          <p:nvPr/>
        </p:nvSpPr>
        <p:spPr>
          <a:xfrm>
            <a:off x="2026629" y="5791200"/>
            <a:ext cx="4297971" cy="369332"/>
          </a:xfrm>
          <a:prstGeom prst="rect">
            <a:avLst/>
          </a:prstGeom>
        </p:spPr>
        <p:txBody>
          <a:bodyPr wrap="none">
            <a:spAutoFit/>
          </a:bodyPr>
          <a:lstStyle/>
          <a:p>
            <a:pPr algn="r" rtl="1" fontAlgn="base">
              <a:spcBef>
                <a:spcPct val="0"/>
              </a:spcBef>
              <a:spcAft>
                <a:spcPct val="0"/>
              </a:spcAft>
            </a:pPr>
            <a:r>
              <a:rPr lang="fa-IR" b="1" dirty="0">
                <a:cs typeface="B Nazanin" panose="00000400000000000000" pitchFamily="2" charset="-78"/>
              </a:rPr>
              <a:t>ساختار همسان‌ساز ترانسفورماتور چندسیم‌پیچه </a:t>
            </a:r>
            <a:r>
              <a:rPr lang="fa-IR" dirty="0">
                <a:solidFill>
                  <a:srgbClr val="61D6FF"/>
                </a:solidFill>
                <a:cs typeface="B Nazanin" panose="00000400000000000000" pitchFamily="2" charset="-78"/>
              </a:rPr>
              <a:t>[1]</a:t>
            </a:r>
            <a:r>
              <a:rPr lang="fa-IR" b="1" dirty="0">
                <a:cs typeface="B Nazanin" panose="00000400000000000000" pitchFamily="2" charset="-78"/>
              </a:rPr>
              <a:t>. </a:t>
            </a:r>
            <a:endParaRPr lang="en-US" b="1" dirty="0">
              <a:solidFill>
                <a:srgbClr val="000000"/>
              </a:solidFill>
              <a:latin typeface="Times New Roman" panose="02020603050405020304" pitchFamily="18" charset="0"/>
              <a:cs typeface="B Nazanin" pitchFamily="2" charset="-78"/>
            </a:endParaRPr>
          </a:p>
        </p:txBody>
      </p:sp>
      <p:pic>
        <p:nvPicPr>
          <p:cNvPr id="18" name="Picture 17"/>
          <p:cNvPicPr/>
          <p:nvPr/>
        </p:nvPicPr>
        <p:blipFill>
          <a:blip r:embed="rId3">
            <a:extLst>
              <a:ext uri="{28A0092B-C50C-407E-A947-70E740481C1C}">
                <a14:useLocalDpi xmlns:a14="http://schemas.microsoft.com/office/drawing/2010/main" val="0"/>
              </a:ext>
            </a:extLst>
          </a:blip>
          <a:stretch>
            <a:fillRect/>
          </a:stretch>
        </p:blipFill>
        <p:spPr>
          <a:xfrm>
            <a:off x="346210" y="1343033"/>
            <a:ext cx="8350115" cy="4100508"/>
          </a:xfrm>
          <a:prstGeom prst="rect">
            <a:avLst/>
          </a:prstGeom>
        </p:spPr>
      </p:pic>
      <p:sp>
        <p:nvSpPr>
          <p:cNvPr id="35" name="Rounded Rectangle 175">
            <a:extLst>
              <a:ext uri="{FF2B5EF4-FFF2-40B4-BE49-F238E27FC236}">
                <a16:creationId xmlns="" xmlns:a16="http://schemas.microsoft.com/office/drawing/2014/main" id="{D8E27344-2AB1-4A61-B14B-D9C7962F785E}"/>
              </a:ext>
            </a:extLst>
          </p:cNvPr>
          <p:cNvSpPr/>
          <p:nvPr/>
        </p:nvSpPr>
        <p:spPr bwMode="auto">
          <a:xfrm>
            <a:off x="6324600" y="1066930"/>
            <a:ext cx="2922494" cy="418072"/>
          </a:xfrm>
          <a:prstGeom prst="roundRect">
            <a:avLst/>
          </a:prstGeom>
          <a:solidFill>
            <a:srgbClr val="3D81BF">
              <a:lumMod val="75000"/>
            </a:srgbClr>
          </a:solidFill>
          <a:ln w="9525" cap="flat" cmpd="sng" algn="ctr">
            <a:solidFill>
              <a:srgbClr val="000000"/>
            </a:solidFill>
            <a:prstDash val="solid"/>
            <a:round/>
            <a:headEnd type="none" w="med" len="med"/>
            <a:tailEnd type="none" w="med" len="med"/>
          </a:ln>
          <a:effectLst>
            <a:reflection blurRad="6350" stA="50000" endA="300" endPos="55000" dir="5400000" sy="-100000" algn="bl" rotWithShape="0"/>
          </a:effectLst>
          <a:scene3d>
            <a:camera prst="isometricOffAxis2Left"/>
            <a:lightRig rig="threePt" dir="t"/>
          </a:scene3d>
        </p:spPr>
        <p:txBody>
          <a:bodyPr vert="horz" wrap="square" lIns="91440" tIns="45720" rIns="91440" bIns="45720" numCol="1" rtlCol="0" anchor="t" anchorCtr="0" compatLnSpc="1">
            <a:prstTxWarp prst="textNoShape">
              <a:avLst/>
            </a:prstTxWarp>
          </a:bodyPr>
          <a:lstStyle/>
          <a:p>
            <a:pPr lvl="0" algn="ctr" rtl="1" fontAlgn="base">
              <a:spcBef>
                <a:spcPct val="0"/>
              </a:spcBef>
              <a:spcAft>
                <a:spcPct val="0"/>
              </a:spcAft>
            </a:pPr>
            <a:r>
              <a:rPr lang="fa-IR" sz="2000" b="1" dirty="0">
                <a:solidFill>
                  <a:srgbClr val="FFFFFF"/>
                </a:solidFill>
                <a:latin typeface="Times New Roman" panose="02020603050405020304" pitchFamily="18" charset="0"/>
                <a:cs typeface="B Nazanin" panose="00000400000000000000" pitchFamily="2" charset="-78"/>
              </a:rPr>
              <a:t>سیستم مدیریت همسان سازی</a:t>
            </a:r>
            <a:endParaRPr lang="en-US" sz="2000" b="1" dirty="0">
              <a:solidFill>
                <a:srgbClr val="FFFFFF"/>
              </a:solidFill>
              <a:latin typeface="Times New Roman" panose="02020603050405020304" pitchFamily="18" charset="0"/>
              <a:cs typeface="B Nazanin" panose="00000400000000000000" pitchFamily="2" charset="-78"/>
            </a:endParaRPr>
          </a:p>
        </p:txBody>
      </p:sp>
      <p:pic>
        <p:nvPicPr>
          <p:cNvPr id="36" name="Picture 35" descr="پرونده:Azad University logo.png - ویکی‌پدیا، دانشنامهٔ آزاد">
            <a:extLst>
              <a:ext uri="{FF2B5EF4-FFF2-40B4-BE49-F238E27FC236}">
                <a16:creationId xmlns="" xmlns:a16="http://schemas.microsoft.com/office/drawing/2014/main" id="{FA988D60-670C-406B-B8FB-D5A0053424E9}"/>
              </a:ext>
            </a:extLst>
          </p:cNvPr>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8610600" y="0"/>
            <a:ext cx="533400" cy="822959"/>
          </a:xfrm>
          <a:prstGeom prst="rect">
            <a:avLst/>
          </a:prstGeom>
          <a:noFill/>
          <a:ln>
            <a:noFill/>
          </a:ln>
        </p:spPr>
      </p:pic>
      <p:sp>
        <p:nvSpPr>
          <p:cNvPr id="37" name="AutoShape 10">
            <a:extLst>
              <a:ext uri="{FF2B5EF4-FFF2-40B4-BE49-F238E27FC236}">
                <a16:creationId xmlns="" xmlns:a16="http://schemas.microsoft.com/office/drawing/2014/main" id="{96E6A76C-5024-445C-8373-4A127C8598B1}"/>
              </a:ext>
            </a:extLst>
          </p:cNvPr>
          <p:cNvSpPr>
            <a:spLocks noChangeArrowheads="1"/>
          </p:cNvSpPr>
          <p:nvPr/>
        </p:nvSpPr>
        <p:spPr bwMode="gray">
          <a:xfrm flipH="1">
            <a:off x="6244699" y="57140"/>
            <a:ext cx="2137301" cy="649224"/>
          </a:xfrm>
          <a:prstGeom prst="chevron">
            <a:avLst>
              <a:gd name="adj" fmla="val 17842"/>
            </a:avLst>
          </a:prstGeom>
          <a:gradFill rotWithShape="1">
            <a:gsLst>
              <a:gs pos="0">
                <a:srgbClr val="84B09A">
                  <a:gamma/>
                  <a:shade val="46275"/>
                  <a:invGamma/>
                </a:srgbClr>
              </a:gs>
              <a:gs pos="50000">
                <a:srgbClr val="84B09A"/>
              </a:gs>
              <a:gs pos="100000">
                <a:srgbClr val="84B09A">
                  <a:gamma/>
                  <a:shade val="46275"/>
                  <a:invGamma/>
                </a:srgbClr>
              </a:gs>
            </a:gsLst>
            <a:lin ang="2700000" scaled="1"/>
          </a:gradFill>
          <a:ln w="38100">
            <a:solidFill>
              <a:srgbClr val="EAEAEA"/>
            </a:solidFill>
            <a:miter lim="800000"/>
            <a:headEnd/>
            <a:tailEnd/>
          </a:ln>
          <a:effectLst>
            <a:outerShdw dist="109250" dir="3267739" algn="ctr" rotWithShape="0">
              <a:srgbClr val="333333">
                <a:alpha val="50000"/>
              </a:srgbClr>
            </a:outerShdw>
          </a:effectLst>
        </p:spPr>
        <p:txBody>
          <a:bodyPr wrap="square" anchor="ctr">
            <a:spAutoFit/>
          </a:bodyPr>
          <a:lstStyle/>
          <a:p>
            <a:pPr algn="ctr" fontAlgn="base">
              <a:spcBef>
                <a:spcPct val="0"/>
              </a:spcBef>
              <a:spcAft>
                <a:spcPct val="0"/>
              </a:spcAft>
            </a:pPr>
            <a:endParaRPr lang="en-US" kern="0">
              <a:solidFill>
                <a:srgbClr val="3D81BF"/>
              </a:solidFill>
            </a:endParaRPr>
          </a:p>
        </p:txBody>
      </p:sp>
      <p:sp>
        <p:nvSpPr>
          <p:cNvPr id="38" name="AutoShape 3">
            <a:extLst>
              <a:ext uri="{FF2B5EF4-FFF2-40B4-BE49-F238E27FC236}">
                <a16:creationId xmlns="" xmlns:a16="http://schemas.microsoft.com/office/drawing/2014/main" id="{C71EB997-3681-42CE-8D12-DC0BC893643A}"/>
              </a:ext>
            </a:extLst>
          </p:cNvPr>
          <p:cNvSpPr>
            <a:spLocks noChangeArrowheads="1"/>
          </p:cNvSpPr>
          <p:nvPr/>
        </p:nvSpPr>
        <p:spPr bwMode="gray">
          <a:xfrm flipH="1">
            <a:off x="161662" y="57140"/>
            <a:ext cx="1970868" cy="651510"/>
          </a:xfrm>
          <a:prstGeom prst="chevron">
            <a:avLst>
              <a:gd name="adj" fmla="val 17009"/>
            </a:avLst>
          </a:prstGeom>
          <a:gradFill rotWithShape="1">
            <a:gsLst>
              <a:gs pos="0">
                <a:srgbClr val="84B09A">
                  <a:gamma/>
                  <a:shade val="46275"/>
                  <a:invGamma/>
                </a:srgbClr>
              </a:gs>
              <a:gs pos="50000">
                <a:srgbClr val="84B09A"/>
              </a:gs>
              <a:gs pos="100000">
                <a:srgbClr val="84B09A">
                  <a:gamma/>
                  <a:shade val="46275"/>
                  <a:invGamma/>
                </a:srgbClr>
              </a:gs>
            </a:gsLst>
            <a:lin ang="2700000" scaled="1"/>
          </a:gradFill>
          <a:ln w="38100">
            <a:solidFill>
              <a:srgbClr val="EAEAEA"/>
            </a:solidFill>
            <a:miter lim="800000"/>
            <a:headEnd/>
            <a:tailEnd/>
          </a:ln>
          <a:effectLst>
            <a:outerShdw dist="109250" dir="3267739" algn="ctr" rotWithShape="0">
              <a:srgbClr val="333333">
                <a:alpha val="50000"/>
              </a:srgbClr>
            </a:outerShdw>
          </a:effectLst>
        </p:spPr>
        <p:txBody>
          <a:bodyPr wrap="square" anchor="ctr">
            <a:spAutoFit/>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endParaRPr>
          </a:p>
        </p:txBody>
      </p:sp>
      <p:sp>
        <p:nvSpPr>
          <p:cNvPr id="39" name="Rectangle 38">
            <a:extLst>
              <a:ext uri="{FF2B5EF4-FFF2-40B4-BE49-F238E27FC236}">
                <a16:creationId xmlns="" xmlns:a16="http://schemas.microsoft.com/office/drawing/2014/main" id="{C48087A2-0F0F-40A0-A837-05942D40B928}"/>
              </a:ext>
            </a:extLst>
          </p:cNvPr>
          <p:cNvSpPr/>
          <p:nvPr/>
        </p:nvSpPr>
        <p:spPr>
          <a:xfrm>
            <a:off x="431672" y="189466"/>
            <a:ext cx="1443038" cy="338554"/>
          </a:xfrm>
          <a:prstGeom prst="rect">
            <a:avLst/>
          </a:prstGeom>
        </p:spPr>
        <p:txBody>
          <a:bodyPr wrap="square">
            <a:spAutoFit/>
          </a:bodyPr>
          <a:lstStyle/>
          <a:p>
            <a:pPr lvl="0" algn="ctr" rtl="1" fontAlgn="base">
              <a:spcBef>
                <a:spcPct val="0"/>
              </a:spcBef>
              <a:spcAft>
                <a:spcPct val="0"/>
              </a:spcAft>
            </a:pPr>
            <a:r>
              <a:rPr lang="fa-IR" sz="1600" b="1" dirty="0">
                <a:solidFill>
                  <a:srgbClr val="FFFFFF"/>
                </a:solidFill>
                <a:latin typeface="Times New Roman" panose="02020603050405020304" pitchFamily="18" charset="0"/>
                <a:cs typeface="B Nazanin" panose="00000400000000000000" pitchFamily="2" charset="-78"/>
              </a:rPr>
              <a:t>مقالات اخیر</a:t>
            </a:r>
            <a:endParaRPr lang="en-US" sz="1600" b="1" dirty="0">
              <a:solidFill>
                <a:srgbClr val="FFFFFF"/>
              </a:solidFill>
              <a:latin typeface="Times New Roman" panose="02020603050405020304" pitchFamily="18" charset="0"/>
              <a:cs typeface="B Nazanin" panose="00000400000000000000" pitchFamily="2" charset="-78"/>
            </a:endParaRPr>
          </a:p>
        </p:txBody>
      </p:sp>
      <p:sp>
        <p:nvSpPr>
          <p:cNvPr id="40" name="Rectangle 39">
            <a:extLst>
              <a:ext uri="{FF2B5EF4-FFF2-40B4-BE49-F238E27FC236}">
                <a16:creationId xmlns="" xmlns:a16="http://schemas.microsoft.com/office/drawing/2014/main" id="{BF9CF44D-C94F-4B09-AF24-15EACD7BE0F4}"/>
              </a:ext>
            </a:extLst>
          </p:cNvPr>
          <p:cNvSpPr/>
          <p:nvPr/>
        </p:nvSpPr>
        <p:spPr>
          <a:xfrm>
            <a:off x="6499957" y="197162"/>
            <a:ext cx="1626786" cy="323165"/>
          </a:xfrm>
          <a:prstGeom prst="rect">
            <a:avLst/>
          </a:prstGeom>
        </p:spPr>
        <p:txBody>
          <a:bodyPr wrap="square">
            <a:spAutoFit/>
          </a:bodyPr>
          <a:lstStyle/>
          <a:p>
            <a:pPr lvl="0" algn="ctr" fontAlgn="base">
              <a:spcBef>
                <a:spcPct val="0"/>
              </a:spcBef>
              <a:spcAft>
                <a:spcPct val="0"/>
              </a:spcAft>
              <a:defRPr/>
            </a:pPr>
            <a:r>
              <a:rPr lang="fa-IR" sz="1500" b="1" kern="0" dirty="0" err="1">
                <a:solidFill>
                  <a:srgbClr val="FFFFFF"/>
                </a:solidFill>
                <a:latin typeface="Times New Roman" panose="02020603050405020304" pitchFamily="18" charset="0"/>
                <a:cs typeface="B Nazanin" pitchFamily="2" charset="-78"/>
              </a:rPr>
              <a:t>باتریها</a:t>
            </a:r>
            <a:endParaRPr lang="en-US" sz="1500" b="1" kern="0" dirty="0">
              <a:solidFill>
                <a:srgbClr val="FFFFFF"/>
              </a:solidFill>
              <a:latin typeface="Times New Roman" panose="02020603050405020304" pitchFamily="18" charset="0"/>
              <a:cs typeface="B Nazanin" pitchFamily="2" charset="-78"/>
            </a:endParaRPr>
          </a:p>
        </p:txBody>
      </p:sp>
      <p:sp>
        <p:nvSpPr>
          <p:cNvPr id="41" name="AutoShape 10">
            <a:extLst>
              <a:ext uri="{FF2B5EF4-FFF2-40B4-BE49-F238E27FC236}">
                <a16:creationId xmlns="" xmlns:a16="http://schemas.microsoft.com/office/drawing/2014/main" id="{50B159E1-0AA0-4C32-86C7-52F5C5E0D242}"/>
              </a:ext>
            </a:extLst>
          </p:cNvPr>
          <p:cNvSpPr>
            <a:spLocks noChangeArrowheads="1"/>
          </p:cNvSpPr>
          <p:nvPr/>
        </p:nvSpPr>
        <p:spPr bwMode="gray">
          <a:xfrm flipH="1">
            <a:off x="2105458" y="54854"/>
            <a:ext cx="2137301" cy="651510"/>
          </a:xfrm>
          <a:prstGeom prst="chevron">
            <a:avLst>
              <a:gd name="adj" fmla="val 17842"/>
            </a:avLst>
          </a:prstGeom>
          <a:gradFill rotWithShape="1">
            <a:gsLst>
              <a:gs pos="0">
                <a:srgbClr val="3659EC">
                  <a:gamma/>
                  <a:shade val="46275"/>
                  <a:invGamma/>
                </a:srgbClr>
              </a:gs>
              <a:gs pos="50000">
                <a:srgbClr val="3659EC"/>
              </a:gs>
              <a:gs pos="100000">
                <a:srgbClr val="3659EC">
                  <a:gamma/>
                  <a:shade val="46275"/>
                  <a:invGamma/>
                </a:srgbClr>
              </a:gs>
            </a:gsLst>
            <a:lin ang="2700000" scaled="1"/>
          </a:gradFill>
          <a:ln w="38100">
            <a:solidFill>
              <a:srgbClr val="EAEAEA"/>
            </a:solidFill>
            <a:miter lim="800000"/>
            <a:headEnd/>
            <a:tailEnd/>
          </a:ln>
          <a:effectLst>
            <a:outerShdw dist="109250" dir="3267739" algn="ctr" rotWithShape="0">
              <a:srgbClr val="333333">
                <a:alpha val="50000"/>
              </a:srgbClr>
            </a:outerShdw>
          </a:effectLst>
        </p:spPr>
        <p:txBody>
          <a:bodyPr wrap="square" anchor="ctr">
            <a:spAutoFit/>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endParaRPr>
          </a:p>
        </p:txBody>
      </p:sp>
      <p:sp>
        <p:nvSpPr>
          <p:cNvPr id="42" name="AutoShape 3">
            <a:extLst>
              <a:ext uri="{FF2B5EF4-FFF2-40B4-BE49-F238E27FC236}">
                <a16:creationId xmlns="" xmlns:a16="http://schemas.microsoft.com/office/drawing/2014/main" id="{DBA5C955-0E66-467E-8B5F-EF4EE5F8F3FA}"/>
              </a:ext>
            </a:extLst>
          </p:cNvPr>
          <p:cNvSpPr>
            <a:spLocks noChangeArrowheads="1"/>
          </p:cNvSpPr>
          <p:nvPr/>
        </p:nvSpPr>
        <p:spPr bwMode="gray">
          <a:xfrm flipH="1">
            <a:off x="4215687" y="54854"/>
            <a:ext cx="2056085" cy="651510"/>
          </a:xfrm>
          <a:prstGeom prst="chevron">
            <a:avLst>
              <a:gd name="adj" fmla="val 17009"/>
            </a:avLst>
          </a:prstGeom>
          <a:gradFill rotWithShape="1">
            <a:gsLst>
              <a:gs pos="0">
                <a:srgbClr val="84B09A">
                  <a:gamma/>
                  <a:shade val="46275"/>
                  <a:invGamma/>
                </a:srgbClr>
              </a:gs>
              <a:gs pos="50000">
                <a:srgbClr val="84B09A"/>
              </a:gs>
              <a:gs pos="100000">
                <a:srgbClr val="84B09A">
                  <a:gamma/>
                  <a:shade val="46275"/>
                  <a:invGamma/>
                </a:srgbClr>
              </a:gs>
            </a:gsLst>
            <a:lin ang="2700000" scaled="1"/>
          </a:gradFill>
          <a:ln w="38100">
            <a:solidFill>
              <a:srgbClr val="EAEAEA"/>
            </a:solidFill>
            <a:miter lim="800000"/>
            <a:headEnd/>
            <a:tailEnd/>
          </a:ln>
          <a:effectLst>
            <a:outerShdw dist="109250" dir="3267739" algn="ctr" rotWithShape="0">
              <a:srgbClr val="333333">
                <a:alpha val="50000"/>
              </a:srgbClr>
            </a:outerShdw>
          </a:effectLst>
        </p:spPr>
        <p:txBody>
          <a:bodyPr wrap="square" anchor="ctr">
            <a:spAutoFit/>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endParaRPr>
          </a:p>
        </p:txBody>
      </p:sp>
      <p:sp>
        <p:nvSpPr>
          <p:cNvPr id="43" name="Rectangle 42">
            <a:extLst>
              <a:ext uri="{FF2B5EF4-FFF2-40B4-BE49-F238E27FC236}">
                <a16:creationId xmlns="" xmlns:a16="http://schemas.microsoft.com/office/drawing/2014/main" id="{4DE55AA0-934E-4757-A2D4-1C4E49036DCD}"/>
              </a:ext>
            </a:extLst>
          </p:cNvPr>
          <p:cNvSpPr/>
          <p:nvPr/>
        </p:nvSpPr>
        <p:spPr>
          <a:xfrm>
            <a:off x="2402046" y="64070"/>
            <a:ext cx="1600200" cy="584775"/>
          </a:xfrm>
          <a:prstGeom prst="rect">
            <a:avLst/>
          </a:prstGeom>
        </p:spPr>
        <p:txBody>
          <a:bodyPr wrap="square">
            <a:spAutoFit/>
          </a:bodyPr>
          <a:lstStyle/>
          <a:p>
            <a:pPr lvl="0" algn="ctr" rtl="1" fontAlgn="base">
              <a:spcBef>
                <a:spcPct val="0"/>
              </a:spcBef>
              <a:spcAft>
                <a:spcPct val="0"/>
              </a:spcAft>
            </a:pPr>
            <a:r>
              <a:rPr lang="fa-IR" sz="1600" b="1" dirty="0">
                <a:solidFill>
                  <a:srgbClr val="FFFFFF"/>
                </a:solidFill>
                <a:latin typeface="Times New Roman" panose="02020603050405020304" pitchFamily="18" charset="0"/>
                <a:cs typeface="B Nazanin" panose="00000400000000000000" pitchFamily="2" charset="-78"/>
              </a:rPr>
              <a:t>سیستم مدیریت همسان سازی</a:t>
            </a:r>
            <a:endParaRPr lang="en-US" sz="1600" b="1" dirty="0">
              <a:solidFill>
                <a:srgbClr val="FFFFFF"/>
              </a:solidFill>
              <a:latin typeface="Times New Roman" panose="02020603050405020304" pitchFamily="18" charset="0"/>
              <a:cs typeface="B Nazanin" panose="00000400000000000000" pitchFamily="2" charset="-78"/>
            </a:endParaRPr>
          </a:p>
        </p:txBody>
      </p:sp>
      <p:sp>
        <p:nvSpPr>
          <p:cNvPr id="44" name="Rectangle 43">
            <a:extLst>
              <a:ext uri="{FF2B5EF4-FFF2-40B4-BE49-F238E27FC236}">
                <a16:creationId xmlns="" xmlns:a16="http://schemas.microsoft.com/office/drawing/2014/main" id="{AC165A2D-60D3-440C-A112-7B419F7E72B2}"/>
              </a:ext>
            </a:extLst>
          </p:cNvPr>
          <p:cNvSpPr/>
          <p:nvPr/>
        </p:nvSpPr>
        <p:spPr>
          <a:xfrm>
            <a:off x="4529582" y="89171"/>
            <a:ext cx="1443038" cy="584775"/>
          </a:xfrm>
          <a:prstGeom prst="rect">
            <a:avLst/>
          </a:prstGeom>
        </p:spPr>
        <p:txBody>
          <a:bodyPr wrap="square">
            <a:spAutoFit/>
          </a:bodyPr>
          <a:lstStyle/>
          <a:p>
            <a:pPr lvl="0" algn="ctr" rtl="1" fontAlgn="base">
              <a:spcBef>
                <a:spcPct val="0"/>
              </a:spcBef>
              <a:spcAft>
                <a:spcPct val="0"/>
              </a:spcAft>
            </a:pPr>
            <a:r>
              <a:rPr lang="fa-IR" sz="1600" b="1" dirty="0">
                <a:solidFill>
                  <a:srgbClr val="FFFFFF"/>
                </a:solidFill>
                <a:latin typeface="Times New Roman" panose="02020603050405020304" pitchFamily="18" charset="0"/>
                <a:cs typeface="B Nazanin" panose="00000400000000000000" pitchFamily="2" charset="-78"/>
              </a:rPr>
              <a:t>سیستم مدیریت باتری</a:t>
            </a:r>
            <a:endParaRPr lang="en-US" sz="1600" b="1" dirty="0">
              <a:solidFill>
                <a:srgbClr val="FFFFFF"/>
              </a:solidFill>
              <a:latin typeface="Times New Roman" panose="02020603050405020304" pitchFamily="18" charset="0"/>
              <a:cs typeface="B Nazanin" panose="00000400000000000000" pitchFamily="2" charset="-78"/>
            </a:endParaRPr>
          </a:p>
        </p:txBody>
      </p:sp>
      <p:sp>
        <p:nvSpPr>
          <p:cNvPr id="45" name="TextBox 44">
            <a:extLst>
              <a:ext uri="{FF2B5EF4-FFF2-40B4-BE49-F238E27FC236}">
                <a16:creationId xmlns="" xmlns:a16="http://schemas.microsoft.com/office/drawing/2014/main" id="{F43469DC-7F5B-471E-BD74-ED709E621F63}"/>
              </a:ext>
            </a:extLst>
          </p:cNvPr>
          <p:cNvSpPr txBox="1"/>
          <p:nvPr/>
        </p:nvSpPr>
        <p:spPr>
          <a:xfrm>
            <a:off x="7404509" y="1726687"/>
            <a:ext cx="1487908" cy="369332"/>
          </a:xfrm>
          <a:prstGeom prst="rect">
            <a:avLst/>
          </a:prstGeom>
          <a:noFill/>
        </p:spPr>
        <p:txBody>
          <a:bodyPr wrap="none" rtlCol="0">
            <a:spAutoFit/>
          </a:bodyPr>
          <a:lstStyle/>
          <a:p>
            <a:pPr algn="r" rtl="1"/>
            <a:r>
              <a:rPr lang="fa-IR" b="1" dirty="0">
                <a:cs typeface="B Nazanin" panose="00000400000000000000" pitchFamily="2" charset="-78"/>
              </a:rPr>
              <a:t>انتقال غیر مجاور</a:t>
            </a:r>
          </a:p>
        </p:txBody>
      </p:sp>
      <p:sp>
        <p:nvSpPr>
          <p:cNvPr id="16" name="Slide Number Placeholder 3">
            <a:extLst>
              <a:ext uri="{FF2B5EF4-FFF2-40B4-BE49-F238E27FC236}">
                <a16:creationId xmlns="" xmlns:a16="http://schemas.microsoft.com/office/drawing/2014/main" id="{FEFB061F-8AAB-4535-B272-1BA4D5A77191}"/>
              </a:ext>
            </a:extLst>
          </p:cNvPr>
          <p:cNvSpPr txBox="1">
            <a:spLocks/>
          </p:cNvSpPr>
          <p:nvPr/>
        </p:nvSpPr>
        <p:spPr>
          <a:xfrm>
            <a:off x="8965" y="6090313"/>
            <a:ext cx="676835" cy="767687"/>
          </a:xfrm>
          <a:prstGeom prst="rect">
            <a:avLst/>
          </a:prstGeom>
        </p:spPr>
        <p:txBody>
          <a:bodyPr vert="horz" lIns="91440" tIns="45720" rIns="91440" bIns="45720" rtlCol="0" anchor="ctr"/>
          <a:lstStyle>
            <a:defPPr>
              <a:defRPr lang="en-US"/>
            </a:defPPr>
            <a:lvl1pPr marL="0" algn="l" defTabSz="914400" rtl="0" eaLnBrk="1" latinLnBrk="0" hangingPunct="1">
              <a:defRPr sz="1400" b="1" kern="1200">
                <a:solidFill>
                  <a:srgbClr val="FFFFFF"/>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rtl="1"/>
            <a:fld id="{E8ADF199-8047-440E-B02B-E80683B392F2}" type="slidenum">
              <a:rPr lang="fa-IR" sz="1800" smtClean="0">
                <a:solidFill>
                  <a:schemeClr val="tx1"/>
                </a:solidFill>
                <a:cs typeface="B Lotus" panose="00000400000000000000" pitchFamily="2" charset="-78"/>
              </a:rPr>
              <a:pPr rtl="1"/>
              <a:t>58</a:t>
            </a:fld>
            <a:endParaRPr lang="fa-IR" sz="1800" dirty="0">
              <a:solidFill>
                <a:schemeClr val="tx1"/>
              </a:solidFill>
              <a:cs typeface="B Lotus" panose="00000400000000000000" pitchFamily="2" charset="-78"/>
            </a:endParaRPr>
          </a:p>
        </p:txBody>
      </p:sp>
    </p:spTree>
    <p:extLst>
      <p:ext uri="{BB962C8B-B14F-4D97-AF65-F5344CB8AC3E}">
        <p14:creationId xmlns:p14="http://schemas.microsoft.com/office/powerpoint/2010/main" val="3629388578"/>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2"/>
          <p:cNvSpPr/>
          <p:nvPr/>
        </p:nvSpPr>
        <p:spPr>
          <a:xfrm>
            <a:off x="478942" y="6105269"/>
            <a:ext cx="2686954" cy="369332"/>
          </a:xfrm>
          <a:prstGeom prst="rect">
            <a:avLst/>
          </a:prstGeom>
        </p:spPr>
        <p:txBody>
          <a:bodyPr wrap="none">
            <a:spAutoFit/>
          </a:bodyPr>
          <a:lstStyle/>
          <a:p>
            <a:pPr algn="r" rtl="1" fontAlgn="base">
              <a:spcBef>
                <a:spcPct val="0"/>
              </a:spcBef>
              <a:spcAft>
                <a:spcPct val="0"/>
              </a:spcAft>
            </a:pPr>
            <a:r>
              <a:rPr lang="fa-IR" b="1" dirty="0">
                <a:cs typeface="B Nazanin" panose="00000400000000000000" pitchFamily="2" charset="-78"/>
              </a:rPr>
              <a:t>ساختار مدار سوئیچ خازنی </a:t>
            </a:r>
            <a:r>
              <a:rPr lang="fa-IR" dirty="0">
                <a:solidFill>
                  <a:srgbClr val="61D6FF"/>
                </a:solidFill>
                <a:cs typeface="B Nazanin" panose="00000400000000000000" pitchFamily="2" charset="-78"/>
              </a:rPr>
              <a:t>[1]</a:t>
            </a:r>
            <a:r>
              <a:rPr lang="fa-IR" b="1" dirty="0">
                <a:cs typeface="B Nazanin" panose="00000400000000000000" pitchFamily="2" charset="-78"/>
              </a:rPr>
              <a:t>.  </a:t>
            </a:r>
            <a:endParaRPr lang="en-US" b="1" dirty="0">
              <a:solidFill>
                <a:srgbClr val="000000"/>
              </a:solidFill>
              <a:latin typeface="Times New Roman" panose="02020603050405020304" pitchFamily="18" charset="0"/>
              <a:cs typeface="B Nazanin" pitchFamily="2" charset="-78"/>
            </a:endParaRPr>
          </a:p>
        </p:txBody>
      </p:sp>
      <p:pic>
        <p:nvPicPr>
          <p:cNvPr id="15" name="Picture 14"/>
          <p:cNvPicPr/>
          <p:nvPr/>
        </p:nvPicPr>
        <p:blipFill>
          <a:blip r:embed="rId3" cstate="print">
            <a:extLst>
              <a:ext uri="{28A0092B-C50C-407E-A947-70E740481C1C}">
                <a14:useLocalDpi xmlns:a14="http://schemas.microsoft.com/office/drawing/2010/main" val="0"/>
              </a:ext>
            </a:extLst>
          </a:blip>
          <a:stretch>
            <a:fillRect/>
          </a:stretch>
        </p:blipFill>
        <p:spPr bwMode="auto">
          <a:xfrm>
            <a:off x="693800" y="1946760"/>
            <a:ext cx="3751792" cy="4176558"/>
          </a:xfrm>
          <a:prstGeom prst="rect">
            <a:avLst/>
          </a:prstGeom>
          <a:noFill/>
          <a:ln>
            <a:noFill/>
          </a:ln>
        </p:spPr>
      </p:pic>
      <p:pic>
        <p:nvPicPr>
          <p:cNvPr id="4" name="Picture 3"/>
          <p:cNvPicPr>
            <a:picLocks noChangeAspect="1"/>
          </p:cNvPicPr>
          <p:nvPr/>
        </p:nvPicPr>
        <p:blipFill>
          <a:blip r:embed="rId4"/>
          <a:stretch>
            <a:fillRect/>
          </a:stretch>
        </p:blipFill>
        <p:spPr>
          <a:xfrm>
            <a:off x="5257800" y="1905000"/>
            <a:ext cx="3008569" cy="4167033"/>
          </a:xfrm>
          <a:prstGeom prst="rect">
            <a:avLst/>
          </a:prstGeom>
        </p:spPr>
      </p:pic>
      <p:sp>
        <p:nvSpPr>
          <p:cNvPr id="18" name="Rectangle 17"/>
          <p:cNvSpPr/>
          <p:nvPr/>
        </p:nvSpPr>
        <p:spPr>
          <a:xfrm>
            <a:off x="5058792" y="6123318"/>
            <a:ext cx="3067951" cy="369332"/>
          </a:xfrm>
          <a:prstGeom prst="rect">
            <a:avLst/>
          </a:prstGeom>
        </p:spPr>
        <p:txBody>
          <a:bodyPr wrap="square">
            <a:spAutoFit/>
          </a:bodyPr>
          <a:lstStyle/>
          <a:p>
            <a:pPr algn="r" rtl="1" fontAlgn="base">
              <a:spcBef>
                <a:spcPct val="0"/>
              </a:spcBef>
              <a:spcAft>
                <a:spcPct val="0"/>
              </a:spcAft>
            </a:pPr>
            <a:r>
              <a:rPr lang="fa-IR" b="1" dirty="0">
                <a:cs typeface="B Nazanin" panose="00000400000000000000" pitchFamily="2" charset="-78"/>
              </a:rPr>
              <a:t>ساختار مدار سوئیچ </a:t>
            </a:r>
            <a:r>
              <a:rPr lang="fa-IR" b="1" dirty="0" err="1">
                <a:cs typeface="B Nazanin" panose="00000400000000000000" pitchFamily="2" charset="-78"/>
              </a:rPr>
              <a:t>خازنی</a:t>
            </a:r>
            <a:r>
              <a:rPr lang="fa-IR" b="1" dirty="0">
                <a:cs typeface="B Nazanin" panose="00000400000000000000" pitchFamily="2" charset="-78"/>
              </a:rPr>
              <a:t> </a:t>
            </a:r>
            <a:r>
              <a:rPr lang="fa-IR" b="1" dirty="0" err="1">
                <a:cs typeface="B Nazanin" panose="00000400000000000000" pitchFamily="2" charset="-78"/>
              </a:rPr>
              <a:t>دوبل</a:t>
            </a:r>
            <a:r>
              <a:rPr lang="fa-IR" b="1" dirty="0">
                <a:cs typeface="B Nazanin" panose="00000400000000000000" pitchFamily="2" charset="-78"/>
              </a:rPr>
              <a:t> </a:t>
            </a:r>
            <a:r>
              <a:rPr lang="fa-IR" dirty="0">
                <a:solidFill>
                  <a:srgbClr val="61D6FF"/>
                </a:solidFill>
                <a:cs typeface="B Nazanin" panose="00000400000000000000" pitchFamily="2" charset="-78"/>
              </a:rPr>
              <a:t>[1]</a:t>
            </a:r>
            <a:r>
              <a:rPr lang="fa-IR" b="1" dirty="0">
                <a:cs typeface="B Nazanin" panose="00000400000000000000" pitchFamily="2" charset="-78"/>
              </a:rPr>
              <a:t>. </a:t>
            </a:r>
            <a:endParaRPr lang="en-US" b="1" dirty="0">
              <a:solidFill>
                <a:srgbClr val="000000"/>
              </a:solidFill>
              <a:latin typeface="Times New Roman" panose="02020603050405020304" pitchFamily="18" charset="0"/>
              <a:cs typeface="B Nazanin" pitchFamily="2" charset="-78"/>
            </a:endParaRPr>
          </a:p>
        </p:txBody>
      </p:sp>
      <p:sp>
        <p:nvSpPr>
          <p:cNvPr id="17" name="Rounded Rectangle 175">
            <a:extLst>
              <a:ext uri="{FF2B5EF4-FFF2-40B4-BE49-F238E27FC236}">
                <a16:creationId xmlns="" xmlns:a16="http://schemas.microsoft.com/office/drawing/2014/main" id="{D8E27344-2AB1-4A61-B14B-D9C7962F785E}"/>
              </a:ext>
            </a:extLst>
          </p:cNvPr>
          <p:cNvSpPr/>
          <p:nvPr/>
        </p:nvSpPr>
        <p:spPr bwMode="auto">
          <a:xfrm>
            <a:off x="6324600" y="1066930"/>
            <a:ext cx="2922494" cy="418072"/>
          </a:xfrm>
          <a:prstGeom prst="roundRect">
            <a:avLst/>
          </a:prstGeom>
          <a:solidFill>
            <a:srgbClr val="3D81BF">
              <a:lumMod val="75000"/>
            </a:srgbClr>
          </a:solidFill>
          <a:ln w="9525" cap="flat" cmpd="sng" algn="ctr">
            <a:solidFill>
              <a:srgbClr val="000000"/>
            </a:solidFill>
            <a:prstDash val="solid"/>
            <a:round/>
            <a:headEnd type="none" w="med" len="med"/>
            <a:tailEnd type="none" w="med" len="med"/>
          </a:ln>
          <a:effectLst>
            <a:reflection blurRad="6350" stA="50000" endA="300" endPos="55000" dir="5400000" sy="-100000" algn="bl" rotWithShape="0"/>
          </a:effectLst>
          <a:scene3d>
            <a:camera prst="isometricOffAxis2Left"/>
            <a:lightRig rig="threePt" dir="t"/>
          </a:scene3d>
        </p:spPr>
        <p:txBody>
          <a:bodyPr vert="horz" wrap="square" lIns="91440" tIns="45720" rIns="91440" bIns="45720" numCol="1" rtlCol="0" anchor="t" anchorCtr="0" compatLnSpc="1">
            <a:prstTxWarp prst="textNoShape">
              <a:avLst/>
            </a:prstTxWarp>
          </a:bodyPr>
          <a:lstStyle/>
          <a:p>
            <a:pPr lvl="0" algn="ctr" rtl="1" fontAlgn="base">
              <a:spcBef>
                <a:spcPct val="0"/>
              </a:spcBef>
              <a:spcAft>
                <a:spcPct val="0"/>
              </a:spcAft>
            </a:pPr>
            <a:r>
              <a:rPr lang="fa-IR" sz="2000" b="1" dirty="0">
                <a:solidFill>
                  <a:srgbClr val="FFFFFF"/>
                </a:solidFill>
                <a:latin typeface="Times New Roman" panose="02020603050405020304" pitchFamily="18" charset="0"/>
                <a:cs typeface="B Nazanin" panose="00000400000000000000" pitchFamily="2" charset="-78"/>
              </a:rPr>
              <a:t>سیستم مدیریت همسان سازی</a:t>
            </a:r>
            <a:endParaRPr lang="en-US" sz="2000" b="1" dirty="0">
              <a:solidFill>
                <a:srgbClr val="FFFFFF"/>
              </a:solidFill>
              <a:latin typeface="Times New Roman" panose="02020603050405020304" pitchFamily="18" charset="0"/>
              <a:cs typeface="B Nazanin" panose="00000400000000000000" pitchFamily="2" charset="-78"/>
            </a:endParaRPr>
          </a:p>
        </p:txBody>
      </p:sp>
      <p:pic>
        <p:nvPicPr>
          <p:cNvPr id="24" name="Picture 23" descr="پرونده:Azad University logo.png - ویکی‌پدیا، دانشنامهٔ آزاد">
            <a:extLst>
              <a:ext uri="{FF2B5EF4-FFF2-40B4-BE49-F238E27FC236}">
                <a16:creationId xmlns="" xmlns:a16="http://schemas.microsoft.com/office/drawing/2014/main" id="{FA988D60-670C-406B-B8FB-D5A0053424E9}"/>
              </a:ext>
            </a:extLst>
          </p:cNvPr>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8610600" y="0"/>
            <a:ext cx="533400" cy="822959"/>
          </a:xfrm>
          <a:prstGeom prst="rect">
            <a:avLst/>
          </a:prstGeom>
          <a:noFill/>
          <a:ln>
            <a:noFill/>
          </a:ln>
        </p:spPr>
      </p:pic>
      <p:sp>
        <p:nvSpPr>
          <p:cNvPr id="25" name="AutoShape 10">
            <a:extLst>
              <a:ext uri="{FF2B5EF4-FFF2-40B4-BE49-F238E27FC236}">
                <a16:creationId xmlns="" xmlns:a16="http://schemas.microsoft.com/office/drawing/2014/main" id="{96E6A76C-5024-445C-8373-4A127C8598B1}"/>
              </a:ext>
            </a:extLst>
          </p:cNvPr>
          <p:cNvSpPr>
            <a:spLocks noChangeArrowheads="1"/>
          </p:cNvSpPr>
          <p:nvPr/>
        </p:nvSpPr>
        <p:spPr bwMode="gray">
          <a:xfrm flipH="1">
            <a:off x="6244699" y="57140"/>
            <a:ext cx="2137301" cy="649224"/>
          </a:xfrm>
          <a:prstGeom prst="chevron">
            <a:avLst>
              <a:gd name="adj" fmla="val 17842"/>
            </a:avLst>
          </a:prstGeom>
          <a:gradFill rotWithShape="1">
            <a:gsLst>
              <a:gs pos="0">
                <a:srgbClr val="84B09A">
                  <a:gamma/>
                  <a:shade val="46275"/>
                  <a:invGamma/>
                </a:srgbClr>
              </a:gs>
              <a:gs pos="50000">
                <a:srgbClr val="84B09A"/>
              </a:gs>
              <a:gs pos="100000">
                <a:srgbClr val="84B09A">
                  <a:gamma/>
                  <a:shade val="46275"/>
                  <a:invGamma/>
                </a:srgbClr>
              </a:gs>
            </a:gsLst>
            <a:lin ang="2700000" scaled="1"/>
          </a:gradFill>
          <a:ln w="38100">
            <a:solidFill>
              <a:srgbClr val="EAEAEA"/>
            </a:solidFill>
            <a:miter lim="800000"/>
            <a:headEnd/>
            <a:tailEnd/>
          </a:ln>
          <a:effectLst>
            <a:outerShdw dist="109250" dir="3267739" algn="ctr" rotWithShape="0">
              <a:srgbClr val="333333">
                <a:alpha val="50000"/>
              </a:srgbClr>
            </a:outerShdw>
          </a:effectLst>
        </p:spPr>
        <p:txBody>
          <a:bodyPr wrap="square" anchor="ctr">
            <a:spAutoFit/>
          </a:bodyPr>
          <a:lstStyle/>
          <a:p>
            <a:pPr algn="ctr" fontAlgn="base">
              <a:spcBef>
                <a:spcPct val="0"/>
              </a:spcBef>
              <a:spcAft>
                <a:spcPct val="0"/>
              </a:spcAft>
            </a:pPr>
            <a:endParaRPr lang="en-US" kern="0">
              <a:solidFill>
                <a:srgbClr val="3D81BF"/>
              </a:solidFill>
            </a:endParaRPr>
          </a:p>
        </p:txBody>
      </p:sp>
      <p:sp>
        <p:nvSpPr>
          <p:cNvPr id="26" name="AutoShape 3">
            <a:extLst>
              <a:ext uri="{FF2B5EF4-FFF2-40B4-BE49-F238E27FC236}">
                <a16:creationId xmlns="" xmlns:a16="http://schemas.microsoft.com/office/drawing/2014/main" id="{C71EB997-3681-42CE-8D12-DC0BC893643A}"/>
              </a:ext>
            </a:extLst>
          </p:cNvPr>
          <p:cNvSpPr>
            <a:spLocks noChangeArrowheads="1"/>
          </p:cNvSpPr>
          <p:nvPr/>
        </p:nvSpPr>
        <p:spPr bwMode="gray">
          <a:xfrm flipH="1">
            <a:off x="161662" y="57140"/>
            <a:ext cx="1970868" cy="651510"/>
          </a:xfrm>
          <a:prstGeom prst="chevron">
            <a:avLst>
              <a:gd name="adj" fmla="val 17009"/>
            </a:avLst>
          </a:prstGeom>
          <a:gradFill rotWithShape="1">
            <a:gsLst>
              <a:gs pos="0">
                <a:srgbClr val="84B09A">
                  <a:gamma/>
                  <a:shade val="46275"/>
                  <a:invGamma/>
                </a:srgbClr>
              </a:gs>
              <a:gs pos="50000">
                <a:srgbClr val="84B09A"/>
              </a:gs>
              <a:gs pos="100000">
                <a:srgbClr val="84B09A">
                  <a:gamma/>
                  <a:shade val="46275"/>
                  <a:invGamma/>
                </a:srgbClr>
              </a:gs>
            </a:gsLst>
            <a:lin ang="2700000" scaled="1"/>
          </a:gradFill>
          <a:ln w="38100">
            <a:solidFill>
              <a:srgbClr val="EAEAEA"/>
            </a:solidFill>
            <a:miter lim="800000"/>
            <a:headEnd/>
            <a:tailEnd/>
          </a:ln>
          <a:effectLst>
            <a:outerShdw dist="109250" dir="3267739" algn="ctr" rotWithShape="0">
              <a:srgbClr val="333333">
                <a:alpha val="50000"/>
              </a:srgbClr>
            </a:outerShdw>
          </a:effectLst>
        </p:spPr>
        <p:txBody>
          <a:bodyPr wrap="square" anchor="ctr">
            <a:spAutoFit/>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endParaRPr>
          </a:p>
        </p:txBody>
      </p:sp>
      <p:sp>
        <p:nvSpPr>
          <p:cNvPr id="27" name="Rectangle 26">
            <a:extLst>
              <a:ext uri="{FF2B5EF4-FFF2-40B4-BE49-F238E27FC236}">
                <a16:creationId xmlns="" xmlns:a16="http://schemas.microsoft.com/office/drawing/2014/main" id="{C48087A2-0F0F-40A0-A837-05942D40B928}"/>
              </a:ext>
            </a:extLst>
          </p:cNvPr>
          <p:cNvSpPr/>
          <p:nvPr/>
        </p:nvSpPr>
        <p:spPr>
          <a:xfrm>
            <a:off x="431672" y="189466"/>
            <a:ext cx="1443038" cy="338554"/>
          </a:xfrm>
          <a:prstGeom prst="rect">
            <a:avLst/>
          </a:prstGeom>
        </p:spPr>
        <p:txBody>
          <a:bodyPr wrap="square">
            <a:spAutoFit/>
          </a:bodyPr>
          <a:lstStyle/>
          <a:p>
            <a:pPr lvl="0" algn="ctr" rtl="1" fontAlgn="base">
              <a:spcBef>
                <a:spcPct val="0"/>
              </a:spcBef>
              <a:spcAft>
                <a:spcPct val="0"/>
              </a:spcAft>
            </a:pPr>
            <a:r>
              <a:rPr lang="fa-IR" sz="1600" b="1" dirty="0">
                <a:solidFill>
                  <a:srgbClr val="FFFFFF"/>
                </a:solidFill>
                <a:latin typeface="Times New Roman" panose="02020603050405020304" pitchFamily="18" charset="0"/>
                <a:cs typeface="B Nazanin" panose="00000400000000000000" pitchFamily="2" charset="-78"/>
              </a:rPr>
              <a:t>مقالات اخیر</a:t>
            </a:r>
            <a:endParaRPr lang="en-US" sz="1600" b="1" dirty="0">
              <a:solidFill>
                <a:srgbClr val="FFFFFF"/>
              </a:solidFill>
              <a:latin typeface="Times New Roman" panose="02020603050405020304" pitchFamily="18" charset="0"/>
              <a:cs typeface="B Nazanin" panose="00000400000000000000" pitchFamily="2" charset="-78"/>
            </a:endParaRPr>
          </a:p>
        </p:txBody>
      </p:sp>
      <p:sp>
        <p:nvSpPr>
          <p:cNvPr id="28" name="Rectangle 27">
            <a:extLst>
              <a:ext uri="{FF2B5EF4-FFF2-40B4-BE49-F238E27FC236}">
                <a16:creationId xmlns="" xmlns:a16="http://schemas.microsoft.com/office/drawing/2014/main" id="{BF9CF44D-C94F-4B09-AF24-15EACD7BE0F4}"/>
              </a:ext>
            </a:extLst>
          </p:cNvPr>
          <p:cNvSpPr/>
          <p:nvPr/>
        </p:nvSpPr>
        <p:spPr>
          <a:xfrm>
            <a:off x="6499957" y="197162"/>
            <a:ext cx="1626786" cy="323165"/>
          </a:xfrm>
          <a:prstGeom prst="rect">
            <a:avLst/>
          </a:prstGeom>
        </p:spPr>
        <p:txBody>
          <a:bodyPr wrap="square">
            <a:spAutoFit/>
          </a:bodyPr>
          <a:lstStyle/>
          <a:p>
            <a:pPr lvl="0" algn="ctr" fontAlgn="base">
              <a:spcBef>
                <a:spcPct val="0"/>
              </a:spcBef>
              <a:spcAft>
                <a:spcPct val="0"/>
              </a:spcAft>
              <a:defRPr/>
            </a:pPr>
            <a:r>
              <a:rPr lang="fa-IR" sz="1500" b="1" kern="0" dirty="0" err="1">
                <a:solidFill>
                  <a:srgbClr val="FFFFFF"/>
                </a:solidFill>
                <a:latin typeface="Times New Roman" panose="02020603050405020304" pitchFamily="18" charset="0"/>
                <a:cs typeface="B Nazanin" pitchFamily="2" charset="-78"/>
              </a:rPr>
              <a:t>باتریها</a:t>
            </a:r>
            <a:endParaRPr lang="en-US" sz="1500" b="1" kern="0" dirty="0">
              <a:solidFill>
                <a:srgbClr val="FFFFFF"/>
              </a:solidFill>
              <a:latin typeface="Times New Roman" panose="02020603050405020304" pitchFamily="18" charset="0"/>
              <a:cs typeface="B Nazanin" pitchFamily="2" charset="-78"/>
            </a:endParaRPr>
          </a:p>
        </p:txBody>
      </p:sp>
      <p:sp>
        <p:nvSpPr>
          <p:cNvPr id="29" name="AutoShape 10">
            <a:extLst>
              <a:ext uri="{FF2B5EF4-FFF2-40B4-BE49-F238E27FC236}">
                <a16:creationId xmlns="" xmlns:a16="http://schemas.microsoft.com/office/drawing/2014/main" id="{50B159E1-0AA0-4C32-86C7-52F5C5E0D242}"/>
              </a:ext>
            </a:extLst>
          </p:cNvPr>
          <p:cNvSpPr>
            <a:spLocks noChangeArrowheads="1"/>
          </p:cNvSpPr>
          <p:nvPr/>
        </p:nvSpPr>
        <p:spPr bwMode="gray">
          <a:xfrm flipH="1">
            <a:off x="2105458" y="54854"/>
            <a:ext cx="2137301" cy="651510"/>
          </a:xfrm>
          <a:prstGeom prst="chevron">
            <a:avLst>
              <a:gd name="adj" fmla="val 17842"/>
            </a:avLst>
          </a:prstGeom>
          <a:gradFill rotWithShape="1">
            <a:gsLst>
              <a:gs pos="0">
                <a:srgbClr val="3659EC">
                  <a:gamma/>
                  <a:shade val="46275"/>
                  <a:invGamma/>
                </a:srgbClr>
              </a:gs>
              <a:gs pos="50000">
                <a:srgbClr val="3659EC"/>
              </a:gs>
              <a:gs pos="100000">
                <a:srgbClr val="3659EC">
                  <a:gamma/>
                  <a:shade val="46275"/>
                  <a:invGamma/>
                </a:srgbClr>
              </a:gs>
            </a:gsLst>
            <a:lin ang="2700000" scaled="1"/>
          </a:gradFill>
          <a:ln w="38100">
            <a:solidFill>
              <a:srgbClr val="EAEAEA"/>
            </a:solidFill>
            <a:miter lim="800000"/>
            <a:headEnd/>
            <a:tailEnd/>
          </a:ln>
          <a:effectLst>
            <a:outerShdw dist="109250" dir="3267739" algn="ctr" rotWithShape="0">
              <a:srgbClr val="333333">
                <a:alpha val="50000"/>
              </a:srgbClr>
            </a:outerShdw>
          </a:effectLst>
        </p:spPr>
        <p:txBody>
          <a:bodyPr wrap="square" anchor="ctr">
            <a:spAutoFit/>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endParaRPr>
          </a:p>
        </p:txBody>
      </p:sp>
      <p:sp>
        <p:nvSpPr>
          <p:cNvPr id="32" name="AutoShape 3">
            <a:extLst>
              <a:ext uri="{FF2B5EF4-FFF2-40B4-BE49-F238E27FC236}">
                <a16:creationId xmlns="" xmlns:a16="http://schemas.microsoft.com/office/drawing/2014/main" id="{DBA5C955-0E66-467E-8B5F-EF4EE5F8F3FA}"/>
              </a:ext>
            </a:extLst>
          </p:cNvPr>
          <p:cNvSpPr>
            <a:spLocks noChangeArrowheads="1"/>
          </p:cNvSpPr>
          <p:nvPr/>
        </p:nvSpPr>
        <p:spPr bwMode="gray">
          <a:xfrm flipH="1">
            <a:off x="4215687" y="54854"/>
            <a:ext cx="2056085" cy="651510"/>
          </a:xfrm>
          <a:prstGeom prst="chevron">
            <a:avLst>
              <a:gd name="adj" fmla="val 17009"/>
            </a:avLst>
          </a:prstGeom>
          <a:gradFill rotWithShape="1">
            <a:gsLst>
              <a:gs pos="0">
                <a:srgbClr val="84B09A">
                  <a:gamma/>
                  <a:shade val="46275"/>
                  <a:invGamma/>
                </a:srgbClr>
              </a:gs>
              <a:gs pos="50000">
                <a:srgbClr val="84B09A"/>
              </a:gs>
              <a:gs pos="100000">
                <a:srgbClr val="84B09A">
                  <a:gamma/>
                  <a:shade val="46275"/>
                  <a:invGamma/>
                </a:srgbClr>
              </a:gs>
            </a:gsLst>
            <a:lin ang="2700000" scaled="1"/>
          </a:gradFill>
          <a:ln w="38100">
            <a:solidFill>
              <a:srgbClr val="EAEAEA"/>
            </a:solidFill>
            <a:miter lim="800000"/>
            <a:headEnd/>
            <a:tailEnd/>
          </a:ln>
          <a:effectLst>
            <a:outerShdw dist="109250" dir="3267739" algn="ctr" rotWithShape="0">
              <a:srgbClr val="333333">
                <a:alpha val="50000"/>
              </a:srgbClr>
            </a:outerShdw>
          </a:effectLst>
        </p:spPr>
        <p:txBody>
          <a:bodyPr wrap="square" anchor="ctr">
            <a:spAutoFit/>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endParaRPr>
          </a:p>
        </p:txBody>
      </p:sp>
      <p:sp>
        <p:nvSpPr>
          <p:cNvPr id="33" name="Rectangle 32">
            <a:extLst>
              <a:ext uri="{FF2B5EF4-FFF2-40B4-BE49-F238E27FC236}">
                <a16:creationId xmlns="" xmlns:a16="http://schemas.microsoft.com/office/drawing/2014/main" id="{4DE55AA0-934E-4757-A2D4-1C4E49036DCD}"/>
              </a:ext>
            </a:extLst>
          </p:cNvPr>
          <p:cNvSpPr/>
          <p:nvPr/>
        </p:nvSpPr>
        <p:spPr>
          <a:xfrm>
            <a:off x="2402046" y="64070"/>
            <a:ext cx="1600200" cy="584775"/>
          </a:xfrm>
          <a:prstGeom prst="rect">
            <a:avLst/>
          </a:prstGeom>
        </p:spPr>
        <p:txBody>
          <a:bodyPr wrap="square">
            <a:spAutoFit/>
          </a:bodyPr>
          <a:lstStyle/>
          <a:p>
            <a:pPr lvl="0" algn="ctr" rtl="1" fontAlgn="base">
              <a:spcBef>
                <a:spcPct val="0"/>
              </a:spcBef>
              <a:spcAft>
                <a:spcPct val="0"/>
              </a:spcAft>
            </a:pPr>
            <a:r>
              <a:rPr lang="fa-IR" sz="1600" b="1" dirty="0">
                <a:solidFill>
                  <a:srgbClr val="FFFFFF"/>
                </a:solidFill>
                <a:latin typeface="Times New Roman" panose="02020603050405020304" pitchFamily="18" charset="0"/>
                <a:cs typeface="B Nazanin" panose="00000400000000000000" pitchFamily="2" charset="-78"/>
              </a:rPr>
              <a:t>سیستم مدیریت همسان سازی</a:t>
            </a:r>
            <a:endParaRPr lang="en-US" sz="1600" b="1" dirty="0">
              <a:solidFill>
                <a:srgbClr val="FFFFFF"/>
              </a:solidFill>
              <a:latin typeface="Times New Roman" panose="02020603050405020304" pitchFamily="18" charset="0"/>
              <a:cs typeface="B Nazanin" panose="00000400000000000000" pitchFamily="2" charset="-78"/>
            </a:endParaRPr>
          </a:p>
        </p:txBody>
      </p:sp>
      <p:sp>
        <p:nvSpPr>
          <p:cNvPr id="34" name="Rectangle 33">
            <a:extLst>
              <a:ext uri="{FF2B5EF4-FFF2-40B4-BE49-F238E27FC236}">
                <a16:creationId xmlns="" xmlns:a16="http://schemas.microsoft.com/office/drawing/2014/main" id="{AC165A2D-60D3-440C-A112-7B419F7E72B2}"/>
              </a:ext>
            </a:extLst>
          </p:cNvPr>
          <p:cNvSpPr/>
          <p:nvPr/>
        </p:nvSpPr>
        <p:spPr>
          <a:xfrm>
            <a:off x="4529582" y="89171"/>
            <a:ext cx="1443038" cy="584775"/>
          </a:xfrm>
          <a:prstGeom prst="rect">
            <a:avLst/>
          </a:prstGeom>
        </p:spPr>
        <p:txBody>
          <a:bodyPr wrap="square">
            <a:spAutoFit/>
          </a:bodyPr>
          <a:lstStyle/>
          <a:p>
            <a:pPr lvl="0" algn="ctr" rtl="1" fontAlgn="base">
              <a:spcBef>
                <a:spcPct val="0"/>
              </a:spcBef>
              <a:spcAft>
                <a:spcPct val="0"/>
              </a:spcAft>
            </a:pPr>
            <a:r>
              <a:rPr lang="fa-IR" sz="1600" b="1" dirty="0">
                <a:solidFill>
                  <a:srgbClr val="FFFFFF"/>
                </a:solidFill>
                <a:latin typeface="Times New Roman" panose="02020603050405020304" pitchFamily="18" charset="0"/>
                <a:cs typeface="B Nazanin" panose="00000400000000000000" pitchFamily="2" charset="-78"/>
              </a:rPr>
              <a:t>سیستم مدیریت باتری</a:t>
            </a:r>
            <a:endParaRPr lang="en-US" sz="1600" b="1" dirty="0">
              <a:solidFill>
                <a:srgbClr val="FFFFFF"/>
              </a:solidFill>
              <a:latin typeface="Times New Roman" panose="02020603050405020304" pitchFamily="18" charset="0"/>
              <a:cs typeface="B Nazanin" panose="00000400000000000000" pitchFamily="2" charset="-78"/>
            </a:endParaRPr>
          </a:p>
        </p:txBody>
      </p:sp>
      <p:sp>
        <p:nvSpPr>
          <p:cNvPr id="35" name="TextBox 34">
            <a:extLst>
              <a:ext uri="{FF2B5EF4-FFF2-40B4-BE49-F238E27FC236}">
                <a16:creationId xmlns="" xmlns:a16="http://schemas.microsoft.com/office/drawing/2014/main" id="{F43469DC-7F5B-471E-BD74-ED709E621F63}"/>
              </a:ext>
            </a:extLst>
          </p:cNvPr>
          <p:cNvSpPr txBox="1"/>
          <p:nvPr/>
        </p:nvSpPr>
        <p:spPr>
          <a:xfrm>
            <a:off x="7741141" y="1726687"/>
            <a:ext cx="1151276" cy="369332"/>
          </a:xfrm>
          <a:prstGeom prst="rect">
            <a:avLst/>
          </a:prstGeom>
          <a:noFill/>
        </p:spPr>
        <p:txBody>
          <a:bodyPr wrap="none" rtlCol="0">
            <a:spAutoFit/>
          </a:bodyPr>
          <a:lstStyle/>
          <a:p>
            <a:pPr algn="r" rtl="1"/>
            <a:r>
              <a:rPr lang="fa-IR" b="1" dirty="0">
                <a:cs typeface="B Nazanin" panose="00000400000000000000" pitchFamily="2" charset="-78"/>
              </a:rPr>
              <a:t>انتقال مجاور</a:t>
            </a:r>
          </a:p>
        </p:txBody>
      </p:sp>
      <p:sp>
        <p:nvSpPr>
          <p:cNvPr id="2" name="Slide Number Placeholder 1"/>
          <p:cNvSpPr>
            <a:spLocks noGrp="1"/>
          </p:cNvSpPr>
          <p:nvPr>
            <p:ph type="sldNum" sz="quarter" idx="12"/>
          </p:nvPr>
        </p:nvSpPr>
        <p:spPr/>
        <p:txBody>
          <a:bodyPr/>
          <a:lstStyle/>
          <a:p>
            <a:fld id="{7FC2E40A-4446-4E2B-B9AD-16F559E28E02}" type="slidenum">
              <a:rPr lang="en-US" smtClean="0"/>
              <a:t>59</a:t>
            </a:fld>
            <a:endParaRPr lang="en-US"/>
          </a:p>
        </p:txBody>
      </p:sp>
      <p:sp>
        <p:nvSpPr>
          <p:cNvPr id="19" name="Slide Number Placeholder 3">
            <a:extLst>
              <a:ext uri="{FF2B5EF4-FFF2-40B4-BE49-F238E27FC236}">
                <a16:creationId xmlns="" xmlns:a16="http://schemas.microsoft.com/office/drawing/2014/main" id="{FEFB061F-8AAB-4535-B272-1BA4D5A77191}"/>
              </a:ext>
            </a:extLst>
          </p:cNvPr>
          <p:cNvSpPr txBox="1">
            <a:spLocks/>
          </p:cNvSpPr>
          <p:nvPr/>
        </p:nvSpPr>
        <p:spPr>
          <a:xfrm>
            <a:off x="8965" y="6090313"/>
            <a:ext cx="676835" cy="767687"/>
          </a:xfrm>
          <a:prstGeom prst="rect">
            <a:avLst/>
          </a:prstGeom>
        </p:spPr>
        <p:txBody>
          <a:bodyPr vert="horz" lIns="91440" tIns="45720" rIns="91440" bIns="45720" rtlCol="0" anchor="ctr"/>
          <a:lstStyle>
            <a:defPPr>
              <a:defRPr lang="en-US"/>
            </a:defPPr>
            <a:lvl1pPr marL="0" algn="l" defTabSz="914400" rtl="0" eaLnBrk="1" latinLnBrk="0" hangingPunct="1">
              <a:defRPr sz="1400" b="1" kern="1200">
                <a:solidFill>
                  <a:srgbClr val="FFFFFF"/>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rtl="1"/>
            <a:fld id="{E8ADF199-8047-440E-B02B-E80683B392F2}" type="slidenum">
              <a:rPr lang="fa-IR" sz="1800" smtClean="0">
                <a:solidFill>
                  <a:schemeClr val="tx1"/>
                </a:solidFill>
                <a:cs typeface="B Lotus" panose="00000400000000000000" pitchFamily="2" charset="-78"/>
              </a:rPr>
              <a:pPr rtl="1"/>
              <a:t>59</a:t>
            </a:fld>
            <a:endParaRPr lang="fa-IR" sz="1800" dirty="0">
              <a:solidFill>
                <a:schemeClr val="tx1"/>
              </a:solidFill>
              <a:cs typeface="B Lotus" panose="00000400000000000000" pitchFamily="2" charset="-78"/>
            </a:endParaRPr>
          </a:p>
        </p:txBody>
      </p:sp>
    </p:spTree>
    <p:extLst>
      <p:ext uri="{BB962C8B-B14F-4D97-AF65-F5344CB8AC3E}">
        <p14:creationId xmlns:p14="http://schemas.microsoft.com/office/powerpoint/2010/main" val="3911389393"/>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3" name="AutoShape 2">
            <a:extLst>
              <a:ext uri="{FF2B5EF4-FFF2-40B4-BE49-F238E27FC236}">
                <a16:creationId xmlns="" xmlns:a16="http://schemas.microsoft.com/office/drawing/2014/main" id="{497A908A-E454-4B9F-A07D-96505D4C7818}"/>
              </a:ext>
            </a:extLst>
          </p:cNvPr>
          <p:cNvSpPr>
            <a:spLocks noChangeAspect="1" noChangeArrowheads="1"/>
          </p:cNvSpPr>
          <p:nvPr/>
        </p:nvSpPr>
        <p:spPr bwMode="ltGray">
          <a:xfrm rot="16200000" flipH="1">
            <a:off x="6766228" y="1978026"/>
            <a:ext cx="4824413" cy="4770438"/>
          </a:xfrm>
          <a:custGeom>
            <a:avLst/>
            <a:gdLst>
              <a:gd name="G0" fmla="+- 10478 0 0"/>
              <a:gd name="G1" fmla="+- -11739500 0 0"/>
              <a:gd name="G2" fmla="+- 0 0 -11739500"/>
              <a:gd name="T0" fmla="*/ 0 256 1"/>
              <a:gd name="T1" fmla="*/ 180 256 1"/>
              <a:gd name="G3" fmla="+- -11739500 T0 T1"/>
              <a:gd name="T2" fmla="*/ 0 256 1"/>
              <a:gd name="T3" fmla="*/ 90 256 1"/>
              <a:gd name="G4" fmla="+- -11739500 T2 T3"/>
              <a:gd name="G5" fmla="*/ G4 2 1"/>
              <a:gd name="T4" fmla="*/ 90 256 1"/>
              <a:gd name="T5" fmla="*/ 0 256 1"/>
              <a:gd name="G6" fmla="+- -11739500 T4 T5"/>
              <a:gd name="G7" fmla="*/ G6 2 1"/>
              <a:gd name="G8" fmla="abs -11739500"/>
              <a:gd name="T6" fmla="*/ 0 256 1"/>
              <a:gd name="T7" fmla="*/ 90 256 1"/>
              <a:gd name="G9" fmla="+- G8 T6 T7"/>
              <a:gd name="G10" fmla="?: G9 G7 G5"/>
              <a:gd name="T8" fmla="*/ 0 256 1"/>
              <a:gd name="T9" fmla="*/ 360 256 1"/>
              <a:gd name="G11" fmla="+- G10 T8 T9"/>
              <a:gd name="G12" fmla="?: G10 G11 G10"/>
              <a:gd name="T10" fmla="*/ 0 256 1"/>
              <a:gd name="T11" fmla="*/ 360 256 1"/>
              <a:gd name="G13" fmla="+- G12 T10 T11"/>
              <a:gd name="G14" fmla="?: G12 G13 G12"/>
              <a:gd name="G15" fmla="+- 0 0 G14"/>
              <a:gd name="G16" fmla="+- 10800 0 0"/>
              <a:gd name="G17" fmla="+- 10800 0 10478"/>
              <a:gd name="G18" fmla="*/ 10478 1 2"/>
              <a:gd name="G19" fmla="+- G18 5400 0"/>
              <a:gd name="G20" fmla="cos G19 -11739500"/>
              <a:gd name="G21" fmla="sin G19 -11739500"/>
              <a:gd name="G22" fmla="+- G20 10800 0"/>
              <a:gd name="G23" fmla="+- G21 10800 0"/>
              <a:gd name="G24" fmla="+- 10800 0 G20"/>
              <a:gd name="G25" fmla="+- 10478 10800 0"/>
              <a:gd name="G26" fmla="?: G9 G17 G25"/>
              <a:gd name="G27" fmla="?: G9 0 21600"/>
              <a:gd name="G28" fmla="cos 10800 -11739500"/>
              <a:gd name="G29" fmla="sin 10800 -11739500"/>
              <a:gd name="G30" fmla="sin 10478 -11739500"/>
              <a:gd name="G31" fmla="+- G28 10800 0"/>
              <a:gd name="G32" fmla="+- G29 10800 0"/>
              <a:gd name="G33" fmla="+- G30 10800 0"/>
              <a:gd name="G34" fmla="?: G4 0 G31"/>
              <a:gd name="G35" fmla="?: -11739500 G34 0"/>
              <a:gd name="G36" fmla="?: G6 G35 G31"/>
              <a:gd name="G37" fmla="+- 21600 0 G36"/>
              <a:gd name="G38" fmla="?: G4 0 G33"/>
              <a:gd name="G39" fmla="?: -11739500 G38 G32"/>
              <a:gd name="G40" fmla="?: G6 G39 0"/>
              <a:gd name="G41" fmla="?: G4 G32 21600"/>
              <a:gd name="G42" fmla="?: G6 G41 G33"/>
              <a:gd name="T12" fmla="*/ 10800 w 21600"/>
              <a:gd name="T13" fmla="*/ 0 h 21600"/>
              <a:gd name="T14" fmla="*/ 162 w 21600"/>
              <a:gd name="T15" fmla="*/ 10638 h 21600"/>
              <a:gd name="T16" fmla="*/ 10800 w 21600"/>
              <a:gd name="T17" fmla="*/ 322 h 21600"/>
              <a:gd name="T18" fmla="*/ 21438 w 21600"/>
              <a:gd name="T19" fmla="*/ 10638 h 21600"/>
              <a:gd name="T20" fmla="*/ G36 w 21600"/>
              <a:gd name="T21" fmla="*/ G40 h 21600"/>
              <a:gd name="T22" fmla="*/ G37 w 21600"/>
              <a:gd name="T23" fmla="*/ G42 h 21600"/>
            </a:gdLst>
            <a:ahLst/>
            <a:cxnLst>
              <a:cxn ang="0">
                <a:pos x="T12" y="T13"/>
              </a:cxn>
              <a:cxn ang="0">
                <a:pos x="T14" y="T15"/>
              </a:cxn>
              <a:cxn ang="0">
                <a:pos x="T16" y="T17"/>
              </a:cxn>
              <a:cxn ang="0">
                <a:pos x="T18" y="T19"/>
              </a:cxn>
            </a:cxnLst>
            <a:rect l="T20" t="T21" r="T22" b="T23"/>
            <a:pathLst>
              <a:path w="21600" h="21600">
                <a:moveTo>
                  <a:pt x="323" y="10641"/>
                </a:moveTo>
                <a:cubicBezTo>
                  <a:pt x="410" y="4916"/>
                  <a:pt x="5075" y="321"/>
                  <a:pt x="10800" y="322"/>
                </a:cubicBezTo>
                <a:cubicBezTo>
                  <a:pt x="16524" y="322"/>
                  <a:pt x="21189" y="4916"/>
                  <a:pt x="21276" y="10641"/>
                </a:cubicBezTo>
                <a:lnTo>
                  <a:pt x="21598" y="10636"/>
                </a:lnTo>
                <a:cubicBezTo>
                  <a:pt x="21509" y="4736"/>
                  <a:pt x="16700" y="-1"/>
                  <a:pt x="10799" y="0"/>
                </a:cubicBezTo>
                <a:cubicBezTo>
                  <a:pt x="4899" y="0"/>
                  <a:pt x="90" y="4736"/>
                  <a:pt x="1" y="10636"/>
                </a:cubicBezTo>
                <a:close/>
              </a:path>
            </a:pathLst>
          </a:custGeom>
          <a:gradFill rotWithShape="0">
            <a:gsLst>
              <a:gs pos="0">
                <a:srgbClr val="B0BAD8">
                  <a:gamma/>
                  <a:tint val="45490"/>
                  <a:invGamma/>
                </a:srgbClr>
              </a:gs>
              <a:gs pos="100000">
                <a:srgbClr val="B0BAD8"/>
              </a:gs>
            </a:gsLst>
            <a:lin ang="0" scaled="1"/>
          </a:gradFill>
          <a:ln w="9525" algn="ctr">
            <a:noFill/>
            <a:miter lim="800000"/>
            <a:headEnd/>
            <a:tailEnd/>
          </a:ln>
          <a:effectLst/>
        </p:spPr>
        <p:txBody>
          <a:bodyPr wrap="none" anchor="ct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endParaRPr>
          </a:p>
        </p:txBody>
      </p:sp>
      <p:sp>
        <p:nvSpPr>
          <p:cNvPr id="124" name="AutoShape 3">
            <a:extLst>
              <a:ext uri="{FF2B5EF4-FFF2-40B4-BE49-F238E27FC236}">
                <a16:creationId xmlns="" xmlns:a16="http://schemas.microsoft.com/office/drawing/2014/main" id="{481E592A-A902-40E8-8D57-EEB2C886C06E}"/>
              </a:ext>
            </a:extLst>
          </p:cNvPr>
          <p:cNvSpPr>
            <a:spLocks noChangeAspect="1" noChangeArrowheads="1"/>
          </p:cNvSpPr>
          <p:nvPr/>
        </p:nvSpPr>
        <p:spPr bwMode="ltGray">
          <a:xfrm rot="16200000">
            <a:off x="7127876" y="2413794"/>
            <a:ext cx="4032250" cy="3929063"/>
          </a:xfrm>
          <a:custGeom>
            <a:avLst/>
            <a:gdLst>
              <a:gd name="G0" fmla="+- 56 0 0"/>
              <a:gd name="G1" fmla="+- 11796480 0 0"/>
              <a:gd name="G2" fmla="+- 0 0 11796480"/>
              <a:gd name="T0" fmla="*/ 0 256 1"/>
              <a:gd name="T1" fmla="*/ 180 256 1"/>
              <a:gd name="G3" fmla="+- 11796480 T0 T1"/>
              <a:gd name="T2" fmla="*/ 0 256 1"/>
              <a:gd name="T3" fmla="*/ 90 256 1"/>
              <a:gd name="G4" fmla="+- 11796480 T2 T3"/>
              <a:gd name="G5" fmla="*/ G4 2 1"/>
              <a:gd name="T4" fmla="*/ 90 256 1"/>
              <a:gd name="T5" fmla="*/ 0 256 1"/>
              <a:gd name="G6" fmla="+- 11796480 T4 T5"/>
              <a:gd name="G7" fmla="*/ G6 2 1"/>
              <a:gd name="G8" fmla="abs 11796480"/>
              <a:gd name="T6" fmla="*/ 0 256 1"/>
              <a:gd name="T7" fmla="*/ 90 256 1"/>
              <a:gd name="G9" fmla="+- G8 T6 T7"/>
              <a:gd name="G10" fmla="?: G9 G7 G5"/>
              <a:gd name="T8" fmla="*/ 0 256 1"/>
              <a:gd name="T9" fmla="*/ 360 256 1"/>
              <a:gd name="G11" fmla="+- G10 T8 T9"/>
              <a:gd name="G12" fmla="?: G10 G11 G10"/>
              <a:gd name="T10" fmla="*/ 0 256 1"/>
              <a:gd name="T11" fmla="*/ 360 256 1"/>
              <a:gd name="G13" fmla="+- G12 T10 T11"/>
              <a:gd name="G14" fmla="?: G12 G13 G12"/>
              <a:gd name="G15" fmla="+- 0 0 G14"/>
              <a:gd name="G16" fmla="+- 10800 0 0"/>
              <a:gd name="G17" fmla="+- 10800 0 56"/>
              <a:gd name="G18" fmla="*/ 56 1 2"/>
              <a:gd name="G19" fmla="+- G18 5400 0"/>
              <a:gd name="G20" fmla="cos G19 11796480"/>
              <a:gd name="G21" fmla="sin G19 11796480"/>
              <a:gd name="G22" fmla="+- G20 10800 0"/>
              <a:gd name="G23" fmla="+- G21 10800 0"/>
              <a:gd name="G24" fmla="+- 10800 0 G20"/>
              <a:gd name="G25" fmla="+- 56 10800 0"/>
              <a:gd name="G26" fmla="?: G9 G17 G25"/>
              <a:gd name="G27" fmla="?: G9 0 21600"/>
              <a:gd name="G28" fmla="cos 10800 11796480"/>
              <a:gd name="G29" fmla="sin 10800 11796480"/>
              <a:gd name="G30" fmla="sin 56 11796480"/>
              <a:gd name="G31" fmla="+- G28 10800 0"/>
              <a:gd name="G32" fmla="+- G29 10800 0"/>
              <a:gd name="G33" fmla="+- G30 10800 0"/>
              <a:gd name="G34" fmla="?: G4 0 G31"/>
              <a:gd name="G35" fmla="?: 11796480 G34 0"/>
              <a:gd name="G36" fmla="?: G6 G35 G31"/>
              <a:gd name="G37" fmla="+- 21600 0 G36"/>
              <a:gd name="G38" fmla="?: G4 0 G33"/>
              <a:gd name="G39" fmla="?: 11796480 G38 G32"/>
              <a:gd name="G40" fmla="?: G6 G39 0"/>
              <a:gd name="G41" fmla="?: G4 G32 21600"/>
              <a:gd name="G42" fmla="?: G6 G41 G33"/>
              <a:gd name="T12" fmla="*/ 10800 w 21600"/>
              <a:gd name="T13" fmla="*/ 0 h 21600"/>
              <a:gd name="T14" fmla="*/ 5372 w 21600"/>
              <a:gd name="T15" fmla="*/ 10800 h 21600"/>
              <a:gd name="T16" fmla="*/ 10800 w 21600"/>
              <a:gd name="T17" fmla="*/ 10744 h 21600"/>
              <a:gd name="T18" fmla="*/ 16228 w 21600"/>
              <a:gd name="T19" fmla="*/ 10800 h 21600"/>
              <a:gd name="T20" fmla="*/ G36 w 21600"/>
              <a:gd name="T21" fmla="*/ G40 h 21600"/>
              <a:gd name="T22" fmla="*/ G37 w 21600"/>
              <a:gd name="T23" fmla="*/ G42 h 21600"/>
            </a:gdLst>
            <a:ahLst/>
            <a:cxnLst>
              <a:cxn ang="0">
                <a:pos x="T12" y="T13"/>
              </a:cxn>
              <a:cxn ang="0">
                <a:pos x="T14" y="T15"/>
              </a:cxn>
              <a:cxn ang="0">
                <a:pos x="T16" y="T17"/>
              </a:cxn>
              <a:cxn ang="0">
                <a:pos x="T18" y="T19"/>
              </a:cxn>
            </a:cxnLst>
            <a:rect l="T20" t="T21" r="T22" b="T23"/>
            <a:pathLst>
              <a:path w="21600" h="21600">
                <a:moveTo>
                  <a:pt x="10744" y="10800"/>
                </a:moveTo>
                <a:cubicBezTo>
                  <a:pt x="10744" y="10769"/>
                  <a:pt x="10769" y="10744"/>
                  <a:pt x="10800" y="10744"/>
                </a:cubicBezTo>
                <a:cubicBezTo>
                  <a:pt x="10830" y="10743"/>
                  <a:pt x="10855" y="10769"/>
                  <a:pt x="10856" y="10799"/>
                </a:cubicBezTo>
                <a:lnTo>
                  <a:pt x="21600" y="10800"/>
                </a:lnTo>
                <a:cubicBezTo>
                  <a:pt x="21600" y="4835"/>
                  <a:pt x="16764" y="0"/>
                  <a:pt x="10800" y="0"/>
                </a:cubicBezTo>
                <a:cubicBezTo>
                  <a:pt x="4835" y="0"/>
                  <a:pt x="0" y="4835"/>
                  <a:pt x="0" y="10800"/>
                </a:cubicBezTo>
                <a:close/>
              </a:path>
            </a:pathLst>
          </a:custGeom>
          <a:gradFill rotWithShape="0">
            <a:gsLst>
              <a:gs pos="0">
                <a:srgbClr val="B8CCFE">
                  <a:gamma/>
                  <a:tint val="39216"/>
                  <a:invGamma/>
                </a:srgbClr>
              </a:gs>
              <a:gs pos="100000">
                <a:srgbClr val="B8CCFE"/>
              </a:gs>
            </a:gsLst>
            <a:lin ang="0" scaled="1"/>
          </a:gradFill>
          <a:ln w="0" algn="ctr">
            <a:noFill/>
            <a:miter lim="800000"/>
            <a:headEnd/>
            <a:tailEnd/>
          </a:ln>
          <a:effectLst/>
        </p:spPr>
        <p:txBody>
          <a:bodyPr wrap="none" anchor="ct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endParaRPr>
          </a:p>
        </p:txBody>
      </p:sp>
      <p:sp>
        <p:nvSpPr>
          <p:cNvPr id="36" name="TextBox 35">
            <a:extLst>
              <a:ext uri="{FF2B5EF4-FFF2-40B4-BE49-F238E27FC236}">
                <a16:creationId xmlns="" xmlns:a16="http://schemas.microsoft.com/office/drawing/2014/main" id="{E582C850-2AD4-4453-BC7F-ADB7F3A6B2EB}"/>
              </a:ext>
            </a:extLst>
          </p:cNvPr>
          <p:cNvSpPr txBox="1"/>
          <p:nvPr/>
        </p:nvSpPr>
        <p:spPr>
          <a:xfrm>
            <a:off x="4367529" y="2083916"/>
            <a:ext cx="65" cy="276999"/>
          </a:xfrm>
          <a:prstGeom prst="rect">
            <a:avLst/>
          </a:prstGeom>
          <a:noFill/>
        </p:spPr>
        <p:txBody>
          <a:bodyPr wrap="none" lIns="0" tIns="0" rIns="0" bIns="0" rtlCol="0">
            <a:spAutoFit/>
          </a:bodyPr>
          <a:lstStyle/>
          <a:p>
            <a:endParaRPr lang="en-US" dirty="0"/>
          </a:p>
        </p:txBody>
      </p:sp>
      <p:grpSp>
        <p:nvGrpSpPr>
          <p:cNvPr id="56" name="Group 16">
            <a:extLst>
              <a:ext uri="{FF2B5EF4-FFF2-40B4-BE49-F238E27FC236}">
                <a16:creationId xmlns="" xmlns:a16="http://schemas.microsoft.com/office/drawing/2014/main" id="{48F23651-6D61-40C8-8FEE-2BD1F065F699}"/>
              </a:ext>
            </a:extLst>
          </p:cNvPr>
          <p:cNvGrpSpPr>
            <a:grpSpLocks noChangeAspect="1"/>
          </p:cNvGrpSpPr>
          <p:nvPr/>
        </p:nvGrpSpPr>
        <p:grpSpPr bwMode="auto">
          <a:xfrm>
            <a:off x="4895495" y="1671627"/>
            <a:ext cx="381000" cy="381000"/>
            <a:chOff x="2078" y="1680"/>
            <a:chExt cx="1615" cy="1615"/>
          </a:xfrm>
        </p:grpSpPr>
        <p:sp>
          <p:nvSpPr>
            <p:cNvPr id="57" name="Oval 17">
              <a:extLst>
                <a:ext uri="{FF2B5EF4-FFF2-40B4-BE49-F238E27FC236}">
                  <a16:creationId xmlns="" xmlns:a16="http://schemas.microsoft.com/office/drawing/2014/main" id="{1BD467B5-241D-41EF-813B-C90434382B1D}"/>
                </a:ext>
              </a:extLst>
            </p:cNvPr>
            <p:cNvSpPr>
              <a:spLocks noChangeArrowheads="1"/>
            </p:cNvSpPr>
            <p:nvPr/>
          </p:nvSpPr>
          <p:spPr bwMode="gray">
            <a:xfrm>
              <a:off x="2078" y="1680"/>
              <a:ext cx="1615" cy="1615"/>
            </a:xfrm>
            <a:prstGeom prst="ellipse">
              <a:avLst/>
            </a:prstGeom>
            <a:gradFill rotWithShape="1">
              <a:gsLst>
                <a:gs pos="0">
                  <a:srgbClr val="FFFFFF">
                    <a:gamma/>
                    <a:shade val="46275"/>
                    <a:invGamma/>
                  </a:srgbClr>
                </a:gs>
                <a:gs pos="50000">
                  <a:srgbClr val="FFFFFF"/>
                </a:gs>
                <a:gs pos="100000">
                  <a:srgbClr val="FFFFFF">
                    <a:gamma/>
                    <a:shade val="46275"/>
                    <a:invGamma/>
                  </a:srgbClr>
                </a:gs>
              </a:gsLst>
              <a:lin ang="5400000" scaled="1"/>
            </a:gradFill>
            <a:ln w="57150" algn="ctr">
              <a:noFill/>
              <a:round/>
              <a:headEnd/>
              <a:tailEnd/>
            </a:ln>
            <a:effectLst/>
          </p:spPr>
          <p:txBody>
            <a:bodyPr wrap="none" anchor="ct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latin typeface="Arial" pitchFamily="34" charset="0"/>
              </a:endParaRPr>
            </a:p>
          </p:txBody>
        </p:sp>
        <p:sp>
          <p:nvSpPr>
            <p:cNvPr id="61" name="Oval 18">
              <a:extLst>
                <a:ext uri="{FF2B5EF4-FFF2-40B4-BE49-F238E27FC236}">
                  <a16:creationId xmlns="" xmlns:a16="http://schemas.microsoft.com/office/drawing/2014/main" id="{B5F0A1C3-3226-420B-A01C-C859D0007CD2}"/>
                </a:ext>
              </a:extLst>
            </p:cNvPr>
            <p:cNvSpPr>
              <a:spLocks noChangeArrowheads="1"/>
            </p:cNvSpPr>
            <p:nvPr/>
          </p:nvSpPr>
          <p:spPr bwMode="gray">
            <a:xfrm>
              <a:off x="2170" y="1771"/>
              <a:ext cx="1430" cy="1430"/>
            </a:xfrm>
            <a:prstGeom prst="ellipse">
              <a:avLst/>
            </a:prstGeom>
            <a:gradFill rotWithShape="1">
              <a:gsLst>
                <a:gs pos="0">
                  <a:srgbClr val="FFFFFF">
                    <a:gamma/>
                    <a:shade val="63529"/>
                    <a:invGamma/>
                  </a:srgbClr>
                </a:gs>
                <a:gs pos="50000">
                  <a:srgbClr val="FFFFFF"/>
                </a:gs>
                <a:gs pos="100000">
                  <a:srgbClr val="FFFFFF">
                    <a:gamma/>
                    <a:shade val="63529"/>
                    <a:invGamma/>
                  </a:srgbClr>
                </a:gs>
              </a:gsLst>
              <a:lin ang="0" scaled="1"/>
            </a:gradFill>
            <a:ln w="9525" algn="ctr">
              <a:noFill/>
              <a:round/>
              <a:headEnd/>
              <a:tailEnd/>
            </a:ln>
            <a:effectLst/>
          </p:spPr>
          <p:txBody>
            <a:bodyPr wrap="none" anchor="ct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latin typeface="Arial" pitchFamily="34" charset="0"/>
              </a:endParaRPr>
            </a:p>
          </p:txBody>
        </p:sp>
        <p:sp>
          <p:nvSpPr>
            <p:cNvPr id="62" name="Oval 19">
              <a:extLst>
                <a:ext uri="{FF2B5EF4-FFF2-40B4-BE49-F238E27FC236}">
                  <a16:creationId xmlns="" xmlns:a16="http://schemas.microsoft.com/office/drawing/2014/main" id="{F5DE5234-D6B7-46A1-9EAB-6D52E6637BD8}"/>
                </a:ext>
              </a:extLst>
            </p:cNvPr>
            <p:cNvSpPr>
              <a:spLocks noChangeArrowheads="1"/>
            </p:cNvSpPr>
            <p:nvPr/>
          </p:nvSpPr>
          <p:spPr bwMode="gray">
            <a:xfrm>
              <a:off x="2254" y="1856"/>
              <a:ext cx="1262" cy="1264"/>
            </a:xfrm>
            <a:prstGeom prst="ellipse">
              <a:avLst/>
            </a:prstGeom>
            <a:gradFill rotWithShape="1">
              <a:gsLst>
                <a:gs pos="0">
                  <a:srgbClr val="8AD4CD">
                    <a:gamma/>
                    <a:tint val="0"/>
                    <a:invGamma/>
                  </a:srgbClr>
                </a:gs>
                <a:gs pos="50000">
                  <a:srgbClr val="8AD4CD"/>
                </a:gs>
                <a:gs pos="100000">
                  <a:srgbClr val="8AD4CD">
                    <a:gamma/>
                    <a:tint val="0"/>
                    <a:invGamma/>
                  </a:srgbClr>
                </a:gs>
              </a:gsLst>
              <a:lin ang="2700000" scaled="1"/>
            </a:gradFill>
            <a:ln w="38100" algn="ctr">
              <a:noFill/>
              <a:round/>
              <a:headEnd/>
              <a:tailEnd/>
            </a:ln>
            <a:effectLst/>
          </p:spPr>
          <p:txBody>
            <a:bodyPr wrap="none" anchor="ctr">
              <a:spAutoFit/>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latin typeface="Arial" pitchFamily="34" charset="0"/>
              </a:endParaRPr>
            </a:p>
          </p:txBody>
        </p:sp>
        <p:sp>
          <p:nvSpPr>
            <p:cNvPr id="63" name="Oval 20">
              <a:extLst>
                <a:ext uri="{FF2B5EF4-FFF2-40B4-BE49-F238E27FC236}">
                  <a16:creationId xmlns="" xmlns:a16="http://schemas.microsoft.com/office/drawing/2014/main" id="{CB389E40-FA61-419E-BEF4-B93947EC57DB}"/>
                </a:ext>
              </a:extLst>
            </p:cNvPr>
            <p:cNvSpPr>
              <a:spLocks noChangeArrowheads="1"/>
            </p:cNvSpPr>
            <p:nvPr/>
          </p:nvSpPr>
          <p:spPr bwMode="gray">
            <a:xfrm>
              <a:off x="2254" y="1856"/>
              <a:ext cx="1262" cy="1264"/>
            </a:xfrm>
            <a:prstGeom prst="ellipse">
              <a:avLst/>
            </a:prstGeom>
            <a:gradFill rotWithShape="1">
              <a:gsLst>
                <a:gs pos="0">
                  <a:srgbClr val="48BE67">
                    <a:gamma/>
                    <a:shade val="0"/>
                    <a:invGamma/>
                  </a:srgbClr>
                </a:gs>
                <a:gs pos="100000">
                  <a:srgbClr val="48BE67"/>
                </a:gs>
              </a:gsLst>
              <a:lin ang="2700000" scaled="1"/>
            </a:gradFill>
            <a:ln w="38100" algn="ctr">
              <a:noFill/>
              <a:round/>
              <a:headEnd/>
              <a:tailEnd/>
            </a:ln>
            <a:effectLst/>
          </p:spPr>
          <p:txBody>
            <a:bodyPr wrap="none" anchor="ctr">
              <a:spAutoFit/>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latin typeface="Arial" pitchFamily="34" charset="0"/>
              </a:endParaRPr>
            </a:p>
          </p:txBody>
        </p:sp>
        <p:sp>
          <p:nvSpPr>
            <p:cNvPr id="64" name="Oval 21">
              <a:extLst>
                <a:ext uri="{FF2B5EF4-FFF2-40B4-BE49-F238E27FC236}">
                  <a16:creationId xmlns="" xmlns:a16="http://schemas.microsoft.com/office/drawing/2014/main" id="{212D8A55-5449-439A-90FC-160FB3B6DB5C}"/>
                </a:ext>
              </a:extLst>
            </p:cNvPr>
            <p:cNvSpPr>
              <a:spLocks noChangeArrowheads="1"/>
            </p:cNvSpPr>
            <p:nvPr/>
          </p:nvSpPr>
          <p:spPr bwMode="gray">
            <a:xfrm>
              <a:off x="2337" y="1939"/>
              <a:ext cx="1096" cy="1098"/>
            </a:xfrm>
            <a:prstGeom prst="ellipse">
              <a:avLst/>
            </a:prstGeom>
            <a:gradFill rotWithShape="1">
              <a:gsLst>
                <a:gs pos="0">
                  <a:srgbClr val="8AD4CD">
                    <a:gamma/>
                    <a:shade val="54118"/>
                    <a:invGamma/>
                  </a:srgbClr>
                </a:gs>
                <a:gs pos="50000">
                  <a:srgbClr val="8AD4CD"/>
                </a:gs>
                <a:gs pos="100000">
                  <a:srgbClr val="8AD4CD">
                    <a:gamma/>
                    <a:shade val="54118"/>
                    <a:invGamma/>
                  </a:srgbClr>
                </a:gs>
              </a:gsLst>
              <a:lin ang="18900000" scaled="1"/>
            </a:gradFill>
            <a:ln w="38100" algn="ctr">
              <a:noFill/>
              <a:round/>
              <a:headEnd/>
              <a:tailEnd/>
            </a:ln>
            <a:effectLst/>
          </p:spPr>
          <p:txBody>
            <a:bodyPr anchor="ctr">
              <a:spAutoFit/>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latin typeface="Arial" pitchFamily="34" charset="0"/>
              </a:endParaRPr>
            </a:p>
          </p:txBody>
        </p:sp>
        <p:sp>
          <p:nvSpPr>
            <p:cNvPr id="65" name="Oval 22">
              <a:extLst>
                <a:ext uri="{FF2B5EF4-FFF2-40B4-BE49-F238E27FC236}">
                  <a16:creationId xmlns="" xmlns:a16="http://schemas.microsoft.com/office/drawing/2014/main" id="{82243F0D-BC4E-453E-AF30-E2C16B4BF936}"/>
                </a:ext>
              </a:extLst>
            </p:cNvPr>
            <p:cNvSpPr>
              <a:spLocks noChangeArrowheads="1"/>
            </p:cNvSpPr>
            <p:nvPr/>
          </p:nvSpPr>
          <p:spPr bwMode="gray">
            <a:xfrm>
              <a:off x="2337" y="1939"/>
              <a:ext cx="1096" cy="1098"/>
            </a:xfrm>
            <a:prstGeom prst="ellipse">
              <a:avLst/>
            </a:prstGeom>
            <a:gradFill rotWithShape="1">
              <a:gsLst>
                <a:gs pos="0">
                  <a:srgbClr val="48BE67"/>
                </a:gs>
                <a:gs pos="100000">
                  <a:srgbClr val="48BE67">
                    <a:gamma/>
                    <a:shade val="48627"/>
                    <a:invGamma/>
                  </a:srgbClr>
                </a:gs>
              </a:gsLst>
              <a:lin ang="2700000" scaled="1"/>
            </a:gradFill>
            <a:ln w="38100" algn="ctr">
              <a:noFill/>
              <a:round/>
              <a:headEnd/>
              <a:tailEnd/>
            </a:ln>
            <a:effectLst/>
          </p:spPr>
          <p:txBody>
            <a:bodyPr anchor="ctr">
              <a:spAutoFit/>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latin typeface="Arial" pitchFamily="34" charset="0"/>
              </a:endParaRPr>
            </a:p>
          </p:txBody>
        </p:sp>
      </p:grpSp>
      <p:sp>
        <p:nvSpPr>
          <p:cNvPr id="66" name="AutoShape 8">
            <a:extLst>
              <a:ext uri="{FF2B5EF4-FFF2-40B4-BE49-F238E27FC236}">
                <a16:creationId xmlns="" xmlns:a16="http://schemas.microsoft.com/office/drawing/2014/main" id="{2F0F3ECB-625C-4903-B10F-E7745C98B387}"/>
              </a:ext>
            </a:extLst>
          </p:cNvPr>
          <p:cNvSpPr>
            <a:spLocks noChangeAspect="1" noChangeArrowheads="1"/>
          </p:cNvSpPr>
          <p:nvPr/>
        </p:nvSpPr>
        <p:spPr bwMode="gray">
          <a:xfrm>
            <a:off x="2863808" y="1591645"/>
            <a:ext cx="2056085" cy="508000"/>
          </a:xfrm>
          <a:prstGeom prst="roundRect">
            <a:avLst>
              <a:gd name="adj" fmla="val 50000"/>
            </a:avLst>
          </a:prstGeom>
          <a:gradFill flip="none" rotWithShape="1">
            <a:gsLst>
              <a:gs pos="0">
                <a:srgbClr val="B7E7FF">
                  <a:gamma/>
                  <a:tint val="0"/>
                  <a:invGamma/>
                </a:srgbClr>
              </a:gs>
              <a:gs pos="100000">
                <a:srgbClr val="B7E7FF"/>
              </a:gs>
            </a:gsLst>
            <a:lin ang="10800000" scaled="1"/>
            <a:tileRect/>
          </a:gradFill>
          <a:ln w="28575" algn="ctr">
            <a:solidFill>
              <a:srgbClr val="C4E59F"/>
            </a:solidFill>
            <a:round/>
            <a:headEnd/>
            <a:tailEnd/>
          </a:ln>
          <a:effectLst/>
        </p:spPr>
        <p:txBody>
          <a:bodyPr wrap="none" anchor="ctr"/>
          <a:lstStyle/>
          <a:p>
            <a:pPr algn="r" rtl="1" fontAlgn="base">
              <a:spcBef>
                <a:spcPct val="0"/>
              </a:spcBef>
              <a:spcAft>
                <a:spcPct val="0"/>
              </a:spcAft>
            </a:pPr>
            <a:r>
              <a:rPr lang="fa-IR" b="1" dirty="0" err="1">
                <a:cs typeface="B Nazanin" panose="00000400000000000000" pitchFamily="2" charset="-78"/>
              </a:rPr>
              <a:t>سریالی</a:t>
            </a:r>
            <a:r>
              <a:rPr lang="fa-IR" b="1" dirty="0">
                <a:cs typeface="B Nazanin" panose="00000400000000000000" pitchFamily="2" charset="-78"/>
              </a:rPr>
              <a:t> سلول به سلول</a:t>
            </a:r>
            <a:endParaRPr lang="en-US" b="1" dirty="0">
              <a:solidFill>
                <a:srgbClr val="000000"/>
              </a:solidFill>
              <a:latin typeface="Times New Roman" panose="02020603050405020304" pitchFamily="18" charset="0"/>
              <a:cs typeface="B Nazanin" pitchFamily="2" charset="-78"/>
            </a:endParaRPr>
          </a:p>
        </p:txBody>
      </p:sp>
      <p:grpSp>
        <p:nvGrpSpPr>
          <p:cNvPr id="81" name="Group 16">
            <a:extLst>
              <a:ext uri="{FF2B5EF4-FFF2-40B4-BE49-F238E27FC236}">
                <a16:creationId xmlns="" xmlns:a16="http://schemas.microsoft.com/office/drawing/2014/main" id="{2044EBB7-106C-4578-9CBF-500EE6F658F0}"/>
              </a:ext>
            </a:extLst>
          </p:cNvPr>
          <p:cNvGrpSpPr>
            <a:grpSpLocks noChangeAspect="1"/>
          </p:cNvGrpSpPr>
          <p:nvPr/>
        </p:nvGrpSpPr>
        <p:grpSpPr bwMode="auto">
          <a:xfrm>
            <a:off x="4880633" y="2221214"/>
            <a:ext cx="381000" cy="381000"/>
            <a:chOff x="2078" y="1680"/>
            <a:chExt cx="1615" cy="1615"/>
          </a:xfrm>
        </p:grpSpPr>
        <p:sp>
          <p:nvSpPr>
            <p:cNvPr id="82" name="Oval 17">
              <a:extLst>
                <a:ext uri="{FF2B5EF4-FFF2-40B4-BE49-F238E27FC236}">
                  <a16:creationId xmlns="" xmlns:a16="http://schemas.microsoft.com/office/drawing/2014/main" id="{4225F4B0-A869-446D-B74C-3E03CDDCFB10}"/>
                </a:ext>
              </a:extLst>
            </p:cNvPr>
            <p:cNvSpPr>
              <a:spLocks noChangeArrowheads="1"/>
            </p:cNvSpPr>
            <p:nvPr/>
          </p:nvSpPr>
          <p:spPr bwMode="gray">
            <a:xfrm>
              <a:off x="2078" y="1680"/>
              <a:ext cx="1615" cy="1615"/>
            </a:xfrm>
            <a:prstGeom prst="ellipse">
              <a:avLst/>
            </a:prstGeom>
            <a:gradFill rotWithShape="1">
              <a:gsLst>
                <a:gs pos="0">
                  <a:srgbClr val="FFFFFF">
                    <a:gamma/>
                    <a:shade val="46275"/>
                    <a:invGamma/>
                  </a:srgbClr>
                </a:gs>
                <a:gs pos="50000">
                  <a:srgbClr val="FFFFFF"/>
                </a:gs>
                <a:gs pos="100000">
                  <a:srgbClr val="FFFFFF">
                    <a:gamma/>
                    <a:shade val="46275"/>
                    <a:invGamma/>
                  </a:srgbClr>
                </a:gs>
              </a:gsLst>
              <a:lin ang="5400000" scaled="1"/>
            </a:gradFill>
            <a:ln w="57150" algn="ctr">
              <a:noFill/>
              <a:round/>
              <a:headEnd/>
              <a:tailEnd/>
            </a:ln>
            <a:effectLst/>
          </p:spPr>
          <p:txBody>
            <a:bodyPr wrap="none" anchor="ct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latin typeface="Arial" pitchFamily="34" charset="0"/>
              </a:endParaRPr>
            </a:p>
          </p:txBody>
        </p:sp>
        <p:sp>
          <p:nvSpPr>
            <p:cNvPr id="83" name="Oval 18">
              <a:extLst>
                <a:ext uri="{FF2B5EF4-FFF2-40B4-BE49-F238E27FC236}">
                  <a16:creationId xmlns="" xmlns:a16="http://schemas.microsoft.com/office/drawing/2014/main" id="{26B960CA-3F48-4292-808D-CB9959F3CBF1}"/>
                </a:ext>
              </a:extLst>
            </p:cNvPr>
            <p:cNvSpPr>
              <a:spLocks noChangeArrowheads="1"/>
            </p:cNvSpPr>
            <p:nvPr/>
          </p:nvSpPr>
          <p:spPr bwMode="gray">
            <a:xfrm>
              <a:off x="2170" y="1771"/>
              <a:ext cx="1430" cy="1430"/>
            </a:xfrm>
            <a:prstGeom prst="ellipse">
              <a:avLst/>
            </a:prstGeom>
            <a:gradFill rotWithShape="1">
              <a:gsLst>
                <a:gs pos="0">
                  <a:srgbClr val="FFFFFF">
                    <a:gamma/>
                    <a:shade val="63529"/>
                    <a:invGamma/>
                  </a:srgbClr>
                </a:gs>
                <a:gs pos="50000">
                  <a:srgbClr val="FFFFFF"/>
                </a:gs>
                <a:gs pos="100000">
                  <a:srgbClr val="FFFFFF">
                    <a:gamma/>
                    <a:shade val="63529"/>
                    <a:invGamma/>
                  </a:srgbClr>
                </a:gs>
              </a:gsLst>
              <a:lin ang="0" scaled="1"/>
            </a:gradFill>
            <a:ln w="9525" algn="ctr">
              <a:noFill/>
              <a:round/>
              <a:headEnd/>
              <a:tailEnd/>
            </a:ln>
            <a:effectLst/>
          </p:spPr>
          <p:txBody>
            <a:bodyPr wrap="none" anchor="ct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latin typeface="Arial" pitchFamily="34" charset="0"/>
              </a:endParaRPr>
            </a:p>
          </p:txBody>
        </p:sp>
        <p:sp>
          <p:nvSpPr>
            <p:cNvPr id="84" name="Oval 19">
              <a:extLst>
                <a:ext uri="{FF2B5EF4-FFF2-40B4-BE49-F238E27FC236}">
                  <a16:creationId xmlns="" xmlns:a16="http://schemas.microsoft.com/office/drawing/2014/main" id="{545D9F2F-5471-4FD7-B846-BDE25308EC72}"/>
                </a:ext>
              </a:extLst>
            </p:cNvPr>
            <p:cNvSpPr>
              <a:spLocks noChangeArrowheads="1"/>
            </p:cNvSpPr>
            <p:nvPr/>
          </p:nvSpPr>
          <p:spPr bwMode="gray">
            <a:xfrm>
              <a:off x="2254" y="1856"/>
              <a:ext cx="1262" cy="1264"/>
            </a:xfrm>
            <a:prstGeom prst="ellipse">
              <a:avLst/>
            </a:prstGeom>
            <a:gradFill rotWithShape="1">
              <a:gsLst>
                <a:gs pos="0">
                  <a:srgbClr val="8AD4CD">
                    <a:gamma/>
                    <a:tint val="0"/>
                    <a:invGamma/>
                  </a:srgbClr>
                </a:gs>
                <a:gs pos="50000">
                  <a:srgbClr val="8AD4CD"/>
                </a:gs>
                <a:gs pos="100000">
                  <a:srgbClr val="8AD4CD">
                    <a:gamma/>
                    <a:tint val="0"/>
                    <a:invGamma/>
                  </a:srgbClr>
                </a:gs>
              </a:gsLst>
              <a:lin ang="2700000" scaled="1"/>
            </a:gradFill>
            <a:ln w="38100" algn="ctr">
              <a:noFill/>
              <a:round/>
              <a:headEnd/>
              <a:tailEnd/>
            </a:ln>
            <a:effectLst/>
          </p:spPr>
          <p:txBody>
            <a:bodyPr wrap="none" anchor="ctr">
              <a:spAutoFit/>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latin typeface="Arial" pitchFamily="34" charset="0"/>
              </a:endParaRPr>
            </a:p>
          </p:txBody>
        </p:sp>
        <p:sp>
          <p:nvSpPr>
            <p:cNvPr id="85" name="Oval 20">
              <a:extLst>
                <a:ext uri="{FF2B5EF4-FFF2-40B4-BE49-F238E27FC236}">
                  <a16:creationId xmlns="" xmlns:a16="http://schemas.microsoft.com/office/drawing/2014/main" id="{56A24BAD-299E-4E54-BA04-C1A4AF14E815}"/>
                </a:ext>
              </a:extLst>
            </p:cNvPr>
            <p:cNvSpPr>
              <a:spLocks noChangeArrowheads="1"/>
            </p:cNvSpPr>
            <p:nvPr/>
          </p:nvSpPr>
          <p:spPr bwMode="gray">
            <a:xfrm>
              <a:off x="2254" y="1856"/>
              <a:ext cx="1262" cy="1264"/>
            </a:xfrm>
            <a:prstGeom prst="ellipse">
              <a:avLst/>
            </a:prstGeom>
            <a:gradFill rotWithShape="1">
              <a:gsLst>
                <a:gs pos="0">
                  <a:srgbClr val="48BE67">
                    <a:gamma/>
                    <a:shade val="0"/>
                    <a:invGamma/>
                  </a:srgbClr>
                </a:gs>
                <a:gs pos="100000">
                  <a:srgbClr val="48BE67"/>
                </a:gs>
              </a:gsLst>
              <a:lin ang="2700000" scaled="1"/>
            </a:gradFill>
            <a:ln w="38100" algn="ctr">
              <a:noFill/>
              <a:round/>
              <a:headEnd/>
              <a:tailEnd/>
            </a:ln>
            <a:effectLst/>
          </p:spPr>
          <p:txBody>
            <a:bodyPr wrap="none" anchor="ctr">
              <a:spAutoFit/>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latin typeface="Arial" pitchFamily="34" charset="0"/>
              </a:endParaRPr>
            </a:p>
          </p:txBody>
        </p:sp>
        <p:sp>
          <p:nvSpPr>
            <p:cNvPr id="86" name="Oval 21">
              <a:extLst>
                <a:ext uri="{FF2B5EF4-FFF2-40B4-BE49-F238E27FC236}">
                  <a16:creationId xmlns="" xmlns:a16="http://schemas.microsoft.com/office/drawing/2014/main" id="{5F055675-6400-4B29-B9E1-FE2FFC85A798}"/>
                </a:ext>
              </a:extLst>
            </p:cNvPr>
            <p:cNvSpPr>
              <a:spLocks noChangeArrowheads="1"/>
            </p:cNvSpPr>
            <p:nvPr/>
          </p:nvSpPr>
          <p:spPr bwMode="gray">
            <a:xfrm>
              <a:off x="2337" y="1939"/>
              <a:ext cx="1096" cy="1098"/>
            </a:xfrm>
            <a:prstGeom prst="ellipse">
              <a:avLst/>
            </a:prstGeom>
            <a:gradFill rotWithShape="1">
              <a:gsLst>
                <a:gs pos="0">
                  <a:srgbClr val="8AD4CD">
                    <a:gamma/>
                    <a:shade val="54118"/>
                    <a:invGamma/>
                  </a:srgbClr>
                </a:gs>
                <a:gs pos="50000">
                  <a:srgbClr val="8AD4CD"/>
                </a:gs>
                <a:gs pos="100000">
                  <a:srgbClr val="8AD4CD">
                    <a:gamma/>
                    <a:shade val="54118"/>
                    <a:invGamma/>
                  </a:srgbClr>
                </a:gs>
              </a:gsLst>
              <a:lin ang="18900000" scaled="1"/>
            </a:gradFill>
            <a:ln w="38100" algn="ctr">
              <a:noFill/>
              <a:round/>
              <a:headEnd/>
              <a:tailEnd/>
            </a:ln>
            <a:effectLst/>
          </p:spPr>
          <p:txBody>
            <a:bodyPr anchor="ctr">
              <a:spAutoFit/>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latin typeface="Arial" pitchFamily="34" charset="0"/>
              </a:endParaRPr>
            </a:p>
          </p:txBody>
        </p:sp>
        <p:sp>
          <p:nvSpPr>
            <p:cNvPr id="87" name="Oval 22">
              <a:extLst>
                <a:ext uri="{FF2B5EF4-FFF2-40B4-BE49-F238E27FC236}">
                  <a16:creationId xmlns="" xmlns:a16="http://schemas.microsoft.com/office/drawing/2014/main" id="{170B74C0-C3D8-44A8-8278-4D8F89FBD858}"/>
                </a:ext>
              </a:extLst>
            </p:cNvPr>
            <p:cNvSpPr>
              <a:spLocks noChangeArrowheads="1"/>
            </p:cNvSpPr>
            <p:nvPr/>
          </p:nvSpPr>
          <p:spPr bwMode="gray">
            <a:xfrm>
              <a:off x="2337" y="1939"/>
              <a:ext cx="1096" cy="1098"/>
            </a:xfrm>
            <a:prstGeom prst="ellipse">
              <a:avLst/>
            </a:prstGeom>
            <a:gradFill rotWithShape="1">
              <a:gsLst>
                <a:gs pos="0">
                  <a:srgbClr val="48BE67"/>
                </a:gs>
                <a:gs pos="100000">
                  <a:srgbClr val="48BE67">
                    <a:gamma/>
                    <a:shade val="48627"/>
                    <a:invGamma/>
                  </a:srgbClr>
                </a:gs>
              </a:gsLst>
              <a:lin ang="2700000" scaled="1"/>
            </a:gradFill>
            <a:ln w="38100" algn="ctr">
              <a:noFill/>
              <a:round/>
              <a:headEnd/>
              <a:tailEnd/>
            </a:ln>
            <a:effectLst/>
          </p:spPr>
          <p:txBody>
            <a:bodyPr anchor="ctr">
              <a:spAutoFit/>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latin typeface="Arial" pitchFamily="34" charset="0"/>
              </a:endParaRPr>
            </a:p>
          </p:txBody>
        </p:sp>
      </p:grpSp>
      <p:sp>
        <p:nvSpPr>
          <p:cNvPr id="88" name="AutoShape 8">
            <a:extLst>
              <a:ext uri="{FF2B5EF4-FFF2-40B4-BE49-F238E27FC236}">
                <a16:creationId xmlns="" xmlns:a16="http://schemas.microsoft.com/office/drawing/2014/main" id="{FD6AFBCA-B6AC-43F5-8D01-3342F74CB5FD}"/>
              </a:ext>
            </a:extLst>
          </p:cNvPr>
          <p:cNvSpPr>
            <a:spLocks noChangeAspect="1" noChangeArrowheads="1"/>
          </p:cNvSpPr>
          <p:nvPr/>
        </p:nvSpPr>
        <p:spPr bwMode="gray">
          <a:xfrm>
            <a:off x="2848946" y="2141232"/>
            <a:ext cx="2056085" cy="508000"/>
          </a:xfrm>
          <a:prstGeom prst="roundRect">
            <a:avLst>
              <a:gd name="adj" fmla="val 50000"/>
            </a:avLst>
          </a:prstGeom>
          <a:gradFill flip="none" rotWithShape="1">
            <a:gsLst>
              <a:gs pos="0">
                <a:srgbClr val="B7E7FF">
                  <a:gamma/>
                  <a:tint val="0"/>
                  <a:invGamma/>
                </a:srgbClr>
              </a:gs>
              <a:gs pos="100000">
                <a:srgbClr val="B7E7FF"/>
              </a:gs>
            </a:gsLst>
            <a:lin ang="10800000" scaled="1"/>
            <a:tileRect/>
          </a:gradFill>
          <a:ln w="28575" algn="ctr">
            <a:solidFill>
              <a:srgbClr val="C4E59F"/>
            </a:solidFill>
            <a:round/>
            <a:headEnd/>
            <a:tailEnd/>
          </a:ln>
          <a:effectLst/>
        </p:spPr>
        <p:txBody>
          <a:bodyPr wrap="none" anchor="ctr"/>
          <a:lstStyle/>
          <a:p>
            <a:pPr algn="r" rtl="1" fontAlgn="base">
              <a:spcBef>
                <a:spcPct val="0"/>
              </a:spcBef>
              <a:spcAft>
                <a:spcPct val="0"/>
              </a:spcAft>
            </a:pPr>
            <a:r>
              <a:rPr lang="fa-IR" b="1" dirty="0" err="1">
                <a:cs typeface="B Nazanin" panose="00000400000000000000" pitchFamily="2" charset="-78"/>
              </a:rPr>
              <a:t>ماژولار</a:t>
            </a:r>
            <a:r>
              <a:rPr lang="fa-IR" b="1" dirty="0">
                <a:cs typeface="B Nazanin" panose="00000400000000000000" pitchFamily="2" charset="-78"/>
              </a:rPr>
              <a:t> سلول به سلول</a:t>
            </a:r>
            <a:endParaRPr lang="en-US" b="1" dirty="0">
              <a:solidFill>
                <a:srgbClr val="000000"/>
              </a:solidFill>
              <a:latin typeface="Times New Roman" panose="02020603050405020304" pitchFamily="18" charset="0"/>
              <a:cs typeface="B Nazanin" pitchFamily="2" charset="-78"/>
            </a:endParaRPr>
          </a:p>
        </p:txBody>
      </p:sp>
      <p:sp>
        <p:nvSpPr>
          <p:cNvPr id="89" name="TextBox 88">
            <a:extLst>
              <a:ext uri="{FF2B5EF4-FFF2-40B4-BE49-F238E27FC236}">
                <a16:creationId xmlns="" xmlns:a16="http://schemas.microsoft.com/office/drawing/2014/main" id="{5382B4C5-8F91-4918-A48A-9E9F395AB00C}"/>
              </a:ext>
            </a:extLst>
          </p:cNvPr>
          <p:cNvSpPr txBox="1"/>
          <p:nvPr/>
        </p:nvSpPr>
        <p:spPr>
          <a:xfrm>
            <a:off x="4379697" y="2630441"/>
            <a:ext cx="65" cy="276999"/>
          </a:xfrm>
          <a:prstGeom prst="rect">
            <a:avLst/>
          </a:prstGeom>
          <a:noFill/>
        </p:spPr>
        <p:txBody>
          <a:bodyPr wrap="none" lIns="0" tIns="0" rIns="0" bIns="0" rtlCol="0">
            <a:spAutoFit/>
          </a:bodyPr>
          <a:lstStyle/>
          <a:p>
            <a:endParaRPr lang="en-US" dirty="0"/>
          </a:p>
        </p:txBody>
      </p:sp>
      <p:grpSp>
        <p:nvGrpSpPr>
          <p:cNvPr id="90" name="Group 16">
            <a:extLst>
              <a:ext uri="{FF2B5EF4-FFF2-40B4-BE49-F238E27FC236}">
                <a16:creationId xmlns="" xmlns:a16="http://schemas.microsoft.com/office/drawing/2014/main" id="{FBD3D725-34E3-459A-BB18-C8AB09E88E3C}"/>
              </a:ext>
            </a:extLst>
          </p:cNvPr>
          <p:cNvGrpSpPr>
            <a:grpSpLocks noChangeAspect="1"/>
          </p:cNvGrpSpPr>
          <p:nvPr/>
        </p:nvGrpSpPr>
        <p:grpSpPr bwMode="auto">
          <a:xfrm>
            <a:off x="4892801" y="2767739"/>
            <a:ext cx="381000" cy="381000"/>
            <a:chOff x="2078" y="1680"/>
            <a:chExt cx="1615" cy="1615"/>
          </a:xfrm>
        </p:grpSpPr>
        <p:sp>
          <p:nvSpPr>
            <p:cNvPr id="91" name="Oval 17">
              <a:extLst>
                <a:ext uri="{FF2B5EF4-FFF2-40B4-BE49-F238E27FC236}">
                  <a16:creationId xmlns="" xmlns:a16="http://schemas.microsoft.com/office/drawing/2014/main" id="{753B3D21-4E3E-4862-87A5-658F4B7CB996}"/>
                </a:ext>
              </a:extLst>
            </p:cNvPr>
            <p:cNvSpPr>
              <a:spLocks noChangeArrowheads="1"/>
            </p:cNvSpPr>
            <p:nvPr/>
          </p:nvSpPr>
          <p:spPr bwMode="gray">
            <a:xfrm>
              <a:off x="2078" y="1680"/>
              <a:ext cx="1615" cy="1615"/>
            </a:xfrm>
            <a:prstGeom prst="ellipse">
              <a:avLst/>
            </a:prstGeom>
            <a:gradFill rotWithShape="1">
              <a:gsLst>
                <a:gs pos="0">
                  <a:srgbClr val="FFFFFF">
                    <a:gamma/>
                    <a:shade val="46275"/>
                    <a:invGamma/>
                  </a:srgbClr>
                </a:gs>
                <a:gs pos="50000">
                  <a:srgbClr val="FFFFFF"/>
                </a:gs>
                <a:gs pos="100000">
                  <a:srgbClr val="FFFFFF">
                    <a:gamma/>
                    <a:shade val="46275"/>
                    <a:invGamma/>
                  </a:srgbClr>
                </a:gs>
              </a:gsLst>
              <a:lin ang="5400000" scaled="1"/>
            </a:gradFill>
            <a:ln w="57150" algn="ctr">
              <a:noFill/>
              <a:round/>
              <a:headEnd/>
              <a:tailEnd/>
            </a:ln>
            <a:effectLst/>
          </p:spPr>
          <p:txBody>
            <a:bodyPr wrap="none" anchor="ct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latin typeface="Arial" pitchFamily="34" charset="0"/>
              </a:endParaRPr>
            </a:p>
          </p:txBody>
        </p:sp>
        <p:sp>
          <p:nvSpPr>
            <p:cNvPr id="92" name="Oval 18">
              <a:extLst>
                <a:ext uri="{FF2B5EF4-FFF2-40B4-BE49-F238E27FC236}">
                  <a16:creationId xmlns="" xmlns:a16="http://schemas.microsoft.com/office/drawing/2014/main" id="{5D02CEFB-28FA-40CB-8F52-0B404E0C3799}"/>
                </a:ext>
              </a:extLst>
            </p:cNvPr>
            <p:cNvSpPr>
              <a:spLocks noChangeArrowheads="1"/>
            </p:cNvSpPr>
            <p:nvPr/>
          </p:nvSpPr>
          <p:spPr bwMode="gray">
            <a:xfrm>
              <a:off x="2170" y="1771"/>
              <a:ext cx="1430" cy="1430"/>
            </a:xfrm>
            <a:prstGeom prst="ellipse">
              <a:avLst/>
            </a:prstGeom>
            <a:gradFill rotWithShape="1">
              <a:gsLst>
                <a:gs pos="0">
                  <a:srgbClr val="FFFFFF">
                    <a:gamma/>
                    <a:shade val="63529"/>
                    <a:invGamma/>
                  </a:srgbClr>
                </a:gs>
                <a:gs pos="50000">
                  <a:srgbClr val="FFFFFF"/>
                </a:gs>
                <a:gs pos="100000">
                  <a:srgbClr val="FFFFFF">
                    <a:gamma/>
                    <a:shade val="63529"/>
                    <a:invGamma/>
                  </a:srgbClr>
                </a:gs>
              </a:gsLst>
              <a:lin ang="0" scaled="1"/>
            </a:gradFill>
            <a:ln w="9525" algn="ctr">
              <a:noFill/>
              <a:round/>
              <a:headEnd/>
              <a:tailEnd/>
            </a:ln>
            <a:effectLst/>
          </p:spPr>
          <p:txBody>
            <a:bodyPr wrap="none" anchor="ct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latin typeface="Arial" pitchFamily="34" charset="0"/>
              </a:endParaRPr>
            </a:p>
          </p:txBody>
        </p:sp>
        <p:sp>
          <p:nvSpPr>
            <p:cNvPr id="93" name="Oval 19">
              <a:extLst>
                <a:ext uri="{FF2B5EF4-FFF2-40B4-BE49-F238E27FC236}">
                  <a16:creationId xmlns="" xmlns:a16="http://schemas.microsoft.com/office/drawing/2014/main" id="{F762C7DF-14CE-41AE-8E7D-59D2FCBD5B2B}"/>
                </a:ext>
              </a:extLst>
            </p:cNvPr>
            <p:cNvSpPr>
              <a:spLocks noChangeArrowheads="1"/>
            </p:cNvSpPr>
            <p:nvPr/>
          </p:nvSpPr>
          <p:spPr bwMode="gray">
            <a:xfrm>
              <a:off x="2254" y="1856"/>
              <a:ext cx="1262" cy="1264"/>
            </a:xfrm>
            <a:prstGeom prst="ellipse">
              <a:avLst/>
            </a:prstGeom>
            <a:gradFill rotWithShape="1">
              <a:gsLst>
                <a:gs pos="0">
                  <a:srgbClr val="8AD4CD">
                    <a:gamma/>
                    <a:tint val="0"/>
                    <a:invGamma/>
                  </a:srgbClr>
                </a:gs>
                <a:gs pos="50000">
                  <a:srgbClr val="8AD4CD"/>
                </a:gs>
                <a:gs pos="100000">
                  <a:srgbClr val="8AD4CD">
                    <a:gamma/>
                    <a:tint val="0"/>
                    <a:invGamma/>
                  </a:srgbClr>
                </a:gs>
              </a:gsLst>
              <a:lin ang="2700000" scaled="1"/>
            </a:gradFill>
            <a:ln w="38100" algn="ctr">
              <a:noFill/>
              <a:round/>
              <a:headEnd/>
              <a:tailEnd/>
            </a:ln>
            <a:effectLst/>
          </p:spPr>
          <p:txBody>
            <a:bodyPr wrap="none" anchor="ctr">
              <a:spAutoFit/>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latin typeface="Arial" pitchFamily="34" charset="0"/>
              </a:endParaRPr>
            </a:p>
          </p:txBody>
        </p:sp>
        <p:sp>
          <p:nvSpPr>
            <p:cNvPr id="94" name="Oval 20">
              <a:extLst>
                <a:ext uri="{FF2B5EF4-FFF2-40B4-BE49-F238E27FC236}">
                  <a16:creationId xmlns="" xmlns:a16="http://schemas.microsoft.com/office/drawing/2014/main" id="{0A577ECC-9535-46D0-97AD-F3E3FE94E1AC}"/>
                </a:ext>
              </a:extLst>
            </p:cNvPr>
            <p:cNvSpPr>
              <a:spLocks noChangeArrowheads="1"/>
            </p:cNvSpPr>
            <p:nvPr/>
          </p:nvSpPr>
          <p:spPr bwMode="gray">
            <a:xfrm>
              <a:off x="2254" y="1856"/>
              <a:ext cx="1262" cy="1264"/>
            </a:xfrm>
            <a:prstGeom prst="ellipse">
              <a:avLst/>
            </a:prstGeom>
            <a:gradFill rotWithShape="1">
              <a:gsLst>
                <a:gs pos="0">
                  <a:srgbClr val="48BE67">
                    <a:gamma/>
                    <a:shade val="0"/>
                    <a:invGamma/>
                  </a:srgbClr>
                </a:gs>
                <a:gs pos="100000">
                  <a:srgbClr val="48BE67"/>
                </a:gs>
              </a:gsLst>
              <a:lin ang="2700000" scaled="1"/>
            </a:gradFill>
            <a:ln w="38100" algn="ctr">
              <a:noFill/>
              <a:round/>
              <a:headEnd/>
              <a:tailEnd/>
            </a:ln>
            <a:effectLst/>
          </p:spPr>
          <p:txBody>
            <a:bodyPr wrap="none" anchor="ctr">
              <a:spAutoFit/>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latin typeface="Arial" pitchFamily="34" charset="0"/>
              </a:endParaRPr>
            </a:p>
          </p:txBody>
        </p:sp>
        <p:sp>
          <p:nvSpPr>
            <p:cNvPr id="95" name="Oval 21">
              <a:extLst>
                <a:ext uri="{FF2B5EF4-FFF2-40B4-BE49-F238E27FC236}">
                  <a16:creationId xmlns="" xmlns:a16="http://schemas.microsoft.com/office/drawing/2014/main" id="{574582C9-2954-413F-81CF-B650ABF84B7A}"/>
                </a:ext>
              </a:extLst>
            </p:cNvPr>
            <p:cNvSpPr>
              <a:spLocks noChangeArrowheads="1"/>
            </p:cNvSpPr>
            <p:nvPr/>
          </p:nvSpPr>
          <p:spPr bwMode="gray">
            <a:xfrm>
              <a:off x="2337" y="1939"/>
              <a:ext cx="1096" cy="1098"/>
            </a:xfrm>
            <a:prstGeom prst="ellipse">
              <a:avLst/>
            </a:prstGeom>
            <a:gradFill rotWithShape="1">
              <a:gsLst>
                <a:gs pos="0">
                  <a:srgbClr val="8AD4CD">
                    <a:gamma/>
                    <a:shade val="54118"/>
                    <a:invGamma/>
                  </a:srgbClr>
                </a:gs>
                <a:gs pos="50000">
                  <a:srgbClr val="8AD4CD"/>
                </a:gs>
                <a:gs pos="100000">
                  <a:srgbClr val="8AD4CD">
                    <a:gamma/>
                    <a:shade val="54118"/>
                    <a:invGamma/>
                  </a:srgbClr>
                </a:gs>
              </a:gsLst>
              <a:lin ang="18900000" scaled="1"/>
            </a:gradFill>
            <a:ln w="38100" algn="ctr">
              <a:noFill/>
              <a:round/>
              <a:headEnd/>
              <a:tailEnd/>
            </a:ln>
            <a:effectLst/>
          </p:spPr>
          <p:txBody>
            <a:bodyPr anchor="ctr">
              <a:spAutoFit/>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latin typeface="Arial" pitchFamily="34" charset="0"/>
              </a:endParaRPr>
            </a:p>
          </p:txBody>
        </p:sp>
        <p:sp>
          <p:nvSpPr>
            <p:cNvPr id="96" name="Oval 22">
              <a:extLst>
                <a:ext uri="{FF2B5EF4-FFF2-40B4-BE49-F238E27FC236}">
                  <a16:creationId xmlns="" xmlns:a16="http://schemas.microsoft.com/office/drawing/2014/main" id="{BDC6704D-8ED2-432B-A145-7004A5887A52}"/>
                </a:ext>
              </a:extLst>
            </p:cNvPr>
            <p:cNvSpPr>
              <a:spLocks noChangeArrowheads="1"/>
            </p:cNvSpPr>
            <p:nvPr/>
          </p:nvSpPr>
          <p:spPr bwMode="gray">
            <a:xfrm>
              <a:off x="2337" y="1939"/>
              <a:ext cx="1096" cy="1098"/>
            </a:xfrm>
            <a:prstGeom prst="ellipse">
              <a:avLst/>
            </a:prstGeom>
            <a:gradFill rotWithShape="1">
              <a:gsLst>
                <a:gs pos="0">
                  <a:srgbClr val="48BE67"/>
                </a:gs>
                <a:gs pos="100000">
                  <a:srgbClr val="48BE67">
                    <a:gamma/>
                    <a:shade val="48627"/>
                    <a:invGamma/>
                  </a:srgbClr>
                </a:gs>
              </a:gsLst>
              <a:lin ang="2700000" scaled="1"/>
            </a:gradFill>
            <a:ln w="38100" algn="ctr">
              <a:noFill/>
              <a:round/>
              <a:headEnd/>
              <a:tailEnd/>
            </a:ln>
            <a:effectLst/>
          </p:spPr>
          <p:txBody>
            <a:bodyPr anchor="ctr">
              <a:spAutoFit/>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latin typeface="Arial" pitchFamily="34" charset="0"/>
              </a:endParaRPr>
            </a:p>
          </p:txBody>
        </p:sp>
      </p:grpSp>
      <p:sp>
        <p:nvSpPr>
          <p:cNvPr id="97" name="AutoShape 8">
            <a:extLst>
              <a:ext uri="{FF2B5EF4-FFF2-40B4-BE49-F238E27FC236}">
                <a16:creationId xmlns="" xmlns:a16="http://schemas.microsoft.com/office/drawing/2014/main" id="{9C146FEA-974C-4124-9CE8-06D03A4E0502}"/>
              </a:ext>
            </a:extLst>
          </p:cNvPr>
          <p:cNvSpPr>
            <a:spLocks noChangeAspect="1" noChangeArrowheads="1"/>
          </p:cNvSpPr>
          <p:nvPr/>
        </p:nvSpPr>
        <p:spPr bwMode="gray">
          <a:xfrm>
            <a:off x="2861114" y="2687757"/>
            <a:ext cx="2056085" cy="508000"/>
          </a:xfrm>
          <a:prstGeom prst="roundRect">
            <a:avLst>
              <a:gd name="adj" fmla="val 50000"/>
            </a:avLst>
          </a:prstGeom>
          <a:gradFill flip="none" rotWithShape="1">
            <a:gsLst>
              <a:gs pos="0">
                <a:srgbClr val="B7E7FF">
                  <a:gamma/>
                  <a:tint val="0"/>
                  <a:invGamma/>
                </a:srgbClr>
              </a:gs>
              <a:gs pos="100000">
                <a:srgbClr val="B7E7FF"/>
              </a:gs>
            </a:gsLst>
            <a:lin ang="10800000" scaled="1"/>
            <a:tileRect/>
          </a:gradFill>
          <a:ln w="28575" algn="ctr">
            <a:solidFill>
              <a:srgbClr val="C4E59F"/>
            </a:solidFill>
            <a:round/>
            <a:headEnd/>
            <a:tailEnd/>
          </a:ln>
          <a:effectLst/>
        </p:spPr>
        <p:txBody>
          <a:bodyPr wrap="none" anchor="ctr"/>
          <a:lstStyle/>
          <a:p>
            <a:pPr algn="r" rtl="1" fontAlgn="base">
              <a:spcBef>
                <a:spcPct val="0"/>
              </a:spcBef>
              <a:spcAft>
                <a:spcPct val="0"/>
              </a:spcAft>
            </a:pPr>
            <a:r>
              <a:rPr lang="fa-IR" b="1" dirty="0">
                <a:cs typeface="B Nazanin" panose="00000400000000000000" pitchFamily="2" charset="-78"/>
              </a:rPr>
              <a:t>لایه ای</a:t>
            </a:r>
            <a:endParaRPr lang="en-US" b="1" dirty="0">
              <a:solidFill>
                <a:srgbClr val="000000"/>
              </a:solidFill>
              <a:latin typeface="Times New Roman" panose="02020603050405020304" pitchFamily="18" charset="0"/>
              <a:cs typeface="B Nazanin" pitchFamily="2" charset="-78"/>
            </a:endParaRPr>
          </a:p>
        </p:txBody>
      </p:sp>
      <p:sp>
        <p:nvSpPr>
          <p:cNvPr id="98" name="AutoShape 8">
            <a:extLst>
              <a:ext uri="{FF2B5EF4-FFF2-40B4-BE49-F238E27FC236}">
                <a16:creationId xmlns="" xmlns:a16="http://schemas.microsoft.com/office/drawing/2014/main" id="{2F35A0BE-ACAE-464F-966C-4598FD947DFB}"/>
              </a:ext>
            </a:extLst>
          </p:cNvPr>
          <p:cNvSpPr>
            <a:spLocks noChangeArrowheads="1"/>
          </p:cNvSpPr>
          <p:nvPr/>
        </p:nvSpPr>
        <p:spPr bwMode="gray">
          <a:xfrm>
            <a:off x="4025645" y="4140404"/>
            <a:ext cx="2496312" cy="508000"/>
          </a:xfrm>
          <a:prstGeom prst="roundRect">
            <a:avLst>
              <a:gd name="adj" fmla="val 50000"/>
            </a:avLst>
          </a:prstGeom>
          <a:gradFill flip="none" rotWithShape="1">
            <a:gsLst>
              <a:gs pos="0">
                <a:srgbClr val="B7E7FF">
                  <a:gamma/>
                  <a:tint val="0"/>
                  <a:invGamma/>
                </a:srgbClr>
              </a:gs>
              <a:gs pos="100000">
                <a:srgbClr val="B7E7FF"/>
              </a:gs>
            </a:gsLst>
            <a:lin ang="10800000" scaled="1"/>
            <a:tileRect/>
          </a:gradFill>
          <a:ln w="28575" algn="ctr">
            <a:solidFill>
              <a:srgbClr val="C4E59F"/>
            </a:solidFill>
            <a:round/>
            <a:headEnd/>
            <a:tailEnd/>
          </a:ln>
          <a:effectLst/>
        </p:spPr>
        <p:txBody>
          <a:bodyPr wrap="none" anchor="ctr"/>
          <a:lstStyle/>
          <a:p>
            <a:pPr algn="r" rtl="1" fontAlgn="base">
              <a:spcBef>
                <a:spcPct val="0"/>
              </a:spcBef>
              <a:spcAft>
                <a:spcPct val="0"/>
              </a:spcAft>
            </a:pPr>
            <a:r>
              <a:rPr lang="fa-IR" b="1" dirty="0">
                <a:cs typeface="B Nazanin" panose="00000400000000000000" pitchFamily="2" charset="-78"/>
              </a:rPr>
              <a:t>انتقال </a:t>
            </a:r>
            <a:r>
              <a:rPr lang="fa-IR" b="1" dirty="0" err="1">
                <a:cs typeface="B Nazanin" panose="00000400000000000000" pitchFamily="2" charset="-78"/>
              </a:rPr>
              <a:t>غیرمجاور</a:t>
            </a:r>
            <a:endParaRPr lang="en-US" b="1" dirty="0">
              <a:solidFill>
                <a:srgbClr val="000000"/>
              </a:solidFill>
              <a:latin typeface="Times New Roman" panose="02020603050405020304" pitchFamily="18" charset="0"/>
              <a:cs typeface="B Nazanin" pitchFamily="2" charset="-78"/>
            </a:endParaRPr>
          </a:p>
        </p:txBody>
      </p:sp>
      <p:grpSp>
        <p:nvGrpSpPr>
          <p:cNvPr id="99" name="Group 23">
            <a:extLst>
              <a:ext uri="{FF2B5EF4-FFF2-40B4-BE49-F238E27FC236}">
                <a16:creationId xmlns="" xmlns:a16="http://schemas.microsoft.com/office/drawing/2014/main" id="{0E5BDF2F-9DE7-4825-9AE7-41E56A5C9B5C}"/>
              </a:ext>
            </a:extLst>
          </p:cNvPr>
          <p:cNvGrpSpPr>
            <a:grpSpLocks noChangeAspect="1"/>
          </p:cNvGrpSpPr>
          <p:nvPr/>
        </p:nvGrpSpPr>
        <p:grpSpPr bwMode="auto">
          <a:xfrm>
            <a:off x="6450707" y="4207472"/>
            <a:ext cx="381000" cy="381000"/>
            <a:chOff x="2078" y="1680"/>
            <a:chExt cx="1615" cy="1615"/>
          </a:xfrm>
        </p:grpSpPr>
        <p:sp>
          <p:nvSpPr>
            <p:cNvPr id="100" name="Oval 24">
              <a:extLst>
                <a:ext uri="{FF2B5EF4-FFF2-40B4-BE49-F238E27FC236}">
                  <a16:creationId xmlns="" xmlns:a16="http://schemas.microsoft.com/office/drawing/2014/main" id="{DD60D054-9F05-4D44-841D-32425F932003}"/>
                </a:ext>
              </a:extLst>
            </p:cNvPr>
            <p:cNvSpPr>
              <a:spLocks noChangeArrowheads="1"/>
            </p:cNvSpPr>
            <p:nvPr/>
          </p:nvSpPr>
          <p:spPr bwMode="gray">
            <a:xfrm>
              <a:off x="2078" y="1680"/>
              <a:ext cx="1615" cy="1615"/>
            </a:xfrm>
            <a:prstGeom prst="ellipse">
              <a:avLst/>
            </a:prstGeom>
            <a:gradFill rotWithShape="1">
              <a:gsLst>
                <a:gs pos="0">
                  <a:srgbClr val="FFFFFF">
                    <a:gamma/>
                    <a:shade val="46275"/>
                    <a:invGamma/>
                  </a:srgbClr>
                </a:gs>
                <a:gs pos="50000">
                  <a:srgbClr val="FFFFFF"/>
                </a:gs>
                <a:gs pos="100000">
                  <a:srgbClr val="FFFFFF">
                    <a:gamma/>
                    <a:shade val="46275"/>
                    <a:invGamma/>
                  </a:srgbClr>
                </a:gs>
              </a:gsLst>
              <a:lin ang="5400000" scaled="1"/>
            </a:gradFill>
            <a:ln w="57150" algn="ctr">
              <a:noFill/>
              <a:round/>
              <a:headEnd/>
              <a:tailEnd/>
            </a:ln>
            <a:effectLst/>
          </p:spPr>
          <p:txBody>
            <a:bodyPr wrap="none" anchor="ct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latin typeface="Arial" pitchFamily="34" charset="0"/>
              </a:endParaRPr>
            </a:p>
          </p:txBody>
        </p:sp>
        <p:sp>
          <p:nvSpPr>
            <p:cNvPr id="101" name="Oval 25">
              <a:extLst>
                <a:ext uri="{FF2B5EF4-FFF2-40B4-BE49-F238E27FC236}">
                  <a16:creationId xmlns="" xmlns:a16="http://schemas.microsoft.com/office/drawing/2014/main" id="{E52E5307-3006-47A0-B0C3-66AD538A2DEC}"/>
                </a:ext>
              </a:extLst>
            </p:cNvPr>
            <p:cNvSpPr>
              <a:spLocks noChangeArrowheads="1"/>
            </p:cNvSpPr>
            <p:nvPr/>
          </p:nvSpPr>
          <p:spPr bwMode="gray">
            <a:xfrm>
              <a:off x="2170" y="1771"/>
              <a:ext cx="1430" cy="1430"/>
            </a:xfrm>
            <a:prstGeom prst="ellipse">
              <a:avLst/>
            </a:prstGeom>
            <a:gradFill rotWithShape="1">
              <a:gsLst>
                <a:gs pos="0">
                  <a:srgbClr val="FFFFFF">
                    <a:gamma/>
                    <a:shade val="63529"/>
                    <a:invGamma/>
                  </a:srgbClr>
                </a:gs>
                <a:gs pos="50000">
                  <a:srgbClr val="FFFFFF"/>
                </a:gs>
                <a:gs pos="100000">
                  <a:srgbClr val="FFFFFF">
                    <a:gamma/>
                    <a:shade val="63529"/>
                    <a:invGamma/>
                  </a:srgbClr>
                </a:gs>
              </a:gsLst>
              <a:lin ang="0" scaled="1"/>
            </a:gradFill>
            <a:ln w="9525" algn="ctr">
              <a:noFill/>
              <a:round/>
              <a:headEnd/>
              <a:tailEnd/>
            </a:ln>
            <a:effectLst/>
          </p:spPr>
          <p:txBody>
            <a:bodyPr wrap="none" anchor="ct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latin typeface="Arial" pitchFamily="34" charset="0"/>
              </a:endParaRPr>
            </a:p>
          </p:txBody>
        </p:sp>
        <p:sp>
          <p:nvSpPr>
            <p:cNvPr id="102" name="Oval 26">
              <a:extLst>
                <a:ext uri="{FF2B5EF4-FFF2-40B4-BE49-F238E27FC236}">
                  <a16:creationId xmlns="" xmlns:a16="http://schemas.microsoft.com/office/drawing/2014/main" id="{29886F4D-9409-4D12-B103-D5723A7D9453}"/>
                </a:ext>
              </a:extLst>
            </p:cNvPr>
            <p:cNvSpPr>
              <a:spLocks noChangeArrowheads="1"/>
            </p:cNvSpPr>
            <p:nvPr/>
          </p:nvSpPr>
          <p:spPr bwMode="gray">
            <a:xfrm>
              <a:off x="2254" y="1856"/>
              <a:ext cx="1262" cy="1264"/>
            </a:xfrm>
            <a:prstGeom prst="ellipse">
              <a:avLst/>
            </a:prstGeom>
            <a:gradFill rotWithShape="1">
              <a:gsLst>
                <a:gs pos="0">
                  <a:srgbClr val="8AD4CD">
                    <a:gamma/>
                    <a:tint val="0"/>
                    <a:invGamma/>
                  </a:srgbClr>
                </a:gs>
                <a:gs pos="50000">
                  <a:srgbClr val="8AD4CD"/>
                </a:gs>
                <a:gs pos="100000">
                  <a:srgbClr val="8AD4CD">
                    <a:gamma/>
                    <a:tint val="0"/>
                    <a:invGamma/>
                  </a:srgbClr>
                </a:gs>
              </a:gsLst>
              <a:lin ang="2700000" scaled="1"/>
            </a:gradFill>
            <a:ln w="38100" algn="ctr">
              <a:noFill/>
              <a:round/>
              <a:headEnd/>
              <a:tailEnd/>
            </a:ln>
            <a:effectLst/>
          </p:spPr>
          <p:txBody>
            <a:bodyPr wrap="none" anchor="ctr">
              <a:spAutoFit/>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latin typeface="Arial" pitchFamily="34" charset="0"/>
              </a:endParaRPr>
            </a:p>
          </p:txBody>
        </p:sp>
        <p:sp>
          <p:nvSpPr>
            <p:cNvPr id="103" name="Oval 27">
              <a:extLst>
                <a:ext uri="{FF2B5EF4-FFF2-40B4-BE49-F238E27FC236}">
                  <a16:creationId xmlns="" xmlns:a16="http://schemas.microsoft.com/office/drawing/2014/main" id="{03C03DB7-572E-4223-B28C-37172DCAF664}"/>
                </a:ext>
              </a:extLst>
            </p:cNvPr>
            <p:cNvSpPr>
              <a:spLocks noChangeArrowheads="1"/>
            </p:cNvSpPr>
            <p:nvPr/>
          </p:nvSpPr>
          <p:spPr bwMode="gray">
            <a:xfrm>
              <a:off x="2254" y="1856"/>
              <a:ext cx="1262" cy="1264"/>
            </a:xfrm>
            <a:prstGeom prst="ellipse">
              <a:avLst/>
            </a:prstGeom>
            <a:gradFill rotWithShape="1">
              <a:gsLst>
                <a:gs pos="0">
                  <a:srgbClr val="21B3E1"/>
                </a:gs>
                <a:gs pos="100000">
                  <a:srgbClr val="21B3E1">
                    <a:gamma/>
                    <a:shade val="46275"/>
                    <a:invGamma/>
                  </a:srgbClr>
                </a:gs>
              </a:gsLst>
              <a:lin ang="5400000" scaled="1"/>
            </a:gradFill>
            <a:ln w="38100" algn="ctr">
              <a:noFill/>
              <a:round/>
              <a:headEnd/>
              <a:tailEnd/>
            </a:ln>
            <a:effectLst/>
          </p:spPr>
          <p:txBody>
            <a:bodyPr wrap="none" anchor="ctr">
              <a:spAutoFit/>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latin typeface="Arial" pitchFamily="34" charset="0"/>
              </a:endParaRPr>
            </a:p>
          </p:txBody>
        </p:sp>
        <p:sp>
          <p:nvSpPr>
            <p:cNvPr id="104" name="Oval 28">
              <a:extLst>
                <a:ext uri="{FF2B5EF4-FFF2-40B4-BE49-F238E27FC236}">
                  <a16:creationId xmlns="" xmlns:a16="http://schemas.microsoft.com/office/drawing/2014/main" id="{BD47E8AC-4A74-49D6-87A5-D0985424C5C6}"/>
                </a:ext>
              </a:extLst>
            </p:cNvPr>
            <p:cNvSpPr>
              <a:spLocks noChangeArrowheads="1"/>
            </p:cNvSpPr>
            <p:nvPr/>
          </p:nvSpPr>
          <p:spPr bwMode="gray">
            <a:xfrm>
              <a:off x="2337" y="1939"/>
              <a:ext cx="1096" cy="1098"/>
            </a:xfrm>
            <a:prstGeom prst="ellipse">
              <a:avLst/>
            </a:prstGeom>
            <a:gradFill rotWithShape="1">
              <a:gsLst>
                <a:gs pos="0">
                  <a:srgbClr val="8AD4CD">
                    <a:gamma/>
                    <a:shade val="54118"/>
                    <a:invGamma/>
                  </a:srgbClr>
                </a:gs>
                <a:gs pos="50000">
                  <a:srgbClr val="8AD4CD"/>
                </a:gs>
                <a:gs pos="100000">
                  <a:srgbClr val="8AD4CD">
                    <a:gamma/>
                    <a:shade val="54118"/>
                    <a:invGamma/>
                  </a:srgbClr>
                </a:gs>
              </a:gsLst>
              <a:lin ang="18900000" scaled="1"/>
            </a:gradFill>
            <a:ln w="38100" algn="ctr">
              <a:noFill/>
              <a:round/>
              <a:headEnd/>
              <a:tailEnd/>
            </a:ln>
            <a:effectLst/>
          </p:spPr>
          <p:txBody>
            <a:bodyPr anchor="ctr">
              <a:spAutoFit/>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latin typeface="Arial" pitchFamily="34" charset="0"/>
              </a:endParaRPr>
            </a:p>
          </p:txBody>
        </p:sp>
        <p:sp>
          <p:nvSpPr>
            <p:cNvPr id="105" name="Oval 29">
              <a:extLst>
                <a:ext uri="{FF2B5EF4-FFF2-40B4-BE49-F238E27FC236}">
                  <a16:creationId xmlns="" xmlns:a16="http://schemas.microsoft.com/office/drawing/2014/main" id="{93D097FA-DA6A-4273-8D07-A0CEC8288C0A}"/>
                </a:ext>
              </a:extLst>
            </p:cNvPr>
            <p:cNvSpPr>
              <a:spLocks noChangeArrowheads="1"/>
            </p:cNvSpPr>
            <p:nvPr/>
          </p:nvSpPr>
          <p:spPr bwMode="gray">
            <a:xfrm>
              <a:off x="2337" y="1939"/>
              <a:ext cx="1096" cy="1098"/>
            </a:xfrm>
            <a:prstGeom prst="ellipse">
              <a:avLst/>
            </a:prstGeom>
            <a:gradFill rotWithShape="1">
              <a:gsLst>
                <a:gs pos="0">
                  <a:srgbClr val="21B3E1"/>
                </a:gs>
                <a:gs pos="100000">
                  <a:srgbClr val="21B3E1">
                    <a:gamma/>
                    <a:shade val="48627"/>
                    <a:invGamma/>
                  </a:srgbClr>
                </a:gs>
              </a:gsLst>
              <a:lin ang="2700000" scaled="1"/>
            </a:gradFill>
            <a:ln w="38100" algn="ctr">
              <a:noFill/>
              <a:round/>
              <a:headEnd/>
              <a:tailEnd/>
            </a:ln>
            <a:effectLst/>
          </p:spPr>
          <p:txBody>
            <a:bodyPr anchor="ctr">
              <a:spAutoFit/>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latin typeface="Arial" pitchFamily="34" charset="0"/>
              </a:endParaRPr>
            </a:p>
          </p:txBody>
        </p:sp>
      </p:grpSp>
      <p:grpSp>
        <p:nvGrpSpPr>
          <p:cNvPr id="106" name="Group 16">
            <a:extLst>
              <a:ext uri="{FF2B5EF4-FFF2-40B4-BE49-F238E27FC236}">
                <a16:creationId xmlns="" xmlns:a16="http://schemas.microsoft.com/office/drawing/2014/main" id="{4E762C6F-9CDB-4038-B32D-552B92A2F21E}"/>
              </a:ext>
            </a:extLst>
          </p:cNvPr>
          <p:cNvGrpSpPr>
            <a:grpSpLocks noChangeAspect="1"/>
          </p:cNvGrpSpPr>
          <p:nvPr/>
        </p:nvGrpSpPr>
        <p:grpSpPr bwMode="auto">
          <a:xfrm>
            <a:off x="3694697" y="3966341"/>
            <a:ext cx="381000" cy="381000"/>
            <a:chOff x="2078" y="1680"/>
            <a:chExt cx="1615" cy="1615"/>
          </a:xfrm>
        </p:grpSpPr>
        <p:sp>
          <p:nvSpPr>
            <p:cNvPr id="107" name="Oval 17">
              <a:extLst>
                <a:ext uri="{FF2B5EF4-FFF2-40B4-BE49-F238E27FC236}">
                  <a16:creationId xmlns="" xmlns:a16="http://schemas.microsoft.com/office/drawing/2014/main" id="{A566AA4F-4245-4D71-9A14-84899F89F782}"/>
                </a:ext>
              </a:extLst>
            </p:cNvPr>
            <p:cNvSpPr>
              <a:spLocks noChangeArrowheads="1"/>
            </p:cNvSpPr>
            <p:nvPr/>
          </p:nvSpPr>
          <p:spPr bwMode="gray">
            <a:xfrm>
              <a:off x="2078" y="1680"/>
              <a:ext cx="1615" cy="1615"/>
            </a:xfrm>
            <a:prstGeom prst="ellipse">
              <a:avLst/>
            </a:prstGeom>
            <a:gradFill rotWithShape="1">
              <a:gsLst>
                <a:gs pos="0">
                  <a:srgbClr val="FFFFFF">
                    <a:gamma/>
                    <a:shade val="46275"/>
                    <a:invGamma/>
                  </a:srgbClr>
                </a:gs>
                <a:gs pos="50000">
                  <a:srgbClr val="FFFFFF"/>
                </a:gs>
                <a:gs pos="100000">
                  <a:srgbClr val="FFFFFF">
                    <a:gamma/>
                    <a:shade val="46275"/>
                    <a:invGamma/>
                  </a:srgbClr>
                </a:gs>
              </a:gsLst>
              <a:lin ang="5400000" scaled="1"/>
            </a:gradFill>
            <a:ln w="57150" algn="ctr">
              <a:noFill/>
              <a:round/>
              <a:headEnd/>
              <a:tailEnd/>
            </a:ln>
            <a:effectLst/>
          </p:spPr>
          <p:txBody>
            <a:bodyPr wrap="none" anchor="ct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latin typeface="Arial" pitchFamily="34" charset="0"/>
              </a:endParaRPr>
            </a:p>
          </p:txBody>
        </p:sp>
        <p:sp>
          <p:nvSpPr>
            <p:cNvPr id="108" name="Oval 18">
              <a:extLst>
                <a:ext uri="{FF2B5EF4-FFF2-40B4-BE49-F238E27FC236}">
                  <a16:creationId xmlns="" xmlns:a16="http://schemas.microsoft.com/office/drawing/2014/main" id="{5F98DBCF-CF68-4DA7-B174-B1EE0E8FBF04}"/>
                </a:ext>
              </a:extLst>
            </p:cNvPr>
            <p:cNvSpPr>
              <a:spLocks noChangeArrowheads="1"/>
            </p:cNvSpPr>
            <p:nvPr/>
          </p:nvSpPr>
          <p:spPr bwMode="gray">
            <a:xfrm>
              <a:off x="2170" y="1771"/>
              <a:ext cx="1430" cy="1430"/>
            </a:xfrm>
            <a:prstGeom prst="ellipse">
              <a:avLst/>
            </a:prstGeom>
            <a:gradFill rotWithShape="1">
              <a:gsLst>
                <a:gs pos="0">
                  <a:srgbClr val="FFFFFF">
                    <a:gamma/>
                    <a:shade val="63529"/>
                    <a:invGamma/>
                  </a:srgbClr>
                </a:gs>
                <a:gs pos="50000">
                  <a:srgbClr val="FFFFFF"/>
                </a:gs>
                <a:gs pos="100000">
                  <a:srgbClr val="FFFFFF">
                    <a:gamma/>
                    <a:shade val="63529"/>
                    <a:invGamma/>
                  </a:srgbClr>
                </a:gs>
              </a:gsLst>
              <a:lin ang="0" scaled="1"/>
            </a:gradFill>
            <a:ln w="9525" algn="ctr">
              <a:noFill/>
              <a:round/>
              <a:headEnd/>
              <a:tailEnd/>
            </a:ln>
            <a:effectLst/>
          </p:spPr>
          <p:txBody>
            <a:bodyPr wrap="none" anchor="ct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latin typeface="Arial" pitchFamily="34" charset="0"/>
              </a:endParaRPr>
            </a:p>
          </p:txBody>
        </p:sp>
        <p:sp>
          <p:nvSpPr>
            <p:cNvPr id="109" name="Oval 19">
              <a:extLst>
                <a:ext uri="{FF2B5EF4-FFF2-40B4-BE49-F238E27FC236}">
                  <a16:creationId xmlns="" xmlns:a16="http://schemas.microsoft.com/office/drawing/2014/main" id="{29ACD305-1F3B-4E34-8315-DA5B92F1443D}"/>
                </a:ext>
              </a:extLst>
            </p:cNvPr>
            <p:cNvSpPr>
              <a:spLocks noChangeArrowheads="1"/>
            </p:cNvSpPr>
            <p:nvPr/>
          </p:nvSpPr>
          <p:spPr bwMode="gray">
            <a:xfrm>
              <a:off x="2254" y="1856"/>
              <a:ext cx="1262" cy="1264"/>
            </a:xfrm>
            <a:prstGeom prst="ellipse">
              <a:avLst/>
            </a:prstGeom>
            <a:gradFill rotWithShape="1">
              <a:gsLst>
                <a:gs pos="0">
                  <a:srgbClr val="8AD4CD">
                    <a:gamma/>
                    <a:tint val="0"/>
                    <a:invGamma/>
                  </a:srgbClr>
                </a:gs>
                <a:gs pos="50000">
                  <a:srgbClr val="8AD4CD"/>
                </a:gs>
                <a:gs pos="100000">
                  <a:srgbClr val="8AD4CD">
                    <a:gamma/>
                    <a:tint val="0"/>
                    <a:invGamma/>
                  </a:srgbClr>
                </a:gs>
              </a:gsLst>
              <a:lin ang="2700000" scaled="1"/>
            </a:gradFill>
            <a:ln w="38100" algn="ctr">
              <a:noFill/>
              <a:round/>
              <a:headEnd/>
              <a:tailEnd/>
            </a:ln>
            <a:effectLst/>
          </p:spPr>
          <p:txBody>
            <a:bodyPr wrap="none" anchor="ctr">
              <a:spAutoFit/>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latin typeface="Arial" pitchFamily="34" charset="0"/>
              </a:endParaRPr>
            </a:p>
          </p:txBody>
        </p:sp>
        <p:sp>
          <p:nvSpPr>
            <p:cNvPr id="110" name="Oval 20">
              <a:extLst>
                <a:ext uri="{FF2B5EF4-FFF2-40B4-BE49-F238E27FC236}">
                  <a16:creationId xmlns="" xmlns:a16="http://schemas.microsoft.com/office/drawing/2014/main" id="{CBF69BE0-0A8B-4F4E-B887-A07B19CDBA5B}"/>
                </a:ext>
              </a:extLst>
            </p:cNvPr>
            <p:cNvSpPr>
              <a:spLocks noChangeArrowheads="1"/>
            </p:cNvSpPr>
            <p:nvPr/>
          </p:nvSpPr>
          <p:spPr bwMode="gray">
            <a:xfrm>
              <a:off x="2254" y="1856"/>
              <a:ext cx="1262" cy="1264"/>
            </a:xfrm>
            <a:prstGeom prst="ellipse">
              <a:avLst/>
            </a:prstGeom>
            <a:gradFill rotWithShape="1">
              <a:gsLst>
                <a:gs pos="0">
                  <a:srgbClr val="48BE67">
                    <a:gamma/>
                    <a:shade val="0"/>
                    <a:invGamma/>
                  </a:srgbClr>
                </a:gs>
                <a:gs pos="100000">
                  <a:srgbClr val="48BE67"/>
                </a:gs>
              </a:gsLst>
              <a:lin ang="2700000" scaled="1"/>
            </a:gradFill>
            <a:ln w="38100" algn="ctr">
              <a:noFill/>
              <a:round/>
              <a:headEnd/>
              <a:tailEnd/>
            </a:ln>
            <a:effectLst/>
          </p:spPr>
          <p:txBody>
            <a:bodyPr wrap="none" anchor="ctr">
              <a:spAutoFit/>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latin typeface="Arial" pitchFamily="34" charset="0"/>
              </a:endParaRPr>
            </a:p>
          </p:txBody>
        </p:sp>
        <p:sp>
          <p:nvSpPr>
            <p:cNvPr id="111" name="Oval 21">
              <a:extLst>
                <a:ext uri="{FF2B5EF4-FFF2-40B4-BE49-F238E27FC236}">
                  <a16:creationId xmlns="" xmlns:a16="http://schemas.microsoft.com/office/drawing/2014/main" id="{FF1E18AA-FE66-4CF0-9FD6-EF332ED7E8D8}"/>
                </a:ext>
              </a:extLst>
            </p:cNvPr>
            <p:cNvSpPr>
              <a:spLocks noChangeArrowheads="1"/>
            </p:cNvSpPr>
            <p:nvPr/>
          </p:nvSpPr>
          <p:spPr bwMode="gray">
            <a:xfrm>
              <a:off x="2337" y="1939"/>
              <a:ext cx="1096" cy="1098"/>
            </a:xfrm>
            <a:prstGeom prst="ellipse">
              <a:avLst/>
            </a:prstGeom>
            <a:gradFill rotWithShape="1">
              <a:gsLst>
                <a:gs pos="0">
                  <a:srgbClr val="8AD4CD">
                    <a:gamma/>
                    <a:shade val="54118"/>
                    <a:invGamma/>
                  </a:srgbClr>
                </a:gs>
                <a:gs pos="50000">
                  <a:srgbClr val="8AD4CD"/>
                </a:gs>
                <a:gs pos="100000">
                  <a:srgbClr val="8AD4CD">
                    <a:gamma/>
                    <a:shade val="54118"/>
                    <a:invGamma/>
                  </a:srgbClr>
                </a:gs>
              </a:gsLst>
              <a:lin ang="18900000" scaled="1"/>
            </a:gradFill>
            <a:ln w="38100" algn="ctr">
              <a:noFill/>
              <a:round/>
              <a:headEnd/>
              <a:tailEnd/>
            </a:ln>
            <a:effectLst/>
          </p:spPr>
          <p:txBody>
            <a:bodyPr anchor="ctr">
              <a:spAutoFit/>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latin typeface="Arial" pitchFamily="34" charset="0"/>
              </a:endParaRPr>
            </a:p>
          </p:txBody>
        </p:sp>
        <p:sp>
          <p:nvSpPr>
            <p:cNvPr id="112" name="Oval 22">
              <a:extLst>
                <a:ext uri="{FF2B5EF4-FFF2-40B4-BE49-F238E27FC236}">
                  <a16:creationId xmlns="" xmlns:a16="http://schemas.microsoft.com/office/drawing/2014/main" id="{3EDDF9C3-625B-47C1-A561-917F0D6CEE50}"/>
                </a:ext>
              </a:extLst>
            </p:cNvPr>
            <p:cNvSpPr>
              <a:spLocks noChangeArrowheads="1"/>
            </p:cNvSpPr>
            <p:nvPr/>
          </p:nvSpPr>
          <p:spPr bwMode="gray">
            <a:xfrm>
              <a:off x="2337" y="1939"/>
              <a:ext cx="1096" cy="1098"/>
            </a:xfrm>
            <a:prstGeom prst="ellipse">
              <a:avLst/>
            </a:prstGeom>
            <a:gradFill rotWithShape="1">
              <a:gsLst>
                <a:gs pos="0">
                  <a:srgbClr val="48BE67"/>
                </a:gs>
                <a:gs pos="100000">
                  <a:srgbClr val="48BE67">
                    <a:gamma/>
                    <a:shade val="48627"/>
                    <a:invGamma/>
                  </a:srgbClr>
                </a:gs>
              </a:gsLst>
              <a:lin ang="2700000" scaled="1"/>
            </a:gradFill>
            <a:ln w="38100" algn="ctr">
              <a:noFill/>
              <a:round/>
              <a:headEnd/>
              <a:tailEnd/>
            </a:ln>
            <a:effectLst/>
          </p:spPr>
          <p:txBody>
            <a:bodyPr anchor="ctr">
              <a:spAutoFit/>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latin typeface="Arial" pitchFamily="34" charset="0"/>
              </a:endParaRPr>
            </a:p>
          </p:txBody>
        </p:sp>
      </p:grpSp>
      <p:sp>
        <p:nvSpPr>
          <p:cNvPr id="113" name="AutoShape 8">
            <a:extLst>
              <a:ext uri="{FF2B5EF4-FFF2-40B4-BE49-F238E27FC236}">
                <a16:creationId xmlns="" xmlns:a16="http://schemas.microsoft.com/office/drawing/2014/main" id="{47888911-5BBC-4101-B688-DB3986A1511C}"/>
              </a:ext>
            </a:extLst>
          </p:cNvPr>
          <p:cNvSpPr>
            <a:spLocks noChangeAspect="1" noChangeArrowheads="1"/>
          </p:cNvSpPr>
          <p:nvPr/>
        </p:nvSpPr>
        <p:spPr bwMode="gray">
          <a:xfrm>
            <a:off x="1663010" y="3886359"/>
            <a:ext cx="2056085" cy="508000"/>
          </a:xfrm>
          <a:prstGeom prst="roundRect">
            <a:avLst>
              <a:gd name="adj" fmla="val 50000"/>
            </a:avLst>
          </a:prstGeom>
          <a:gradFill flip="none" rotWithShape="1">
            <a:gsLst>
              <a:gs pos="0">
                <a:srgbClr val="B7E7FF">
                  <a:gamma/>
                  <a:tint val="0"/>
                  <a:invGamma/>
                </a:srgbClr>
              </a:gs>
              <a:gs pos="100000">
                <a:srgbClr val="B7E7FF"/>
              </a:gs>
            </a:gsLst>
            <a:lin ang="10800000" scaled="1"/>
            <a:tileRect/>
          </a:gradFill>
          <a:ln w="28575" algn="ctr">
            <a:solidFill>
              <a:srgbClr val="C4E59F"/>
            </a:solidFill>
            <a:round/>
            <a:headEnd/>
            <a:tailEnd/>
          </a:ln>
          <a:effectLst/>
        </p:spPr>
        <p:txBody>
          <a:bodyPr wrap="none" anchor="ctr"/>
          <a:lstStyle/>
          <a:p>
            <a:pPr algn="r" rtl="1" fontAlgn="base">
              <a:spcBef>
                <a:spcPct val="0"/>
              </a:spcBef>
              <a:spcAft>
                <a:spcPct val="0"/>
              </a:spcAft>
            </a:pPr>
            <a:r>
              <a:rPr lang="fa-IR" b="1" dirty="0" err="1">
                <a:cs typeface="B Nazanin" panose="00000400000000000000" pitchFamily="2" charset="-78"/>
              </a:rPr>
              <a:t>سریالی</a:t>
            </a:r>
            <a:r>
              <a:rPr lang="fa-IR" b="1" dirty="0">
                <a:cs typeface="B Nazanin" panose="00000400000000000000" pitchFamily="2" charset="-78"/>
              </a:rPr>
              <a:t> سلول و پک</a:t>
            </a:r>
            <a:endParaRPr lang="en-US" b="1" dirty="0">
              <a:solidFill>
                <a:srgbClr val="000000"/>
              </a:solidFill>
              <a:latin typeface="Times New Roman" panose="02020603050405020304" pitchFamily="18" charset="0"/>
              <a:cs typeface="B Nazanin" pitchFamily="2" charset="-78"/>
            </a:endParaRPr>
          </a:p>
        </p:txBody>
      </p:sp>
      <p:sp>
        <p:nvSpPr>
          <p:cNvPr id="114" name="TextBox 113">
            <a:extLst>
              <a:ext uri="{FF2B5EF4-FFF2-40B4-BE49-F238E27FC236}">
                <a16:creationId xmlns="" xmlns:a16="http://schemas.microsoft.com/office/drawing/2014/main" id="{F53964F2-A465-42D1-9BA5-A5A01547D796}"/>
              </a:ext>
            </a:extLst>
          </p:cNvPr>
          <p:cNvSpPr txBox="1"/>
          <p:nvPr/>
        </p:nvSpPr>
        <p:spPr>
          <a:xfrm>
            <a:off x="3208352" y="4371405"/>
            <a:ext cx="65" cy="276999"/>
          </a:xfrm>
          <a:prstGeom prst="rect">
            <a:avLst/>
          </a:prstGeom>
          <a:noFill/>
        </p:spPr>
        <p:txBody>
          <a:bodyPr wrap="none" lIns="0" tIns="0" rIns="0" bIns="0" rtlCol="0">
            <a:spAutoFit/>
          </a:bodyPr>
          <a:lstStyle/>
          <a:p>
            <a:endParaRPr lang="en-US" dirty="0"/>
          </a:p>
        </p:txBody>
      </p:sp>
      <p:grpSp>
        <p:nvGrpSpPr>
          <p:cNvPr id="115" name="Group 16">
            <a:extLst>
              <a:ext uri="{FF2B5EF4-FFF2-40B4-BE49-F238E27FC236}">
                <a16:creationId xmlns="" xmlns:a16="http://schemas.microsoft.com/office/drawing/2014/main" id="{49896148-48A4-4709-98EB-5720D105B595}"/>
              </a:ext>
            </a:extLst>
          </p:cNvPr>
          <p:cNvGrpSpPr>
            <a:grpSpLocks noChangeAspect="1"/>
          </p:cNvGrpSpPr>
          <p:nvPr/>
        </p:nvGrpSpPr>
        <p:grpSpPr bwMode="auto">
          <a:xfrm>
            <a:off x="3721456" y="4508703"/>
            <a:ext cx="381000" cy="381000"/>
            <a:chOff x="2078" y="1680"/>
            <a:chExt cx="1615" cy="1615"/>
          </a:xfrm>
        </p:grpSpPr>
        <p:sp>
          <p:nvSpPr>
            <p:cNvPr id="116" name="Oval 17">
              <a:extLst>
                <a:ext uri="{FF2B5EF4-FFF2-40B4-BE49-F238E27FC236}">
                  <a16:creationId xmlns="" xmlns:a16="http://schemas.microsoft.com/office/drawing/2014/main" id="{53AEC852-52A2-4132-AC51-7208BCE5FD95}"/>
                </a:ext>
              </a:extLst>
            </p:cNvPr>
            <p:cNvSpPr>
              <a:spLocks noChangeArrowheads="1"/>
            </p:cNvSpPr>
            <p:nvPr/>
          </p:nvSpPr>
          <p:spPr bwMode="gray">
            <a:xfrm>
              <a:off x="2078" y="1680"/>
              <a:ext cx="1615" cy="1615"/>
            </a:xfrm>
            <a:prstGeom prst="ellipse">
              <a:avLst/>
            </a:prstGeom>
            <a:gradFill rotWithShape="1">
              <a:gsLst>
                <a:gs pos="0">
                  <a:srgbClr val="FFFFFF">
                    <a:gamma/>
                    <a:shade val="46275"/>
                    <a:invGamma/>
                  </a:srgbClr>
                </a:gs>
                <a:gs pos="50000">
                  <a:srgbClr val="FFFFFF"/>
                </a:gs>
                <a:gs pos="100000">
                  <a:srgbClr val="FFFFFF">
                    <a:gamma/>
                    <a:shade val="46275"/>
                    <a:invGamma/>
                  </a:srgbClr>
                </a:gs>
              </a:gsLst>
              <a:lin ang="5400000" scaled="1"/>
            </a:gradFill>
            <a:ln w="57150" algn="ctr">
              <a:noFill/>
              <a:round/>
              <a:headEnd/>
              <a:tailEnd/>
            </a:ln>
            <a:effectLst/>
          </p:spPr>
          <p:txBody>
            <a:bodyPr wrap="none" anchor="ct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latin typeface="Arial" pitchFamily="34" charset="0"/>
              </a:endParaRPr>
            </a:p>
          </p:txBody>
        </p:sp>
        <p:sp>
          <p:nvSpPr>
            <p:cNvPr id="117" name="Oval 18">
              <a:extLst>
                <a:ext uri="{FF2B5EF4-FFF2-40B4-BE49-F238E27FC236}">
                  <a16:creationId xmlns="" xmlns:a16="http://schemas.microsoft.com/office/drawing/2014/main" id="{BE494280-A6A9-4928-BD75-6714A34C9030}"/>
                </a:ext>
              </a:extLst>
            </p:cNvPr>
            <p:cNvSpPr>
              <a:spLocks noChangeArrowheads="1"/>
            </p:cNvSpPr>
            <p:nvPr/>
          </p:nvSpPr>
          <p:spPr bwMode="gray">
            <a:xfrm>
              <a:off x="2170" y="1771"/>
              <a:ext cx="1430" cy="1430"/>
            </a:xfrm>
            <a:prstGeom prst="ellipse">
              <a:avLst/>
            </a:prstGeom>
            <a:gradFill rotWithShape="1">
              <a:gsLst>
                <a:gs pos="0">
                  <a:srgbClr val="FFFFFF">
                    <a:gamma/>
                    <a:shade val="63529"/>
                    <a:invGamma/>
                  </a:srgbClr>
                </a:gs>
                <a:gs pos="50000">
                  <a:srgbClr val="FFFFFF"/>
                </a:gs>
                <a:gs pos="100000">
                  <a:srgbClr val="FFFFFF">
                    <a:gamma/>
                    <a:shade val="63529"/>
                    <a:invGamma/>
                  </a:srgbClr>
                </a:gs>
              </a:gsLst>
              <a:lin ang="0" scaled="1"/>
            </a:gradFill>
            <a:ln w="9525" algn="ctr">
              <a:noFill/>
              <a:round/>
              <a:headEnd/>
              <a:tailEnd/>
            </a:ln>
            <a:effectLst/>
          </p:spPr>
          <p:txBody>
            <a:bodyPr wrap="none" anchor="ct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latin typeface="Arial" pitchFamily="34" charset="0"/>
              </a:endParaRPr>
            </a:p>
          </p:txBody>
        </p:sp>
        <p:sp>
          <p:nvSpPr>
            <p:cNvPr id="118" name="Oval 19">
              <a:extLst>
                <a:ext uri="{FF2B5EF4-FFF2-40B4-BE49-F238E27FC236}">
                  <a16:creationId xmlns="" xmlns:a16="http://schemas.microsoft.com/office/drawing/2014/main" id="{3E713282-E836-43DE-B38E-71CCEFA381E6}"/>
                </a:ext>
              </a:extLst>
            </p:cNvPr>
            <p:cNvSpPr>
              <a:spLocks noChangeArrowheads="1"/>
            </p:cNvSpPr>
            <p:nvPr/>
          </p:nvSpPr>
          <p:spPr bwMode="gray">
            <a:xfrm>
              <a:off x="2254" y="1856"/>
              <a:ext cx="1262" cy="1264"/>
            </a:xfrm>
            <a:prstGeom prst="ellipse">
              <a:avLst/>
            </a:prstGeom>
            <a:gradFill rotWithShape="1">
              <a:gsLst>
                <a:gs pos="0">
                  <a:srgbClr val="8AD4CD">
                    <a:gamma/>
                    <a:tint val="0"/>
                    <a:invGamma/>
                  </a:srgbClr>
                </a:gs>
                <a:gs pos="50000">
                  <a:srgbClr val="8AD4CD"/>
                </a:gs>
                <a:gs pos="100000">
                  <a:srgbClr val="8AD4CD">
                    <a:gamma/>
                    <a:tint val="0"/>
                    <a:invGamma/>
                  </a:srgbClr>
                </a:gs>
              </a:gsLst>
              <a:lin ang="2700000" scaled="1"/>
            </a:gradFill>
            <a:ln w="38100" algn="ctr">
              <a:noFill/>
              <a:round/>
              <a:headEnd/>
              <a:tailEnd/>
            </a:ln>
            <a:effectLst/>
          </p:spPr>
          <p:txBody>
            <a:bodyPr wrap="none" anchor="ctr">
              <a:spAutoFit/>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latin typeface="Arial" pitchFamily="34" charset="0"/>
              </a:endParaRPr>
            </a:p>
          </p:txBody>
        </p:sp>
        <p:sp>
          <p:nvSpPr>
            <p:cNvPr id="119" name="Oval 20">
              <a:extLst>
                <a:ext uri="{FF2B5EF4-FFF2-40B4-BE49-F238E27FC236}">
                  <a16:creationId xmlns="" xmlns:a16="http://schemas.microsoft.com/office/drawing/2014/main" id="{C2E43C42-D3E1-44FA-91DA-B25285B9EB7A}"/>
                </a:ext>
              </a:extLst>
            </p:cNvPr>
            <p:cNvSpPr>
              <a:spLocks noChangeArrowheads="1"/>
            </p:cNvSpPr>
            <p:nvPr/>
          </p:nvSpPr>
          <p:spPr bwMode="gray">
            <a:xfrm>
              <a:off x="2254" y="1856"/>
              <a:ext cx="1262" cy="1264"/>
            </a:xfrm>
            <a:prstGeom prst="ellipse">
              <a:avLst/>
            </a:prstGeom>
            <a:gradFill rotWithShape="1">
              <a:gsLst>
                <a:gs pos="0">
                  <a:srgbClr val="48BE67">
                    <a:gamma/>
                    <a:shade val="0"/>
                    <a:invGamma/>
                  </a:srgbClr>
                </a:gs>
                <a:gs pos="100000">
                  <a:srgbClr val="48BE67"/>
                </a:gs>
              </a:gsLst>
              <a:lin ang="2700000" scaled="1"/>
            </a:gradFill>
            <a:ln w="38100" algn="ctr">
              <a:noFill/>
              <a:round/>
              <a:headEnd/>
              <a:tailEnd/>
            </a:ln>
            <a:effectLst/>
          </p:spPr>
          <p:txBody>
            <a:bodyPr wrap="none" anchor="ctr">
              <a:spAutoFit/>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latin typeface="Arial" pitchFamily="34" charset="0"/>
              </a:endParaRPr>
            </a:p>
          </p:txBody>
        </p:sp>
        <p:sp>
          <p:nvSpPr>
            <p:cNvPr id="120" name="Oval 21">
              <a:extLst>
                <a:ext uri="{FF2B5EF4-FFF2-40B4-BE49-F238E27FC236}">
                  <a16:creationId xmlns="" xmlns:a16="http://schemas.microsoft.com/office/drawing/2014/main" id="{79E0E59C-0C9F-42C8-9E4F-B7DAD9BD08C7}"/>
                </a:ext>
              </a:extLst>
            </p:cNvPr>
            <p:cNvSpPr>
              <a:spLocks noChangeArrowheads="1"/>
            </p:cNvSpPr>
            <p:nvPr/>
          </p:nvSpPr>
          <p:spPr bwMode="gray">
            <a:xfrm>
              <a:off x="2337" y="1939"/>
              <a:ext cx="1096" cy="1098"/>
            </a:xfrm>
            <a:prstGeom prst="ellipse">
              <a:avLst/>
            </a:prstGeom>
            <a:gradFill rotWithShape="1">
              <a:gsLst>
                <a:gs pos="0">
                  <a:srgbClr val="8AD4CD">
                    <a:gamma/>
                    <a:shade val="54118"/>
                    <a:invGamma/>
                  </a:srgbClr>
                </a:gs>
                <a:gs pos="50000">
                  <a:srgbClr val="8AD4CD"/>
                </a:gs>
                <a:gs pos="100000">
                  <a:srgbClr val="8AD4CD">
                    <a:gamma/>
                    <a:shade val="54118"/>
                    <a:invGamma/>
                  </a:srgbClr>
                </a:gs>
              </a:gsLst>
              <a:lin ang="18900000" scaled="1"/>
            </a:gradFill>
            <a:ln w="38100" algn="ctr">
              <a:noFill/>
              <a:round/>
              <a:headEnd/>
              <a:tailEnd/>
            </a:ln>
            <a:effectLst/>
          </p:spPr>
          <p:txBody>
            <a:bodyPr anchor="ctr">
              <a:spAutoFit/>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latin typeface="Arial" pitchFamily="34" charset="0"/>
              </a:endParaRPr>
            </a:p>
          </p:txBody>
        </p:sp>
        <p:sp>
          <p:nvSpPr>
            <p:cNvPr id="121" name="Oval 22">
              <a:extLst>
                <a:ext uri="{FF2B5EF4-FFF2-40B4-BE49-F238E27FC236}">
                  <a16:creationId xmlns="" xmlns:a16="http://schemas.microsoft.com/office/drawing/2014/main" id="{08FA20D4-AA41-4693-B125-CAE4F0924DCB}"/>
                </a:ext>
              </a:extLst>
            </p:cNvPr>
            <p:cNvSpPr>
              <a:spLocks noChangeArrowheads="1"/>
            </p:cNvSpPr>
            <p:nvPr/>
          </p:nvSpPr>
          <p:spPr bwMode="gray">
            <a:xfrm>
              <a:off x="2337" y="1939"/>
              <a:ext cx="1096" cy="1098"/>
            </a:xfrm>
            <a:prstGeom prst="ellipse">
              <a:avLst/>
            </a:prstGeom>
            <a:gradFill rotWithShape="1">
              <a:gsLst>
                <a:gs pos="0">
                  <a:srgbClr val="48BE67"/>
                </a:gs>
                <a:gs pos="100000">
                  <a:srgbClr val="48BE67">
                    <a:gamma/>
                    <a:shade val="48627"/>
                    <a:invGamma/>
                  </a:srgbClr>
                </a:gs>
              </a:gsLst>
              <a:lin ang="2700000" scaled="1"/>
            </a:gradFill>
            <a:ln w="38100" algn="ctr">
              <a:noFill/>
              <a:round/>
              <a:headEnd/>
              <a:tailEnd/>
            </a:ln>
            <a:effectLst/>
          </p:spPr>
          <p:txBody>
            <a:bodyPr anchor="ctr">
              <a:spAutoFit/>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latin typeface="Arial" pitchFamily="34" charset="0"/>
              </a:endParaRPr>
            </a:p>
          </p:txBody>
        </p:sp>
      </p:grpSp>
      <p:sp>
        <p:nvSpPr>
          <p:cNvPr id="122" name="AutoShape 8">
            <a:extLst>
              <a:ext uri="{FF2B5EF4-FFF2-40B4-BE49-F238E27FC236}">
                <a16:creationId xmlns="" xmlns:a16="http://schemas.microsoft.com/office/drawing/2014/main" id="{A8F51255-4764-4938-8AFD-A035F4653E99}"/>
              </a:ext>
            </a:extLst>
          </p:cNvPr>
          <p:cNvSpPr>
            <a:spLocks noChangeAspect="1" noChangeArrowheads="1"/>
          </p:cNvSpPr>
          <p:nvPr/>
        </p:nvSpPr>
        <p:spPr bwMode="gray">
          <a:xfrm>
            <a:off x="1689769" y="4428721"/>
            <a:ext cx="2056085" cy="508000"/>
          </a:xfrm>
          <a:prstGeom prst="roundRect">
            <a:avLst>
              <a:gd name="adj" fmla="val 50000"/>
            </a:avLst>
          </a:prstGeom>
          <a:gradFill flip="none" rotWithShape="1">
            <a:gsLst>
              <a:gs pos="0">
                <a:srgbClr val="B7E7FF">
                  <a:gamma/>
                  <a:tint val="0"/>
                  <a:invGamma/>
                </a:srgbClr>
              </a:gs>
              <a:gs pos="100000">
                <a:srgbClr val="B7E7FF"/>
              </a:gs>
            </a:gsLst>
            <a:lin ang="10800000" scaled="1"/>
            <a:tileRect/>
          </a:gradFill>
          <a:ln w="28575" algn="ctr">
            <a:solidFill>
              <a:srgbClr val="C4E59F"/>
            </a:solidFill>
            <a:round/>
            <a:headEnd/>
            <a:tailEnd/>
          </a:ln>
          <a:effectLst/>
        </p:spPr>
        <p:txBody>
          <a:bodyPr wrap="none" anchor="ctr"/>
          <a:lstStyle/>
          <a:p>
            <a:pPr algn="r" rtl="1" fontAlgn="base">
              <a:spcBef>
                <a:spcPct val="0"/>
              </a:spcBef>
              <a:spcAft>
                <a:spcPct val="0"/>
              </a:spcAft>
            </a:pPr>
            <a:r>
              <a:rPr lang="fa-IR" b="1" dirty="0" err="1">
                <a:cs typeface="B Nazanin" panose="00000400000000000000" pitchFamily="2" charset="-78"/>
              </a:rPr>
              <a:t>ماژولار</a:t>
            </a:r>
            <a:r>
              <a:rPr lang="fa-IR" b="1" dirty="0">
                <a:cs typeface="B Nazanin" panose="00000400000000000000" pitchFamily="2" charset="-78"/>
              </a:rPr>
              <a:t> سلول و پک</a:t>
            </a:r>
            <a:endParaRPr lang="en-US" b="1" dirty="0">
              <a:solidFill>
                <a:srgbClr val="000000"/>
              </a:solidFill>
              <a:latin typeface="Times New Roman" panose="02020603050405020304" pitchFamily="18" charset="0"/>
              <a:cs typeface="B Nazanin" pitchFamily="2" charset="-78"/>
            </a:endParaRPr>
          </a:p>
        </p:txBody>
      </p:sp>
      <p:sp>
        <p:nvSpPr>
          <p:cNvPr id="131" name="AutoShape 8">
            <a:extLst>
              <a:ext uri="{FF2B5EF4-FFF2-40B4-BE49-F238E27FC236}">
                <a16:creationId xmlns="" xmlns:a16="http://schemas.microsoft.com/office/drawing/2014/main" id="{1D001561-C43A-44D9-81F9-A023B7BC3B1F}"/>
              </a:ext>
            </a:extLst>
          </p:cNvPr>
          <p:cNvSpPr>
            <a:spLocks noChangeArrowheads="1"/>
          </p:cNvSpPr>
          <p:nvPr/>
        </p:nvSpPr>
        <p:spPr bwMode="gray">
          <a:xfrm>
            <a:off x="5232044" y="2153118"/>
            <a:ext cx="2496312" cy="512064"/>
          </a:xfrm>
          <a:prstGeom prst="roundRect">
            <a:avLst>
              <a:gd name="adj" fmla="val 50000"/>
            </a:avLst>
          </a:prstGeom>
          <a:gradFill flip="none" rotWithShape="1">
            <a:gsLst>
              <a:gs pos="0">
                <a:srgbClr val="B7E7FF">
                  <a:gamma/>
                  <a:tint val="0"/>
                  <a:invGamma/>
                </a:srgbClr>
              </a:gs>
              <a:gs pos="100000">
                <a:srgbClr val="B7E7FF"/>
              </a:gs>
            </a:gsLst>
            <a:lin ang="10800000" scaled="1"/>
            <a:tileRect/>
          </a:gradFill>
          <a:ln w="28575" algn="ctr">
            <a:solidFill>
              <a:srgbClr val="C4E59F"/>
            </a:solidFill>
            <a:round/>
            <a:headEnd/>
            <a:tailEnd/>
          </a:ln>
          <a:effectLst/>
        </p:spPr>
        <p:txBody>
          <a:bodyPr wrap="none" anchor="ctr"/>
          <a:lstStyle/>
          <a:p>
            <a:pPr algn="r" rtl="1" fontAlgn="base">
              <a:spcBef>
                <a:spcPct val="0"/>
              </a:spcBef>
              <a:spcAft>
                <a:spcPct val="0"/>
              </a:spcAft>
            </a:pPr>
            <a:r>
              <a:rPr lang="fa-IR" b="1" dirty="0">
                <a:cs typeface="B Nazanin" panose="00000400000000000000" pitchFamily="2" charset="-78"/>
              </a:rPr>
              <a:t>انتقال مجاور</a:t>
            </a:r>
            <a:endParaRPr lang="en-US" b="1" dirty="0">
              <a:solidFill>
                <a:srgbClr val="000000"/>
              </a:solidFill>
              <a:latin typeface="Times New Roman" panose="02020603050405020304" pitchFamily="18" charset="0"/>
              <a:cs typeface="B Nazanin" pitchFamily="2" charset="-78"/>
            </a:endParaRPr>
          </a:p>
        </p:txBody>
      </p:sp>
      <p:grpSp>
        <p:nvGrpSpPr>
          <p:cNvPr id="132" name="Group 23">
            <a:extLst>
              <a:ext uri="{FF2B5EF4-FFF2-40B4-BE49-F238E27FC236}">
                <a16:creationId xmlns="" xmlns:a16="http://schemas.microsoft.com/office/drawing/2014/main" id="{A0320E00-D2E6-474A-B6A6-AF32A2426411}"/>
              </a:ext>
            </a:extLst>
          </p:cNvPr>
          <p:cNvGrpSpPr>
            <a:grpSpLocks noChangeAspect="1"/>
          </p:cNvGrpSpPr>
          <p:nvPr/>
        </p:nvGrpSpPr>
        <p:grpSpPr bwMode="auto">
          <a:xfrm>
            <a:off x="7657106" y="2210441"/>
            <a:ext cx="381000" cy="381000"/>
            <a:chOff x="2078" y="1680"/>
            <a:chExt cx="1615" cy="1615"/>
          </a:xfrm>
        </p:grpSpPr>
        <p:sp>
          <p:nvSpPr>
            <p:cNvPr id="133" name="Oval 24">
              <a:extLst>
                <a:ext uri="{FF2B5EF4-FFF2-40B4-BE49-F238E27FC236}">
                  <a16:creationId xmlns="" xmlns:a16="http://schemas.microsoft.com/office/drawing/2014/main" id="{D36CF0DF-81DD-429F-8C92-4681C769AD85}"/>
                </a:ext>
              </a:extLst>
            </p:cNvPr>
            <p:cNvSpPr>
              <a:spLocks noChangeArrowheads="1"/>
            </p:cNvSpPr>
            <p:nvPr/>
          </p:nvSpPr>
          <p:spPr bwMode="gray">
            <a:xfrm>
              <a:off x="2078" y="1680"/>
              <a:ext cx="1615" cy="1615"/>
            </a:xfrm>
            <a:prstGeom prst="ellipse">
              <a:avLst/>
            </a:prstGeom>
            <a:gradFill rotWithShape="1">
              <a:gsLst>
                <a:gs pos="0">
                  <a:srgbClr val="FFFFFF">
                    <a:gamma/>
                    <a:shade val="46275"/>
                    <a:invGamma/>
                  </a:srgbClr>
                </a:gs>
                <a:gs pos="50000">
                  <a:srgbClr val="FFFFFF"/>
                </a:gs>
                <a:gs pos="100000">
                  <a:srgbClr val="FFFFFF">
                    <a:gamma/>
                    <a:shade val="46275"/>
                    <a:invGamma/>
                  </a:srgbClr>
                </a:gs>
              </a:gsLst>
              <a:lin ang="5400000" scaled="1"/>
            </a:gradFill>
            <a:ln w="57150" algn="ctr">
              <a:noFill/>
              <a:round/>
              <a:headEnd/>
              <a:tailEnd/>
            </a:ln>
            <a:effectLst/>
          </p:spPr>
          <p:txBody>
            <a:bodyPr wrap="none" anchor="ct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latin typeface="Arial" pitchFamily="34" charset="0"/>
              </a:endParaRPr>
            </a:p>
          </p:txBody>
        </p:sp>
        <p:sp>
          <p:nvSpPr>
            <p:cNvPr id="134" name="Oval 25">
              <a:extLst>
                <a:ext uri="{FF2B5EF4-FFF2-40B4-BE49-F238E27FC236}">
                  <a16:creationId xmlns="" xmlns:a16="http://schemas.microsoft.com/office/drawing/2014/main" id="{F9FFCAE0-8BDF-4D64-A40D-96DC060F569C}"/>
                </a:ext>
              </a:extLst>
            </p:cNvPr>
            <p:cNvSpPr>
              <a:spLocks noChangeArrowheads="1"/>
            </p:cNvSpPr>
            <p:nvPr/>
          </p:nvSpPr>
          <p:spPr bwMode="gray">
            <a:xfrm>
              <a:off x="2170" y="1771"/>
              <a:ext cx="1430" cy="1430"/>
            </a:xfrm>
            <a:prstGeom prst="ellipse">
              <a:avLst/>
            </a:prstGeom>
            <a:gradFill rotWithShape="1">
              <a:gsLst>
                <a:gs pos="0">
                  <a:srgbClr val="FFFFFF">
                    <a:gamma/>
                    <a:shade val="63529"/>
                    <a:invGamma/>
                  </a:srgbClr>
                </a:gs>
                <a:gs pos="50000">
                  <a:srgbClr val="FFFFFF"/>
                </a:gs>
                <a:gs pos="100000">
                  <a:srgbClr val="FFFFFF">
                    <a:gamma/>
                    <a:shade val="63529"/>
                    <a:invGamma/>
                  </a:srgbClr>
                </a:gs>
              </a:gsLst>
              <a:lin ang="0" scaled="1"/>
            </a:gradFill>
            <a:ln w="9525" algn="ctr">
              <a:noFill/>
              <a:round/>
              <a:headEnd/>
              <a:tailEnd/>
            </a:ln>
            <a:effectLst/>
          </p:spPr>
          <p:txBody>
            <a:bodyPr wrap="none" anchor="ct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latin typeface="Arial" pitchFamily="34" charset="0"/>
              </a:endParaRPr>
            </a:p>
          </p:txBody>
        </p:sp>
        <p:sp>
          <p:nvSpPr>
            <p:cNvPr id="135" name="Oval 26">
              <a:extLst>
                <a:ext uri="{FF2B5EF4-FFF2-40B4-BE49-F238E27FC236}">
                  <a16:creationId xmlns="" xmlns:a16="http://schemas.microsoft.com/office/drawing/2014/main" id="{24EEF376-1BE5-4514-9D50-48E1B7F61844}"/>
                </a:ext>
              </a:extLst>
            </p:cNvPr>
            <p:cNvSpPr>
              <a:spLocks noChangeArrowheads="1"/>
            </p:cNvSpPr>
            <p:nvPr/>
          </p:nvSpPr>
          <p:spPr bwMode="gray">
            <a:xfrm>
              <a:off x="2254" y="1856"/>
              <a:ext cx="1262" cy="1264"/>
            </a:xfrm>
            <a:prstGeom prst="ellipse">
              <a:avLst/>
            </a:prstGeom>
            <a:gradFill rotWithShape="1">
              <a:gsLst>
                <a:gs pos="0">
                  <a:srgbClr val="8AD4CD">
                    <a:gamma/>
                    <a:tint val="0"/>
                    <a:invGamma/>
                  </a:srgbClr>
                </a:gs>
                <a:gs pos="50000">
                  <a:srgbClr val="8AD4CD"/>
                </a:gs>
                <a:gs pos="100000">
                  <a:srgbClr val="8AD4CD">
                    <a:gamma/>
                    <a:tint val="0"/>
                    <a:invGamma/>
                  </a:srgbClr>
                </a:gs>
              </a:gsLst>
              <a:lin ang="2700000" scaled="1"/>
            </a:gradFill>
            <a:ln w="38100" algn="ctr">
              <a:noFill/>
              <a:round/>
              <a:headEnd/>
              <a:tailEnd/>
            </a:ln>
            <a:effectLst/>
          </p:spPr>
          <p:txBody>
            <a:bodyPr wrap="none" anchor="ctr">
              <a:spAutoFit/>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latin typeface="Arial" pitchFamily="34" charset="0"/>
              </a:endParaRPr>
            </a:p>
          </p:txBody>
        </p:sp>
        <p:sp>
          <p:nvSpPr>
            <p:cNvPr id="136" name="Oval 27">
              <a:extLst>
                <a:ext uri="{FF2B5EF4-FFF2-40B4-BE49-F238E27FC236}">
                  <a16:creationId xmlns="" xmlns:a16="http://schemas.microsoft.com/office/drawing/2014/main" id="{C02121B2-3EBA-46EE-8948-223B177F46FC}"/>
                </a:ext>
              </a:extLst>
            </p:cNvPr>
            <p:cNvSpPr>
              <a:spLocks noChangeArrowheads="1"/>
            </p:cNvSpPr>
            <p:nvPr/>
          </p:nvSpPr>
          <p:spPr bwMode="gray">
            <a:xfrm>
              <a:off x="2254" y="1856"/>
              <a:ext cx="1262" cy="1264"/>
            </a:xfrm>
            <a:prstGeom prst="ellipse">
              <a:avLst/>
            </a:prstGeom>
            <a:gradFill rotWithShape="1">
              <a:gsLst>
                <a:gs pos="0">
                  <a:srgbClr val="21B3E1"/>
                </a:gs>
                <a:gs pos="100000">
                  <a:srgbClr val="21B3E1">
                    <a:gamma/>
                    <a:shade val="46275"/>
                    <a:invGamma/>
                  </a:srgbClr>
                </a:gs>
              </a:gsLst>
              <a:lin ang="5400000" scaled="1"/>
            </a:gradFill>
            <a:ln w="38100" algn="ctr">
              <a:noFill/>
              <a:round/>
              <a:headEnd/>
              <a:tailEnd/>
            </a:ln>
            <a:effectLst/>
          </p:spPr>
          <p:txBody>
            <a:bodyPr wrap="none" anchor="ctr">
              <a:spAutoFit/>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latin typeface="Arial" pitchFamily="34" charset="0"/>
              </a:endParaRPr>
            </a:p>
          </p:txBody>
        </p:sp>
        <p:sp>
          <p:nvSpPr>
            <p:cNvPr id="137" name="Oval 28">
              <a:extLst>
                <a:ext uri="{FF2B5EF4-FFF2-40B4-BE49-F238E27FC236}">
                  <a16:creationId xmlns="" xmlns:a16="http://schemas.microsoft.com/office/drawing/2014/main" id="{151051E3-E6C5-4669-A40D-88442091C56B}"/>
                </a:ext>
              </a:extLst>
            </p:cNvPr>
            <p:cNvSpPr>
              <a:spLocks noChangeArrowheads="1"/>
            </p:cNvSpPr>
            <p:nvPr/>
          </p:nvSpPr>
          <p:spPr bwMode="gray">
            <a:xfrm>
              <a:off x="2337" y="1939"/>
              <a:ext cx="1096" cy="1098"/>
            </a:xfrm>
            <a:prstGeom prst="ellipse">
              <a:avLst/>
            </a:prstGeom>
            <a:gradFill rotWithShape="1">
              <a:gsLst>
                <a:gs pos="0">
                  <a:srgbClr val="8AD4CD">
                    <a:gamma/>
                    <a:shade val="54118"/>
                    <a:invGamma/>
                  </a:srgbClr>
                </a:gs>
                <a:gs pos="50000">
                  <a:srgbClr val="8AD4CD"/>
                </a:gs>
                <a:gs pos="100000">
                  <a:srgbClr val="8AD4CD">
                    <a:gamma/>
                    <a:shade val="54118"/>
                    <a:invGamma/>
                  </a:srgbClr>
                </a:gs>
              </a:gsLst>
              <a:lin ang="18900000" scaled="1"/>
            </a:gradFill>
            <a:ln w="38100" algn="ctr">
              <a:noFill/>
              <a:round/>
              <a:headEnd/>
              <a:tailEnd/>
            </a:ln>
            <a:effectLst/>
          </p:spPr>
          <p:txBody>
            <a:bodyPr anchor="ctr">
              <a:spAutoFit/>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latin typeface="Arial" pitchFamily="34" charset="0"/>
              </a:endParaRPr>
            </a:p>
          </p:txBody>
        </p:sp>
        <p:sp>
          <p:nvSpPr>
            <p:cNvPr id="138" name="Oval 29">
              <a:extLst>
                <a:ext uri="{FF2B5EF4-FFF2-40B4-BE49-F238E27FC236}">
                  <a16:creationId xmlns="" xmlns:a16="http://schemas.microsoft.com/office/drawing/2014/main" id="{4BC7FCF1-505D-4E9A-BCBB-646C0851F826}"/>
                </a:ext>
              </a:extLst>
            </p:cNvPr>
            <p:cNvSpPr>
              <a:spLocks noChangeArrowheads="1"/>
            </p:cNvSpPr>
            <p:nvPr/>
          </p:nvSpPr>
          <p:spPr bwMode="gray">
            <a:xfrm>
              <a:off x="2337" y="1939"/>
              <a:ext cx="1096" cy="1098"/>
            </a:xfrm>
            <a:prstGeom prst="ellipse">
              <a:avLst/>
            </a:prstGeom>
            <a:gradFill rotWithShape="1">
              <a:gsLst>
                <a:gs pos="0">
                  <a:srgbClr val="21B3E1"/>
                </a:gs>
                <a:gs pos="100000">
                  <a:srgbClr val="21B3E1">
                    <a:gamma/>
                    <a:shade val="48627"/>
                    <a:invGamma/>
                  </a:srgbClr>
                </a:gs>
              </a:gsLst>
              <a:lin ang="2700000" scaled="1"/>
            </a:gradFill>
            <a:ln w="38100" algn="ctr">
              <a:noFill/>
              <a:round/>
              <a:headEnd/>
              <a:tailEnd/>
            </a:ln>
            <a:effectLst/>
          </p:spPr>
          <p:txBody>
            <a:bodyPr anchor="ctr">
              <a:spAutoFit/>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latin typeface="Arial" pitchFamily="34" charset="0"/>
              </a:endParaRPr>
            </a:p>
          </p:txBody>
        </p:sp>
      </p:grpSp>
      <p:sp>
        <p:nvSpPr>
          <p:cNvPr id="139" name="AutoShape 8">
            <a:extLst>
              <a:ext uri="{FF2B5EF4-FFF2-40B4-BE49-F238E27FC236}">
                <a16:creationId xmlns="" xmlns:a16="http://schemas.microsoft.com/office/drawing/2014/main" id="{AD67BECF-64ED-4C10-BDF8-B54A15D16C17}"/>
              </a:ext>
            </a:extLst>
          </p:cNvPr>
          <p:cNvSpPr>
            <a:spLocks noChangeAspect="1" noChangeArrowheads="1"/>
          </p:cNvSpPr>
          <p:nvPr/>
        </p:nvSpPr>
        <p:spPr bwMode="gray">
          <a:xfrm>
            <a:off x="5232044" y="6170417"/>
            <a:ext cx="2499675" cy="508000"/>
          </a:xfrm>
          <a:prstGeom prst="roundRect">
            <a:avLst>
              <a:gd name="adj" fmla="val 50000"/>
            </a:avLst>
          </a:prstGeom>
          <a:gradFill flip="none" rotWithShape="1">
            <a:gsLst>
              <a:gs pos="0">
                <a:srgbClr val="B7E7FF">
                  <a:gamma/>
                  <a:tint val="0"/>
                  <a:invGamma/>
                </a:srgbClr>
              </a:gs>
              <a:gs pos="100000">
                <a:srgbClr val="B7E7FF"/>
              </a:gs>
            </a:gsLst>
            <a:lin ang="10800000" scaled="1"/>
            <a:tileRect/>
          </a:gradFill>
          <a:ln w="28575" algn="ctr">
            <a:solidFill>
              <a:srgbClr val="C4E59F"/>
            </a:solidFill>
            <a:round/>
            <a:headEnd/>
            <a:tailEnd/>
          </a:ln>
          <a:effectLst/>
        </p:spPr>
        <p:txBody>
          <a:bodyPr wrap="none" anchor="ctr"/>
          <a:lstStyle/>
          <a:p>
            <a:pPr algn="r" rtl="1" fontAlgn="base">
              <a:spcBef>
                <a:spcPct val="0"/>
              </a:spcBef>
              <a:spcAft>
                <a:spcPct val="0"/>
              </a:spcAft>
            </a:pPr>
            <a:r>
              <a:rPr lang="fa-IR" b="1" dirty="0">
                <a:cs typeface="B Nazanin" panose="00000400000000000000" pitchFamily="2" charset="-78"/>
              </a:rPr>
              <a:t>انتقال سلول به سلول </a:t>
            </a:r>
            <a:r>
              <a:rPr lang="fa-IR" b="1" dirty="0" err="1">
                <a:cs typeface="B Nazanin" panose="00000400000000000000" pitchFamily="2" charset="-78"/>
              </a:rPr>
              <a:t>مسقیم</a:t>
            </a:r>
            <a:endParaRPr lang="en-US" b="1" dirty="0">
              <a:solidFill>
                <a:srgbClr val="000000"/>
              </a:solidFill>
              <a:latin typeface="Times New Roman" panose="02020603050405020304" pitchFamily="18" charset="0"/>
              <a:cs typeface="B Nazanin" pitchFamily="2" charset="-78"/>
            </a:endParaRPr>
          </a:p>
        </p:txBody>
      </p:sp>
      <p:grpSp>
        <p:nvGrpSpPr>
          <p:cNvPr id="140" name="Group 23">
            <a:extLst>
              <a:ext uri="{FF2B5EF4-FFF2-40B4-BE49-F238E27FC236}">
                <a16:creationId xmlns="" xmlns:a16="http://schemas.microsoft.com/office/drawing/2014/main" id="{46DD52FD-E0C5-4D4F-B29D-6967CCD9432F}"/>
              </a:ext>
            </a:extLst>
          </p:cNvPr>
          <p:cNvGrpSpPr>
            <a:grpSpLocks noChangeAspect="1"/>
          </p:cNvGrpSpPr>
          <p:nvPr/>
        </p:nvGrpSpPr>
        <p:grpSpPr bwMode="auto">
          <a:xfrm>
            <a:off x="7660469" y="6246617"/>
            <a:ext cx="381000" cy="381000"/>
            <a:chOff x="2078" y="1680"/>
            <a:chExt cx="1615" cy="1615"/>
          </a:xfrm>
        </p:grpSpPr>
        <p:sp>
          <p:nvSpPr>
            <p:cNvPr id="141" name="Oval 24">
              <a:extLst>
                <a:ext uri="{FF2B5EF4-FFF2-40B4-BE49-F238E27FC236}">
                  <a16:creationId xmlns="" xmlns:a16="http://schemas.microsoft.com/office/drawing/2014/main" id="{26937B66-6C2A-4441-9A3C-B35598750681}"/>
                </a:ext>
              </a:extLst>
            </p:cNvPr>
            <p:cNvSpPr>
              <a:spLocks noChangeArrowheads="1"/>
            </p:cNvSpPr>
            <p:nvPr/>
          </p:nvSpPr>
          <p:spPr bwMode="gray">
            <a:xfrm>
              <a:off x="2078" y="1680"/>
              <a:ext cx="1615" cy="1615"/>
            </a:xfrm>
            <a:prstGeom prst="ellipse">
              <a:avLst/>
            </a:prstGeom>
            <a:gradFill rotWithShape="1">
              <a:gsLst>
                <a:gs pos="0">
                  <a:srgbClr val="FFFFFF">
                    <a:gamma/>
                    <a:shade val="46275"/>
                    <a:invGamma/>
                  </a:srgbClr>
                </a:gs>
                <a:gs pos="50000">
                  <a:srgbClr val="FFFFFF"/>
                </a:gs>
                <a:gs pos="100000">
                  <a:srgbClr val="FFFFFF">
                    <a:gamma/>
                    <a:shade val="46275"/>
                    <a:invGamma/>
                  </a:srgbClr>
                </a:gs>
              </a:gsLst>
              <a:lin ang="5400000" scaled="1"/>
            </a:gradFill>
            <a:ln w="57150" algn="ctr">
              <a:noFill/>
              <a:round/>
              <a:headEnd/>
              <a:tailEnd/>
            </a:ln>
            <a:effectLst/>
          </p:spPr>
          <p:txBody>
            <a:bodyPr wrap="none" anchor="ct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latin typeface="Arial" pitchFamily="34" charset="0"/>
              </a:endParaRPr>
            </a:p>
          </p:txBody>
        </p:sp>
        <p:sp>
          <p:nvSpPr>
            <p:cNvPr id="142" name="Oval 25">
              <a:extLst>
                <a:ext uri="{FF2B5EF4-FFF2-40B4-BE49-F238E27FC236}">
                  <a16:creationId xmlns="" xmlns:a16="http://schemas.microsoft.com/office/drawing/2014/main" id="{41201666-3AA5-40C7-A08B-F6231D83CB0B}"/>
                </a:ext>
              </a:extLst>
            </p:cNvPr>
            <p:cNvSpPr>
              <a:spLocks noChangeArrowheads="1"/>
            </p:cNvSpPr>
            <p:nvPr/>
          </p:nvSpPr>
          <p:spPr bwMode="gray">
            <a:xfrm>
              <a:off x="2170" y="1771"/>
              <a:ext cx="1430" cy="1430"/>
            </a:xfrm>
            <a:prstGeom prst="ellipse">
              <a:avLst/>
            </a:prstGeom>
            <a:gradFill rotWithShape="1">
              <a:gsLst>
                <a:gs pos="0">
                  <a:srgbClr val="FFFFFF">
                    <a:gamma/>
                    <a:shade val="63529"/>
                    <a:invGamma/>
                  </a:srgbClr>
                </a:gs>
                <a:gs pos="50000">
                  <a:srgbClr val="FFFFFF"/>
                </a:gs>
                <a:gs pos="100000">
                  <a:srgbClr val="FFFFFF">
                    <a:gamma/>
                    <a:shade val="63529"/>
                    <a:invGamma/>
                  </a:srgbClr>
                </a:gs>
              </a:gsLst>
              <a:lin ang="0" scaled="1"/>
            </a:gradFill>
            <a:ln w="9525" algn="ctr">
              <a:noFill/>
              <a:round/>
              <a:headEnd/>
              <a:tailEnd/>
            </a:ln>
            <a:effectLst/>
          </p:spPr>
          <p:txBody>
            <a:bodyPr wrap="none" anchor="ct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latin typeface="Arial" pitchFamily="34" charset="0"/>
              </a:endParaRPr>
            </a:p>
          </p:txBody>
        </p:sp>
        <p:sp>
          <p:nvSpPr>
            <p:cNvPr id="143" name="Oval 26">
              <a:extLst>
                <a:ext uri="{FF2B5EF4-FFF2-40B4-BE49-F238E27FC236}">
                  <a16:creationId xmlns="" xmlns:a16="http://schemas.microsoft.com/office/drawing/2014/main" id="{F5FDB05C-877B-46A0-84A3-4F7D6D29D587}"/>
                </a:ext>
              </a:extLst>
            </p:cNvPr>
            <p:cNvSpPr>
              <a:spLocks noChangeArrowheads="1"/>
            </p:cNvSpPr>
            <p:nvPr/>
          </p:nvSpPr>
          <p:spPr bwMode="gray">
            <a:xfrm>
              <a:off x="2254" y="1856"/>
              <a:ext cx="1262" cy="1264"/>
            </a:xfrm>
            <a:prstGeom prst="ellipse">
              <a:avLst/>
            </a:prstGeom>
            <a:gradFill rotWithShape="1">
              <a:gsLst>
                <a:gs pos="0">
                  <a:srgbClr val="8AD4CD">
                    <a:gamma/>
                    <a:tint val="0"/>
                    <a:invGamma/>
                  </a:srgbClr>
                </a:gs>
                <a:gs pos="50000">
                  <a:srgbClr val="8AD4CD"/>
                </a:gs>
                <a:gs pos="100000">
                  <a:srgbClr val="8AD4CD">
                    <a:gamma/>
                    <a:tint val="0"/>
                    <a:invGamma/>
                  </a:srgbClr>
                </a:gs>
              </a:gsLst>
              <a:lin ang="2700000" scaled="1"/>
            </a:gradFill>
            <a:ln w="38100" algn="ctr">
              <a:noFill/>
              <a:round/>
              <a:headEnd/>
              <a:tailEnd/>
            </a:ln>
            <a:effectLst/>
          </p:spPr>
          <p:txBody>
            <a:bodyPr wrap="none" anchor="ctr">
              <a:spAutoFit/>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latin typeface="Arial" pitchFamily="34" charset="0"/>
              </a:endParaRPr>
            </a:p>
          </p:txBody>
        </p:sp>
        <p:sp>
          <p:nvSpPr>
            <p:cNvPr id="144" name="Oval 27">
              <a:extLst>
                <a:ext uri="{FF2B5EF4-FFF2-40B4-BE49-F238E27FC236}">
                  <a16:creationId xmlns="" xmlns:a16="http://schemas.microsoft.com/office/drawing/2014/main" id="{FAA6EE00-6A71-489A-AE9F-0E102A937064}"/>
                </a:ext>
              </a:extLst>
            </p:cNvPr>
            <p:cNvSpPr>
              <a:spLocks noChangeArrowheads="1"/>
            </p:cNvSpPr>
            <p:nvPr/>
          </p:nvSpPr>
          <p:spPr bwMode="gray">
            <a:xfrm>
              <a:off x="2254" y="1856"/>
              <a:ext cx="1262" cy="1264"/>
            </a:xfrm>
            <a:prstGeom prst="ellipse">
              <a:avLst/>
            </a:prstGeom>
            <a:gradFill rotWithShape="1">
              <a:gsLst>
                <a:gs pos="0">
                  <a:srgbClr val="21B3E1"/>
                </a:gs>
                <a:gs pos="100000">
                  <a:srgbClr val="21B3E1">
                    <a:gamma/>
                    <a:shade val="46275"/>
                    <a:invGamma/>
                  </a:srgbClr>
                </a:gs>
              </a:gsLst>
              <a:lin ang="5400000" scaled="1"/>
            </a:gradFill>
            <a:ln w="38100" algn="ctr">
              <a:noFill/>
              <a:round/>
              <a:headEnd/>
              <a:tailEnd/>
            </a:ln>
            <a:effectLst/>
          </p:spPr>
          <p:txBody>
            <a:bodyPr wrap="none" anchor="ctr">
              <a:spAutoFit/>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latin typeface="Arial" pitchFamily="34" charset="0"/>
              </a:endParaRPr>
            </a:p>
          </p:txBody>
        </p:sp>
        <p:sp>
          <p:nvSpPr>
            <p:cNvPr id="145" name="Oval 28">
              <a:extLst>
                <a:ext uri="{FF2B5EF4-FFF2-40B4-BE49-F238E27FC236}">
                  <a16:creationId xmlns="" xmlns:a16="http://schemas.microsoft.com/office/drawing/2014/main" id="{3C609F6B-8190-45A8-832A-11DFA4863205}"/>
                </a:ext>
              </a:extLst>
            </p:cNvPr>
            <p:cNvSpPr>
              <a:spLocks noChangeArrowheads="1"/>
            </p:cNvSpPr>
            <p:nvPr/>
          </p:nvSpPr>
          <p:spPr bwMode="gray">
            <a:xfrm>
              <a:off x="2337" y="1939"/>
              <a:ext cx="1096" cy="1098"/>
            </a:xfrm>
            <a:prstGeom prst="ellipse">
              <a:avLst/>
            </a:prstGeom>
            <a:gradFill rotWithShape="1">
              <a:gsLst>
                <a:gs pos="0">
                  <a:srgbClr val="8AD4CD">
                    <a:gamma/>
                    <a:shade val="54118"/>
                    <a:invGamma/>
                  </a:srgbClr>
                </a:gs>
                <a:gs pos="50000">
                  <a:srgbClr val="8AD4CD"/>
                </a:gs>
                <a:gs pos="100000">
                  <a:srgbClr val="8AD4CD">
                    <a:gamma/>
                    <a:shade val="54118"/>
                    <a:invGamma/>
                  </a:srgbClr>
                </a:gs>
              </a:gsLst>
              <a:lin ang="18900000" scaled="1"/>
            </a:gradFill>
            <a:ln w="38100" algn="ctr">
              <a:noFill/>
              <a:round/>
              <a:headEnd/>
              <a:tailEnd/>
            </a:ln>
            <a:effectLst/>
          </p:spPr>
          <p:txBody>
            <a:bodyPr anchor="ctr">
              <a:spAutoFit/>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latin typeface="Arial" pitchFamily="34" charset="0"/>
              </a:endParaRPr>
            </a:p>
          </p:txBody>
        </p:sp>
        <p:sp>
          <p:nvSpPr>
            <p:cNvPr id="146" name="Oval 29">
              <a:extLst>
                <a:ext uri="{FF2B5EF4-FFF2-40B4-BE49-F238E27FC236}">
                  <a16:creationId xmlns="" xmlns:a16="http://schemas.microsoft.com/office/drawing/2014/main" id="{C2FA29F7-937E-463B-B060-8EECEA46A678}"/>
                </a:ext>
              </a:extLst>
            </p:cNvPr>
            <p:cNvSpPr>
              <a:spLocks noChangeArrowheads="1"/>
            </p:cNvSpPr>
            <p:nvPr/>
          </p:nvSpPr>
          <p:spPr bwMode="gray">
            <a:xfrm>
              <a:off x="2337" y="1939"/>
              <a:ext cx="1096" cy="1098"/>
            </a:xfrm>
            <a:prstGeom prst="ellipse">
              <a:avLst/>
            </a:prstGeom>
            <a:gradFill rotWithShape="1">
              <a:gsLst>
                <a:gs pos="0">
                  <a:srgbClr val="21B3E1"/>
                </a:gs>
                <a:gs pos="100000">
                  <a:srgbClr val="21B3E1">
                    <a:gamma/>
                    <a:shade val="48627"/>
                    <a:invGamma/>
                  </a:srgbClr>
                </a:gs>
              </a:gsLst>
              <a:lin ang="2700000" scaled="1"/>
            </a:gradFill>
            <a:ln w="38100" algn="ctr">
              <a:noFill/>
              <a:round/>
              <a:headEnd/>
              <a:tailEnd/>
            </a:ln>
            <a:effectLst/>
          </p:spPr>
          <p:txBody>
            <a:bodyPr anchor="ctr">
              <a:spAutoFit/>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latin typeface="Arial" pitchFamily="34" charset="0"/>
              </a:endParaRPr>
            </a:p>
          </p:txBody>
        </p:sp>
      </p:grpSp>
      <p:sp>
        <p:nvSpPr>
          <p:cNvPr id="125" name="Rounded Rectangle 175">
            <a:extLst>
              <a:ext uri="{FF2B5EF4-FFF2-40B4-BE49-F238E27FC236}">
                <a16:creationId xmlns="" xmlns:a16="http://schemas.microsoft.com/office/drawing/2014/main" id="{D8E27344-2AB1-4A61-B14B-D9C7962F785E}"/>
              </a:ext>
            </a:extLst>
          </p:cNvPr>
          <p:cNvSpPr/>
          <p:nvPr/>
        </p:nvSpPr>
        <p:spPr bwMode="auto">
          <a:xfrm>
            <a:off x="6324600" y="1269708"/>
            <a:ext cx="2922494" cy="418072"/>
          </a:xfrm>
          <a:prstGeom prst="roundRect">
            <a:avLst/>
          </a:prstGeom>
          <a:solidFill>
            <a:srgbClr val="3D81BF">
              <a:lumMod val="75000"/>
            </a:srgbClr>
          </a:solidFill>
          <a:ln w="9525" cap="flat" cmpd="sng" algn="ctr">
            <a:solidFill>
              <a:srgbClr val="000000"/>
            </a:solidFill>
            <a:prstDash val="solid"/>
            <a:round/>
            <a:headEnd type="none" w="med" len="med"/>
            <a:tailEnd type="none" w="med" len="med"/>
          </a:ln>
          <a:effectLst>
            <a:reflection blurRad="6350" stA="50000" endA="300" endPos="55000" dir="5400000" sy="-100000" algn="bl" rotWithShape="0"/>
          </a:effectLst>
          <a:scene3d>
            <a:camera prst="isometricOffAxis2Left"/>
            <a:lightRig rig="threePt" dir="t"/>
          </a:scene3d>
        </p:spPr>
        <p:txBody>
          <a:bodyPr vert="horz" wrap="square" lIns="91440" tIns="45720" rIns="91440" bIns="45720" numCol="1" rtlCol="0" anchor="t" anchorCtr="0" compatLnSpc="1">
            <a:prstTxWarp prst="textNoShape">
              <a:avLst/>
            </a:prstTxWarp>
          </a:bodyPr>
          <a:lstStyle/>
          <a:p>
            <a:pPr lvl="0" algn="ctr" rtl="1" fontAlgn="base">
              <a:spcBef>
                <a:spcPct val="0"/>
              </a:spcBef>
              <a:spcAft>
                <a:spcPct val="0"/>
              </a:spcAft>
            </a:pPr>
            <a:r>
              <a:rPr lang="fa-IR" sz="2000" b="1" dirty="0">
                <a:solidFill>
                  <a:srgbClr val="FFFFFF"/>
                </a:solidFill>
                <a:latin typeface="Times New Roman" panose="02020603050405020304" pitchFamily="18" charset="0"/>
                <a:cs typeface="B Nazanin" panose="00000400000000000000" pitchFamily="2" charset="-78"/>
              </a:rPr>
              <a:t>سیستم مدیریت همسان سازی</a:t>
            </a:r>
            <a:endParaRPr lang="en-US" sz="2000" b="1" dirty="0">
              <a:solidFill>
                <a:srgbClr val="FFFFFF"/>
              </a:solidFill>
              <a:latin typeface="Times New Roman" panose="02020603050405020304" pitchFamily="18" charset="0"/>
              <a:cs typeface="B Nazanin" panose="00000400000000000000" pitchFamily="2" charset="-78"/>
            </a:endParaRPr>
          </a:p>
        </p:txBody>
      </p:sp>
      <p:pic>
        <p:nvPicPr>
          <p:cNvPr id="126" name="Picture 125" descr="پرونده:Azad University logo.png - ویکی‌پدیا، دانشنامهٔ آزاد">
            <a:extLst>
              <a:ext uri="{FF2B5EF4-FFF2-40B4-BE49-F238E27FC236}">
                <a16:creationId xmlns="" xmlns:a16="http://schemas.microsoft.com/office/drawing/2014/main" id="{FA988D60-670C-406B-B8FB-D5A0053424E9}"/>
              </a:ext>
            </a:extLst>
          </p:cNvPr>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8610600" y="0"/>
            <a:ext cx="533400" cy="822959"/>
          </a:xfrm>
          <a:prstGeom prst="rect">
            <a:avLst/>
          </a:prstGeom>
          <a:noFill/>
          <a:ln>
            <a:noFill/>
          </a:ln>
        </p:spPr>
      </p:pic>
      <p:sp>
        <p:nvSpPr>
          <p:cNvPr id="127" name="AutoShape 10">
            <a:extLst>
              <a:ext uri="{FF2B5EF4-FFF2-40B4-BE49-F238E27FC236}">
                <a16:creationId xmlns="" xmlns:a16="http://schemas.microsoft.com/office/drawing/2014/main" id="{96E6A76C-5024-445C-8373-4A127C8598B1}"/>
              </a:ext>
            </a:extLst>
          </p:cNvPr>
          <p:cNvSpPr>
            <a:spLocks noChangeArrowheads="1"/>
          </p:cNvSpPr>
          <p:nvPr/>
        </p:nvSpPr>
        <p:spPr bwMode="gray">
          <a:xfrm flipH="1">
            <a:off x="6244699" y="57140"/>
            <a:ext cx="2137301" cy="649224"/>
          </a:xfrm>
          <a:prstGeom prst="chevron">
            <a:avLst>
              <a:gd name="adj" fmla="val 17842"/>
            </a:avLst>
          </a:prstGeom>
          <a:gradFill rotWithShape="1">
            <a:gsLst>
              <a:gs pos="0">
                <a:srgbClr val="84B09A">
                  <a:gamma/>
                  <a:shade val="46275"/>
                  <a:invGamma/>
                </a:srgbClr>
              </a:gs>
              <a:gs pos="50000">
                <a:srgbClr val="84B09A"/>
              </a:gs>
              <a:gs pos="100000">
                <a:srgbClr val="84B09A">
                  <a:gamma/>
                  <a:shade val="46275"/>
                  <a:invGamma/>
                </a:srgbClr>
              </a:gs>
            </a:gsLst>
            <a:lin ang="2700000" scaled="1"/>
          </a:gradFill>
          <a:ln w="38100">
            <a:solidFill>
              <a:srgbClr val="EAEAEA"/>
            </a:solidFill>
            <a:miter lim="800000"/>
            <a:headEnd/>
            <a:tailEnd/>
          </a:ln>
          <a:effectLst>
            <a:outerShdw dist="109250" dir="3267739" algn="ctr" rotWithShape="0">
              <a:srgbClr val="333333">
                <a:alpha val="50000"/>
              </a:srgbClr>
            </a:outerShdw>
          </a:effectLst>
        </p:spPr>
        <p:txBody>
          <a:bodyPr wrap="square" anchor="ctr">
            <a:spAutoFit/>
          </a:bodyPr>
          <a:lstStyle/>
          <a:p>
            <a:pPr algn="ctr" fontAlgn="base">
              <a:spcBef>
                <a:spcPct val="0"/>
              </a:spcBef>
              <a:spcAft>
                <a:spcPct val="0"/>
              </a:spcAft>
            </a:pPr>
            <a:endParaRPr lang="en-US" kern="0">
              <a:solidFill>
                <a:srgbClr val="3D81BF"/>
              </a:solidFill>
            </a:endParaRPr>
          </a:p>
        </p:txBody>
      </p:sp>
      <p:sp>
        <p:nvSpPr>
          <p:cNvPr id="128" name="AutoShape 3">
            <a:extLst>
              <a:ext uri="{FF2B5EF4-FFF2-40B4-BE49-F238E27FC236}">
                <a16:creationId xmlns="" xmlns:a16="http://schemas.microsoft.com/office/drawing/2014/main" id="{C71EB997-3681-42CE-8D12-DC0BC893643A}"/>
              </a:ext>
            </a:extLst>
          </p:cNvPr>
          <p:cNvSpPr>
            <a:spLocks noChangeArrowheads="1"/>
          </p:cNvSpPr>
          <p:nvPr/>
        </p:nvSpPr>
        <p:spPr bwMode="gray">
          <a:xfrm flipH="1">
            <a:off x="161662" y="57140"/>
            <a:ext cx="1970868" cy="651510"/>
          </a:xfrm>
          <a:prstGeom prst="chevron">
            <a:avLst>
              <a:gd name="adj" fmla="val 17009"/>
            </a:avLst>
          </a:prstGeom>
          <a:gradFill rotWithShape="1">
            <a:gsLst>
              <a:gs pos="0">
                <a:srgbClr val="84B09A">
                  <a:gamma/>
                  <a:shade val="46275"/>
                  <a:invGamma/>
                </a:srgbClr>
              </a:gs>
              <a:gs pos="50000">
                <a:srgbClr val="84B09A"/>
              </a:gs>
              <a:gs pos="100000">
                <a:srgbClr val="84B09A">
                  <a:gamma/>
                  <a:shade val="46275"/>
                  <a:invGamma/>
                </a:srgbClr>
              </a:gs>
            </a:gsLst>
            <a:lin ang="2700000" scaled="1"/>
          </a:gradFill>
          <a:ln w="38100">
            <a:solidFill>
              <a:srgbClr val="EAEAEA"/>
            </a:solidFill>
            <a:miter lim="800000"/>
            <a:headEnd/>
            <a:tailEnd/>
          </a:ln>
          <a:effectLst>
            <a:outerShdw dist="109250" dir="3267739" algn="ctr" rotWithShape="0">
              <a:srgbClr val="333333">
                <a:alpha val="50000"/>
              </a:srgbClr>
            </a:outerShdw>
          </a:effectLst>
        </p:spPr>
        <p:txBody>
          <a:bodyPr wrap="square" anchor="ctr">
            <a:spAutoFit/>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endParaRPr>
          </a:p>
        </p:txBody>
      </p:sp>
      <p:sp>
        <p:nvSpPr>
          <p:cNvPr id="129" name="Rectangle 128">
            <a:extLst>
              <a:ext uri="{FF2B5EF4-FFF2-40B4-BE49-F238E27FC236}">
                <a16:creationId xmlns="" xmlns:a16="http://schemas.microsoft.com/office/drawing/2014/main" id="{C48087A2-0F0F-40A0-A837-05942D40B928}"/>
              </a:ext>
            </a:extLst>
          </p:cNvPr>
          <p:cNvSpPr/>
          <p:nvPr/>
        </p:nvSpPr>
        <p:spPr>
          <a:xfrm>
            <a:off x="431672" y="189466"/>
            <a:ext cx="1443038" cy="338554"/>
          </a:xfrm>
          <a:prstGeom prst="rect">
            <a:avLst/>
          </a:prstGeom>
        </p:spPr>
        <p:txBody>
          <a:bodyPr wrap="square">
            <a:spAutoFit/>
          </a:bodyPr>
          <a:lstStyle/>
          <a:p>
            <a:pPr lvl="0" algn="ctr" rtl="1" fontAlgn="base">
              <a:spcBef>
                <a:spcPct val="0"/>
              </a:spcBef>
              <a:spcAft>
                <a:spcPct val="0"/>
              </a:spcAft>
            </a:pPr>
            <a:r>
              <a:rPr lang="fa-IR" sz="1600" b="1" dirty="0">
                <a:solidFill>
                  <a:srgbClr val="FFFFFF"/>
                </a:solidFill>
                <a:latin typeface="Times New Roman" panose="02020603050405020304" pitchFamily="18" charset="0"/>
                <a:cs typeface="B Nazanin" panose="00000400000000000000" pitchFamily="2" charset="-78"/>
              </a:rPr>
              <a:t>مقالات اخیر</a:t>
            </a:r>
            <a:endParaRPr lang="en-US" sz="1600" b="1" dirty="0">
              <a:solidFill>
                <a:srgbClr val="FFFFFF"/>
              </a:solidFill>
              <a:latin typeface="Times New Roman" panose="02020603050405020304" pitchFamily="18" charset="0"/>
              <a:cs typeface="B Nazanin" panose="00000400000000000000" pitchFamily="2" charset="-78"/>
            </a:endParaRPr>
          </a:p>
        </p:txBody>
      </p:sp>
      <p:sp>
        <p:nvSpPr>
          <p:cNvPr id="130" name="Rectangle 129">
            <a:extLst>
              <a:ext uri="{FF2B5EF4-FFF2-40B4-BE49-F238E27FC236}">
                <a16:creationId xmlns="" xmlns:a16="http://schemas.microsoft.com/office/drawing/2014/main" id="{BF9CF44D-C94F-4B09-AF24-15EACD7BE0F4}"/>
              </a:ext>
            </a:extLst>
          </p:cNvPr>
          <p:cNvSpPr/>
          <p:nvPr/>
        </p:nvSpPr>
        <p:spPr>
          <a:xfrm>
            <a:off x="6499957" y="197162"/>
            <a:ext cx="1626786" cy="323165"/>
          </a:xfrm>
          <a:prstGeom prst="rect">
            <a:avLst/>
          </a:prstGeom>
        </p:spPr>
        <p:txBody>
          <a:bodyPr wrap="square">
            <a:spAutoFit/>
          </a:bodyPr>
          <a:lstStyle/>
          <a:p>
            <a:pPr lvl="0" algn="ctr" fontAlgn="base">
              <a:spcBef>
                <a:spcPct val="0"/>
              </a:spcBef>
              <a:spcAft>
                <a:spcPct val="0"/>
              </a:spcAft>
              <a:defRPr/>
            </a:pPr>
            <a:r>
              <a:rPr lang="fa-IR" sz="1500" b="1" kern="0" dirty="0" err="1">
                <a:solidFill>
                  <a:srgbClr val="FFFFFF"/>
                </a:solidFill>
                <a:latin typeface="Times New Roman" panose="02020603050405020304" pitchFamily="18" charset="0"/>
                <a:cs typeface="B Nazanin" pitchFamily="2" charset="-78"/>
              </a:rPr>
              <a:t>باتریها</a:t>
            </a:r>
            <a:endParaRPr lang="en-US" sz="1500" b="1" kern="0" dirty="0">
              <a:solidFill>
                <a:srgbClr val="FFFFFF"/>
              </a:solidFill>
              <a:latin typeface="Times New Roman" panose="02020603050405020304" pitchFamily="18" charset="0"/>
              <a:cs typeface="B Nazanin" pitchFamily="2" charset="-78"/>
            </a:endParaRPr>
          </a:p>
        </p:txBody>
      </p:sp>
      <p:sp>
        <p:nvSpPr>
          <p:cNvPr id="147" name="AutoShape 10">
            <a:extLst>
              <a:ext uri="{FF2B5EF4-FFF2-40B4-BE49-F238E27FC236}">
                <a16:creationId xmlns="" xmlns:a16="http://schemas.microsoft.com/office/drawing/2014/main" id="{50B159E1-0AA0-4C32-86C7-52F5C5E0D242}"/>
              </a:ext>
            </a:extLst>
          </p:cNvPr>
          <p:cNvSpPr>
            <a:spLocks noChangeArrowheads="1"/>
          </p:cNvSpPr>
          <p:nvPr/>
        </p:nvSpPr>
        <p:spPr bwMode="gray">
          <a:xfrm flipH="1">
            <a:off x="2105458" y="54854"/>
            <a:ext cx="2137301" cy="651510"/>
          </a:xfrm>
          <a:prstGeom prst="chevron">
            <a:avLst>
              <a:gd name="adj" fmla="val 17842"/>
            </a:avLst>
          </a:prstGeom>
          <a:gradFill rotWithShape="1">
            <a:gsLst>
              <a:gs pos="0">
                <a:srgbClr val="3659EC">
                  <a:gamma/>
                  <a:shade val="46275"/>
                  <a:invGamma/>
                </a:srgbClr>
              </a:gs>
              <a:gs pos="50000">
                <a:srgbClr val="3659EC"/>
              </a:gs>
              <a:gs pos="100000">
                <a:srgbClr val="3659EC">
                  <a:gamma/>
                  <a:shade val="46275"/>
                  <a:invGamma/>
                </a:srgbClr>
              </a:gs>
            </a:gsLst>
            <a:lin ang="2700000" scaled="1"/>
          </a:gradFill>
          <a:ln w="38100">
            <a:solidFill>
              <a:srgbClr val="EAEAEA"/>
            </a:solidFill>
            <a:miter lim="800000"/>
            <a:headEnd/>
            <a:tailEnd/>
          </a:ln>
          <a:effectLst>
            <a:outerShdw dist="109250" dir="3267739" algn="ctr" rotWithShape="0">
              <a:srgbClr val="333333">
                <a:alpha val="50000"/>
              </a:srgbClr>
            </a:outerShdw>
          </a:effectLst>
        </p:spPr>
        <p:txBody>
          <a:bodyPr wrap="square" anchor="ctr">
            <a:spAutoFit/>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endParaRPr>
          </a:p>
        </p:txBody>
      </p:sp>
      <p:sp>
        <p:nvSpPr>
          <p:cNvPr id="156" name="AutoShape 3">
            <a:extLst>
              <a:ext uri="{FF2B5EF4-FFF2-40B4-BE49-F238E27FC236}">
                <a16:creationId xmlns="" xmlns:a16="http://schemas.microsoft.com/office/drawing/2014/main" id="{DBA5C955-0E66-467E-8B5F-EF4EE5F8F3FA}"/>
              </a:ext>
            </a:extLst>
          </p:cNvPr>
          <p:cNvSpPr>
            <a:spLocks noChangeArrowheads="1"/>
          </p:cNvSpPr>
          <p:nvPr/>
        </p:nvSpPr>
        <p:spPr bwMode="gray">
          <a:xfrm flipH="1">
            <a:off x="4215687" y="54854"/>
            <a:ext cx="2056085" cy="651510"/>
          </a:xfrm>
          <a:prstGeom prst="chevron">
            <a:avLst>
              <a:gd name="adj" fmla="val 17009"/>
            </a:avLst>
          </a:prstGeom>
          <a:gradFill rotWithShape="1">
            <a:gsLst>
              <a:gs pos="0">
                <a:srgbClr val="84B09A">
                  <a:gamma/>
                  <a:shade val="46275"/>
                  <a:invGamma/>
                </a:srgbClr>
              </a:gs>
              <a:gs pos="50000">
                <a:srgbClr val="84B09A"/>
              </a:gs>
              <a:gs pos="100000">
                <a:srgbClr val="84B09A">
                  <a:gamma/>
                  <a:shade val="46275"/>
                  <a:invGamma/>
                </a:srgbClr>
              </a:gs>
            </a:gsLst>
            <a:lin ang="2700000" scaled="1"/>
          </a:gradFill>
          <a:ln w="38100">
            <a:solidFill>
              <a:srgbClr val="EAEAEA"/>
            </a:solidFill>
            <a:miter lim="800000"/>
            <a:headEnd/>
            <a:tailEnd/>
          </a:ln>
          <a:effectLst>
            <a:outerShdw dist="109250" dir="3267739" algn="ctr" rotWithShape="0">
              <a:srgbClr val="333333">
                <a:alpha val="50000"/>
              </a:srgbClr>
            </a:outerShdw>
          </a:effectLst>
        </p:spPr>
        <p:txBody>
          <a:bodyPr wrap="square" anchor="ctr">
            <a:spAutoFit/>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endParaRPr>
          </a:p>
        </p:txBody>
      </p:sp>
      <p:sp>
        <p:nvSpPr>
          <p:cNvPr id="157" name="Rectangle 156">
            <a:extLst>
              <a:ext uri="{FF2B5EF4-FFF2-40B4-BE49-F238E27FC236}">
                <a16:creationId xmlns="" xmlns:a16="http://schemas.microsoft.com/office/drawing/2014/main" id="{4DE55AA0-934E-4757-A2D4-1C4E49036DCD}"/>
              </a:ext>
            </a:extLst>
          </p:cNvPr>
          <p:cNvSpPr/>
          <p:nvPr/>
        </p:nvSpPr>
        <p:spPr>
          <a:xfrm>
            <a:off x="2402046" y="64070"/>
            <a:ext cx="1600200" cy="584775"/>
          </a:xfrm>
          <a:prstGeom prst="rect">
            <a:avLst/>
          </a:prstGeom>
        </p:spPr>
        <p:txBody>
          <a:bodyPr wrap="square">
            <a:spAutoFit/>
          </a:bodyPr>
          <a:lstStyle/>
          <a:p>
            <a:pPr lvl="0" algn="ctr" rtl="1" fontAlgn="base">
              <a:spcBef>
                <a:spcPct val="0"/>
              </a:spcBef>
              <a:spcAft>
                <a:spcPct val="0"/>
              </a:spcAft>
            </a:pPr>
            <a:r>
              <a:rPr lang="fa-IR" sz="1600" b="1" dirty="0">
                <a:solidFill>
                  <a:srgbClr val="FFFFFF"/>
                </a:solidFill>
                <a:latin typeface="Times New Roman" panose="02020603050405020304" pitchFamily="18" charset="0"/>
                <a:cs typeface="B Nazanin" panose="00000400000000000000" pitchFamily="2" charset="-78"/>
              </a:rPr>
              <a:t>سیستم مدیریت همسان سازی</a:t>
            </a:r>
            <a:endParaRPr lang="en-US" sz="1600" b="1" dirty="0">
              <a:solidFill>
                <a:srgbClr val="FFFFFF"/>
              </a:solidFill>
              <a:latin typeface="Times New Roman" panose="02020603050405020304" pitchFamily="18" charset="0"/>
              <a:cs typeface="B Nazanin" panose="00000400000000000000" pitchFamily="2" charset="-78"/>
            </a:endParaRPr>
          </a:p>
        </p:txBody>
      </p:sp>
      <p:sp>
        <p:nvSpPr>
          <p:cNvPr id="158" name="Rectangle 157">
            <a:extLst>
              <a:ext uri="{FF2B5EF4-FFF2-40B4-BE49-F238E27FC236}">
                <a16:creationId xmlns="" xmlns:a16="http://schemas.microsoft.com/office/drawing/2014/main" id="{AC165A2D-60D3-440C-A112-7B419F7E72B2}"/>
              </a:ext>
            </a:extLst>
          </p:cNvPr>
          <p:cNvSpPr/>
          <p:nvPr/>
        </p:nvSpPr>
        <p:spPr>
          <a:xfrm>
            <a:off x="4529582" y="89171"/>
            <a:ext cx="1443038" cy="584775"/>
          </a:xfrm>
          <a:prstGeom prst="rect">
            <a:avLst/>
          </a:prstGeom>
        </p:spPr>
        <p:txBody>
          <a:bodyPr wrap="square">
            <a:spAutoFit/>
          </a:bodyPr>
          <a:lstStyle/>
          <a:p>
            <a:pPr lvl="0" algn="ctr" rtl="1" fontAlgn="base">
              <a:spcBef>
                <a:spcPct val="0"/>
              </a:spcBef>
              <a:spcAft>
                <a:spcPct val="0"/>
              </a:spcAft>
            </a:pPr>
            <a:r>
              <a:rPr lang="fa-IR" sz="1600" b="1" dirty="0">
                <a:solidFill>
                  <a:srgbClr val="FFFFFF"/>
                </a:solidFill>
                <a:latin typeface="Times New Roman" panose="02020603050405020304" pitchFamily="18" charset="0"/>
                <a:cs typeface="B Nazanin" panose="00000400000000000000" pitchFamily="2" charset="-78"/>
              </a:rPr>
              <a:t>سیستم مدیریت باتری</a:t>
            </a:r>
            <a:endParaRPr lang="en-US" sz="1600" b="1" dirty="0">
              <a:solidFill>
                <a:srgbClr val="FFFFFF"/>
              </a:solidFill>
              <a:latin typeface="Times New Roman" panose="02020603050405020304" pitchFamily="18" charset="0"/>
              <a:cs typeface="B Nazanin" panose="00000400000000000000" pitchFamily="2" charset="-78"/>
            </a:endParaRPr>
          </a:p>
        </p:txBody>
      </p:sp>
      <p:sp>
        <p:nvSpPr>
          <p:cNvPr id="148" name="Slide Number Placeholder 3">
            <a:extLst>
              <a:ext uri="{FF2B5EF4-FFF2-40B4-BE49-F238E27FC236}">
                <a16:creationId xmlns="" xmlns:a16="http://schemas.microsoft.com/office/drawing/2014/main" id="{FEFB061F-8AAB-4535-B272-1BA4D5A77191}"/>
              </a:ext>
            </a:extLst>
          </p:cNvPr>
          <p:cNvSpPr txBox="1">
            <a:spLocks/>
          </p:cNvSpPr>
          <p:nvPr/>
        </p:nvSpPr>
        <p:spPr>
          <a:xfrm>
            <a:off x="8965" y="6090313"/>
            <a:ext cx="676835" cy="767687"/>
          </a:xfrm>
          <a:prstGeom prst="rect">
            <a:avLst/>
          </a:prstGeom>
        </p:spPr>
        <p:txBody>
          <a:bodyPr vert="horz" lIns="91440" tIns="45720" rIns="91440" bIns="45720" rtlCol="0" anchor="ctr"/>
          <a:lstStyle>
            <a:defPPr>
              <a:defRPr lang="en-US"/>
            </a:defPPr>
            <a:lvl1pPr marL="0" algn="l" defTabSz="914400" rtl="0" eaLnBrk="1" latinLnBrk="0" hangingPunct="1">
              <a:defRPr sz="1400" b="1" kern="1200">
                <a:solidFill>
                  <a:srgbClr val="FFFFFF"/>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rtl="1"/>
            <a:fld id="{E8ADF199-8047-440E-B02B-E80683B392F2}" type="slidenum">
              <a:rPr lang="fa-IR" sz="1800" smtClean="0">
                <a:solidFill>
                  <a:schemeClr val="tx1"/>
                </a:solidFill>
                <a:cs typeface="B Lotus" panose="00000400000000000000" pitchFamily="2" charset="-78"/>
              </a:rPr>
              <a:pPr rtl="1"/>
              <a:t>60</a:t>
            </a:fld>
            <a:endParaRPr lang="fa-IR" sz="1800" dirty="0">
              <a:solidFill>
                <a:schemeClr val="tx1"/>
              </a:solidFill>
              <a:cs typeface="B Lotus" panose="00000400000000000000" pitchFamily="2" charset="-78"/>
            </a:endParaRPr>
          </a:p>
        </p:txBody>
      </p:sp>
    </p:spTree>
    <p:extLst>
      <p:ext uri="{BB962C8B-B14F-4D97-AF65-F5344CB8AC3E}">
        <p14:creationId xmlns:p14="http://schemas.microsoft.com/office/powerpoint/2010/main" val="2498009893"/>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7" name="Picture 16"/>
          <p:cNvPicPr/>
          <p:nvPr/>
        </p:nvPicPr>
        <p:blipFill>
          <a:blip r:embed="rId3">
            <a:extLst>
              <a:ext uri="{28A0092B-C50C-407E-A947-70E740481C1C}">
                <a14:useLocalDpi xmlns:a14="http://schemas.microsoft.com/office/drawing/2010/main" val="0"/>
              </a:ext>
            </a:extLst>
          </a:blip>
          <a:stretch>
            <a:fillRect/>
          </a:stretch>
        </p:blipFill>
        <p:spPr bwMode="auto">
          <a:xfrm>
            <a:off x="304800" y="2050503"/>
            <a:ext cx="8683490" cy="4057300"/>
          </a:xfrm>
          <a:prstGeom prst="rect">
            <a:avLst/>
          </a:prstGeom>
          <a:noFill/>
          <a:ln>
            <a:noFill/>
          </a:ln>
        </p:spPr>
      </p:pic>
      <p:sp>
        <p:nvSpPr>
          <p:cNvPr id="18" name="Rounded Rectangle 175">
            <a:extLst>
              <a:ext uri="{FF2B5EF4-FFF2-40B4-BE49-F238E27FC236}">
                <a16:creationId xmlns="" xmlns:a16="http://schemas.microsoft.com/office/drawing/2014/main" id="{D8E27344-2AB1-4A61-B14B-D9C7962F785E}"/>
              </a:ext>
            </a:extLst>
          </p:cNvPr>
          <p:cNvSpPr/>
          <p:nvPr/>
        </p:nvSpPr>
        <p:spPr bwMode="auto">
          <a:xfrm>
            <a:off x="6324600" y="1066930"/>
            <a:ext cx="2922494" cy="418072"/>
          </a:xfrm>
          <a:prstGeom prst="roundRect">
            <a:avLst/>
          </a:prstGeom>
          <a:solidFill>
            <a:srgbClr val="3D81BF">
              <a:lumMod val="75000"/>
            </a:srgbClr>
          </a:solidFill>
          <a:ln w="9525" cap="flat" cmpd="sng" algn="ctr">
            <a:solidFill>
              <a:srgbClr val="000000"/>
            </a:solidFill>
            <a:prstDash val="solid"/>
            <a:round/>
            <a:headEnd type="none" w="med" len="med"/>
            <a:tailEnd type="none" w="med" len="med"/>
          </a:ln>
          <a:effectLst>
            <a:reflection blurRad="6350" stA="50000" endA="300" endPos="55000" dir="5400000" sy="-100000" algn="bl" rotWithShape="0"/>
          </a:effectLst>
          <a:scene3d>
            <a:camera prst="isometricOffAxis2Left"/>
            <a:lightRig rig="threePt" dir="t"/>
          </a:scene3d>
        </p:spPr>
        <p:txBody>
          <a:bodyPr vert="horz" wrap="square" lIns="91440" tIns="45720" rIns="91440" bIns="45720" numCol="1" rtlCol="0" anchor="t" anchorCtr="0" compatLnSpc="1">
            <a:prstTxWarp prst="textNoShape">
              <a:avLst/>
            </a:prstTxWarp>
          </a:bodyPr>
          <a:lstStyle/>
          <a:p>
            <a:pPr lvl="0" algn="ctr" rtl="1" fontAlgn="base">
              <a:spcBef>
                <a:spcPct val="0"/>
              </a:spcBef>
              <a:spcAft>
                <a:spcPct val="0"/>
              </a:spcAft>
            </a:pPr>
            <a:r>
              <a:rPr lang="fa-IR" sz="2000" b="1" dirty="0">
                <a:solidFill>
                  <a:srgbClr val="FFFFFF"/>
                </a:solidFill>
                <a:latin typeface="Times New Roman" panose="02020603050405020304" pitchFamily="18" charset="0"/>
                <a:cs typeface="B Nazanin" panose="00000400000000000000" pitchFamily="2" charset="-78"/>
              </a:rPr>
              <a:t>سیستم مدیریت همسان سازی</a:t>
            </a:r>
            <a:endParaRPr lang="en-US" sz="2000" b="1" dirty="0">
              <a:solidFill>
                <a:srgbClr val="FFFFFF"/>
              </a:solidFill>
              <a:latin typeface="Times New Roman" panose="02020603050405020304" pitchFamily="18" charset="0"/>
              <a:cs typeface="B Nazanin" panose="00000400000000000000" pitchFamily="2" charset="-78"/>
            </a:endParaRPr>
          </a:p>
        </p:txBody>
      </p:sp>
      <p:pic>
        <p:nvPicPr>
          <p:cNvPr id="24" name="Picture 23" descr="پرونده:Azad University logo.png - ویکی‌پدیا، دانشنامهٔ آزاد">
            <a:extLst>
              <a:ext uri="{FF2B5EF4-FFF2-40B4-BE49-F238E27FC236}">
                <a16:creationId xmlns="" xmlns:a16="http://schemas.microsoft.com/office/drawing/2014/main" id="{FA988D60-670C-406B-B8FB-D5A0053424E9}"/>
              </a:ext>
            </a:extLst>
          </p:cNvPr>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8610600" y="0"/>
            <a:ext cx="533400" cy="822959"/>
          </a:xfrm>
          <a:prstGeom prst="rect">
            <a:avLst/>
          </a:prstGeom>
          <a:noFill/>
          <a:ln>
            <a:noFill/>
          </a:ln>
        </p:spPr>
      </p:pic>
      <p:sp>
        <p:nvSpPr>
          <p:cNvPr id="25" name="AutoShape 10">
            <a:extLst>
              <a:ext uri="{FF2B5EF4-FFF2-40B4-BE49-F238E27FC236}">
                <a16:creationId xmlns="" xmlns:a16="http://schemas.microsoft.com/office/drawing/2014/main" id="{96E6A76C-5024-445C-8373-4A127C8598B1}"/>
              </a:ext>
            </a:extLst>
          </p:cNvPr>
          <p:cNvSpPr>
            <a:spLocks noChangeArrowheads="1"/>
          </p:cNvSpPr>
          <p:nvPr/>
        </p:nvSpPr>
        <p:spPr bwMode="gray">
          <a:xfrm flipH="1">
            <a:off x="6244699" y="57140"/>
            <a:ext cx="2137301" cy="649224"/>
          </a:xfrm>
          <a:prstGeom prst="chevron">
            <a:avLst>
              <a:gd name="adj" fmla="val 17842"/>
            </a:avLst>
          </a:prstGeom>
          <a:gradFill rotWithShape="1">
            <a:gsLst>
              <a:gs pos="0">
                <a:srgbClr val="84B09A">
                  <a:gamma/>
                  <a:shade val="46275"/>
                  <a:invGamma/>
                </a:srgbClr>
              </a:gs>
              <a:gs pos="50000">
                <a:srgbClr val="84B09A"/>
              </a:gs>
              <a:gs pos="100000">
                <a:srgbClr val="84B09A">
                  <a:gamma/>
                  <a:shade val="46275"/>
                  <a:invGamma/>
                </a:srgbClr>
              </a:gs>
            </a:gsLst>
            <a:lin ang="2700000" scaled="1"/>
          </a:gradFill>
          <a:ln w="38100">
            <a:solidFill>
              <a:srgbClr val="EAEAEA"/>
            </a:solidFill>
            <a:miter lim="800000"/>
            <a:headEnd/>
            <a:tailEnd/>
          </a:ln>
          <a:effectLst>
            <a:outerShdw dist="109250" dir="3267739" algn="ctr" rotWithShape="0">
              <a:srgbClr val="333333">
                <a:alpha val="50000"/>
              </a:srgbClr>
            </a:outerShdw>
          </a:effectLst>
        </p:spPr>
        <p:txBody>
          <a:bodyPr wrap="square" anchor="ctr">
            <a:spAutoFit/>
          </a:bodyPr>
          <a:lstStyle/>
          <a:p>
            <a:pPr algn="ctr" fontAlgn="base">
              <a:spcBef>
                <a:spcPct val="0"/>
              </a:spcBef>
              <a:spcAft>
                <a:spcPct val="0"/>
              </a:spcAft>
            </a:pPr>
            <a:endParaRPr lang="en-US" kern="0">
              <a:solidFill>
                <a:srgbClr val="3D81BF"/>
              </a:solidFill>
            </a:endParaRPr>
          </a:p>
        </p:txBody>
      </p:sp>
      <p:sp>
        <p:nvSpPr>
          <p:cNvPr id="26" name="AutoShape 3">
            <a:extLst>
              <a:ext uri="{FF2B5EF4-FFF2-40B4-BE49-F238E27FC236}">
                <a16:creationId xmlns="" xmlns:a16="http://schemas.microsoft.com/office/drawing/2014/main" id="{C71EB997-3681-42CE-8D12-DC0BC893643A}"/>
              </a:ext>
            </a:extLst>
          </p:cNvPr>
          <p:cNvSpPr>
            <a:spLocks noChangeArrowheads="1"/>
          </p:cNvSpPr>
          <p:nvPr/>
        </p:nvSpPr>
        <p:spPr bwMode="gray">
          <a:xfrm flipH="1">
            <a:off x="161662" y="57140"/>
            <a:ext cx="1970868" cy="651510"/>
          </a:xfrm>
          <a:prstGeom prst="chevron">
            <a:avLst>
              <a:gd name="adj" fmla="val 17009"/>
            </a:avLst>
          </a:prstGeom>
          <a:gradFill rotWithShape="1">
            <a:gsLst>
              <a:gs pos="0">
                <a:srgbClr val="84B09A">
                  <a:gamma/>
                  <a:shade val="46275"/>
                  <a:invGamma/>
                </a:srgbClr>
              </a:gs>
              <a:gs pos="50000">
                <a:srgbClr val="84B09A"/>
              </a:gs>
              <a:gs pos="100000">
                <a:srgbClr val="84B09A">
                  <a:gamma/>
                  <a:shade val="46275"/>
                  <a:invGamma/>
                </a:srgbClr>
              </a:gs>
            </a:gsLst>
            <a:lin ang="2700000" scaled="1"/>
          </a:gradFill>
          <a:ln w="38100">
            <a:solidFill>
              <a:srgbClr val="EAEAEA"/>
            </a:solidFill>
            <a:miter lim="800000"/>
            <a:headEnd/>
            <a:tailEnd/>
          </a:ln>
          <a:effectLst>
            <a:outerShdw dist="109250" dir="3267739" algn="ctr" rotWithShape="0">
              <a:srgbClr val="333333">
                <a:alpha val="50000"/>
              </a:srgbClr>
            </a:outerShdw>
          </a:effectLst>
        </p:spPr>
        <p:txBody>
          <a:bodyPr wrap="square" anchor="ctr">
            <a:spAutoFit/>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endParaRPr>
          </a:p>
        </p:txBody>
      </p:sp>
      <p:sp>
        <p:nvSpPr>
          <p:cNvPr id="27" name="Rectangle 26">
            <a:extLst>
              <a:ext uri="{FF2B5EF4-FFF2-40B4-BE49-F238E27FC236}">
                <a16:creationId xmlns="" xmlns:a16="http://schemas.microsoft.com/office/drawing/2014/main" id="{C48087A2-0F0F-40A0-A837-05942D40B928}"/>
              </a:ext>
            </a:extLst>
          </p:cNvPr>
          <p:cNvSpPr/>
          <p:nvPr/>
        </p:nvSpPr>
        <p:spPr>
          <a:xfrm>
            <a:off x="431672" y="189466"/>
            <a:ext cx="1443038" cy="338554"/>
          </a:xfrm>
          <a:prstGeom prst="rect">
            <a:avLst/>
          </a:prstGeom>
        </p:spPr>
        <p:txBody>
          <a:bodyPr wrap="square">
            <a:spAutoFit/>
          </a:bodyPr>
          <a:lstStyle/>
          <a:p>
            <a:pPr lvl="0" algn="ctr" rtl="1" fontAlgn="base">
              <a:spcBef>
                <a:spcPct val="0"/>
              </a:spcBef>
              <a:spcAft>
                <a:spcPct val="0"/>
              </a:spcAft>
            </a:pPr>
            <a:r>
              <a:rPr lang="fa-IR" sz="1600" b="1" dirty="0">
                <a:solidFill>
                  <a:srgbClr val="FFFFFF"/>
                </a:solidFill>
                <a:latin typeface="Times New Roman" panose="02020603050405020304" pitchFamily="18" charset="0"/>
                <a:cs typeface="B Nazanin" panose="00000400000000000000" pitchFamily="2" charset="-78"/>
              </a:rPr>
              <a:t>مقالات اخیر</a:t>
            </a:r>
            <a:endParaRPr lang="en-US" sz="1600" b="1" dirty="0">
              <a:solidFill>
                <a:srgbClr val="FFFFFF"/>
              </a:solidFill>
              <a:latin typeface="Times New Roman" panose="02020603050405020304" pitchFamily="18" charset="0"/>
              <a:cs typeface="B Nazanin" panose="00000400000000000000" pitchFamily="2" charset="-78"/>
            </a:endParaRPr>
          </a:p>
        </p:txBody>
      </p:sp>
      <p:sp>
        <p:nvSpPr>
          <p:cNvPr id="28" name="Rectangle 27">
            <a:extLst>
              <a:ext uri="{FF2B5EF4-FFF2-40B4-BE49-F238E27FC236}">
                <a16:creationId xmlns="" xmlns:a16="http://schemas.microsoft.com/office/drawing/2014/main" id="{BF9CF44D-C94F-4B09-AF24-15EACD7BE0F4}"/>
              </a:ext>
            </a:extLst>
          </p:cNvPr>
          <p:cNvSpPr/>
          <p:nvPr/>
        </p:nvSpPr>
        <p:spPr>
          <a:xfrm>
            <a:off x="6499957" y="197162"/>
            <a:ext cx="1626786" cy="323165"/>
          </a:xfrm>
          <a:prstGeom prst="rect">
            <a:avLst/>
          </a:prstGeom>
        </p:spPr>
        <p:txBody>
          <a:bodyPr wrap="square">
            <a:spAutoFit/>
          </a:bodyPr>
          <a:lstStyle/>
          <a:p>
            <a:pPr lvl="0" algn="ctr" fontAlgn="base">
              <a:spcBef>
                <a:spcPct val="0"/>
              </a:spcBef>
              <a:spcAft>
                <a:spcPct val="0"/>
              </a:spcAft>
              <a:defRPr/>
            </a:pPr>
            <a:r>
              <a:rPr lang="fa-IR" sz="1500" b="1" kern="0" dirty="0" err="1">
                <a:solidFill>
                  <a:srgbClr val="FFFFFF"/>
                </a:solidFill>
                <a:latin typeface="Times New Roman" panose="02020603050405020304" pitchFamily="18" charset="0"/>
                <a:cs typeface="B Nazanin" pitchFamily="2" charset="-78"/>
              </a:rPr>
              <a:t>باتریها</a:t>
            </a:r>
            <a:endParaRPr lang="en-US" sz="1500" b="1" kern="0" dirty="0">
              <a:solidFill>
                <a:srgbClr val="FFFFFF"/>
              </a:solidFill>
              <a:latin typeface="Times New Roman" panose="02020603050405020304" pitchFamily="18" charset="0"/>
              <a:cs typeface="B Nazanin" pitchFamily="2" charset="-78"/>
            </a:endParaRPr>
          </a:p>
        </p:txBody>
      </p:sp>
      <p:sp>
        <p:nvSpPr>
          <p:cNvPr id="29" name="AutoShape 10">
            <a:extLst>
              <a:ext uri="{FF2B5EF4-FFF2-40B4-BE49-F238E27FC236}">
                <a16:creationId xmlns="" xmlns:a16="http://schemas.microsoft.com/office/drawing/2014/main" id="{50B159E1-0AA0-4C32-86C7-52F5C5E0D242}"/>
              </a:ext>
            </a:extLst>
          </p:cNvPr>
          <p:cNvSpPr>
            <a:spLocks noChangeArrowheads="1"/>
          </p:cNvSpPr>
          <p:nvPr/>
        </p:nvSpPr>
        <p:spPr bwMode="gray">
          <a:xfrm flipH="1">
            <a:off x="2105458" y="54854"/>
            <a:ext cx="2137301" cy="651510"/>
          </a:xfrm>
          <a:prstGeom prst="chevron">
            <a:avLst>
              <a:gd name="adj" fmla="val 17842"/>
            </a:avLst>
          </a:prstGeom>
          <a:gradFill rotWithShape="1">
            <a:gsLst>
              <a:gs pos="0">
                <a:srgbClr val="3659EC">
                  <a:gamma/>
                  <a:shade val="46275"/>
                  <a:invGamma/>
                </a:srgbClr>
              </a:gs>
              <a:gs pos="50000">
                <a:srgbClr val="3659EC"/>
              </a:gs>
              <a:gs pos="100000">
                <a:srgbClr val="3659EC">
                  <a:gamma/>
                  <a:shade val="46275"/>
                  <a:invGamma/>
                </a:srgbClr>
              </a:gs>
            </a:gsLst>
            <a:lin ang="2700000" scaled="1"/>
          </a:gradFill>
          <a:ln w="38100">
            <a:solidFill>
              <a:srgbClr val="EAEAEA"/>
            </a:solidFill>
            <a:miter lim="800000"/>
            <a:headEnd/>
            <a:tailEnd/>
          </a:ln>
          <a:effectLst>
            <a:outerShdw dist="109250" dir="3267739" algn="ctr" rotWithShape="0">
              <a:srgbClr val="333333">
                <a:alpha val="50000"/>
              </a:srgbClr>
            </a:outerShdw>
          </a:effectLst>
        </p:spPr>
        <p:txBody>
          <a:bodyPr wrap="square" anchor="ctr">
            <a:spAutoFit/>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endParaRPr>
          </a:p>
        </p:txBody>
      </p:sp>
      <p:sp>
        <p:nvSpPr>
          <p:cNvPr id="31" name="AutoShape 3">
            <a:extLst>
              <a:ext uri="{FF2B5EF4-FFF2-40B4-BE49-F238E27FC236}">
                <a16:creationId xmlns="" xmlns:a16="http://schemas.microsoft.com/office/drawing/2014/main" id="{DBA5C955-0E66-467E-8B5F-EF4EE5F8F3FA}"/>
              </a:ext>
            </a:extLst>
          </p:cNvPr>
          <p:cNvSpPr>
            <a:spLocks noChangeArrowheads="1"/>
          </p:cNvSpPr>
          <p:nvPr/>
        </p:nvSpPr>
        <p:spPr bwMode="gray">
          <a:xfrm flipH="1">
            <a:off x="4215687" y="54854"/>
            <a:ext cx="2056085" cy="651510"/>
          </a:xfrm>
          <a:prstGeom prst="chevron">
            <a:avLst>
              <a:gd name="adj" fmla="val 17009"/>
            </a:avLst>
          </a:prstGeom>
          <a:gradFill rotWithShape="1">
            <a:gsLst>
              <a:gs pos="0">
                <a:srgbClr val="84B09A">
                  <a:gamma/>
                  <a:shade val="46275"/>
                  <a:invGamma/>
                </a:srgbClr>
              </a:gs>
              <a:gs pos="50000">
                <a:srgbClr val="84B09A"/>
              </a:gs>
              <a:gs pos="100000">
                <a:srgbClr val="84B09A">
                  <a:gamma/>
                  <a:shade val="46275"/>
                  <a:invGamma/>
                </a:srgbClr>
              </a:gs>
            </a:gsLst>
            <a:lin ang="2700000" scaled="1"/>
          </a:gradFill>
          <a:ln w="38100">
            <a:solidFill>
              <a:srgbClr val="EAEAEA"/>
            </a:solidFill>
            <a:miter lim="800000"/>
            <a:headEnd/>
            <a:tailEnd/>
          </a:ln>
          <a:effectLst>
            <a:outerShdw dist="109250" dir="3267739" algn="ctr" rotWithShape="0">
              <a:srgbClr val="333333">
                <a:alpha val="50000"/>
              </a:srgbClr>
            </a:outerShdw>
          </a:effectLst>
        </p:spPr>
        <p:txBody>
          <a:bodyPr wrap="square" anchor="ctr">
            <a:spAutoFit/>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endParaRPr>
          </a:p>
        </p:txBody>
      </p:sp>
      <p:sp>
        <p:nvSpPr>
          <p:cNvPr id="32" name="Rectangle 31">
            <a:extLst>
              <a:ext uri="{FF2B5EF4-FFF2-40B4-BE49-F238E27FC236}">
                <a16:creationId xmlns="" xmlns:a16="http://schemas.microsoft.com/office/drawing/2014/main" id="{4DE55AA0-934E-4757-A2D4-1C4E49036DCD}"/>
              </a:ext>
            </a:extLst>
          </p:cNvPr>
          <p:cNvSpPr/>
          <p:nvPr/>
        </p:nvSpPr>
        <p:spPr>
          <a:xfrm>
            <a:off x="2402046" y="64070"/>
            <a:ext cx="1600200" cy="584775"/>
          </a:xfrm>
          <a:prstGeom prst="rect">
            <a:avLst/>
          </a:prstGeom>
        </p:spPr>
        <p:txBody>
          <a:bodyPr wrap="square">
            <a:spAutoFit/>
          </a:bodyPr>
          <a:lstStyle/>
          <a:p>
            <a:pPr lvl="0" algn="ctr" rtl="1" fontAlgn="base">
              <a:spcBef>
                <a:spcPct val="0"/>
              </a:spcBef>
              <a:spcAft>
                <a:spcPct val="0"/>
              </a:spcAft>
            </a:pPr>
            <a:r>
              <a:rPr lang="fa-IR" sz="1600" b="1" dirty="0">
                <a:solidFill>
                  <a:srgbClr val="FFFFFF"/>
                </a:solidFill>
                <a:latin typeface="Times New Roman" panose="02020603050405020304" pitchFamily="18" charset="0"/>
                <a:cs typeface="B Nazanin" panose="00000400000000000000" pitchFamily="2" charset="-78"/>
              </a:rPr>
              <a:t>سیستم مدیریت همسان سازی</a:t>
            </a:r>
            <a:endParaRPr lang="en-US" sz="1600" b="1" dirty="0">
              <a:solidFill>
                <a:srgbClr val="FFFFFF"/>
              </a:solidFill>
              <a:latin typeface="Times New Roman" panose="02020603050405020304" pitchFamily="18" charset="0"/>
              <a:cs typeface="B Nazanin" panose="00000400000000000000" pitchFamily="2" charset="-78"/>
            </a:endParaRPr>
          </a:p>
        </p:txBody>
      </p:sp>
      <p:sp>
        <p:nvSpPr>
          <p:cNvPr id="33" name="Rectangle 32">
            <a:extLst>
              <a:ext uri="{FF2B5EF4-FFF2-40B4-BE49-F238E27FC236}">
                <a16:creationId xmlns="" xmlns:a16="http://schemas.microsoft.com/office/drawing/2014/main" id="{AC165A2D-60D3-440C-A112-7B419F7E72B2}"/>
              </a:ext>
            </a:extLst>
          </p:cNvPr>
          <p:cNvSpPr/>
          <p:nvPr/>
        </p:nvSpPr>
        <p:spPr>
          <a:xfrm>
            <a:off x="4529582" y="89171"/>
            <a:ext cx="1443038" cy="584775"/>
          </a:xfrm>
          <a:prstGeom prst="rect">
            <a:avLst/>
          </a:prstGeom>
        </p:spPr>
        <p:txBody>
          <a:bodyPr wrap="square">
            <a:spAutoFit/>
          </a:bodyPr>
          <a:lstStyle/>
          <a:p>
            <a:pPr lvl="0" algn="ctr" rtl="1" fontAlgn="base">
              <a:spcBef>
                <a:spcPct val="0"/>
              </a:spcBef>
              <a:spcAft>
                <a:spcPct val="0"/>
              </a:spcAft>
            </a:pPr>
            <a:r>
              <a:rPr lang="fa-IR" sz="1600" b="1" dirty="0">
                <a:solidFill>
                  <a:srgbClr val="FFFFFF"/>
                </a:solidFill>
                <a:latin typeface="Times New Roman" panose="02020603050405020304" pitchFamily="18" charset="0"/>
                <a:cs typeface="B Nazanin" panose="00000400000000000000" pitchFamily="2" charset="-78"/>
              </a:rPr>
              <a:t>سیستم مدیریت باتری</a:t>
            </a:r>
            <a:endParaRPr lang="en-US" sz="1600" b="1" dirty="0">
              <a:solidFill>
                <a:srgbClr val="FFFFFF"/>
              </a:solidFill>
              <a:latin typeface="Times New Roman" panose="02020603050405020304" pitchFamily="18" charset="0"/>
              <a:cs typeface="B Nazanin" panose="00000400000000000000" pitchFamily="2" charset="-78"/>
            </a:endParaRPr>
          </a:p>
        </p:txBody>
      </p:sp>
      <p:sp>
        <p:nvSpPr>
          <p:cNvPr id="44" name="Rectangle 43"/>
          <p:cNvSpPr/>
          <p:nvPr/>
        </p:nvSpPr>
        <p:spPr>
          <a:xfrm>
            <a:off x="2221390" y="6172200"/>
            <a:ext cx="3988592" cy="369332"/>
          </a:xfrm>
          <a:prstGeom prst="rect">
            <a:avLst/>
          </a:prstGeom>
        </p:spPr>
        <p:txBody>
          <a:bodyPr wrap="none">
            <a:spAutoFit/>
          </a:bodyPr>
          <a:lstStyle/>
          <a:p>
            <a:pPr algn="ctr" rtl="1" fontAlgn="base">
              <a:spcBef>
                <a:spcPct val="0"/>
              </a:spcBef>
              <a:spcAft>
                <a:spcPct val="0"/>
              </a:spcAft>
            </a:pPr>
            <a:r>
              <a:rPr lang="fa-IR" dirty="0">
                <a:latin typeface="Times New Roman" panose="02020603050405020304" pitchFamily="18" charset="0"/>
                <a:cs typeface="B Lotus" panose="00000400000000000000" pitchFamily="2" charset="-78"/>
              </a:rPr>
              <a:t>شماتیک دیاگرام همسان سازی ماژولار سلول به سلول.</a:t>
            </a:r>
            <a:endParaRPr lang="en-US" dirty="0">
              <a:latin typeface="Times New Roman" panose="02020603050405020304" pitchFamily="18" charset="0"/>
              <a:cs typeface="B Lotus" panose="00000400000000000000" pitchFamily="2" charset="-78"/>
            </a:endParaRPr>
          </a:p>
        </p:txBody>
      </p:sp>
      <p:sp>
        <p:nvSpPr>
          <p:cNvPr id="45" name="TextBox 44">
            <a:extLst>
              <a:ext uri="{FF2B5EF4-FFF2-40B4-BE49-F238E27FC236}">
                <a16:creationId xmlns="" xmlns:a16="http://schemas.microsoft.com/office/drawing/2014/main" id="{F43469DC-7F5B-471E-BD74-ED709E621F63}"/>
              </a:ext>
            </a:extLst>
          </p:cNvPr>
          <p:cNvSpPr txBox="1"/>
          <p:nvPr/>
        </p:nvSpPr>
        <p:spPr>
          <a:xfrm>
            <a:off x="7741141" y="1726687"/>
            <a:ext cx="1151276" cy="369332"/>
          </a:xfrm>
          <a:prstGeom prst="rect">
            <a:avLst/>
          </a:prstGeom>
          <a:noFill/>
        </p:spPr>
        <p:txBody>
          <a:bodyPr wrap="none" rtlCol="0">
            <a:spAutoFit/>
          </a:bodyPr>
          <a:lstStyle/>
          <a:p>
            <a:pPr algn="r" rtl="1"/>
            <a:r>
              <a:rPr lang="fa-IR" b="1" dirty="0">
                <a:cs typeface="B Nazanin" panose="00000400000000000000" pitchFamily="2" charset="-78"/>
              </a:rPr>
              <a:t>انتقال مجاور</a:t>
            </a:r>
          </a:p>
        </p:txBody>
      </p:sp>
      <p:graphicFrame>
        <p:nvGraphicFramePr>
          <p:cNvPr id="15" name="Table 14"/>
          <p:cNvGraphicFramePr>
            <a:graphicFrameLocks noGrp="1"/>
          </p:cNvGraphicFramePr>
          <p:nvPr>
            <p:extLst>
              <p:ext uri="{D42A27DB-BD31-4B8C-83A1-F6EECF244321}">
                <p14:modId xmlns:p14="http://schemas.microsoft.com/office/powerpoint/2010/main" val="2434933159"/>
              </p:ext>
            </p:extLst>
          </p:nvPr>
        </p:nvGraphicFramePr>
        <p:xfrm>
          <a:off x="431672" y="1292475"/>
          <a:ext cx="4180150" cy="762000"/>
        </p:xfrm>
        <a:graphic>
          <a:graphicData uri="http://schemas.openxmlformats.org/drawingml/2006/table">
            <a:tbl>
              <a:tblPr rtl="1" firstRow="1" firstCol="1" bandRow="1"/>
              <a:tblGrid>
                <a:gridCol w="1157922">
                  <a:extLst>
                    <a:ext uri="{9D8B030D-6E8A-4147-A177-3AD203B41FA5}">
                      <a16:colId xmlns="" xmlns:a16="http://schemas.microsoft.com/office/drawing/2014/main" val="20001"/>
                    </a:ext>
                  </a:extLst>
                </a:gridCol>
                <a:gridCol w="781685">
                  <a:extLst>
                    <a:ext uri="{9D8B030D-6E8A-4147-A177-3AD203B41FA5}">
                      <a16:colId xmlns="" xmlns:a16="http://schemas.microsoft.com/office/drawing/2014/main" val="20002"/>
                    </a:ext>
                  </a:extLst>
                </a:gridCol>
                <a:gridCol w="470535">
                  <a:extLst>
                    <a:ext uri="{9D8B030D-6E8A-4147-A177-3AD203B41FA5}">
                      <a16:colId xmlns="" xmlns:a16="http://schemas.microsoft.com/office/drawing/2014/main" val="20003"/>
                    </a:ext>
                  </a:extLst>
                </a:gridCol>
                <a:gridCol w="472122">
                  <a:extLst>
                    <a:ext uri="{9D8B030D-6E8A-4147-A177-3AD203B41FA5}">
                      <a16:colId xmlns="" xmlns:a16="http://schemas.microsoft.com/office/drawing/2014/main" val="20004"/>
                    </a:ext>
                  </a:extLst>
                </a:gridCol>
                <a:gridCol w="556260">
                  <a:extLst>
                    <a:ext uri="{9D8B030D-6E8A-4147-A177-3AD203B41FA5}">
                      <a16:colId xmlns="" xmlns:a16="http://schemas.microsoft.com/office/drawing/2014/main" val="20005"/>
                    </a:ext>
                  </a:extLst>
                </a:gridCol>
                <a:gridCol w="741626">
                  <a:extLst>
                    <a:ext uri="{9D8B030D-6E8A-4147-A177-3AD203B41FA5}">
                      <a16:colId xmlns="" xmlns:a16="http://schemas.microsoft.com/office/drawing/2014/main" val="20006"/>
                    </a:ext>
                  </a:extLst>
                </a:gridCol>
              </a:tblGrid>
              <a:tr h="381000">
                <a:tc>
                  <a:txBody>
                    <a:bodyPr/>
                    <a:lstStyle/>
                    <a:p>
                      <a:pPr marL="0" marR="0" algn="ctr" defTabSz="914400" rtl="1" eaLnBrk="1" latinLnBrk="0" hangingPunct="1">
                        <a:spcBef>
                          <a:spcPts val="600"/>
                        </a:spcBef>
                        <a:spcAft>
                          <a:spcPts val="600"/>
                        </a:spcAft>
                      </a:pPr>
                      <a:r>
                        <a:rPr lang="fa-IR" sz="1400" i="0" kern="1200" dirty="0">
                          <a:solidFill>
                            <a:schemeClr val="tx1"/>
                          </a:solidFill>
                          <a:effectLst/>
                          <a:latin typeface="Times New Roman" panose="02020603050405020304" pitchFamily="18" charset="0"/>
                          <a:ea typeface="Calibri" panose="020F0502020204030204" pitchFamily="34" charset="0"/>
                          <a:cs typeface="B Lotus" panose="00000400000000000000" pitchFamily="2" charset="-78"/>
                        </a:rPr>
                        <a:t>پیچیدگی الگوریتم</a:t>
                      </a:r>
                      <a:endParaRPr lang="en-US" sz="1400" i="0" kern="1200" dirty="0">
                        <a:solidFill>
                          <a:schemeClr val="tx1"/>
                        </a:solidFill>
                        <a:effectLst/>
                        <a:latin typeface="Times New Roman" panose="02020603050405020304" pitchFamily="18" charset="0"/>
                        <a:ea typeface="Calibri" panose="020F0502020204030204" pitchFamily="34" charset="0"/>
                        <a:cs typeface="B Lotus" panose="00000400000000000000" pitchFamily="2" charset="-78"/>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chemeClr val="accent6">
                        <a:lumMod val="60000"/>
                        <a:lumOff val="40000"/>
                      </a:schemeClr>
                    </a:solidFill>
                  </a:tcPr>
                </a:tc>
                <a:tc>
                  <a:txBody>
                    <a:bodyPr/>
                    <a:lstStyle/>
                    <a:p>
                      <a:pPr marL="0" marR="0" lvl="0" indent="0" algn="ctr" defTabSz="914400" rtl="1" eaLnBrk="1" fontAlgn="auto" latinLnBrk="0" hangingPunct="1">
                        <a:lnSpc>
                          <a:spcPct val="100000"/>
                        </a:lnSpc>
                        <a:spcBef>
                          <a:spcPts val="600"/>
                        </a:spcBef>
                        <a:spcAft>
                          <a:spcPts val="600"/>
                        </a:spcAft>
                        <a:buClrTx/>
                        <a:buSzTx/>
                        <a:buFontTx/>
                        <a:buNone/>
                        <a:tabLst/>
                        <a:defRPr/>
                      </a:pPr>
                      <a:r>
                        <a:rPr lang="fa-IR" sz="1400" i="0" kern="1200" dirty="0">
                          <a:solidFill>
                            <a:schemeClr val="tx1"/>
                          </a:solidFill>
                          <a:effectLst/>
                          <a:latin typeface="Times New Roman" panose="02020603050405020304" pitchFamily="18" charset="0"/>
                          <a:ea typeface="Calibri" panose="020F0502020204030204" pitchFamily="34" charset="0"/>
                          <a:cs typeface="B Lotus" panose="00000400000000000000" pitchFamily="2" charset="-78"/>
                        </a:rPr>
                        <a:t>راندمان</a:t>
                      </a:r>
                      <a:endParaRPr lang="en-US" sz="1400" i="0" kern="1200" dirty="0">
                        <a:solidFill>
                          <a:schemeClr val="tx1"/>
                        </a:solidFill>
                        <a:effectLst/>
                        <a:latin typeface="Times New Roman" panose="02020603050405020304" pitchFamily="18" charset="0"/>
                        <a:ea typeface="Calibri" panose="020F0502020204030204" pitchFamily="34" charset="0"/>
                        <a:cs typeface="B Lotus" panose="00000400000000000000" pitchFamily="2" charset="-78"/>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chemeClr val="accent6">
                        <a:lumMod val="60000"/>
                        <a:lumOff val="40000"/>
                      </a:schemeClr>
                    </a:solidFill>
                  </a:tcPr>
                </a:tc>
                <a:tc>
                  <a:txBody>
                    <a:bodyPr/>
                    <a:lstStyle/>
                    <a:p>
                      <a:pPr marL="0" marR="0" algn="ctr" defTabSz="914400" rtl="1" eaLnBrk="1" latinLnBrk="0" hangingPunct="1">
                        <a:spcBef>
                          <a:spcPts val="600"/>
                        </a:spcBef>
                        <a:spcAft>
                          <a:spcPts val="600"/>
                        </a:spcAft>
                      </a:pPr>
                      <a:r>
                        <a:rPr lang="fa-IR" sz="1400" i="0" kern="1200">
                          <a:solidFill>
                            <a:schemeClr val="tx1"/>
                          </a:solidFill>
                          <a:effectLst/>
                          <a:latin typeface="Times New Roman" panose="02020603050405020304" pitchFamily="18" charset="0"/>
                          <a:ea typeface="Calibri" panose="020F0502020204030204" pitchFamily="34" charset="0"/>
                          <a:cs typeface="B Lotus" panose="00000400000000000000" pitchFamily="2" charset="-78"/>
                        </a:rPr>
                        <a:t>اندازه</a:t>
                      </a:r>
                      <a:endParaRPr lang="en-US" sz="1400" i="0" kern="1200">
                        <a:solidFill>
                          <a:schemeClr val="tx1"/>
                        </a:solidFill>
                        <a:effectLst/>
                        <a:latin typeface="Times New Roman" panose="02020603050405020304" pitchFamily="18" charset="0"/>
                        <a:ea typeface="Calibri" panose="020F0502020204030204" pitchFamily="34" charset="0"/>
                        <a:cs typeface="B Lotus" panose="00000400000000000000" pitchFamily="2" charset="-78"/>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chemeClr val="accent6">
                        <a:lumMod val="60000"/>
                        <a:lumOff val="40000"/>
                      </a:schemeClr>
                    </a:solidFill>
                  </a:tcPr>
                </a:tc>
                <a:tc>
                  <a:txBody>
                    <a:bodyPr/>
                    <a:lstStyle/>
                    <a:p>
                      <a:pPr marL="0" marR="0" algn="ctr" defTabSz="914400" rtl="1" eaLnBrk="1" latinLnBrk="0" hangingPunct="1">
                        <a:spcBef>
                          <a:spcPts val="600"/>
                        </a:spcBef>
                        <a:spcAft>
                          <a:spcPts val="600"/>
                        </a:spcAft>
                      </a:pPr>
                      <a:r>
                        <a:rPr lang="fa-IR" sz="1400" i="0" kern="1200" dirty="0">
                          <a:solidFill>
                            <a:schemeClr val="tx1"/>
                          </a:solidFill>
                          <a:effectLst/>
                          <a:latin typeface="Times New Roman" panose="02020603050405020304" pitchFamily="18" charset="0"/>
                          <a:ea typeface="Calibri" panose="020F0502020204030204" pitchFamily="34" charset="0"/>
                          <a:cs typeface="B Lotus" panose="00000400000000000000" pitchFamily="2" charset="-78"/>
                        </a:rPr>
                        <a:t>هزینه</a:t>
                      </a:r>
                      <a:endParaRPr lang="en-US" sz="1400" i="0" kern="1200" dirty="0">
                        <a:solidFill>
                          <a:schemeClr val="tx1"/>
                        </a:solidFill>
                        <a:effectLst/>
                        <a:latin typeface="Times New Roman" panose="02020603050405020304" pitchFamily="18" charset="0"/>
                        <a:ea typeface="Calibri" panose="020F0502020204030204" pitchFamily="34" charset="0"/>
                        <a:cs typeface="B Lotus" panose="00000400000000000000" pitchFamily="2" charset="-78"/>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chemeClr val="accent6">
                        <a:lumMod val="60000"/>
                        <a:lumOff val="40000"/>
                      </a:schemeClr>
                    </a:solidFill>
                  </a:tcPr>
                </a:tc>
                <a:tc>
                  <a:txBody>
                    <a:bodyPr/>
                    <a:lstStyle/>
                    <a:p>
                      <a:pPr marL="0" marR="0" algn="ctr" defTabSz="914400" rtl="1" eaLnBrk="1" latinLnBrk="0" hangingPunct="1">
                        <a:spcBef>
                          <a:spcPts val="600"/>
                        </a:spcBef>
                        <a:spcAft>
                          <a:spcPts val="600"/>
                        </a:spcAft>
                      </a:pPr>
                      <a:r>
                        <a:rPr lang="fa-IR" sz="1400" i="0" kern="1200">
                          <a:solidFill>
                            <a:schemeClr val="tx1"/>
                          </a:solidFill>
                          <a:effectLst/>
                          <a:latin typeface="Times New Roman" panose="02020603050405020304" pitchFamily="18" charset="0"/>
                          <a:ea typeface="Calibri" panose="020F0502020204030204" pitchFamily="34" charset="0"/>
                          <a:cs typeface="B Lotus" panose="00000400000000000000" pitchFamily="2" charset="-78"/>
                        </a:rPr>
                        <a:t>سرعت</a:t>
                      </a:r>
                      <a:endParaRPr lang="en-US" sz="1400" i="0" kern="1200">
                        <a:solidFill>
                          <a:schemeClr val="tx1"/>
                        </a:solidFill>
                        <a:effectLst/>
                        <a:latin typeface="Times New Roman" panose="02020603050405020304" pitchFamily="18" charset="0"/>
                        <a:ea typeface="Calibri" panose="020F0502020204030204" pitchFamily="34" charset="0"/>
                        <a:cs typeface="B Lotus" panose="00000400000000000000" pitchFamily="2" charset="-78"/>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chemeClr val="accent6">
                        <a:lumMod val="60000"/>
                        <a:lumOff val="40000"/>
                      </a:schemeClr>
                    </a:solidFill>
                  </a:tcPr>
                </a:tc>
                <a:tc>
                  <a:txBody>
                    <a:bodyPr/>
                    <a:lstStyle/>
                    <a:p>
                      <a:pPr marL="0" marR="0" algn="ctr" defTabSz="914400" rtl="1" eaLnBrk="1" latinLnBrk="0" hangingPunct="1">
                        <a:spcBef>
                          <a:spcPts val="600"/>
                        </a:spcBef>
                        <a:spcAft>
                          <a:spcPts val="600"/>
                        </a:spcAft>
                      </a:pPr>
                      <a:r>
                        <a:rPr lang="fa-IR" sz="1400" i="0" kern="1200" dirty="0">
                          <a:solidFill>
                            <a:schemeClr val="tx1"/>
                          </a:solidFill>
                          <a:effectLst/>
                          <a:latin typeface="Times New Roman" panose="02020603050405020304" pitchFamily="18" charset="0"/>
                          <a:ea typeface="Calibri" panose="020F0502020204030204" pitchFamily="34" charset="0"/>
                          <a:cs typeface="B Lotus" panose="00000400000000000000" pitchFamily="2" charset="-78"/>
                        </a:rPr>
                        <a:t>امتیاز</a:t>
                      </a:r>
                      <a:r>
                        <a:rPr lang="fa-IR" sz="1400" i="0" kern="1200" baseline="0" dirty="0">
                          <a:solidFill>
                            <a:schemeClr val="tx1"/>
                          </a:solidFill>
                          <a:effectLst/>
                          <a:latin typeface="Times New Roman" panose="02020603050405020304" pitchFamily="18" charset="0"/>
                          <a:ea typeface="Calibri" panose="020F0502020204030204" pitchFamily="34" charset="0"/>
                          <a:cs typeface="B Lotus" panose="00000400000000000000" pitchFamily="2" charset="-78"/>
                        </a:rPr>
                        <a:t> نهایی</a:t>
                      </a:r>
                      <a:endParaRPr lang="en-US" sz="1400" i="0" kern="1200" dirty="0">
                        <a:solidFill>
                          <a:schemeClr val="tx1"/>
                        </a:solidFill>
                        <a:effectLst/>
                        <a:latin typeface="Times New Roman" panose="02020603050405020304" pitchFamily="18" charset="0"/>
                        <a:ea typeface="Calibri" panose="020F0502020204030204" pitchFamily="34" charset="0"/>
                        <a:cs typeface="B Lotus" panose="00000400000000000000" pitchFamily="2" charset="-78"/>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chemeClr val="accent6">
                        <a:lumMod val="60000"/>
                        <a:lumOff val="40000"/>
                      </a:schemeClr>
                    </a:solidFill>
                  </a:tcPr>
                </a:tc>
                <a:extLst>
                  <a:ext uri="{0D108BD9-81ED-4DB2-BD59-A6C34878D82A}">
                    <a16:rowId xmlns="" xmlns:a16="http://schemas.microsoft.com/office/drawing/2014/main" val="10000"/>
                  </a:ext>
                </a:extLst>
              </a:tr>
              <a:tr h="381000">
                <a:tc>
                  <a:txBody>
                    <a:bodyPr/>
                    <a:lstStyle/>
                    <a:p>
                      <a:pPr marL="0" marR="0" algn="ctr" rtl="1">
                        <a:spcBef>
                          <a:spcPts val="600"/>
                        </a:spcBef>
                        <a:spcAft>
                          <a:spcPts val="600"/>
                        </a:spcAft>
                      </a:pPr>
                      <a:r>
                        <a:rPr lang="fa-IR" sz="1400" i="0" dirty="0">
                          <a:effectLst/>
                          <a:latin typeface="Times New Roman" panose="02020603050405020304" pitchFamily="18" charset="0"/>
                          <a:ea typeface="Calibri" panose="020F0502020204030204" pitchFamily="34" charset="0"/>
                          <a:cs typeface="B Lotus" panose="00000400000000000000" pitchFamily="2" charset="-78"/>
                        </a:rPr>
                        <a:t>5</a:t>
                      </a:r>
                      <a:endParaRPr lang="en-US" sz="1200" i="1" dirty="0">
                        <a:effectLst/>
                        <a:latin typeface="Times New Roman" panose="02020603050405020304" pitchFamily="18" charset="0"/>
                        <a:ea typeface="Calibri" panose="020F0502020204030204" pitchFamily="34" charset="0"/>
                        <a:cs typeface="B Lotus" panose="00000400000000000000" pitchFamily="2" charset="-78"/>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marL="0" marR="0" algn="ctr" rtl="1">
                        <a:spcBef>
                          <a:spcPts val="600"/>
                        </a:spcBef>
                        <a:spcAft>
                          <a:spcPts val="600"/>
                        </a:spcAft>
                      </a:pPr>
                      <a:r>
                        <a:rPr lang="fa-IR" sz="1400" i="0" dirty="0">
                          <a:effectLst/>
                          <a:latin typeface="Times New Roman" panose="02020603050405020304" pitchFamily="18" charset="0"/>
                          <a:ea typeface="Calibri" panose="020F0502020204030204" pitchFamily="34" charset="0"/>
                          <a:cs typeface="B Lotus" panose="00000400000000000000" pitchFamily="2" charset="-78"/>
                        </a:rPr>
                        <a:t>3</a:t>
                      </a:r>
                      <a:endParaRPr lang="en-US" sz="1200" i="1" dirty="0">
                        <a:effectLst/>
                        <a:latin typeface="Times New Roman" panose="02020603050405020304" pitchFamily="18" charset="0"/>
                        <a:ea typeface="Calibri" panose="020F0502020204030204" pitchFamily="34" charset="0"/>
                        <a:cs typeface="B Lotus" panose="00000400000000000000" pitchFamily="2" charset="-78"/>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marL="0" marR="0" algn="ctr" rtl="1">
                        <a:spcBef>
                          <a:spcPts val="600"/>
                        </a:spcBef>
                        <a:spcAft>
                          <a:spcPts val="600"/>
                        </a:spcAft>
                      </a:pPr>
                      <a:r>
                        <a:rPr lang="fa-IR" sz="1400" i="0" dirty="0">
                          <a:effectLst/>
                          <a:latin typeface="Times New Roman" panose="02020603050405020304" pitchFamily="18" charset="0"/>
                          <a:ea typeface="Calibri" panose="020F0502020204030204" pitchFamily="34" charset="0"/>
                          <a:cs typeface="B Lotus" panose="00000400000000000000" pitchFamily="2" charset="-78"/>
                        </a:rPr>
                        <a:t>3</a:t>
                      </a:r>
                      <a:endParaRPr lang="en-US" sz="1200" i="1" dirty="0">
                        <a:effectLst/>
                        <a:latin typeface="Times New Roman" panose="02020603050405020304" pitchFamily="18" charset="0"/>
                        <a:ea typeface="Calibri" panose="020F0502020204030204" pitchFamily="34" charset="0"/>
                        <a:cs typeface="B Lotus" panose="00000400000000000000" pitchFamily="2" charset="-78"/>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marL="0" marR="0" algn="ctr" rtl="1">
                        <a:spcBef>
                          <a:spcPts val="600"/>
                        </a:spcBef>
                        <a:spcAft>
                          <a:spcPts val="600"/>
                        </a:spcAft>
                      </a:pPr>
                      <a:r>
                        <a:rPr lang="fa-IR" sz="1400" i="0" dirty="0">
                          <a:effectLst/>
                          <a:latin typeface="Times New Roman" panose="02020603050405020304" pitchFamily="18" charset="0"/>
                          <a:ea typeface="Calibri" panose="020F0502020204030204" pitchFamily="34" charset="0"/>
                          <a:cs typeface="B Lotus" panose="00000400000000000000" pitchFamily="2" charset="-78"/>
                        </a:rPr>
                        <a:t>4</a:t>
                      </a:r>
                      <a:endParaRPr lang="en-US" sz="1200" i="1" dirty="0">
                        <a:effectLst/>
                        <a:latin typeface="Times New Roman" panose="02020603050405020304" pitchFamily="18" charset="0"/>
                        <a:ea typeface="Calibri" panose="020F0502020204030204" pitchFamily="34" charset="0"/>
                        <a:cs typeface="B Lotus" panose="00000400000000000000" pitchFamily="2" charset="-78"/>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marL="0" marR="0" algn="ctr" rtl="1">
                        <a:spcBef>
                          <a:spcPts val="600"/>
                        </a:spcBef>
                        <a:spcAft>
                          <a:spcPts val="600"/>
                        </a:spcAft>
                      </a:pPr>
                      <a:r>
                        <a:rPr lang="fa-IR" sz="1400" i="0" dirty="0">
                          <a:effectLst/>
                          <a:latin typeface="Times New Roman" panose="02020603050405020304" pitchFamily="18" charset="0"/>
                          <a:ea typeface="Calibri" panose="020F0502020204030204" pitchFamily="34" charset="0"/>
                          <a:cs typeface="B Lotus" panose="00000400000000000000" pitchFamily="2" charset="-78"/>
                        </a:rPr>
                        <a:t>1/8</a:t>
                      </a:r>
                      <a:endParaRPr lang="en-US" sz="1200" i="1" dirty="0">
                        <a:effectLst/>
                        <a:latin typeface="Times New Roman" panose="02020603050405020304" pitchFamily="18" charset="0"/>
                        <a:ea typeface="Calibri" panose="020F0502020204030204" pitchFamily="34" charset="0"/>
                        <a:cs typeface="B Lotus" panose="00000400000000000000" pitchFamily="2" charset="-78"/>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marL="0" marR="0" algn="ctr" rtl="1">
                        <a:spcBef>
                          <a:spcPts val="600"/>
                        </a:spcBef>
                        <a:spcAft>
                          <a:spcPts val="600"/>
                        </a:spcAft>
                      </a:pPr>
                      <a:r>
                        <a:rPr lang="fa-IR" sz="1400" i="0" dirty="0">
                          <a:effectLst/>
                          <a:latin typeface="Times New Roman" panose="02020603050405020304" pitchFamily="18" charset="0"/>
                          <a:ea typeface="Calibri" panose="020F0502020204030204" pitchFamily="34" charset="0"/>
                          <a:cs typeface="B Lotus" panose="00000400000000000000" pitchFamily="2" charset="-78"/>
                        </a:rPr>
                        <a:t>3/2</a:t>
                      </a:r>
                      <a:endParaRPr lang="en-US" sz="1200" i="1" dirty="0">
                        <a:effectLst/>
                        <a:latin typeface="Times New Roman" panose="02020603050405020304" pitchFamily="18" charset="0"/>
                        <a:ea typeface="Calibri" panose="020F0502020204030204" pitchFamily="34" charset="0"/>
                        <a:cs typeface="B Lotus" panose="00000400000000000000" pitchFamily="2" charset="-78"/>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extLst>
                  <a:ext uri="{0D108BD9-81ED-4DB2-BD59-A6C34878D82A}">
                    <a16:rowId xmlns="" xmlns:a16="http://schemas.microsoft.com/office/drawing/2014/main" val="10004"/>
                  </a:ext>
                </a:extLst>
              </a:tr>
            </a:tbl>
          </a:graphicData>
        </a:graphic>
      </p:graphicFrame>
      <p:sp>
        <p:nvSpPr>
          <p:cNvPr id="19" name="Slide Number Placeholder 3">
            <a:extLst>
              <a:ext uri="{FF2B5EF4-FFF2-40B4-BE49-F238E27FC236}">
                <a16:creationId xmlns="" xmlns:a16="http://schemas.microsoft.com/office/drawing/2014/main" id="{FEFB061F-8AAB-4535-B272-1BA4D5A77191}"/>
              </a:ext>
            </a:extLst>
          </p:cNvPr>
          <p:cNvSpPr txBox="1">
            <a:spLocks/>
          </p:cNvSpPr>
          <p:nvPr/>
        </p:nvSpPr>
        <p:spPr>
          <a:xfrm>
            <a:off x="8965" y="6090313"/>
            <a:ext cx="676835" cy="767687"/>
          </a:xfrm>
          <a:prstGeom prst="rect">
            <a:avLst/>
          </a:prstGeom>
        </p:spPr>
        <p:txBody>
          <a:bodyPr vert="horz" lIns="91440" tIns="45720" rIns="91440" bIns="45720" rtlCol="0" anchor="ctr"/>
          <a:lstStyle>
            <a:defPPr>
              <a:defRPr lang="en-US"/>
            </a:defPPr>
            <a:lvl1pPr marL="0" algn="l" defTabSz="914400" rtl="0" eaLnBrk="1" latinLnBrk="0" hangingPunct="1">
              <a:defRPr sz="1400" b="1" kern="1200">
                <a:solidFill>
                  <a:srgbClr val="FFFFFF"/>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rtl="1"/>
            <a:fld id="{E8ADF199-8047-440E-B02B-E80683B392F2}" type="slidenum">
              <a:rPr lang="fa-IR" sz="1800" smtClean="0">
                <a:solidFill>
                  <a:schemeClr val="tx1"/>
                </a:solidFill>
                <a:cs typeface="B Lotus" panose="00000400000000000000" pitchFamily="2" charset="-78"/>
              </a:rPr>
              <a:pPr rtl="1"/>
              <a:t>61</a:t>
            </a:fld>
            <a:endParaRPr lang="fa-IR" sz="1800" dirty="0">
              <a:solidFill>
                <a:schemeClr val="tx1"/>
              </a:solidFill>
              <a:cs typeface="B Lotus" panose="00000400000000000000" pitchFamily="2" charset="-78"/>
            </a:endParaRPr>
          </a:p>
        </p:txBody>
      </p:sp>
    </p:spTree>
    <p:extLst>
      <p:ext uri="{BB962C8B-B14F-4D97-AF65-F5344CB8AC3E}">
        <p14:creationId xmlns:p14="http://schemas.microsoft.com/office/powerpoint/2010/main" val="122616350"/>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8" name="Picture 17"/>
          <p:cNvPicPr/>
          <p:nvPr/>
        </p:nvPicPr>
        <p:blipFill>
          <a:blip r:embed="rId3">
            <a:extLst>
              <a:ext uri="{28A0092B-C50C-407E-A947-70E740481C1C}">
                <a14:useLocalDpi xmlns:a14="http://schemas.microsoft.com/office/drawing/2010/main" val="0"/>
              </a:ext>
            </a:extLst>
          </a:blip>
          <a:stretch>
            <a:fillRect/>
          </a:stretch>
        </p:blipFill>
        <p:spPr bwMode="auto">
          <a:xfrm>
            <a:off x="570714" y="2139498"/>
            <a:ext cx="8077200" cy="4146478"/>
          </a:xfrm>
          <a:prstGeom prst="rect">
            <a:avLst/>
          </a:prstGeom>
          <a:noFill/>
          <a:ln>
            <a:noFill/>
          </a:ln>
        </p:spPr>
      </p:pic>
      <p:sp>
        <p:nvSpPr>
          <p:cNvPr id="15" name="Rounded Rectangle 175">
            <a:extLst>
              <a:ext uri="{FF2B5EF4-FFF2-40B4-BE49-F238E27FC236}">
                <a16:creationId xmlns="" xmlns:a16="http://schemas.microsoft.com/office/drawing/2014/main" id="{D8E27344-2AB1-4A61-B14B-D9C7962F785E}"/>
              </a:ext>
            </a:extLst>
          </p:cNvPr>
          <p:cNvSpPr/>
          <p:nvPr/>
        </p:nvSpPr>
        <p:spPr bwMode="auto">
          <a:xfrm>
            <a:off x="6324600" y="1066930"/>
            <a:ext cx="2922494" cy="418072"/>
          </a:xfrm>
          <a:prstGeom prst="roundRect">
            <a:avLst/>
          </a:prstGeom>
          <a:solidFill>
            <a:srgbClr val="3D81BF">
              <a:lumMod val="75000"/>
            </a:srgbClr>
          </a:solidFill>
          <a:ln w="9525" cap="flat" cmpd="sng" algn="ctr">
            <a:solidFill>
              <a:srgbClr val="000000"/>
            </a:solidFill>
            <a:prstDash val="solid"/>
            <a:round/>
            <a:headEnd type="none" w="med" len="med"/>
            <a:tailEnd type="none" w="med" len="med"/>
          </a:ln>
          <a:effectLst>
            <a:reflection blurRad="6350" stA="50000" endA="300" endPos="55000" dir="5400000" sy="-100000" algn="bl" rotWithShape="0"/>
          </a:effectLst>
          <a:scene3d>
            <a:camera prst="isometricOffAxis2Left"/>
            <a:lightRig rig="threePt" dir="t"/>
          </a:scene3d>
        </p:spPr>
        <p:txBody>
          <a:bodyPr vert="horz" wrap="square" lIns="91440" tIns="45720" rIns="91440" bIns="45720" numCol="1" rtlCol="0" anchor="t" anchorCtr="0" compatLnSpc="1">
            <a:prstTxWarp prst="textNoShape">
              <a:avLst/>
            </a:prstTxWarp>
          </a:bodyPr>
          <a:lstStyle/>
          <a:p>
            <a:pPr lvl="0" algn="ctr" rtl="1" fontAlgn="base">
              <a:spcBef>
                <a:spcPct val="0"/>
              </a:spcBef>
              <a:spcAft>
                <a:spcPct val="0"/>
              </a:spcAft>
            </a:pPr>
            <a:r>
              <a:rPr lang="fa-IR" sz="2000" b="1" dirty="0">
                <a:solidFill>
                  <a:srgbClr val="FFFFFF"/>
                </a:solidFill>
                <a:latin typeface="Times New Roman" panose="02020603050405020304" pitchFamily="18" charset="0"/>
                <a:cs typeface="B Nazanin" panose="00000400000000000000" pitchFamily="2" charset="-78"/>
              </a:rPr>
              <a:t>سیستم مدیریت همسان سازی</a:t>
            </a:r>
            <a:endParaRPr lang="en-US" sz="2000" b="1" dirty="0">
              <a:solidFill>
                <a:srgbClr val="FFFFFF"/>
              </a:solidFill>
              <a:latin typeface="Times New Roman" panose="02020603050405020304" pitchFamily="18" charset="0"/>
              <a:cs typeface="B Nazanin" panose="00000400000000000000" pitchFamily="2" charset="-78"/>
            </a:endParaRPr>
          </a:p>
        </p:txBody>
      </p:sp>
      <p:pic>
        <p:nvPicPr>
          <p:cNvPr id="24" name="Picture 23" descr="پرونده:Azad University logo.png - ویکی‌پدیا، دانشنامهٔ آزاد">
            <a:extLst>
              <a:ext uri="{FF2B5EF4-FFF2-40B4-BE49-F238E27FC236}">
                <a16:creationId xmlns="" xmlns:a16="http://schemas.microsoft.com/office/drawing/2014/main" id="{FA988D60-670C-406B-B8FB-D5A0053424E9}"/>
              </a:ext>
            </a:extLst>
          </p:cNvPr>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8610600" y="0"/>
            <a:ext cx="533400" cy="822959"/>
          </a:xfrm>
          <a:prstGeom prst="rect">
            <a:avLst/>
          </a:prstGeom>
          <a:noFill/>
          <a:ln>
            <a:noFill/>
          </a:ln>
        </p:spPr>
      </p:pic>
      <p:sp>
        <p:nvSpPr>
          <p:cNvPr id="25" name="AutoShape 10">
            <a:extLst>
              <a:ext uri="{FF2B5EF4-FFF2-40B4-BE49-F238E27FC236}">
                <a16:creationId xmlns="" xmlns:a16="http://schemas.microsoft.com/office/drawing/2014/main" id="{96E6A76C-5024-445C-8373-4A127C8598B1}"/>
              </a:ext>
            </a:extLst>
          </p:cNvPr>
          <p:cNvSpPr>
            <a:spLocks noChangeArrowheads="1"/>
          </p:cNvSpPr>
          <p:nvPr/>
        </p:nvSpPr>
        <p:spPr bwMode="gray">
          <a:xfrm flipH="1">
            <a:off x="6244699" y="57140"/>
            <a:ext cx="2137301" cy="649224"/>
          </a:xfrm>
          <a:prstGeom prst="chevron">
            <a:avLst>
              <a:gd name="adj" fmla="val 17842"/>
            </a:avLst>
          </a:prstGeom>
          <a:gradFill rotWithShape="1">
            <a:gsLst>
              <a:gs pos="0">
                <a:srgbClr val="84B09A">
                  <a:gamma/>
                  <a:shade val="46275"/>
                  <a:invGamma/>
                </a:srgbClr>
              </a:gs>
              <a:gs pos="50000">
                <a:srgbClr val="84B09A"/>
              </a:gs>
              <a:gs pos="100000">
                <a:srgbClr val="84B09A">
                  <a:gamma/>
                  <a:shade val="46275"/>
                  <a:invGamma/>
                </a:srgbClr>
              </a:gs>
            </a:gsLst>
            <a:lin ang="2700000" scaled="1"/>
          </a:gradFill>
          <a:ln w="38100">
            <a:solidFill>
              <a:srgbClr val="EAEAEA"/>
            </a:solidFill>
            <a:miter lim="800000"/>
            <a:headEnd/>
            <a:tailEnd/>
          </a:ln>
          <a:effectLst>
            <a:outerShdw dist="109250" dir="3267739" algn="ctr" rotWithShape="0">
              <a:srgbClr val="333333">
                <a:alpha val="50000"/>
              </a:srgbClr>
            </a:outerShdw>
          </a:effectLst>
        </p:spPr>
        <p:txBody>
          <a:bodyPr wrap="square" anchor="ctr">
            <a:spAutoFit/>
          </a:bodyPr>
          <a:lstStyle/>
          <a:p>
            <a:pPr algn="ctr" fontAlgn="base">
              <a:spcBef>
                <a:spcPct val="0"/>
              </a:spcBef>
              <a:spcAft>
                <a:spcPct val="0"/>
              </a:spcAft>
            </a:pPr>
            <a:endParaRPr lang="en-US" kern="0">
              <a:solidFill>
                <a:srgbClr val="3D81BF"/>
              </a:solidFill>
            </a:endParaRPr>
          </a:p>
        </p:txBody>
      </p:sp>
      <p:sp>
        <p:nvSpPr>
          <p:cNvPr id="26" name="AutoShape 3">
            <a:extLst>
              <a:ext uri="{FF2B5EF4-FFF2-40B4-BE49-F238E27FC236}">
                <a16:creationId xmlns="" xmlns:a16="http://schemas.microsoft.com/office/drawing/2014/main" id="{C71EB997-3681-42CE-8D12-DC0BC893643A}"/>
              </a:ext>
            </a:extLst>
          </p:cNvPr>
          <p:cNvSpPr>
            <a:spLocks noChangeArrowheads="1"/>
          </p:cNvSpPr>
          <p:nvPr/>
        </p:nvSpPr>
        <p:spPr bwMode="gray">
          <a:xfrm flipH="1">
            <a:off x="161662" y="57140"/>
            <a:ext cx="1970868" cy="651510"/>
          </a:xfrm>
          <a:prstGeom prst="chevron">
            <a:avLst>
              <a:gd name="adj" fmla="val 17009"/>
            </a:avLst>
          </a:prstGeom>
          <a:gradFill rotWithShape="1">
            <a:gsLst>
              <a:gs pos="0">
                <a:srgbClr val="84B09A">
                  <a:gamma/>
                  <a:shade val="46275"/>
                  <a:invGamma/>
                </a:srgbClr>
              </a:gs>
              <a:gs pos="50000">
                <a:srgbClr val="84B09A"/>
              </a:gs>
              <a:gs pos="100000">
                <a:srgbClr val="84B09A">
                  <a:gamma/>
                  <a:shade val="46275"/>
                  <a:invGamma/>
                </a:srgbClr>
              </a:gs>
            </a:gsLst>
            <a:lin ang="2700000" scaled="1"/>
          </a:gradFill>
          <a:ln w="38100">
            <a:solidFill>
              <a:srgbClr val="EAEAEA"/>
            </a:solidFill>
            <a:miter lim="800000"/>
            <a:headEnd/>
            <a:tailEnd/>
          </a:ln>
          <a:effectLst>
            <a:outerShdw dist="109250" dir="3267739" algn="ctr" rotWithShape="0">
              <a:srgbClr val="333333">
                <a:alpha val="50000"/>
              </a:srgbClr>
            </a:outerShdw>
          </a:effectLst>
        </p:spPr>
        <p:txBody>
          <a:bodyPr wrap="square" anchor="ctr">
            <a:spAutoFit/>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endParaRPr>
          </a:p>
        </p:txBody>
      </p:sp>
      <p:sp>
        <p:nvSpPr>
          <p:cNvPr id="27" name="Rectangle 26">
            <a:extLst>
              <a:ext uri="{FF2B5EF4-FFF2-40B4-BE49-F238E27FC236}">
                <a16:creationId xmlns="" xmlns:a16="http://schemas.microsoft.com/office/drawing/2014/main" id="{C48087A2-0F0F-40A0-A837-05942D40B928}"/>
              </a:ext>
            </a:extLst>
          </p:cNvPr>
          <p:cNvSpPr/>
          <p:nvPr/>
        </p:nvSpPr>
        <p:spPr>
          <a:xfrm>
            <a:off x="431672" y="189466"/>
            <a:ext cx="1443038" cy="338554"/>
          </a:xfrm>
          <a:prstGeom prst="rect">
            <a:avLst/>
          </a:prstGeom>
        </p:spPr>
        <p:txBody>
          <a:bodyPr wrap="square">
            <a:spAutoFit/>
          </a:bodyPr>
          <a:lstStyle/>
          <a:p>
            <a:pPr lvl="0" algn="ctr" rtl="1" fontAlgn="base">
              <a:spcBef>
                <a:spcPct val="0"/>
              </a:spcBef>
              <a:spcAft>
                <a:spcPct val="0"/>
              </a:spcAft>
            </a:pPr>
            <a:r>
              <a:rPr lang="fa-IR" sz="1600" b="1" dirty="0">
                <a:solidFill>
                  <a:srgbClr val="FFFFFF"/>
                </a:solidFill>
                <a:latin typeface="Times New Roman" panose="02020603050405020304" pitchFamily="18" charset="0"/>
                <a:cs typeface="B Nazanin" panose="00000400000000000000" pitchFamily="2" charset="-78"/>
              </a:rPr>
              <a:t>مقالات اخیر</a:t>
            </a:r>
            <a:endParaRPr lang="en-US" sz="1600" b="1" dirty="0">
              <a:solidFill>
                <a:srgbClr val="FFFFFF"/>
              </a:solidFill>
              <a:latin typeface="Times New Roman" panose="02020603050405020304" pitchFamily="18" charset="0"/>
              <a:cs typeface="B Nazanin" panose="00000400000000000000" pitchFamily="2" charset="-78"/>
            </a:endParaRPr>
          </a:p>
        </p:txBody>
      </p:sp>
      <p:sp>
        <p:nvSpPr>
          <p:cNvPr id="28" name="Rectangle 27">
            <a:extLst>
              <a:ext uri="{FF2B5EF4-FFF2-40B4-BE49-F238E27FC236}">
                <a16:creationId xmlns="" xmlns:a16="http://schemas.microsoft.com/office/drawing/2014/main" id="{BF9CF44D-C94F-4B09-AF24-15EACD7BE0F4}"/>
              </a:ext>
            </a:extLst>
          </p:cNvPr>
          <p:cNvSpPr/>
          <p:nvPr/>
        </p:nvSpPr>
        <p:spPr>
          <a:xfrm>
            <a:off x="6499957" y="197162"/>
            <a:ext cx="1626786" cy="323165"/>
          </a:xfrm>
          <a:prstGeom prst="rect">
            <a:avLst/>
          </a:prstGeom>
        </p:spPr>
        <p:txBody>
          <a:bodyPr wrap="square">
            <a:spAutoFit/>
          </a:bodyPr>
          <a:lstStyle/>
          <a:p>
            <a:pPr lvl="0" algn="ctr" fontAlgn="base">
              <a:spcBef>
                <a:spcPct val="0"/>
              </a:spcBef>
              <a:spcAft>
                <a:spcPct val="0"/>
              </a:spcAft>
              <a:defRPr/>
            </a:pPr>
            <a:r>
              <a:rPr lang="fa-IR" sz="1500" b="1" kern="0" dirty="0" err="1">
                <a:solidFill>
                  <a:srgbClr val="FFFFFF"/>
                </a:solidFill>
                <a:latin typeface="Times New Roman" panose="02020603050405020304" pitchFamily="18" charset="0"/>
                <a:cs typeface="B Nazanin" pitchFamily="2" charset="-78"/>
              </a:rPr>
              <a:t>باتریها</a:t>
            </a:r>
            <a:endParaRPr lang="en-US" sz="1500" b="1" kern="0" dirty="0">
              <a:solidFill>
                <a:srgbClr val="FFFFFF"/>
              </a:solidFill>
              <a:latin typeface="Times New Roman" panose="02020603050405020304" pitchFamily="18" charset="0"/>
              <a:cs typeface="B Nazanin" pitchFamily="2" charset="-78"/>
            </a:endParaRPr>
          </a:p>
        </p:txBody>
      </p:sp>
      <p:sp>
        <p:nvSpPr>
          <p:cNvPr id="29" name="AutoShape 10">
            <a:extLst>
              <a:ext uri="{FF2B5EF4-FFF2-40B4-BE49-F238E27FC236}">
                <a16:creationId xmlns="" xmlns:a16="http://schemas.microsoft.com/office/drawing/2014/main" id="{50B159E1-0AA0-4C32-86C7-52F5C5E0D242}"/>
              </a:ext>
            </a:extLst>
          </p:cNvPr>
          <p:cNvSpPr>
            <a:spLocks noChangeArrowheads="1"/>
          </p:cNvSpPr>
          <p:nvPr/>
        </p:nvSpPr>
        <p:spPr bwMode="gray">
          <a:xfrm flipH="1">
            <a:off x="2105458" y="54854"/>
            <a:ext cx="2137301" cy="651510"/>
          </a:xfrm>
          <a:prstGeom prst="chevron">
            <a:avLst>
              <a:gd name="adj" fmla="val 17842"/>
            </a:avLst>
          </a:prstGeom>
          <a:gradFill rotWithShape="1">
            <a:gsLst>
              <a:gs pos="0">
                <a:srgbClr val="3659EC">
                  <a:gamma/>
                  <a:shade val="46275"/>
                  <a:invGamma/>
                </a:srgbClr>
              </a:gs>
              <a:gs pos="50000">
                <a:srgbClr val="3659EC"/>
              </a:gs>
              <a:gs pos="100000">
                <a:srgbClr val="3659EC">
                  <a:gamma/>
                  <a:shade val="46275"/>
                  <a:invGamma/>
                </a:srgbClr>
              </a:gs>
            </a:gsLst>
            <a:lin ang="2700000" scaled="1"/>
          </a:gradFill>
          <a:ln w="38100">
            <a:solidFill>
              <a:srgbClr val="EAEAEA"/>
            </a:solidFill>
            <a:miter lim="800000"/>
            <a:headEnd/>
            <a:tailEnd/>
          </a:ln>
          <a:effectLst>
            <a:outerShdw dist="109250" dir="3267739" algn="ctr" rotWithShape="0">
              <a:srgbClr val="333333">
                <a:alpha val="50000"/>
              </a:srgbClr>
            </a:outerShdw>
          </a:effectLst>
        </p:spPr>
        <p:txBody>
          <a:bodyPr wrap="square" anchor="ctr">
            <a:spAutoFit/>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endParaRPr>
          </a:p>
        </p:txBody>
      </p:sp>
      <p:sp>
        <p:nvSpPr>
          <p:cNvPr id="31" name="AutoShape 3">
            <a:extLst>
              <a:ext uri="{FF2B5EF4-FFF2-40B4-BE49-F238E27FC236}">
                <a16:creationId xmlns="" xmlns:a16="http://schemas.microsoft.com/office/drawing/2014/main" id="{DBA5C955-0E66-467E-8B5F-EF4EE5F8F3FA}"/>
              </a:ext>
            </a:extLst>
          </p:cNvPr>
          <p:cNvSpPr>
            <a:spLocks noChangeArrowheads="1"/>
          </p:cNvSpPr>
          <p:nvPr/>
        </p:nvSpPr>
        <p:spPr bwMode="gray">
          <a:xfrm flipH="1">
            <a:off x="4215687" y="54854"/>
            <a:ext cx="2056085" cy="651510"/>
          </a:xfrm>
          <a:prstGeom prst="chevron">
            <a:avLst>
              <a:gd name="adj" fmla="val 17009"/>
            </a:avLst>
          </a:prstGeom>
          <a:gradFill rotWithShape="1">
            <a:gsLst>
              <a:gs pos="0">
                <a:srgbClr val="84B09A">
                  <a:gamma/>
                  <a:shade val="46275"/>
                  <a:invGamma/>
                </a:srgbClr>
              </a:gs>
              <a:gs pos="50000">
                <a:srgbClr val="84B09A"/>
              </a:gs>
              <a:gs pos="100000">
                <a:srgbClr val="84B09A">
                  <a:gamma/>
                  <a:shade val="46275"/>
                  <a:invGamma/>
                </a:srgbClr>
              </a:gs>
            </a:gsLst>
            <a:lin ang="2700000" scaled="1"/>
          </a:gradFill>
          <a:ln w="38100">
            <a:solidFill>
              <a:srgbClr val="EAEAEA"/>
            </a:solidFill>
            <a:miter lim="800000"/>
            <a:headEnd/>
            <a:tailEnd/>
          </a:ln>
          <a:effectLst>
            <a:outerShdw dist="109250" dir="3267739" algn="ctr" rotWithShape="0">
              <a:srgbClr val="333333">
                <a:alpha val="50000"/>
              </a:srgbClr>
            </a:outerShdw>
          </a:effectLst>
        </p:spPr>
        <p:txBody>
          <a:bodyPr wrap="square" anchor="ctr">
            <a:spAutoFit/>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endParaRPr>
          </a:p>
        </p:txBody>
      </p:sp>
      <p:sp>
        <p:nvSpPr>
          <p:cNvPr id="32" name="Rectangle 31">
            <a:extLst>
              <a:ext uri="{FF2B5EF4-FFF2-40B4-BE49-F238E27FC236}">
                <a16:creationId xmlns="" xmlns:a16="http://schemas.microsoft.com/office/drawing/2014/main" id="{4DE55AA0-934E-4757-A2D4-1C4E49036DCD}"/>
              </a:ext>
            </a:extLst>
          </p:cNvPr>
          <p:cNvSpPr/>
          <p:nvPr/>
        </p:nvSpPr>
        <p:spPr>
          <a:xfrm>
            <a:off x="2402046" y="64070"/>
            <a:ext cx="1600200" cy="584775"/>
          </a:xfrm>
          <a:prstGeom prst="rect">
            <a:avLst/>
          </a:prstGeom>
        </p:spPr>
        <p:txBody>
          <a:bodyPr wrap="square">
            <a:spAutoFit/>
          </a:bodyPr>
          <a:lstStyle/>
          <a:p>
            <a:pPr lvl="0" algn="ctr" rtl="1" fontAlgn="base">
              <a:spcBef>
                <a:spcPct val="0"/>
              </a:spcBef>
              <a:spcAft>
                <a:spcPct val="0"/>
              </a:spcAft>
            </a:pPr>
            <a:r>
              <a:rPr lang="fa-IR" sz="1600" b="1" dirty="0">
                <a:solidFill>
                  <a:srgbClr val="FFFFFF"/>
                </a:solidFill>
                <a:latin typeface="Times New Roman" panose="02020603050405020304" pitchFamily="18" charset="0"/>
                <a:cs typeface="B Nazanin" panose="00000400000000000000" pitchFamily="2" charset="-78"/>
              </a:rPr>
              <a:t>سیستم مدیریت همسان سازی</a:t>
            </a:r>
            <a:endParaRPr lang="en-US" sz="1600" b="1" dirty="0">
              <a:solidFill>
                <a:srgbClr val="FFFFFF"/>
              </a:solidFill>
              <a:latin typeface="Times New Roman" panose="02020603050405020304" pitchFamily="18" charset="0"/>
              <a:cs typeface="B Nazanin" panose="00000400000000000000" pitchFamily="2" charset="-78"/>
            </a:endParaRPr>
          </a:p>
        </p:txBody>
      </p:sp>
      <p:sp>
        <p:nvSpPr>
          <p:cNvPr id="33" name="Rectangle 32">
            <a:extLst>
              <a:ext uri="{FF2B5EF4-FFF2-40B4-BE49-F238E27FC236}">
                <a16:creationId xmlns="" xmlns:a16="http://schemas.microsoft.com/office/drawing/2014/main" id="{AC165A2D-60D3-440C-A112-7B419F7E72B2}"/>
              </a:ext>
            </a:extLst>
          </p:cNvPr>
          <p:cNvSpPr/>
          <p:nvPr/>
        </p:nvSpPr>
        <p:spPr>
          <a:xfrm>
            <a:off x="4529582" y="89171"/>
            <a:ext cx="1443038" cy="584775"/>
          </a:xfrm>
          <a:prstGeom prst="rect">
            <a:avLst/>
          </a:prstGeom>
        </p:spPr>
        <p:txBody>
          <a:bodyPr wrap="square">
            <a:spAutoFit/>
          </a:bodyPr>
          <a:lstStyle/>
          <a:p>
            <a:pPr lvl="0" algn="ctr" rtl="1" fontAlgn="base">
              <a:spcBef>
                <a:spcPct val="0"/>
              </a:spcBef>
              <a:spcAft>
                <a:spcPct val="0"/>
              </a:spcAft>
            </a:pPr>
            <a:r>
              <a:rPr lang="fa-IR" sz="1600" b="1" dirty="0">
                <a:solidFill>
                  <a:srgbClr val="FFFFFF"/>
                </a:solidFill>
                <a:latin typeface="Times New Roman" panose="02020603050405020304" pitchFamily="18" charset="0"/>
                <a:cs typeface="B Nazanin" panose="00000400000000000000" pitchFamily="2" charset="-78"/>
              </a:rPr>
              <a:t>سیستم مدیریت باتری</a:t>
            </a:r>
            <a:endParaRPr lang="en-US" sz="1600" b="1" dirty="0">
              <a:solidFill>
                <a:srgbClr val="FFFFFF"/>
              </a:solidFill>
              <a:latin typeface="Times New Roman" panose="02020603050405020304" pitchFamily="18" charset="0"/>
              <a:cs typeface="B Nazanin" panose="00000400000000000000" pitchFamily="2" charset="-78"/>
            </a:endParaRPr>
          </a:p>
        </p:txBody>
      </p:sp>
      <p:sp>
        <p:nvSpPr>
          <p:cNvPr id="34" name="Rectangle 33"/>
          <p:cNvSpPr/>
          <p:nvPr/>
        </p:nvSpPr>
        <p:spPr>
          <a:xfrm>
            <a:off x="3152826" y="6318394"/>
            <a:ext cx="2912977" cy="369332"/>
          </a:xfrm>
          <a:prstGeom prst="rect">
            <a:avLst/>
          </a:prstGeom>
        </p:spPr>
        <p:txBody>
          <a:bodyPr wrap="none">
            <a:spAutoFit/>
          </a:bodyPr>
          <a:lstStyle/>
          <a:p>
            <a:pPr algn="r" rtl="1" fontAlgn="base">
              <a:spcBef>
                <a:spcPct val="0"/>
              </a:spcBef>
              <a:spcAft>
                <a:spcPct val="0"/>
              </a:spcAft>
            </a:pPr>
            <a:r>
              <a:rPr lang="fa-IR" dirty="0">
                <a:latin typeface="Times New Roman" panose="02020603050405020304" pitchFamily="18" charset="0"/>
                <a:cs typeface="B Lotus" panose="00000400000000000000" pitchFamily="2" charset="-78"/>
              </a:rPr>
              <a:t>شماتیک دیاگرام همسان سازی لایه ای.</a:t>
            </a:r>
            <a:endParaRPr lang="en-US" b="1" dirty="0">
              <a:solidFill>
                <a:srgbClr val="000000"/>
              </a:solidFill>
              <a:latin typeface="Times New Roman" panose="02020603050405020304" pitchFamily="18" charset="0"/>
              <a:cs typeface="B Nazanin" pitchFamily="2" charset="-78"/>
            </a:endParaRPr>
          </a:p>
        </p:txBody>
      </p:sp>
      <p:sp>
        <p:nvSpPr>
          <p:cNvPr id="35" name="TextBox 34">
            <a:extLst>
              <a:ext uri="{FF2B5EF4-FFF2-40B4-BE49-F238E27FC236}">
                <a16:creationId xmlns="" xmlns:a16="http://schemas.microsoft.com/office/drawing/2014/main" id="{F43469DC-7F5B-471E-BD74-ED709E621F63}"/>
              </a:ext>
            </a:extLst>
          </p:cNvPr>
          <p:cNvSpPr txBox="1"/>
          <p:nvPr/>
        </p:nvSpPr>
        <p:spPr>
          <a:xfrm>
            <a:off x="7741141" y="1726687"/>
            <a:ext cx="1151276" cy="369332"/>
          </a:xfrm>
          <a:prstGeom prst="rect">
            <a:avLst/>
          </a:prstGeom>
          <a:noFill/>
        </p:spPr>
        <p:txBody>
          <a:bodyPr wrap="none" rtlCol="0">
            <a:spAutoFit/>
          </a:bodyPr>
          <a:lstStyle/>
          <a:p>
            <a:pPr algn="r" rtl="1"/>
            <a:r>
              <a:rPr lang="fa-IR" b="1" dirty="0">
                <a:cs typeface="B Nazanin" panose="00000400000000000000" pitchFamily="2" charset="-78"/>
              </a:rPr>
              <a:t>انتقال مجاور</a:t>
            </a:r>
          </a:p>
        </p:txBody>
      </p:sp>
      <p:graphicFrame>
        <p:nvGraphicFramePr>
          <p:cNvPr id="16" name="Table 15"/>
          <p:cNvGraphicFramePr>
            <a:graphicFrameLocks noGrp="1"/>
          </p:cNvGraphicFramePr>
          <p:nvPr>
            <p:extLst>
              <p:ext uri="{D42A27DB-BD31-4B8C-83A1-F6EECF244321}">
                <p14:modId xmlns:p14="http://schemas.microsoft.com/office/powerpoint/2010/main" val="1414955168"/>
              </p:ext>
            </p:extLst>
          </p:nvPr>
        </p:nvGraphicFramePr>
        <p:xfrm>
          <a:off x="431672" y="1292475"/>
          <a:ext cx="4180150" cy="762000"/>
        </p:xfrm>
        <a:graphic>
          <a:graphicData uri="http://schemas.openxmlformats.org/drawingml/2006/table">
            <a:tbl>
              <a:tblPr rtl="1" firstRow="1" firstCol="1" bandRow="1"/>
              <a:tblGrid>
                <a:gridCol w="1157922">
                  <a:extLst>
                    <a:ext uri="{9D8B030D-6E8A-4147-A177-3AD203B41FA5}">
                      <a16:colId xmlns="" xmlns:a16="http://schemas.microsoft.com/office/drawing/2014/main" val="20001"/>
                    </a:ext>
                  </a:extLst>
                </a:gridCol>
                <a:gridCol w="781685">
                  <a:extLst>
                    <a:ext uri="{9D8B030D-6E8A-4147-A177-3AD203B41FA5}">
                      <a16:colId xmlns="" xmlns:a16="http://schemas.microsoft.com/office/drawing/2014/main" val="20002"/>
                    </a:ext>
                  </a:extLst>
                </a:gridCol>
                <a:gridCol w="470535">
                  <a:extLst>
                    <a:ext uri="{9D8B030D-6E8A-4147-A177-3AD203B41FA5}">
                      <a16:colId xmlns="" xmlns:a16="http://schemas.microsoft.com/office/drawing/2014/main" val="20003"/>
                    </a:ext>
                  </a:extLst>
                </a:gridCol>
                <a:gridCol w="472122">
                  <a:extLst>
                    <a:ext uri="{9D8B030D-6E8A-4147-A177-3AD203B41FA5}">
                      <a16:colId xmlns="" xmlns:a16="http://schemas.microsoft.com/office/drawing/2014/main" val="20004"/>
                    </a:ext>
                  </a:extLst>
                </a:gridCol>
                <a:gridCol w="556260">
                  <a:extLst>
                    <a:ext uri="{9D8B030D-6E8A-4147-A177-3AD203B41FA5}">
                      <a16:colId xmlns="" xmlns:a16="http://schemas.microsoft.com/office/drawing/2014/main" val="20005"/>
                    </a:ext>
                  </a:extLst>
                </a:gridCol>
                <a:gridCol w="741626">
                  <a:extLst>
                    <a:ext uri="{9D8B030D-6E8A-4147-A177-3AD203B41FA5}">
                      <a16:colId xmlns="" xmlns:a16="http://schemas.microsoft.com/office/drawing/2014/main" val="20006"/>
                    </a:ext>
                  </a:extLst>
                </a:gridCol>
              </a:tblGrid>
              <a:tr h="381000">
                <a:tc>
                  <a:txBody>
                    <a:bodyPr/>
                    <a:lstStyle/>
                    <a:p>
                      <a:pPr marL="0" marR="0" algn="ctr" defTabSz="914400" rtl="1" eaLnBrk="1" latinLnBrk="0" hangingPunct="1">
                        <a:spcBef>
                          <a:spcPts val="600"/>
                        </a:spcBef>
                        <a:spcAft>
                          <a:spcPts val="600"/>
                        </a:spcAft>
                      </a:pPr>
                      <a:r>
                        <a:rPr lang="fa-IR" sz="1400" i="0" kern="1200" dirty="0">
                          <a:solidFill>
                            <a:schemeClr val="tx1"/>
                          </a:solidFill>
                          <a:effectLst/>
                          <a:latin typeface="Times New Roman" panose="02020603050405020304" pitchFamily="18" charset="0"/>
                          <a:ea typeface="Calibri" panose="020F0502020204030204" pitchFamily="34" charset="0"/>
                          <a:cs typeface="B Lotus" panose="00000400000000000000" pitchFamily="2" charset="-78"/>
                        </a:rPr>
                        <a:t>پیچیدگی الگوریتم</a:t>
                      </a:r>
                      <a:endParaRPr lang="en-US" sz="1400" i="0" kern="1200" dirty="0">
                        <a:solidFill>
                          <a:schemeClr val="tx1"/>
                        </a:solidFill>
                        <a:effectLst/>
                        <a:latin typeface="Times New Roman" panose="02020603050405020304" pitchFamily="18" charset="0"/>
                        <a:ea typeface="Calibri" panose="020F0502020204030204" pitchFamily="34" charset="0"/>
                        <a:cs typeface="B Lotus" panose="00000400000000000000" pitchFamily="2" charset="-78"/>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chemeClr val="accent6">
                        <a:lumMod val="60000"/>
                        <a:lumOff val="40000"/>
                      </a:schemeClr>
                    </a:solidFill>
                  </a:tcPr>
                </a:tc>
                <a:tc>
                  <a:txBody>
                    <a:bodyPr/>
                    <a:lstStyle/>
                    <a:p>
                      <a:pPr marL="0" marR="0" lvl="0" indent="0" algn="ctr" defTabSz="914400" rtl="1" eaLnBrk="1" fontAlgn="auto" latinLnBrk="0" hangingPunct="1">
                        <a:lnSpc>
                          <a:spcPct val="100000"/>
                        </a:lnSpc>
                        <a:spcBef>
                          <a:spcPts val="600"/>
                        </a:spcBef>
                        <a:spcAft>
                          <a:spcPts val="600"/>
                        </a:spcAft>
                        <a:buClrTx/>
                        <a:buSzTx/>
                        <a:buFontTx/>
                        <a:buNone/>
                        <a:tabLst/>
                        <a:defRPr/>
                      </a:pPr>
                      <a:r>
                        <a:rPr lang="fa-IR" sz="1400" i="0" kern="1200" dirty="0">
                          <a:solidFill>
                            <a:schemeClr val="tx1"/>
                          </a:solidFill>
                          <a:effectLst/>
                          <a:latin typeface="Times New Roman" panose="02020603050405020304" pitchFamily="18" charset="0"/>
                          <a:ea typeface="Calibri" panose="020F0502020204030204" pitchFamily="34" charset="0"/>
                          <a:cs typeface="B Lotus" panose="00000400000000000000" pitchFamily="2" charset="-78"/>
                        </a:rPr>
                        <a:t>راندمان</a:t>
                      </a:r>
                      <a:endParaRPr lang="en-US" sz="1400" i="0" kern="1200" dirty="0">
                        <a:solidFill>
                          <a:schemeClr val="tx1"/>
                        </a:solidFill>
                        <a:effectLst/>
                        <a:latin typeface="Times New Roman" panose="02020603050405020304" pitchFamily="18" charset="0"/>
                        <a:ea typeface="Calibri" panose="020F0502020204030204" pitchFamily="34" charset="0"/>
                        <a:cs typeface="B Lotus" panose="00000400000000000000" pitchFamily="2" charset="-78"/>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chemeClr val="accent6">
                        <a:lumMod val="60000"/>
                        <a:lumOff val="40000"/>
                      </a:schemeClr>
                    </a:solidFill>
                  </a:tcPr>
                </a:tc>
                <a:tc>
                  <a:txBody>
                    <a:bodyPr/>
                    <a:lstStyle/>
                    <a:p>
                      <a:pPr marL="0" marR="0" algn="ctr" defTabSz="914400" rtl="1" eaLnBrk="1" latinLnBrk="0" hangingPunct="1">
                        <a:spcBef>
                          <a:spcPts val="600"/>
                        </a:spcBef>
                        <a:spcAft>
                          <a:spcPts val="600"/>
                        </a:spcAft>
                      </a:pPr>
                      <a:r>
                        <a:rPr lang="fa-IR" sz="1400" i="0" kern="1200">
                          <a:solidFill>
                            <a:schemeClr val="tx1"/>
                          </a:solidFill>
                          <a:effectLst/>
                          <a:latin typeface="Times New Roman" panose="02020603050405020304" pitchFamily="18" charset="0"/>
                          <a:ea typeface="Calibri" panose="020F0502020204030204" pitchFamily="34" charset="0"/>
                          <a:cs typeface="B Lotus" panose="00000400000000000000" pitchFamily="2" charset="-78"/>
                        </a:rPr>
                        <a:t>اندازه</a:t>
                      </a:r>
                      <a:endParaRPr lang="en-US" sz="1400" i="0" kern="1200">
                        <a:solidFill>
                          <a:schemeClr val="tx1"/>
                        </a:solidFill>
                        <a:effectLst/>
                        <a:latin typeface="Times New Roman" panose="02020603050405020304" pitchFamily="18" charset="0"/>
                        <a:ea typeface="Calibri" panose="020F0502020204030204" pitchFamily="34" charset="0"/>
                        <a:cs typeface="B Lotus" panose="00000400000000000000" pitchFamily="2" charset="-78"/>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chemeClr val="accent6">
                        <a:lumMod val="60000"/>
                        <a:lumOff val="40000"/>
                      </a:schemeClr>
                    </a:solidFill>
                  </a:tcPr>
                </a:tc>
                <a:tc>
                  <a:txBody>
                    <a:bodyPr/>
                    <a:lstStyle/>
                    <a:p>
                      <a:pPr marL="0" marR="0" algn="ctr" defTabSz="914400" rtl="1" eaLnBrk="1" latinLnBrk="0" hangingPunct="1">
                        <a:spcBef>
                          <a:spcPts val="600"/>
                        </a:spcBef>
                        <a:spcAft>
                          <a:spcPts val="600"/>
                        </a:spcAft>
                      </a:pPr>
                      <a:r>
                        <a:rPr lang="fa-IR" sz="1400" i="0" kern="1200" dirty="0">
                          <a:solidFill>
                            <a:schemeClr val="tx1"/>
                          </a:solidFill>
                          <a:effectLst/>
                          <a:latin typeface="Times New Roman" panose="02020603050405020304" pitchFamily="18" charset="0"/>
                          <a:ea typeface="Calibri" panose="020F0502020204030204" pitchFamily="34" charset="0"/>
                          <a:cs typeface="B Lotus" panose="00000400000000000000" pitchFamily="2" charset="-78"/>
                        </a:rPr>
                        <a:t>هزینه</a:t>
                      </a:r>
                      <a:endParaRPr lang="en-US" sz="1400" i="0" kern="1200" dirty="0">
                        <a:solidFill>
                          <a:schemeClr val="tx1"/>
                        </a:solidFill>
                        <a:effectLst/>
                        <a:latin typeface="Times New Roman" panose="02020603050405020304" pitchFamily="18" charset="0"/>
                        <a:ea typeface="Calibri" panose="020F0502020204030204" pitchFamily="34" charset="0"/>
                        <a:cs typeface="B Lotus" panose="00000400000000000000" pitchFamily="2" charset="-78"/>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chemeClr val="accent6">
                        <a:lumMod val="60000"/>
                        <a:lumOff val="40000"/>
                      </a:schemeClr>
                    </a:solidFill>
                  </a:tcPr>
                </a:tc>
                <a:tc>
                  <a:txBody>
                    <a:bodyPr/>
                    <a:lstStyle/>
                    <a:p>
                      <a:pPr marL="0" marR="0" algn="ctr" defTabSz="914400" rtl="1" eaLnBrk="1" latinLnBrk="0" hangingPunct="1">
                        <a:spcBef>
                          <a:spcPts val="600"/>
                        </a:spcBef>
                        <a:spcAft>
                          <a:spcPts val="600"/>
                        </a:spcAft>
                      </a:pPr>
                      <a:r>
                        <a:rPr lang="fa-IR" sz="1400" i="0" kern="1200">
                          <a:solidFill>
                            <a:schemeClr val="tx1"/>
                          </a:solidFill>
                          <a:effectLst/>
                          <a:latin typeface="Times New Roman" panose="02020603050405020304" pitchFamily="18" charset="0"/>
                          <a:ea typeface="Calibri" panose="020F0502020204030204" pitchFamily="34" charset="0"/>
                          <a:cs typeface="B Lotus" panose="00000400000000000000" pitchFamily="2" charset="-78"/>
                        </a:rPr>
                        <a:t>سرعت</a:t>
                      </a:r>
                      <a:endParaRPr lang="en-US" sz="1400" i="0" kern="1200">
                        <a:solidFill>
                          <a:schemeClr val="tx1"/>
                        </a:solidFill>
                        <a:effectLst/>
                        <a:latin typeface="Times New Roman" panose="02020603050405020304" pitchFamily="18" charset="0"/>
                        <a:ea typeface="Calibri" panose="020F0502020204030204" pitchFamily="34" charset="0"/>
                        <a:cs typeface="B Lotus" panose="00000400000000000000" pitchFamily="2" charset="-78"/>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chemeClr val="accent6">
                        <a:lumMod val="60000"/>
                        <a:lumOff val="40000"/>
                      </a:schemeClr>
                    </a:solidFill>
                  </a:tcPr>
                </a:tc>
                <a:tc>
                  <a:txBody>
                    <a:bodyPr/>
                    <a:lstStyle/>
                    <a:p>
                      <a:pPr marL="0" marR="0" algn="ctr" defTabSz="914400" rtl="1" eaLnBrk="1" latinLnBrk="0" hangingPunct="1">
                        <a:spcBef>
                          <a:spcPts val="600"/>
                        </a:spcBef>
                        <a:spcAft>
                          <a:spcPts val="600"/>
                        </a:spcAft>
                      </a:pPr>
                      <a:r>
                        <a:rPr lang="fa-IR" sz="1400" i="0" kern="1200" dirty="0">
                          <a:solidFill>
                            <a:schemeClr val="tx1"/>
                          </a:solidFill>
                          <a:effectLst/>
                          <a:latin typeface="Times New Roman" panose="02020603050405020304" pitchFamily="18" charset="0"/>
                          <a:ea typeface="Calibri" panose="020F0502020204030204" pitchFamily="34" charset="0"/>
                          <a:cs typeface="B Lotus" panose="00000400000000000000" pitchFamily="2" charset="-78"/>
                        </a:rPr>
                        <a:t>امتیاز</a:t>
                      </a:r>
                      <a:r>
                        <a:rPr lang="fa-IR" sz="1400" i="0" kern="1200" baseline="0" dirty="0">
                          <a:solidFill>
                            <a:schemeClr val="tx1"/>
                          </a:solidFill>
                          <a:effectLst/>
                          <a:latin typeface="Times New Roman" panose="02020603050405020304" pitchFamily="18" charset="0"/>
                          <a:ea typeface="Calibri" panose="020F0502020204030204" pitchFamily="34" charset="0"/>
                          <a:cs typeface="B Lotus" panose="00000400000000000000" pitchFamily="2" charset="-78"/>
                        </a:rPr>
                        <a:t> نهایی</a:t>
                      </a:r>
                      <a:endParaRPr lang="en-US" sz="1400" i="0" kern="1200" dirty="0">
                        <a:solidFill>
                          <a:schemeClr val="tx1"/>
                        </a:solidFill>
                        <a:effectLst/>
                        <a:latin typeface="Times New Roman" panose="02020603050405020304" pitchFamily="18" charset="0"/>
                        <a:ea typeface="Calibri" panose="020F0502020204030204" pitchFamily="34" charset="0"/>
                        <a:cs typeface="B Lotus" panose="00000400000000000000" pitchFamily="2" charset="-78"/>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chemeClr val="accent6">
                        <a:lumMod val="60000"/>
                        <a:lumOff val="40000"/>
                      </a:schemeClr>
                    </a:solidFill>
                  </a:tcPr>
                </a:tc>
                <a:extLst>
                  <a:ext uri="{0D108BD9-81ED-4DB2-BD59-A6C34878D82A}">
                    <a16:rowId xmlns="" xmlns:a16="http://schemas.microsoft.com/office/drawing/2014/main" val="10000"/>
                  </a:ext>
                </a:extLst>
              </a:tr>
              <a:tr h="381000">
                <a:tc>
                  <a:txBody>
                    <a:bodyPr/>
                    <a:lstStyle/>
                    <a:p>
                      <a:pPr marL="0" marR="0" algn="ctr" rtl="1">
                        <a:spcBef>
                          <a:spcPts val="600"/>
                        </a:spcBef>
                        <a:spcAft>
                          <a:spcPts val="600"/>
                        </a:spcAft>
                      </a:pPr>
                      <a:r>
                        <a:rPr lang="fa-IR" sz="1400" i="0" dirty="0">
                          <a:effectLst/>
                          <a:latin typeface="Times New Roman" panose="02020603050405020304" pitchFamily="18" charset="0"/>
                          <a:ea typeface="Calibri" panose="020F0502020204030204" pitchFamily="34" charset="0"/>
                          <a:cs typeface="B Lotus" panose="00000400000000000000" pitchFamily="2" charset="-78"/>
                        </a:rPr>
                        <a:t>3</a:t>
                      </a:r>
                      <a:endParaRPr lang="en-US" sz="1200" i="1" dirty="0">
                        <a:effectLst/>
                        <a:latin typeface="Times New Roman" panose="02020603050405020304" pitchFamily="18" charset="0"/>
                        <a:ea typeface="Calibri" panose="020F0502020204030204" pitchFamily="34" charset="0"/>
                        <a:cs typeface="B Lotus" panose="00000400000000000000" pitchFamily="2" charset="-78"/>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marL="0" marR="0" algn="ctr" rtl="1">
                        <a:spcBef>
                          <a:spcPts val="600"/>
                        </a:spcBef>
                        <a:spcAft>
                          <a:spcPts val="600"/>
                        </a:spcAft>
                      </a:pPr>
                      <a:r>
                        <a:rPr lang="fa-IR" sz="1400" i="0" dirty="0">
                          <a:effectLst/>
                          <a:latin typeface="Times New Roman" panose="02020603050405020304" pitchFamily="18" charset="0"/>
                          <a:ea typeface="Calibri" panose="020F0502020204030204" pitchFamily="34" charset="0"/>
                          <a:cs typeface="B Lotus" panose="00000400000000000000" pitchFamily="2" charset="-78"/>
                        </a:rPr>
                        <a:t>4</a:t>
                      </a:r>
                      <a:endParaRPr lang="en-US" sz="1200" i="1" dirty="0">
                        <a:effectLst/>
                        <a:latin typeface="Times New Roman" panose="02020603050405020304" pitchFamily="18" charset="0"/>
                        <a:ea typeface="Calibri" panose="020F0502020204030204" pitchFamily="34" charset="0"/>
                        <a:cs typeface="B Lotus" panose="00000400000000000000" pitchFamily="2" charset="-78"/>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marL="0" marR="0" algn="ctr" rtl="1">
                        <a:spcBef>
                          <a:spcPts val="600"/>
                        </a:spcBef>
                        <a:spcAft>
                          <a:spcPts val="600"/>
                        </a:spcAft>
                      </a:pPr>
                      <a:r>
                        <a:rPr lang="fa-IR" sz="1400" i="0" dirty="0">
                          <a:effectLst/>
                          <a:latin typeface="Times New Roman" panose="02020603050405020304" pitchFamily="18" charset="0"/>
                          <a:ea typeface="Calibri" panose="020F0502020204030204" pitchFamily="34" charset="0"/>
                          <a:cs typeface="B Lotus" panose="00000400000000000000" pitchFamily="2" charset="-78"/>
                        </a:rPr>
                        <a:t>2/5</a:t>
                      </a:r>
                      <a:endParaRPr lang="en-US" sz="1200" i="1" dirty="0">
                        <a:effectLst/>
                        <a:latin typeface="Times New Roman" panose="02020603050405020304" pitchFamily="18" charset="0"/>
                        <a:ea typeface="Calibri" panose="020F0502020204030204" pitchFamily="34" charset="0"/>
                        <a:cs typeface="B Lotus" panose="00000400000000000000" pitchFamily="2" charset="-78"/>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marL="0" marR="0" algn="ctr" rtl="1">
                        <a:spcBef>
                          <a:spcPts val="600"/>
                        </a:spcBef>
                        <a:spcAft>
                          <a:spcPts val="600"/>
                        </a:spcAft>
                      </a:pPr>
                      <a:r>
                        <a:rPr lang="fa-IR" sz="1400" i="0" dirty="0">
                          <a:effectLst/>
                          <a:latin typeface="Times New Roman" panose="02020603050405020304" pitchFamily="18" charset="0"/>
                          <a:ea typeface="Calibri" panose="020F0502020204030204" pitchFamily="34" charset="0"/>
                          <a:cs typeface="B Lotus" panose="00000400000000000000" pitchFamily="2" charset="-78"/>
                        </a:rPr>
                        <a:t>3</a:t>
                      </a:r>
                      <a:endParaRPr lang="en-US" sz="1200" i="1" dirty="0">
                        <a:effectLst/>
                        <a:latin typeface="Times New Roman" panose="02020603050405020304" pitchFamily="18" charset="0"/>
                        <a:ea typeface="Calibri" panose="020F0502020204030204" pitchFamily="34" charset="0"/>
                        <a:cs typeface="B Lotus" panose="00000400000000000000" pitchFamily="2" charset="-78"/>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marL="0" marR="0" algn="ctr" rtl="1">
                        <a:spcBef>
                          <a:spcPts val="600"/>
                        </a:spcBef>
                        <a:spcAft>
                          <a:spcPts val="600"/>
                        </a:spcAft>
                      </a:pPr>
                      <a:r>
                        <a:rPr lang="fa-IR" sz="1400" i="0" dirty="0">
                          <a:effectLst/>
                          <a:latin typeface="Times New Roman" panose="02020603050405020304" pitchFamily="18" charset="0"/>
                          <a:ea typeface="Calibri" panose="020F0502020204030204" pitchFamily="34" charset="0"/>
                          <a:cs typeface="B Lotus" panose="00000400000000000000" pitchFamily="2" charset="-78"/>
                        </a:rPr>
                        <a:t>1/5</a:t>
                      </a:r>
                      <a:endParaRPr lang="en-US" sz="1200" i="1" dirty="0">
                        <a:effectLst/>
                        <a:latin typeface="Times New Roman" panose="02020603050405020304" pitchFamily="18" charset="0"/>
                        <a:ea typeface="Calibri" panose="020F0502020204030204" pitchFamily="34" charset="0"/>
                        <a:cs typeface="B Lotus" panose="00000400000000000000" pitchFamily="2" charset="-78"/>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marL="0" marR="0" algn="ctr" rtl="1">
                        <a:spcBef>
                          <a:spcPts val="600"/>
                        </a:spcBef>
                        <a:spcAft>
                          <a:spcPts val="600"/>
                        </a:spcAft>
                      </a:pPr>
                      <a:r>
                        <a:rPr lang="fa-IR" sz="1400" i="0" dirty="0">
                          <a:effectLst/>
                          <a:latin typeface="Times New Roman" panose="02020603050405020304" pitchFamily="18" charset="0"/>
                          <a:ea typeface="Calibri" panose="020F0502020204030204" pitchFamily="34" charset="0"/>
                          <a:cs typeface="B Lotus" panose="00000400000000000000" pitchFamily="2" charset="-78"/>
                        </a:rPr>
                        <a:t>2/8</a:t>
                      </a:r>
                      <a:endParaRPr lang="en-US" sz="1200" i="1" dirty="0">
                        <a:effectLst/>
                        <a:latin typeface="Times New Roman" panose="02020603050405020304" pitchFamily="18" charset="0"/>
                        <a:ea typeface="Calibri" panose="020F0502020204030204" pitchFamily="34" charset="0"/>
                        <a:cs typeface="B Lotus" panose="00000400000000000000" pitchFamily="2" charset="-78"/>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extLst>
                  <a:ext uri="{0D108BD9-81ED-4DB2-BD59-A6C34878D82A}">
                    <a16:rowId xmlns="" xmlns:a16="http://schemas.microsoft.com/office/drawing/2014/main" val="10004"/>
                  </a:ext>
                </a:extLst>
              </a:tr>
            </a:tbl>
          </a:graphicData>
        </a:graphic>
      </p:graphicFrame>
      <p:sp>
        <p:nvSpPr>
          <p:cNvPr id="17" name="Slide Number Placeholder 3">
            <a:extLst>
              <a:ext uri="{FF2B5EF4-FFF2-40B4-BE49-F238E27FC236}">
                <a16:creationId xmlns="" xmlns:a16="http://schemas.microsoft.com/office/drawing/2014/main" id="{FEFB061F-8AAB-4535-B272-1BA4D5A77191}"/>
              </a:ext>
            </a:extLst>
          </p:cNvPr>
          <p:cNvSpPr txBox="1">
            <a:spLocks/>
          </p:cNvSpPr>
          <p:nvPr/>
        </p:nvSpPr>
        <p:spPr>
          <a:xfrm>
            <a:off x="8965" y="6090313"/>
            <a:ext cx="676835" cy="767687"/>
          </a:xfrm>
          <a:prstGeom prst="rect">
            <a:avLst/>
          </a:prstGeom>
        </p:spPr>
        <p:txBody>
          <a:bodyPr vert="horz" lIns="91440" tIns="45720" rIns="91440" bIns="45720" rtlCol="0" anchor="ctr"/>
          <a:lstStyle>
            <a:defPPr>
              <a:defRPr lang="en-US"/>
            </a:defPPr>
            <a:lvl1pPr marL="0" algn="l" defTabSz="914400" rtl="0" eaLnBrk="1" latinLnBrk="0" hangingPunct="1">
              <a:defRPr sz="1400" b="1" kern="1200">
                <a:solidFill>
                  <a:srgbClr val="FFFFFF"/>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rtl="1"/>
            <a:fld id="{E8ADF199-8047-440E-B02B-E80683B392F2}" type="slidenum">
              <a:rPr lang="fa-IR" sz="1800" smtClean="0">
                <a:solidFill>
                  <a:schemeClr val="tx1"/>
                </a:solidFill>
                <a:cs typeface="B Lotus" panose="00000400000000000000" pitchFamily="2" charset="-78"/>
              </a:rPr>
              <a:pPr rtl="1"/>
              <a:t>62</a:t>
            </a:fld>
            <a:endParaRPr lang="fa-IR" sz="1800" dirty="0">
              <a:solidFill>
                <a:schemeClr val="tx1"/>
              </a:solidFill>
              <a:cs typeface="B Lotus" panose="00000400000000000000" pitchFamily="2" charset="-78"/>
            </a:endParaRPr>
          </a:p>
        </p:txBody>
      </p:sp>
      <p:pic>
        <p:nvPicPr>
          <p:cNvPr id="19" name="Picture 18"/>
          <p:cNvPicPr/>
          <p:nvPr/>
        </p:nvPicPr>
        <p:blipFill>
          <a:blip r:embed="rId5">
            <a:extLst>
              <a:ext uri="{28A0092B-C50C-407E-A947-70E740481C1C}">
                <a14:useLocalDpi xmlns:a14="http://schemas.microsoft.com/office/drawing/2010/main" val="0"/>
              </a:ext>
            </a:extLst>
          </a:blip>
          <a:stretch>
            <a:fillRect/>
          </a:stretch>
        </p:blipFill>
        <p:spPr bwMode="auto">
          <a:xfrm>
            <a:off x="4758589" y="1695057"/>
            <a:ext cx="7778650" cy="4296544"/>
          </a:xfrm>
          <a:prstGeom prst="rect">
            <a:avLst/>
          </a:prstGeom>
          <a:noFill/>
          <a:ln>
            <a:noFill/>
          </a:ln>
        </p:spPr>
      </p:pic>
      <p:sp>
        <p:nvSpPr>
          <p:cNvPr id="20" name="Rectangle 19"/>
          <p:cNvSpPr/>
          <p:nvPr/>
        </p:nvSpPr>
        <p:spPr>
          <a:xfrm>
            <a:off x="6544613" y="5991601"/>
            <a:ext cx="4206601" cy="369332"/>
          </a:xfrm>
          <a:prstGeom prst="rect">
            <a:avLst/>
          </a:prstGeom>
        </p:spPr>
        <p:txBody>
          <a:bodyPr wrap="none">
            <a:spAutoFit/>
          </a:bodyPr>
          <a:lstStyle/>
          <a:p>
            <a:pPr algn="r" rtl="1" fontAlgn="base">
              <a:spcBef>
                <a:spcPct val="0"/>
              </a:spcBef>
              <a:spcAft>
                <a:spcPct val="0"/>
              </a:spcAft>
            </a:pPr>
            <a:r>
              <a:rPr lang="fa-IR" b="1" dirty="0">
                <a:cs typeface="B Nazanin" panose="00000400000000000000" pitchFamily="2" charset="-78"/>
              </a:rPr>
              <a:t>شماتیک دیاگرام همسان سازی سلول و پک ماژولار.</a:t>
            </a:r>
            <a:endParaRPr lang="en-US" b="1" dirty="0">
              <a:solidFill>
                <a:srgbClr val="000000"/>
              </a:solidFill>
              <a:latin typeface="Times New Roman" panose="02020603050405020304" pitchFamily="18" charset="0"/>
              <a:cs typeface="B Nazanin" pitchFamily="2" charset="-78"/>
            </a:endParaRPr>
          </a:p>
        </p:txBody>
      </p:sp>
      <p:pic>
        <p:nvPicPr>
          <p:cNvPr id="21" name="Picture 20"/>
          <p:cNvPicPr/>
          <p:nvPr/>
        </p:nvPicPr>
        <p:blipFill>
          <a:blip r:embed="rId6">
            <a:extLst>
              <a:ext uri="{28A0092B-C50C-407E-A947-70E740481C1C}">
                <a14:useLocalDpi xmlns:a14="http://schemas.microsoft.com/office/drawing/2010/main" val="0"/>
              </a:ext>
            </a:extLst>
          </a:blip>
          <a:stretch>
            <a:fillRect/>
          </a:stretch>
        </p:blipFill>
        <p:spPr bwMode="auto">
          <a:xfrm>
            <a:off x="-2438400" y="1666302"/>
            <a:ext cx="7924800" cy="3916079"/>
          </a:xfrm>
          <a:prstGeom prst="rect">
            <a:avLst/>
          </a:prstGeom>
          <a:noFill/>
          <a:ln>
            <a:noFill/>
          </a:ln>
        </p:spPr>
      </p:pic>
      <p:sp>
        <p:nvSpPr>
          <p:cNvPr id="22" name="Rectangle 21"/>
          <p:cNvSpPr/>
          <p:nvPr/>
        </p:nvSpPr>
        <p:spPr>
          <a:xfrm>
            <a:off x="-481516" y="5799904"/>
            <a:ext cx="4011034" cy="369332"/>
          </a:xfrm>
          <a:prstGeom prst="rect">
            <a:avLst/>
          </a:prstGeom>
        </p:spPr>
        <p:txBody>
          <a:bodyPr wrap="none">
            <a:spAutoFit/>
          </a:bodyPr>
          <a:lstStyle/>
          <a:p>
            <a:pPr algn="ctr" rtl="1" fontAlgn="base">
              <a:spcBef>
                <a:spcPct val="0"/>
              </a:spcBef>
              <a:spcAft>
                <a:spcPct val="0"/>
              </a:spcAft>
            </a:pPr>
            <a:r>
              <a:rPr lang="fa-IR" dirty="0">
                <a:latin typeface="Times New Roman" panose="02020603050405020304" pitchFamily="18" charset="0"/>
                <a:ea typeface="Calibri" panose="020F0502020204030204" pitchFamily="34" charset="0"/>
                <a:cs typeface="B Lotus" panose="00000400000000000000" pitchFamily="2" charset="-78"/>
              </a:rPr>
              <a:t>شکل 7 </a:t>
            </a:r>
            <a:r>
              <a:rPr lang="fa-IR" dirty="0">
                <a:latin typeface="Times New Roman" panose="02020603050405020304" pitchFamily="18" charset="0"/>
                <a:cs typeface="B Lotus" panose="00000400000000000000" pitchFamily="2" charset="-78"/>
              </a:rPr>
              <a:t>شماتیک دیاگرام همسان سازی سلول به سلول.</a:t>
            </a:r>
            <a:endParaRPr lang="en-US" dirty="0">
              <a:latin typeface="Times New Roman" panose="02020603050405020304" pitchFamily="18" charset="0"/>
              <a:cs typeface="B Lotus" panose="00000400000000000000" pitchFamily="2" charset="-78"/>
            </a:endParaRPr>
          </a:p>
        </p:txBody>
      </p:sp>
    </p:spTree>
    <p:extLst>
      <p:ext uri="{BB962C8B-B14F-4D97-AF65-F5344CB8AC3E}">
        <p14:creationId xmlns:p14="http://schemas.microsoft.com/office/powerpoint/2010/main" val="917473222"/>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7" name="Picture 16"/>
          <p:cNvPicPr/>
          <p:nvPr/>
        </p:nvPicPr>
        <p:blipFill>
          <a:blip r:embed="rId3">
            <a:extLst>
              <a:ext uri="{28A0092B-C50C-407E-A947-70E740481C1C}">
                <a14:useLocalDpi xmlns:a14="http://schemas.microsoft.com/office/drawing/2010/main" val="0"/>
              </a:ext>
            </a:extLst>
          </a:blip>
          <a:stretch>
            <a:fillRect/>
          </a:stretch>
        </p:blipFill>
        <p:spPr bwMode="auto">
          <a:xfrm>
            <a:off x="640257" y="2054475"/>
            <a:ext cx="7778650" cy="4296544"/>
          </a:xfrm>
          <a:prstGeom prst="rect">
            <a:avLst/>
          </a:prstGeom>
          <a:noFill/>
          <a:ln>
            <a:noFill/>
          </a:ln>
        </p:spPr>
      </p:pic>
      <p:sp>
        <p:nvSpPr>
          <p:cNvPr id="15" name="Rounded Rectangle 175">
            <a:extLst>
              <a:ext uri="{FF2B5EF4-FFF2-40B4-BE49-F238E27FC236}">
                <a16:creationId xmlns="" xmlns:a16="http://schemas.microsoft.com/office/drawing/2014/main" id="{D8E27344-2AB1-4A61-B14B-D9C7962F785E}"/>
              </a:ext>
            </a:extLst>
          </p:cNvPr>
          <p:cNvSpPr/>
          <p:nvPr/>
        </p:nvSpPr>
        <p:spPr bwMode="auto">
          <a:xfrm>
            <a:off x="6324600" y="1066930"/>
            <a:ext cx="2922494" cy="418072"/>
          </a:xfrm>
          <a:prstGeom prst="roundRect">
            <a:avLst/>
          </a:prstGeom>
          <a:solidFill>
            <a:srgbClr val="3D81BF">
              <a:lumMod val="75000"/>
            </a:srgbClr>
          </a:solidFill>
          <a:ln w="9525" cap="flat" cmpd="sng" algn="ctr">
            <a:solidFill>
              <a:srgbClr val="000000"/>
            </a:solidFill>
            <a:prstDash val="solid"/>
            <a:round/>
            <a:headEnd type="none" w="med" len="med"/>
            <a:tailEnd type="none" w="med" len="med"/>
          </a:ln>
          <a:effectLst>
            <a:reflection blurRad="6350" stA="50000" endA="300" endPos="55000" dir="5400000" sy="-100000" algn="bl" rotWithShape="0"/>
          </a:effectLst>
          <a:scene3d>
            <a:camera prst="isometricOffAxis2Left"/>
            <a:lightRig rig="threePt" dir="t"/>
          </a:scene3d>
        </p:spPr>
        <p:txBody>
          <a:bodyPr vert="horz" wrap="square" lIns="91440" tIns="45720" rIns="91440" bIns="45720" numCol="1" rtlCol="0" anchor="t" anchorCtr="0" compatLnSpc="1">
            <a:prstTxWarp prst="textNoShape">
              <a:avLst/>
            </a:prstTxWarp>
          </a:bodyPr>
          <a:lstStyle/>
          <a:p>
            <a:pPr lvl="0" algn="ctr" rtl="1" fontAlgn="base">
              <a:spcBef>
                <a:spcPct val="0"/>
              </a:spcBef>
              <a:spcAft>
                <a:spcPct val="0"/>
              </a:spcAft>
            </a:pPr>
            <a:r>
              <a:rPr lang="fa-IR" sz="2000" b="1" dirty="0">
                <a:solidFill>
                  <a:srgbClr val="FFFFFF"/>
                </a:solidFill>
                <a:latin typeface="Times New Roman" panose="02020603050405020304" pitchFamily="18" charset="0"/>
                <a:cs typeface="B Nazanin" panose="00000400000000000000" pitchFamily="2" charset="-78"/>
              </a:rPr>
              <a:t>سیستم مدیریت همسان سازی</a:t>
            </a:r>
            <a:endParaRPr lang="en-US" sz="2000" b="1" dirty="0">
              <a:solidFill>
                <a:srgbClr val="FFFFFF"/>
              </a:solidFill>
              <a:latin typeface="Times New Roman" panose="02020603050405020304" pitchFamily="18" charset="0"/>
              <a:cs typeface="B Nazanin" panose="00000400000000000000" pitchFamily="2" charset="-78"/>
            </a:endParaRPr>
          </a:p>
        </p:txBody>
      </p:sp>
      <p:pic>
        <p:nvPicPr>
          <p:cNvPr id="18" name="Picture 17" descr="پرونده:Azad University logo.png - ویکی‌پدیا، دانشنامهٔ آزاد">
            <a:extLst>
              <a:ext uri="{FF2B5EF4-FFF2-40B4-BE49-F238E27FC236}">
                <a16:creationId xmlns="" xmlns:a16="http://schemas.microsoft.com/office/drawing/2014/main" id="{FA988D60-670C-406B-B8FB-D5A0053424E9}"/>
              </a:ext>
            </a:extLst>
          </p:cNvPr>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8610600" y="0"/>
            <a:ext cx="533400" cy="822959"/>
          </a:xfrm>
          <a:prstGeom prst="rect">
            <a:avLst/>
          </a:prstGeom>
          <a:noFill/>
          <a:ln>
            <a:noFill/>
          </a:ln>
        </p:spPr>
      </p:pic>
      <p:sp>
        <p:nvSpPr>
          <p:cNvPr id="24" name="AutoShape 10">
            <a:extLst>
              <a:ext uri="{FF2B5EF4-FFF2-40B4-BE49-F238E27FC236}">
                <a16:creationId xmlns="" xmlns:a16="http://schemas.microsoft.com/office/drawing/2014/main" id="{96E6A76C-5024-445C-8373-4A127C8598B1}"/>
              </a:ext>
            </a:extLst>
          </p:cNvPr>
          <p:cNvSpPr>
            <a:spLocks noChangeArrowheads="1"/>
          </p:cNvSpPr>
          <p:nvPr/>
        </p:nvSpPr>
        <p:spPr bwMode="gray">
          <a:xfrm flipH="1">
            <a:off x="6244699" y="57140"/>
            <a:ext cx="2137301" cy="649224"/>
          </a:xfrm>
          <a:prstGeom prst="chevron">
            <a:avLst>
              <a:gd name="adj" fmla="val 17842"/>
            </a:avLst>
          </a:prstGeom>
          <a:gradFill rotWithShape="1">
            <a:gsLst>
              <a:gs pos="0">
                <a:srgbClr val="84B09A">
                  <a:gamma/>
                  <a:shade val="46275"/>
                  <a:invGamma/>
                </a:srgbClr>
              </a:gs>
              <a:gs pos="50000">
                <a:srgbClr val="84B09A"/>
              </a:gs>
              <a:gs pos="100000">
                <a:srgbClr val="84B09A">
                  <a:gamma/>
                  <a:shade val="46275"/>
                  <a:invGamma/>
                </a:srgbClr>
              </a:gs>
            </a:gsLst>
            <a:lin ang="2700000" scaled="1"/>
          </a:gradFill>
          <a:ln w="38100">
            <a:solidFill>
              <a:srgbClr val="EAEAEA"/>
            </a:solidFill>
            <a:miter lim="800000"/>
            <a:headEnd/>
            <a:tailEnd/>
          </a:ln>
          <a:effectLst>
            <a:outerShdw dist="109250" dir="3267739" algn="ctr" rotWithShape="0">
              <a:srgbClr val="333333">
                <a:alpha val="50000"/>
              </a:srgbClr>
            </a:outerShdw>
          </a:effectLst>
        </p:spPr>
        <p:txBody>
          <a:bodyPr wrap="square" anchor="ctr">
            <a:spAutoFit/>
          </a:bodyPr>
          <a:lstStyle/>
          <a:p>
            <a:pPr algn="ctr" fontAlgn="base">
              <a:spcBef>
                <a:spcPct val="0"/>
              </a:spcBef>
              <a:spcAft>
                <a:spcPct val="0"/>
              </a:spcAft>
            </a:pPr>
            <a:endParaRPr lang="en-US" kern="0">
              <a:solidFill>
                <a:srgbClr val="3D81BF"/>
              </a:solidFill>
            </a:endParaRPr>
          </a:p>
        </p:txBody>
      </p:sp>
      <p:sp>
        <p:nvSpPr>
          <p:cNvPr id="25" name="AutoShape 3">
            <a:extLst>
              <a:ext uri="{FF2B5EF4-FFF2-40B4-BE49-F238E27FC236}">
                <a16:creationId xmlns="" xmlns:a16="http://schemas.microsoft.com/office/drawing/2014/main" id="{C71EB997-3681-42CE-8D12-DC0BC893643A}"/>
              </a:ext>
            </a:extLst>
          </p:cNvPr>
          <p:cNvSpPr>
            <a:spLocks noChangeArrowheads="1"/>
          </p:cNvSpPr>
          <p:nvPr/>
        </p:nvSpPr>
        <p:spPr bwMode="gray">
          <a:xfrm flipH="1">
            <a:off x="161662" y="57140"/>
            <a:ext cx="1970868" cy="651510"/>
          </a:xfrm>
          <a:prstGeom prst="chevron">
            <a:avLst>
              <a:gd name="adj" fmla="val 17009"/>
            </a:avLst>
          </a:prstGeom>
          <a:gradFill rotWithShape="1">
            <a:gsLst>
              <a:gs pos="0">
                <a:srgbClr val="84B09A">
                  <a:gamma/>
                  <a:shade val="46275"/>
                  <a:invGamma/>
                </a:srgbClr>
              </a:gs>
              <a:gs pos="50000">
                <a:srgbClr val="84B09A"/>
              </a:gs>
              <a:gs pos="100000">
                <a:srgbClr val="84B09A">
                  <a:gamma/>
                  <a:shade val="46275"/>
                  <a:invGamma/>
                </a:srgbClr>
              </a:gs>
            </a:gsLst>
            <a:lin ang="2700000" scaled="1"/>
          </a:gradFill>
          <a:ln w="38100">
            <a:solidFill>
              <a:srgbClr val="EAEAEA"/>
            </a:solidFill>
            <a:miter lim="800000"/>
            <a:headEnd/>
            <a:tailEnd/>
          </a:ln>
          <a:effectLst>
            <a:outerShdw dist="109250" dir="3267739" algn="ctr" rotWithShape="0">
              <a:srgbClr val="333333">
                <a:alpha val="50000"/>
              </a:srgbClr>
            </a:outerShdw>
          </a:effectLst>
        </p:spPr>
        <p:txBody>
          <a:bodyPr wrap="square" anchor="ctr">
            <a:spAutoFit/>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endParaRPr>
          </a:p>
        </p:txBody>
      </p:sp>
      <p:sp>
        <p:nvSpPr>
          <p:cNvPr id="26" name="Rectangle 25">
            <a:extLst>
              <a:ext uri="{FF2B5EF4-FFF2-40B4-BE49-F238E27FC236}">
                <a16:creationId xmlns="" xmlns:a16="http://schemas.microsoft.com/office/drawing/2014/main" id="{C48087A2-0F0F-40A0-A837-05942D40B928}"/>
              </a:ext>
            </a:extLst>
          </p:cNvPr>
          <p:cNvSpPr/>
          <p:nvPr/>
        </p:nvSpPr>
        <p:spPr>
          <a:xfrm>
            <a:off x="431672" y="189466"/>
            <a:ext cx="1443038" cy="338554"/>
          </a:xfrm>
          <a:prstGeom prst="rect">
            <a:avLst/>
          </a:prstGeom>
        </p:spPr>
        <p:txBody>
          <a:bodyPr wrap="square">
            <a:spAutoFit/>
          </a:bodyPr>
          <a:lstStyle/>
          <a:p>
            <a:pPr lvl="0" algn="ctr" rtl="1" fontAlgn="base">
              <a:spcBef>
                <a:spcPct val="0"/>
              </a:spcBef>
              <a:spcAft>
                <a:spcPct val="0"/>
              </a:spcAft>
            </a:pPr>
            <a:r>
              <a:rPr lang="fa-IR" sz="1600" b="1" dirty="0">
                <a:solidFill>
                  <a:srgbClr val="FFFFFF"/>
                </a:solidFill>
                <a:latin typeface="Times New Roman" panose="02020603050405020304" pitchFamily="18" charset="0"/>
                <a:cs typeface="B Nazanin" panose="00000400000000000000" pitchFamily="2" charset="-78"/>
              </a:rPr>
              <a:t>مقالات اخیر</a:t>
            </a:r>
            <a:endParaRPr lang="en-US" sz="1600" b="1" dirty="0">
              <a:solidFill>
                <a:srgbClr val="FFFFFF"/>
              </a:solidFill>
              <a:latin typeface="Times New Roman" panose="02020603050405020304" pitchFamily="18" charset="0"/>
              <a:cs typeface="B Nazanin" panose="00000400000000000000" pitchFamily="2" charset="-78"/>
            </a:endParaRPr>
          </a:p>
        </p:txBody>
      </p:sp>
      <p:sp>
        <p:nvSpPr>
          <p:cNvPr id="27" name="Rectangle 26">
            <a:extLst>
              <a:ext uri="{FF2B5EF4-FFF2-40B4-BE49-F238E27FC236}">
                <a16:creationId xmlns="" xmlns:a16="http://schemas.microsoft.com/office/drawing/2014/main" id="{BF9CF44D-C94F-4B09-AF24-15EACD7BE0F4}"/>
              </a:ext>
            </a:extLst>
          </p:cNvPr>
          <p:cNvSpPr/>
          <p:nvPr/>
        </p:nvSpPr>
        <p:spPr>
          <a:xfrm>
            <a:off x="6499957" y="197162"/>
            <a:ext cx="1626786" cy="323165"/>
          </a:xfrm>
          <a:prstGeom prst="rect">
            <a:avLst/>
          </a:prstGeom>
        </p:spPr>
        <p:txBody>
          <a:bodyPr wrap="square">
            <a:spAutoFit/>
          </a:bodyPr>
          <a:lstStyle/>
          <a:p>
            <a:pPr lvl="0" algn="ctr" fontAlgn="base">
              <a:spcBef>
                <a:spcPct val="0"/>
              </a:spcBef>
              <a:spcAft>
                <a:spcPct val="0"/>
              </a:spcAft>
              <a:defRPr/>
            </a:pPr>
            <a:r>
              <a:rPr lang="fa-IR" sz="1500" b="1" kern="0" dirty="0" err="1">
                <a:solidFill>
                  <a:srgbClr val="FFFFFF"/>
                </a:solidFill>
                <a:latin typeface="Times New Roman" panose="02020603050405020304" pitchFamily="18" charset="0"/>
                <a:cs typeface="B Nazanin" pitchFamily="2" charset="-78"/>
              </a:rPr>
              <a:t>باتریها</a:t>
            </a:r>
            <a:endParaRPr lang="en-US" sz="1500" b="1" kern="0" dirty="0">
              <a:solidFill>
                <a:srgbClr val="FFFFFF"/>
              </a:solidFill>
              <a:latin typeface="Times New Roman" panose="02020603050405020304" pitchFamily="18" charset="0"/>
              <a:cs typeface="B Nazanin" pitchFamily="2" charset="-78"/>
            </a:endParaRPr>
          </a:p>
        </p:txBody>
      </p:sp>
      <p:sp>
        <p:nvSpPr>
          <p:cNvPr id="28" name="AutoShape 10">
            <a:extLst>
              <a:ext uri="{FF2B5EF4-FFF2-40B4-BE49-F238E27FC236}">
                <a16:creationId xmlns="" xmlns:a16="http://schemas.microsoft.com/office/drawing/2014/main" id="{50B159E1-0AA0-4C32-86C7-52F5C5E0D242}"/>
              </a:ext>
            </a:extLst>
          </p:cNvPr>
          <p:cNvSpPr>
            <a:spLocks noChangeArrowheads="1"/>
          </p:cNvSpPr>
          <p:nvPr/>
        </p:nvSpPr>
        <p:spPr bwMode="gray">
          <a:xfrm flipH="1">
            <a:off x="2105458" y="54854"/>
            <a:ext cx="2137301" cy="651510"/>
          </a:xfrm>
          <a:prstGeom prst="chevron">
            <a:avLst>
              <a:gd name="adj" fmla="val 17842"/>
            </a:avLst>
          </a:prstGeom>
          <a:gradFill rotWithShape="1">
            <a:gsLst>
              <a:gs pos="0">
                <a:srgbClr val="3659EC">
                  <a:gamma/>
                  <a:shade val="46275"/>
                  <a:invGamma/>
                </a:srgbClr>
              </a:gs>
              <a:gs pos="50000">
                <a:srgbClr val="3659EC"/>
              </a:gs>
              <a:gs pos="100000">
                <a:srgbClr val="3659EC">
                  <a:gamma/>
                  <a:shade val="46275"/>
                  <a:invGamma/>
                </a:srgbClr>
              </a:gs>
            </a:gsLst>
            <a:lin ang="2700000" scaled="1"/>
          </a:gradFill>
          <a:ln w="38100">
            <a:solidFill>
              <a:srgbClr val="EAEAEA"/>
            </a:solidFill>
            <a:miter lim="800000"/>
            <a:headEnd/>
            <a:tailEnd/>
          </a:ln>
          <a:effectLst>
            <a:outerShdw dist="109250" dir="3267739" algn="ctr" rotWithShape="0">
              <a:srgbClr val="333333">
                <a:alpha val="50000"/>
              </a:srgbClr>
            </a:outerShdw>
          </a:effectLst>
        </p:spPr>
        <p:txBody>
          <a:bodyPr wrap="square" anchor="ctr">
            <a:spAutoFit/>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endParaRPr>
          </a:p>
        </p:txBody>
      </p:sp>
      <p:sp>
        <p:nvSpPr>
          <p:cNvPr id="29" name="AutoShape 3">
            <a:extLst>
              <a:ext uri="{FF2B5EF4-FFF2-40B4-BE49-F238E27FC236}">
                <a16:creationId xmlns="" xmlns:a16="http://schemas.microsoft.com/office/drawing/2014/main" id="{DBA5C955-0E66-467E-8B5F-EF4EE5F8F3FA}"/>
              </a:ext>
            </a:extLst>
          </p:cNvPr>
          <p:cNvSpPr>
            <a:spLocks noChangeArrowheads="1"/>
          </p:cNvSpPr>
          <p:nvPr/>
        </p:nvSpPr>
        <p:spPr bwMode="gray">
          <a:xfrm flipH="1">
            <a:off x="4215687" y="54854"/>
            <a:ext cx="2056085" cy="651510"/>
          </a:xfrm>
          <a:prstGeom prst="chevron">
            <a:avLst>
              <a:gd name="adj" fmla="val 17009"/>
            </a:avLst>
          </a:prstGeom>
          <a:gradFill rotWithShape="1">
            <a:gsLst>
              <a:gs pos="0">
                <a:srgbClr val="84B09A">
                  <a:gamma/>
                  <a:shade val="46275"/>
                  <a:invGamma/>
                </a:srgbClr>
              </a:gs>
              <a:gs pos="50000">
                <a:srgbClr val="84B09A"/>
              </a:gs>
              <a:gs pos="100000">
                <a:srgbClr val="84B09A">
                  <a:gamma/>
                  <a:shade val="46275"/>
                  <a:invGamma/>
                </a:srgbClr>
              </a:gs>
            </a:gsLst>
            <a:lin ang="2700000" scaled="1"/>
          </a:gradFill>
          <a:ln w="38100">
            <a:solidFill>
              <a:srgbClr val="EAEAEA"/>
            </a:solidFill>
            <a:miter lim="800000"/>
            <a:headEnd/>
            <a:tailEnd/>
          </a:ln>
          <a:effectLst>
            <a:outerShdw dist="109250" dir="3267739" algn="ctr" rotWithShape="0">
              <a:srgbClr val="333333">
                <a:alpha val="50000"/>
              </a:srgbClr>
            </a:outerShdw>
          </a:effectLst>
        </p:spPr>
        <p:txBody>
          <a:bodyPr wrap="square" anchor="ctr">
            <a:spAutoFit/>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endParaRPr>
          </a:p>
        </p:txBody>
      </p:sp>
      <p:sp>
        <p:nvSpPr>
          <p:cNvPr id="32" name="Rectangle 31">
            <a:extLst>
              <a:ext uri="{FF2B5EF4-FFF2-40B4-BE49-F238E27FC236}">
                <a16:creationId xmlns="" xmlns:a16="http://schemas.microsoft.com/office/drawing/2014/main" id="{4DE55AA0-934E-4757-A2D4-1C4E49036DCD}"/>
              </a:ext>
            </a:extLst>
          </p:cNvPr>
          <p:cNvSpPr/>
          <p:nvPr/>
        </p:nvSpPr>
        <p:spPr>
          <a:xfrm>
            <a:off x="2402046" y="64070"/>
            <a:ext cx="1600200" cy="584775"/>
          </a:xfrm>
          <a:prstGeom prst="rect">
            <a:avLst/>
          </a:prstGeom>
        </p:spPr>
        <p:txBody>
          <a:bodyPr wrap="square">
            <a:spAutoFit/>
          </a:bodyPr>
          <a:lstStyle/>
          <a:p>
            <a:pPr lvl="0" algn="ctr" rtl="1" fontAlgn="base">
              <a:spcBef>
                <a:spcPct val="0"/>
              </a:spcBef>
              <a:spcAft>
                <a:spcPct val="0"/>
              </a:spcAft>
            </a:pPr>
            <a:r>
              <a:rPr lang="fa-IR" sz="1600" b="1" dirty="0">
                <a:solidFill>
                  <a:srgbClr val="FFFFFF"/>
                </a:solidFill>
                <a:latin typeface="Times New Roman" panose="02020603050405020304" pitchFamily="18" charset="0"/>
                <a:cs typeface="B Nazanin" panose="00000400000000000000" pitchFamily="2" charset="-78"/>
              </a:rPr>
              <a:t>سیستم مدیریت همسان سازی</a:t>
            </a:r>
            <a:endParaRPr lang="en-US" sz="1600" b="1" dirty="0">
              <a:solidFill>
                <a:srgbClr val="FFFFFF"/>
              </a:solidFill>
              <a:latin typeface="Times New Roman" panose="02020603050405020304" pitchFamily="18" charset="0"/>
              <a:cs typeface="B Nazanin" panose="00000400000000000000" pitchFamily="2" charset="-78"/>
            </a:endParaRPr>
          </a:p>
        </p:txBody>
      </p:sp>
      <p:sp>
        <p:nvSpPr>
          <p:cNvPr id="33" name="Rectangle 32">
            <a:extLst>
              <a:ext uri="{FF2B5EF4-FFF2-40B4-BE49-F238E27FC236}">
                <a16:creationId xmlns="" xmlns:a16="http://schemas.microsoft.com/office/drawing/2014/main" id="{AC165A2D-60D3-440C-A112-7B419F7E72B2}"/>
              </a:ext>
            </a:extLst>
          </p:cNvPr>
          <p:cNvSpPr/>
          <p:nvPr/>
        </p:nvSpPr>
        <p:spPr>
          <a:xfrm>
            <a:off x="4529582" y="89171"/>
            <a:ext cx="1443038" cy="584775"/>
          </a:xfrm>
          <a:prstGeom prst="rect">
            <a:avLst/>
          </a:prstGeom>
        </p:spPr>
        <p:txBody>
          <a:bodyPr wrap="square">
            <a:spAutoFit/>
          </a:bodyPr>
          <a:lstStyle/>
          <a:p>
            <a:pPr lvl="0" algn="ctr" rtl="1" fontAlgn="base">
              <a:spcBef>
                <a:spcPct val="0"/>
              </a:spcBef>
              <a:spcAft>
                <a:spcPct val="0"/>
              </a:spcAft>
            </a:pPr>
            <a:r>
              <a:rPr lang="fa-IR" sz="1600" b="1" dirty="0">
                <a:solidFill>
                  <a:srgbClr val="FFFFFF"/>
                </a:solidFill>
                <a:latin typeface="Times New Roman" panose="02020603050405020304" pitchFamily="18" charset="0"/>
                <a:cs typeface="B Nazanin" panose="00000400000000000000" pitchFamily="2" charset="-78"/>
              </a:rPr>
              <a:t>سیستم مدیریت باتری</a:t>
            </a:r>
            <a:endParaRPr lang="en-US" sz="1600" b="1" dirty="0">
              <a:solidFill>
                <a:srgbClr val="FFFFFF"/>
              </a:solidFill>
              <a:latin typeface="Times New Roman" panose="02020603050405020304" pitchFamily="18" charset="0"/>
              <a:cs typeface="B Nazanin" panose="00000400000000000000" pitchFamily="2" charset="-78"/>
            </a:endParaRPr>
          </a:p>
        </p:txBody>
      </p:sp>
      <p:sp>
        <p:nvSpPr>
          <p:cNvPr id="34" name="TextBox 33">
            <a:extLst>
              <a:ext uri="{FF2B5EF4-FFF2-40B4-BE49-F238E27FC236}">
                <a16:creationId xmlns="" xmlns:a16="http://schemas.microsoft.com/office/drawing/2014/main" id="{F43469DC-7F5B-471E-BD74-ED709E621F63}"/>
              </a:ext>
            </a:extLst>
          </p:cNvPr>
          <p:cNvSpPr txBox="1"/>
          <p:nvPr/>
        </p:nvSpPr>
        <p:spPr>
          <a:xfrm>
            <a:off x="7404509" y="1726687"/>
            <a:ext cx="1487908" cy="369332"/>
          </a:xfrm>
          <a:prstGeom prst="rect">
            <a:avLst/>
          </a:prstGeom>
          <a:noFill/>
        </p:spPr>
        <p:txBody>
          <a:bodyPr wrap="none" rtlCol="0">
            <a:spAutoFit/>
          </a:bodyPr>
          <a:lstStyle/>
          <a:p>
            <a:pPr algn="r" rtl="1"/>
            <a:r>
              <a:rPr lang="fa-IR" b="1" dirty="0">
                <a:cs typeface="B Nazanin" panose="00000400000000000000" pitchFamily="2" charset="-78"/>
              </a:rPr>
              <a:t>انتقال غیر مجاور</a:t>
            </a:r>
          </a:p>
        </p:txBody>
      </p:sp>
      <p:sp>
        <p:nvSpPr>
          <p:cNvPr id="35" name="Rectangle 34"/>
          <p:cNvSpPr/>
          <p:nvPr/>
        </p:nvSpPr>
        <p:spPr>
          <a:xfrm>
            <a:off x="2426281" y="6351019"/>
            <a:ext cx="4206601" cy="369332"/>
          </a:xfrm>
          <a:prstGeom prst="rect">
            <a:avLst/>
          </a:prstGeom>
        </p:spPr>
        <p:txBody>
          <a:bodyPr wrap="none">
            <a:spAutoFit/>
          </a:bodyPr>
          <a:lstStyle/>
          <a:p>
            <a:pPr algn="r" rtl="1" fontAlgn="base">
              <a:spcBef>
                <a:spcPct val="0"/>
              </a:spcBef>
              <a:spcAft>
                <a:spcPct val="0"/>
              </a:spcAft>
            </a:pPr>
            <a:r>
              <a:rPr lang="fa-IR" b="1" dirty="0">
                <a:cs typeface="B Nazanin" panose="00000400000000000000" pitchFamily="2" charset="-78"/>
              </a:rPr>
              <a:t>شماتیک دیاگرام همسان سازی سلول و پک ماژولار.</a:t>
            </a:r>
            <a:endParaRPr lang="en-US" b="1" dirty="0">
              <a:solidFill>
                <a:srgbClr val="000000"/>
              </a:solidFill>
              <a:latin typeface="Times New Roman" panose="02020603050405020304" pitchFamily="18" charset="0"/>
              <a:cs typeface="B Nazanin" pitchFamily="2" charset="-78"/>
            </a:endParaRPr>
          </a:p>
        </p:txBody>
      </p:sp>
      <p:graphicFrame>
        <p:nvGraphicFramePr>
          <p:cNvPr id="19" name="Table 18"/>
          <p:cNvGraphicFramePr>
            <a:graphicFrameLocks noGrp="1"/>
          </p:cNvGraphicFramePr>
          <p:nvPr>
            <p:extLst>
              <p:ext uri="{D42A27DB-BD31-4B8C-83A1-F6EECF244321}">
                <p14:modId xmlns:p14="http://schemas.microsoft.com/office/powerpoint/2010/main" val="383620767"/>
              </p:ext>
            </p:extLst>
          </p:nvPr>
        </p:nvGraphicFramePr>
        <p:xfrm>
          <a:off x="431672" y="1292475"/>
          <a:ext cx="4180150" cy="762000"/>
        </p:xfrm>
        <a:graphic>
          <a:graphicData uri="http://schemas.openxmlformats.org/drawingml/2006/table">
            <a:tbl>
              <a:tblPr rtl="1" firstRow="1" firstCol="1" bandRow="1"/>
              <a:tblGrid>
                <a:gridCol w="1157922">
                  <a:extLst>
                    <a:ext uri="{9D8B030D-6E8A-4147-A177-3AD203B41FA5}">
                      <a16:colId xmlns="" xmlns:a16="http://schemas.microsoft.com/office/drawing/2014/main" val="20001"/>
                    </a:ext>
                  </a:extLst>
                </a:gridCol>
                <a:gridCol w="781685">
                  <a:extLst>
                    <a:ext uri="{9D8B030D-6E8A-4147-A177-3AD203B41FA5}">
                      <a16:colId xmlns="" xmlns:a16="http://schemas.microsoft.com/office/drawing/2014/main" val="20002"/>
                    </a:ext>
                  </a:extLst>
                </a:gridCol>
                <a:gridCol w="470535">
                  <a:extLst>
                    <a:ext uri="{9D8B030D-6E8A-4147-A177-3AD203B41FA5}">
                      <a16:colId xmlns="" xmlns:a16="http://schemas.microsoft.com/office/drawing/2014/main" val="20003"/>
                    </a:ext>
                  </a:extLst>
                </a:gridCol>
                <a:gridCol w="472122">
                  <a:extLst>
                    <a:ext uri="{9D8B030D-6E8A-4147-A177-3AD203B41FA5}">
                      <a16:colId xmlns="" xmlns:a16="http://schemas.microsoft.com/office/drawing/2014/main" val="20004"/>
                    </a:ext>
                  </a:extLst>
                </a:gridCol>
                <a:gridCol w="556260">
                  <a:extLst>
                    <a:ext uri="{9D8B030D-6E8A-4147-A177-3AD203B41FA5}">
                      <a16:colId xmlns="" xmlns:a16="http://schemas.microsoft.com/office/drawing/2014/main" val="20005"/>
                    </a:ext>
                  </a:extLst>
                </a:gridCol>
                <a:gridCol w="741626">
                  <a:extLst>
                    <a:ext uri="{9D8B030D-6E8A-4147-A177-3AD203B41FA5}">
                      <a16:colId xmlns="" xmlns:a16="http://schemas.microsoft.com/office/drawing/2014/main" val="20006"/>
                    </a:ext>
                  </a:extLst>
                </a:gridCol>
              </a:tblGrid>
              <a:tr h="381000">
                <a:tc>
                  <a:txBody>
                    <a:bodyPr/>
                    <a:lstStyle/>
                    <a:p>
                      <a:pPr marL="0" marR="0" algn="ctr" defTabSz="914400" rtl="1" eaLnBrk="1" latinLnBrk="0" hangingPunct="1">
                        <a:spcBef>
                          <a:spcPts val="600"/>
                        </a:spcBef>
                        <a:spcAft>
                          <a:spcPts val="600"/>
                        </a:spcAft>
                      </a:pPr>
                      <a:r>
                        <a:rPr lang="fa-IR" sz="1400" i="0" kern="1200" dirty="0">
                          <a:solidFill>
                            <a:schemeClr val="tx1"/>
                          </a:solidFill>
                          <a:effectLst/>
                          <a:latin typeface="Times New Roman" panose="02020603050405020304" pitchFamily="18" charset="0"/>
                          <a:ea typeface="Calibri" panose="020F0502020204030204" pitchFamily="34" charset="0"/>
                          <a:cs typeface="B Lotus" panose="00000400000000000000" pitchFamily="2" charset="-78"/>
                        </a:rPr>
                        <a:t>پیچیدگی الگوریتم</a:t>
                      </a:r>
                      <a:endParaRPr lang="en-US" sz="1400" i="0" kern="1200" dirty="0">
                        <a:solidFill>
                          <a:schemeClr val="tx1"/>
                        </a:solidFill>
                        <a:effectLst/>
                        <a:latin typeface="Times New Roman" panose="02020603050405020304" pitchFamily="18" charset="0"/>
                        <a:ea typeface="Calibri" panose="020F0502020204030204" pitchFamily="34" charset="0"/>
                        <a:cs typeface="B Lotus" panose="00000400000000000000" pitchFamily="2" charset="-78"/>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chemeClr val="accent6">
                        <a:lumMod val="60000"/>
                        <a:lumOff val="40000"/>
                      </a:schemeClr>
                    </a:solidFill>
                  </a:tcPr>
                </a:tc>
                <a:tc>
                  <a:txBody>
                    <a:bodyPr/>
                    <a:lstStyle/>
                    <a:p>
                      <a:pPr marL="0" marR="0" lvl="0" indent="0" algn="ctr" defTabSz="914400" rtl="1" eaLnBrk="1" fontAlgn="auto" latinLnBrk="0" hangingPunct="1">
                        <a:lnSpc>
                          <a:spcPct val="100000"/>
                        </a:lnSpc>
                        <a:spcBef>
                          <a:spcPts val="600"/>
                        </a:spcBef>
                        <a:spcAft>
                          <a:spcPts val="600"/>
                        </a:spcAft>
                        <a:buClrTx/>
                        <a:buSzTx/>
                        <a:buFontTx/>
                        <a:buNone/>
                        <a:tabLst/>
                        <a:defRPr/>
                      </a:pPr>
                      <a:r>
                        <a:rPr lang="fa-IR" sz="1400" i="0" kern="1200" dirty="0">
                          <a:solidFill>
                            <a:schemeClr val="tx1"/>
                          </a:solidFill>
                          <a:effectLst/>
                          <a:latin typeface="Times New Roman" panose="02020603050405020304" pitchFamily="18" charset="0"/>
                          <a:ea typeface="Calibri" panose="020F0502020204030204" pitchFamily="34" charset="0"/>
                          <a:cs typeface="B Lotus" panose="00000400000000000000" pitchFamily="2" charset="-78"/>
                        </a:rPr>
                        <a:t>راندمان</a:t>
                      </a:r>
                      <a:endParaRPr lang="en-US" sz="1400" i="0" kern="1200" dirty="0">
                        <a:solidFill>
                          <a:schemeClr val="tx1"/>
                        </a:solidFill>
                        <a:effectLst/>
                        <a:latin typeface="Times New Roman" panose="02020603050405020304" pitchFamily="18" charset="0"/>
                        <a:ea typeface="Calibri" panose="020F0502020204030204" pitchFamily="34" charset="0"/>
                        <a:cs typeface="B Lotus" panose="00000400000000000000" pitchFamily="2" charset="-78"/>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chemeClr val="accent6">
                        <a:lumMod val="60000"/>
                        <a:lumOff val="40000"/>
                      </a:schemeClr>
                    </a:solidFill>
                  </a:tcPr>
                </a:tc>
                <a:tc>
                  <a:txBody>
                    <a:bodyPr/>
                    <a:lstStyle/>
                    <a:p>
                      <a:pPr marL="0" marR="0" algn="ctr" defTabSz="914400" rtl="1" eaLnBrk="1" latinLnBrk="0" hangingPunct="1">
                        <a:spcBef>
                          <a:spcPts val="600"/>
                        </a:spcBef>
                        <a:spcAft>
                          <a:spcPts val="600"/>
                        </a:spcAft>
                      </a:pPr>
                      <a:r>
                        <a:rPr lang="fa-IR" sz="1400" i="0" kern="1200">
                          <a:solidFill>
                            <a:schemeClr val="tx1"/>
                          </a:solidFill>
                          <a:effectLst/>
                          <a:latin typeface="Times New Roman" panose="02020603050405020304" pitchFamily="18" charset="0"/>
                          <a:ea typeface="Calibri" panose="020F0502020204030204" pitchFamily="34" charset="0"/>
                          <a:cs typeface="B Lotus" panose="00000400000000000000" pitchFamily="2" charset="-78"/>
                        </a:rPr>
                        <a:t>اندازه</a:t>
                      </a:r>
                      <a:endParaRPr lang="en-US" sz="1400" i="0" kern="1200">
                        <a:solidFill>
                          <a:schemeClr val="tx1"/>
                        </a:solidFill>
                        <a:effectLst/>
                        <a:latin typeface="Times New Roman" panose="02020603050405020304" pitchFamily="18" charset="0"/>
                        <a:ea typeface="Calibri" panose="020F0502020204030204" pitchFamily="34" charset="0"/>
                        <a:cs typeface="B Lotus" panose="00000400000000000000" pitchFamily="2" charset="-78"/>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chemeClr val="accent6">
                        <a:lumMod val="60000"/>
                        <a:lumOff val="40000"/>
                      </a:schemeClr>
                    </a:solidFill>
                  </a:tcPr>
                </a:tc>
                <a:tc>
                  <a:txBody>
                    <a:bodyPr/>
                    <a:lstStyle/>
                    <a:p>
                      <a:pPr marL="0" marR="0" algn="ctr" defTabSz="914400" rtl="1" eaLnBrk="1" latinLnBrk="0" hangingPunct="1">
                        <a:spcBef>
                          <a:spcPts val="600"/>
                        </a:spcBef>
                        <a:spcAft>
                          <a:spcPts val="600"/>
                        </a:spcAft>
                      </a:pPr>
                      <a:r>
                        <a:rPr lang="fa-IR" sz="1400" i="0" kern="1200" dirty="0">
                          <a:solidFill>
                            <a:schemeClr val="tx1"/>
                          </a:solidFill>
                          <a:effectLst/>
                          <a:latin typeface="Times New Roman" panose="02020603050405020304" pitchFamily="18" charset="0"/>
                          <a:ea typeface="Calibri" panose="020F0502020204030204" pitchFamily="34" charset="0"/>
                          <a:cs typeface="B Lotus" panose="00000400000000000000" pitchFamily="2" charset="-78"/>
                        </a:rPr>
                        <a:t>هزینه</a:t>
                      </a:r>
                      <a:endParaRPr lang="en-US" sz="1400" i="0" kern="1200" dirty="0">
                        <a:solidFill>
                          <a:schemeClr val="tx1"/>
                        </a:solidFill>
                        <a:effectLst/>
                        <a:latin typeface="Times New Roman" panose="02020603050405020304" pitchFamily="18" charset="0"/>
                        <a:ea typeface="Calibri" panose="020F0502020204030204" pitchFamily="34" charset="0"/>
                        <a:cs typeface="B Lotus" panose="00000400000000000000" pitchFamily="2" charset="-78"/>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chemeClr val="accent6">
                        <a:lumMod val="60000"/>
                        <a:lumOff val="40000"/>
                      </a:schemeClr>
                    </a:solidFill>
                  </a:tcPr>
                </a:tc>
                <a:tc>
                  <a:txBody>
                    <a:bodyPr/>
                    <a:lstStyle/>
                    <a:p>
                      <a:pPr marL="0" marR="0" algn="ctr" defTabSz="914400" rtl="1" eaLnBrk="1" latinLnBrk="0" hangingPunct="1">
                        <a:spcBef>
                          <a:spcPts val="600"/>
                        </a:spcBef>
                        <a:spcAft>
                          <a:spcPts val="600"/>
                        </a:spcAft>
                      </a:pPr>
                      <a:r>
                        <a:rPr lang="fa-IR" sz="1400" i="0" kern="1200">
                          <a:solidFill>
                            <a:schemeClr val="tx1"/>
                          </a:solidFill>
                          <a:effectLst/>
                          <a:latin typeface="Times New Roman" panose="02020603050405020304" pitchFamily="18" charset="0"/>
                          <a:ea typeface="Calibri" panose="020F0502020204030204" pitchFamily="34" charset="0"/>
                          <a:cs typeface="B Lotus" panose="00000400000000000000" pitchFamily="2" charset="-78"/>
                        </a:rPr>
                        <a:t>سرعت</a:t>
                      </a:r>
                      <a:endParaRPr lang="en-US" sz="1400" i="0" kern="1200">
                        <a:solidFill>
                          <a:schemeClr val="tx1"/>
                        </a:solidFill>
                        <a:effectLst/>
                        <a:latin typeface="Times New Roman" panose="02020603050405020304" pitchFamily="18" charset="0"/>
                        <a:ea typeface="Calibri" panose="020F0502020204030204" pitchFamily="34" charset="0"/>
                        <a:cs typeface="B Lotus" panose="00000400000000000000" pitchFamily="2" charset="-78"/>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chemeClr val="accent6">
                        <a:lumMod val="60000"/>
                        <a:lumOff val="40000"/>
                      </a:schemeClr>
                    </a:solidFill>
                  </a:tcPr>
                </a:tc>
                <a:tc>
                  <a:txBody>
                    <a:bodyPr/>
                    <a:lstStyle/>
                    <a:p>
                      <a:pPr marL="0" marR="0" algn="ctr" defTabSz="914400" rtl="1" eaLnBrk="1" latinLnBrk="0" hangingPunct="1">
                        <a:spcBef>
                          <a:spcPts val="600"/>
                        </a:spcBef>
                        <a:spcAft>
                          <a:spcPts val="600"/>
                        </a:spcAft>
                      </a:pPr>
                      <a:r>
                        <a:rPr lang="fa-IR" sz="1400" i="0" kern="1200" dirty="0">
                          <a:solidFill>
                            <a:schemeClr val="tx1"/>
                          </a:solidFill>
                          <a:effectLst/>
                          <a:latin typeface="Times New Roman" panose="02020603050405020304" pitchFamily="18" charset="0"/>
                          <a:ea typeface="Calibri" panose="020F0502020204030204" pitchFamily="34" charset="0"/>
                          <a:cs typeface="B Lotus" panose="00000400000000000000" pitchFamily="2" charset="-78"/>
                        </a:rPr>
                        <a:t>امتیاز</a:t>
                      </a:r>
                      <a:r>
                        <a:rPr lang="fa-IR" sz="1400" i="0" kern="1200" baseline="0" dirty="0">
                          <a:solidFill>
                            <a:schemeClr val="tx1"/>
                          </a:solidFill>
                          <a:effectLst/>
                          <a:latin typeface="Times New Roman" panose="02020603050405020304" pitchFamily="18" charset="0"/>
                          <a:ea typeface="Calibri" panose="020F0502020204030204" pitchFamily="34" charset="0"/>
                          <a:cs typeface="B Lotus" panose="00000400000000000000" pitchFamily="2" charset="-78"/>
                        </a:rPr>
                        <a:t> نهایی</a:t>
                      </a:r>
                      <a:endParaRPr lang="en-US" sz="1400" i="0" kern="1200" dirty="0">
                        <a:solidFill>
                          <a:schemeClr val="tx1"/>
                        </a:solidFill>
                        <a:effectLst/>
                        <a:latin typeface="Times New Roman" panose="02020603050405020304" pitchFamily="18" charset="0"/>
                        <a:ea typeface="Calibri" panose="020F0502020204030204" pitchFamily="34" charset="0"/>
                        <a:cs typeface="B Lotus" panose="00000400000000000000" pitchFamily="2" charset="-78"/>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chemeClr val="accent6">
                        <a:lumMod val="60000"/>
                        <a:lumOff val="40000"/>
                      </a:schemeClr>
                    </a:solidFill>
                  </a:tcPr>
                </a:tc>
                <a:extLst>
                  <a:ext uri="{0D108BD9-81ED-4DB2-BD59-A6C34878D82A}">
                    <a16:rowId xmlns="" xmlns:a16="http://schemas.microsoft.com/office/drawing/2014/main" val="10000"/>
                  </a:ext>
                </a:extLst>
              </a:tr>
              <a:tr h="381000">
                <a:tc>
                  <a:txBody>
                    <a:bodyPr/>
                    <a:lstStyle/>
                    <a:p>
                      <a:pPr marL="0" marR="0" algn="ctr" rtl="1">
                        <a:spcBef>
                          <a:spcPts val="600"/>
                        </a:spcBef>
                        <a:spcAft>
                          <a:spcPts val="600"/>
                        </a:spcAft>
                      </a:pPr>
                      <a:r>
                        <a:rPr lang="fa-IR" sz="1400" i="0" dirty="0">
                          <a:effectLst/>
                          <a:latin typeface="Times New Roman" panose="02020603050405020304" pitchFamily="18" charset="0"/>
                          <a:ea typeface="Calibri" panose="020F0502020204030204" pitchFamily="34" charset="0"/>
                          <a:cs typeface="B Lotus" panose="00000400000000000000" pitchFamily="2" charset="-78"/>
                        </a:rPr>
                        <a:t>3</a:t>
                      </a:r>
                      <a:endParaRPr lang="en-US" sz="1200" i="1" dirty="0">
                        <a:effectLst/>
                        <a:latin typeface="Times New Roman" panose="02020603050405020304" pitchFamily="18" charset="0"/>
                        <a:ea typeface="Calibri" panose="020F0502020204030204" pitchFamily="34" charset="0"/>
                        <a:cs typeface="B Lotus" panose="00000400000000000000" pitchFamily="2" charset="-78"/>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marL="0" marR="0" algn="ctr" rtl="1">
                        <a:spcBef>
                          <a:spcPts val="600"/>
                        </a:spcBef>
                        <a:spcAft>
                          <a:spcPts val="600"/>
                        </a:spcAft>
                      </a:pPr>
                      <a:r>
                        <a:rPr lang="fa-IR" sz="1400" i="0" dirty="0">
                          <a:effectLst/>
                          <a:latin typeface="Times New Roman" panose="02020603050405020304" pitchFamily="18" charset="0"/>
                          <a:ea typeface="Calibri" panose="020F0502020204030204" pitchFamily="34" charset="0"/>
                          <a:cs typeface="B Lotus" panose="00000400000000000000" pitchFamily="2" charset="-78"/>
                        </a:rPr>
                        <a:t>5</a:t>
                      </a:r>
                      <a:endParaRPr lang="en-US" sz="1200" i="1" dirty="0">
                        <a:effectLst/>
                        <a:latin typeface="Times New Roman" panose="02020603050405020304" pitchFamily="18" charset="0"/>
                        <a:ea typeface="Calibri" panose="020F0502020204030204" pitchFamily="34" charset="0"/>
                        <a:cs typeface="B Lotus" panose="00000400000000000000" pitchFamily="2" charset="-78"/>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marL="0" marR="0" algn="ctr" rtl="1">
                        <a:spcBef>
                          <a:spcPts val="600"/>
                        </a:spcBef>
                        <a:spcAft>
                          <a:spcPts val="600"/>
                        </a:spcAft>
                      </a:pPr>
                      <a:r>
                        <a:rPr lang="fa-IR" sz="1400" i="0" dirty="0">
                          <a:effectLst/>
                          <a:latin typeface="Times New Roman" panose="02020603050405020304" pitchFamily="18" charset="0"/>
                          <a:ea typeface="Calibri" panose="020F0502020204030204" pitchFamily="34" charset="0"/>
                          <a:cs typeface="B Lotus" panose="00000400000000000000" pitchFamily="2" charset="-78"/>
                        </a:rPr>
                        <a:t>2</a:t>
                      </a:r>
                      <a:endParaRPr lang="en-US" sz="1200" i="1" dirty="0">
                        <a:effectLst/>
                        <a:latin typeface="Times New Roman" panose="02020603050405020304" pitchFamily="18" charset="0"/>
                        <a:ea typeface="Calibri" panose="020F0502020204030204" pitchFamily="34" charset="0"/>
                        <a:cs typeface="B Lotus" panose="00000400000000000000" pitchFamily="2" charset="-78"/>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marL="0" marR="0" algn="ctr" rtl="1">
                        <a:spcBef>
                          <a:spcPts val="600"/>
                        </a:spcBef>
                        <a:spcAft>
                          <a:spcPts val="600"/>
                        </a:spcAft>
                      </a:pPr>
                      <a:r>
                        <a:rPr lang="fa-IR" sz="1400" i="0" dirty="0">
                          <a:effectLst/>
                          <a:latin typeface="Times New Roman" panose="02020603050405020304" pitchFamily="18" charset="0"/>
                          <a:ea typeface="Calibri" panose="020F0502020204030204" pitchFamily="34" charset="0"/>
                          <a:cs typeface="B Lotus" panose="00000400000000000000" pitchFamily="2" charset="-78"/>
                        </a:rPr>
                        <a:t>3</a:t>
                      </a:r>
                      <a:endParaRPr lang="en-US" sz="1200" i="1" dirty="0">
                        <a:effectLst/>
                        <a:latin typeface="Times New Roman" panose="02020603050405020304" pitchFamily="18" charset="0"/>
                        <a:ea typeface="Calibri" panose="020F0502020204030204" pitchFamily="34" charset="0"/>
                        <a:cs typeface="B Lotus" panose="00000400000000000000" pitchFamily="2" charset="-78"/>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marL="0" marR="0" algn="ctr" rtl="1">
                        <a:spcBef>
                          <a:spcPts val="600"/>
                        </a:spcBef>
                        <a:spcAft>
                          <a:spcPts val="600"/>
                        </a:spcAft>
                      </a:pPr>
                      <a:r>
                        <a:rPr lang="fa-IR" sz="1400" i="0" dirty="0">
                          <a:effectLst/>
                          <a:latin typeface="Times New Roman" panose="02020603050405020304" pitchFamily="18" charset="0"/>
                          <a:ea typeface="Calibri" panose="020F0502020204030204" pitchFamily="34" charset="0"/>
                          <a:cs typeface="B Lotus" panose="00000400000000000000" pitchFamily="2" charset="-78"/>
                        </a:rPr>
                        <a:t>5</a:t>
                      </a:r>
                      <a:endParaRPr lang="en-US" sz="1200" i="1" dirty="0">
                        <a:effectLst/>
                        <a:latin typeface="Times New Roman" panose="02020603050405020304" pitchFamily="18" charset="0"/>
                        <a:ea typeface="Calibri" panose="020F0502020204030204" pitchFamily="34" charset="0"/>
                        <a:cs typeface="B Lotus" panose="00000400000000000000" pitchFamily="2" charset="-78"/>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marL="0" marR="0" algn="ctr" rtl="1">
                        <a:spcBef>
                          <a:spcPts val="600"/>
                        </a:spcBef>
                        <a:spcAft>
                          <a:spcPts val="600"/>
                        </a:spcAft>
                      </a:pPr>
                      <a:r>
                        <a:rPr lang="fa-IR" sz="1400" i="0" dirty="0">
                          <a:effectLst/>
                          <a:latin typeface="Times New Roman" panose="02020603050405020304" pitchFamily="18" charset="0"/>
                          <a:ea typeface="Calibri" panose="020F0502020204030204" pitchFamily="34" charset="0"/>
                          <a:cs typeface="B Lotus" panose="00000400000000000000" pitchFamily="2" charset="-78"/>
                        </a:rPr>
                        <a:t>3/6</a:t>
                      </a:r>
                      <a:endParaRPr lang="en-US" sz="1200" i="1" dirty="0">
                        <a:effectLst/>
                        <a:latin typeface="Times New Roman" panose="02020603050405020304" pitchFamily="18" charset="0"/>
                        <a:ea typeface="Calibri" panose="020F0502020204030204" pitchFamily="34" charset="0"/>
                        <a:cs typeface="B Lotus" panose="00000400000000000000" pitchFamily="2" charset="-78"/>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extLst>
                  <a:ext uri="{0D108BD9-81ED-4DB2-BD59-A6C34878D82A}">
                    <a16:rowId xmlns="" xmlns:a16="http://schemas.microsoft.com/office/drawing/2014/main" val="10004"/>
                  </a:ext>
                </a:extLst>
              </a:tr>
            </a:tbl>
          </a:graphicData>
        </a:graphic>
      </p:graphicFrame>
      <p:sp>
        <p:nvSpPr>
          <p:cNvPr id="20" name="Slide Number Placeholder 3">
            <a:extLst>
              <a:ext uri="{FF2B5EF4-FFF2-40B4-BE49-F238E27FC236}">
                <a16:creationId xmlns="" xmlns:a16="http://schemas.microsoft.com/office/drawing/2014/main" id="{FEFB061F-8AAB-4535-B272-1BA4D5A77191}"/>
              </a:ext>
            </a:extLst>
          </p:cNvPr>
          <p:cNvSpPr txBox="1">
            <a:spLocks/>
          </p:cNvSpPr>
          <p:nvPr/>
        </p:nvSpPr>
        <p:spPr>
          <a:xfrm>
            <a:off x="8965" y="6090313"/>
            <a:ext cx="676835" cy="767687"/>
          </a:xfrm>
          <a:prstGeom prst="rect">
            <a:avLst/>
          </a:prstGeom>
        </p:spPr>
        <p:txBody>
          <a:bodyPr vert="horz" lIns="91440" tIns="45720" rIns="91440" bIns="45720" rtlCol="0" anchor="ctr"/>
          <a:lstStyle>
            <a:defPPr>
              <a:defRPr lang="en-US"/>
            </a:defPPr>
            <a:lvl1pPr marL="0" algn="l" defTabSz="914400" rtl="0" eaLnBrk="1" latinLnBrk="0" hangingPunct="1">
              <a:defRPr sz="1400" b="1" kern="1200">
                <a:solidFill>
                  <a:srgbClr val="FFFFFF"/>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rtl="1"/>
            <a:fld id="{E8ADF199-8047-440E-B02B-E80683B392F2}" type="slidenum">
              <a:rPr lang="fa-IR" sz="1800" smtClean="0">
                <a:solidFill>
                  <a:schemeClr val="tx1"/>
                </a:solidFill>
                <a:cs typeface="B Lotus" panose="00000400000000000000" pitchFamily="2" charset="-78"/>
              </a:rPr>
              <a:pPr rtl="1"/>
              <a:t>63</a:t>
            </a:fld>
            <a:endParaRPr lang="fa-IR" sz="1800" dirty="0">
              <a:solidFill>
                <a:schemeClr val="tx1"/>
              </a:solidFill>
              <a:cs typeface="B Lotus" panose="00000400000000000000" pitchFamily="2" charset="-78"/>
            </a:endParaRPr>
          </a:p>
        </p:txBody>
      </p:sp>
    </p:spTree>
    <p:extLst>
      <p:ext uri="{BB962C8B-B14F-4D97-AF65-F5344CB8AC3E}">
        <p14:creationId xmlns:p14="http://schemas.microsoft.com/office/powerpoint/2010/main" val="2210997242"/>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2"/>
          <p:cNvSpPr/>
          <p:nvPr/>
        </p:nvSpPr>
        <p:spPr>
          <a:xfrm>
            <a:off x="3165095" y="3241909"/>
            <a:ext cx="5106983" cy="646331"/>
          </a:xfrm>
          <a:prstGeom prst="rect">
            <a:avLst/>
          </a:prstGeom>
        </p:spPr>
        <p:txBody>
          <a:bodyPr wrap="square">
            <a:spAutoFit/>
          </a:bodyPr>
          <a:lstStyle/>
          <a:p>
            <a:pPr marL="285750" indent="-285750" algn="justLow" rtl="1">
              <a:buFont typeface="Arial" panose="020B0604020202020204" pitchFamily="34" charset="0"/>
              <a:buChar char="•"/>
            </a:pPr>
            <a:r>
              <a:rPr lang="fa-IR" dirty="0">
                <a:latin typeface="Times New Roman" panose="02020603050405020304" pitchFamily="18" charset="0"/>
                <a:ea typeface="Calibri" panose="020F0502020204030204" pitchFamily="34" charset="0"/>
                <a:cs typeface="B Lotus" panose="00000400000000000000" pitchFamily="2" charset="-78"/>
              </a:rPr>
              <a:t>هر هشت سلول هر زیرماژول دارای سطوح ولتاژ متفاوتی هستند.</a:t>
            </a:r>
          </a:p>
          <a:p>
            <a:pPr marL="285750" indent="-285750" algn="justLow" rtl="1">
              <a:buFont typeface="Arial" panose="020B0604020202020204" pitchFamily="34" charset="0"/>
              <a:buChar char="•"/>
            </a:pPr>
            <a:r>
              <a:rPr lang="fa-IR" dirty="0">
                <a:latin typeface="Times New Roman" panose="02020603050405020304" pitchFamily="18" charset="0"/>
                <a:ea typeface="Calibri" panose="020F0502020204030204" pitchFamily="34" charset="0"/>
                <a:cs typeface="B Lotus" panose="00000400000000000000" pitchFamily="2" charset="-78"/>
              </a:rPr>
              <a:t> اختلاف ولتاژ اولیه بین سلول باتری ‌ها 8/341 میلی ولت است.</a:t>
            </a:r>
            <a:endParaRPr lang="en-US" dirty="0"/>
          </a:p>
        </p:txBody>
      </p:sp>
      <p:sp>
        <p:nvSpPr>
          <p:cNvPr id="19" name="TextBox 18">
            <a:extLst>
              <a:ext uri="{FF2B5EF4-FFF2-40B4-BE49-F238E27FC236}">
                <a16:creationId xmlns="" xmlns:a16="http://schemas.microsoft.com/office/drawing/2014/main" id="{F43469DC-7F5B-471E-BD74-ED709E621F63}"/>
              </a:ext>
            </a:extLst>
          </p:cNvPr>
          <p:cNvSpPr txBox="1"/>
          <p:nvPr/>
        </p:nvSpPr>
        <p:spPr>
          <a:xfrm>
            <a:off x="6840272" y="1970998"/>
            <a:ext cx="2061783" cy="369332"/>
          </a:xfrm>
          <a:prstGeom prst="rect">
            <a:avLst/>
          </a:prstGeom>
          <a:noFill/>
        </p:spPr>
        <p:txBody>
          <a:bodyPr wrap="none" rtlCol="0">
            <a:spAutoFit/>
          </a:bodyPr>
          <a:lstStyle/>
          <a:p>
            <a:pPr algn="r" rtl="1"/>
            <a:r>
              <a:rPr lang="fa-IR" b="1" dirty="0">
                <a:cs typeface="B Nazanin" panose="00000400000000000000" pitchFamily="2" charset="-78"/>
              </a:rPr>
              <a:t>شرایط اولیه شبیه سازی</a:t>
            </a:r>
          </a:p>
        </p:txBody>
      </p:sp>
      <p:sp>
        <p:nvSpPr>
          <p:cNvPr id="21" name="AutoShape 8">
            <a:extLst>
              <a:ext uri="{FF2B5EF4-FFF2-40B4-BE49-F238E27FC236}">
                <a16:creationId xmlns="" xmlns:a16="http://schemas.microsoft.com/office/drawing/2014/main" id="{FF901E6E-4D39-4565-9B46-60C2C5B1D5F6}"/>
              </a:ext>
            </a:extLst>
          </p:cNvPr>
          <p:cNvSpPr>
            <a:spLocks noChangeAspect="1" noChangeArrowheads="1"/>
          </p:cNvSpPr>
          <p:nvPr/>
        </p:nvSpPr>
        <p:spPr bwMode="gray">
          <a:xfrm>
            <a:off x="6753620" y="2580598"/>
            <a:ext cx="1293815" cy="508000"/>
          </a:xfrm>
          <a:prstGeom prst="roundRect">
            <a:avLst>
              <a:gd name="adj" fmla="val 50000"/>
            </a:avLst>
          </a:prstGeom>
          <a:gradFill flip="none" rotWithShape="1">
            <a:gsLst>
              <a:gs pos="0">
                <a:srgbClr val="B7E7FF">
                  <a:gamma/>
                  <a:tint val="0"/>
                  <a:invGamma/>
                </a:srgbClr>
              </a:gs>
              <a:gs pos="100000">
                <a:srgbClr val="B7E7FF"/>
              </a:gs>
            </a:gsLst>
            <a:lin ang="10800000" scaled="1"/>
            <a:tileRect/>
          </a:gradFill>
          <a:ln w="28575" algn="ctr">
            <a:solidFill>
              <a:srgbClr val="C4E59F"/>
            </a:solidFill>
            <a:round/>
            <a:headEnd/>
            <a:tailEnd/>
          </a:ln>
          <a:effectLst/>
        </p:spPr>
        <p:txBody>
          <a:bodyPr wrap="none" anchor="ctr"/>
          <a:lstStyle/>
          <a:p>
            <a:pPr algn="r" rtl="1" fontAlgn="base">
              <a:spcBef>
                <a:spcPct val="0"/>
              </a:spcBef>
              <a:spcAft>
                <a:spcPct val="0"/>
              </a:spcAft>
            </a:pPr>
            <a:r>
              <a:rPr lang="fa-IR" b="1" dirty="0">
                <a:cs typeface="B Nazanin" panose="00000400000000000000" pitchFamily="2" charset="-78"/>
              </a:rPr>
              <a:t>حالت اول</a:t>
            </a:r>
            <a:endParaRPr lang="en-US" b="1" dirty="0">
              <a:solidFill>
                <a:srgbClr val="000000"/>
              </a:solidFill>
              <a:latin typeface="Times New Roman" panose="02020603050405020304" pitchFamily="18" charset="0"/>
              <a:cs typeface="B Nazanin" pitchFamily="2" charset="-78"/>
            </a:endParaRPr>
          </a:p>
        </p:txBody>
      </p:sp>
      <p:grpSp>
        <p:nvGrpSpPr>
          <p:cNvPr id="22" name="Group 23">
            <a:extLst>
              <a:ext uri="{FF2B5EF4-FFF2-40B4-BE49-F238E27FC236}">
                <a16:creationId xmlns="" xmlns:a16="http://schemas.microsoft.com/office/drawing/2014/main" id="{978D1582-1549-4D37-9C95-34020E281F7D}"/>
              </a:ext>
            </a:extLst>
          </p:cNvPr>
          <p:cNvGrpSpPr>
            <a:grpSpLocks noChangeAspect="1"/>
          </p:cNvGrpSpPr>
          <p:nvPr/>
        </p:nvGrpSpPr>
        <p:grpSpPr bwMode="auto">
          <a:xfrm>
            <a:off x="8004570" y="2656798"/>
            <a:ext cx="381000" cy="381000"/>
            <a:chOff x="2078" y="1680"/>
            <a:chExt cx="1615" cy="1615"/>
          </a:xfrm>
        </p:grpSpPr>
        <p:sp>
          <p:nvSpPr>
            <p:cNvPr id="23" name="Oval 24">
              <a:extLst>
                <a:ext uri="{FF2B5EF4-FFF2-40B4-BE49-F238E27FC236}">
                  <a16:creationId xmlns="" xmlns:a16="http://schemas.microsoft.com/office/drawing/2014/main" id="{394744AB-69AD-4039-A10B-0D8E0439243B}"/>
                </a:ext>
              </a:extLst>
            </p:cNvPr>
            <p:cNvSpPr>
              <a:spLocks noChangeArrowheads="1"/>
            </p:cNvSpPr>
            <p:nvPr/>
          </p:nvSpPr>
          <p:spPr bwMode="gray">
            <a:xfrm>
              <a:off x="2078" y="1680"/>
              <a:ext cx="1615" cy="1615"/>
            </a:xfrm>
            <a:prstGeom prst="ellipse">
              <a:avLst/>
            </a:prstGeom>
            <a:gradFill rotWithShape="1">
              <a:gsLst>
                <a:gs pos="0">
                  <a:srgbClr val="FFFFFF">
                    <a:gamma/>
                    <a:shade val="46275"/>
                    <a:invGamma/>
                  </a:srgbClr>
                </a:gs>
                <a:gs pos="50000">
                  <a:srgbClr val="FFFFFF"/>
                </a:gs>
                <a:gs pos="100000">
                  <a:srgbClr val="FFFFFF">
                    <a:gamma/>
                    <a:shade val="46275"/>
                    <a:invGamma/>
                  </a:srgbClr>
                </a:gs>
              </a:gsLst>
              <a:lin ang="5400000" scaled="1"/>
            </a:gradFill>
            <a:ln w="57150" algn="ctr">
              <a:noFill/>
              <a:round/>
              <a:headEnd/>
              <a:tailEnd/>
            </a:ln>
            <a:effectLst/>
          </p:spPr>
          <p:txBody>
            <a:bodyPr wrap="none" anchor="ct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latin typeface="Arial" pitchFamily="34" charset="0"/>
              </a:endParaRPr>
            </a:p>
          </p:txBody>
        </p:sp>
        <p:sp>
          <p:nvSpPr>
            <p:cNvPr id="24" name="Oval 25">
              <a:extLst>
                <a:ext uri="{FF2B5EF4-FFF2-40B4-BE49-F238E27FC236}">
                  <a16:creationId xmlns="" xmlns:a16="http://schemas.microsoft.com/office/drawing/2014/main" id="{154704C5-3C92-4C99-8D43-D388A6C5B289}"/>
                </a:ext>
              </a:extLst>
            </p:cNvPr>
            <p:cNvSpPr>
              <a:spLocks noChangeArrowheads="1"/>
            </p:cNvSpPr>
            <p:nvPr/>
          </p:nvSpPr>
          <p:spPr bwMode="gray">
            <a:xfrm>
              <a:off x="2170" y="1771"/>
              <a:ext cx="1430" cy="1430"/>
            </a:xfrm>
            <a:prstGeom prst="ellipse">
              <a:avLst/>
            </a:prstGeom>
            <a:gradFill rotWithShape="1">
              <a:gsLst>
                <a:gs pos="0">
                  <a:srgbClr val="FFFFFF">
                    <a:gamma/>
                    <a:shade val="63529"/>
                    <a:invGamma/>
                  </a:srgbClr>
                </a:gs>
                <a:gs pos="50000">
                  <a:srgbClr val="FFFFFF"/>
                </a:gs>
                <a:gs pos="100000">
                  <a:srgbClr val="FFFFFF">
                    <a:gamma/>
                    <a:shade val="63529"/>
                    <a:invGamma/>
                  </a:srgbClr>
                </a:gs>
              </a:gsLst>
              <a:lin ang="0" scaled="1"/>
            </a:gradFill>
            <a:ln w="9525" algn="ctr">
              <a:noFill/>
              <a:round/>
              <a:headEnd/>
              <a:tailEnd/>
            </a:ln>
            <a:effectLst/>
          </p:spPr>
          <p:txBody>
            <a:bodyPr wrap="none" anchor="ct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latin typeface="Arial" pitchFamily="34" charset="0"/>
              </a:endParaRPr>
            </a:p>
          </p:txBody>
        </p:sp>
        <p:sp>
          <p:nvSpPr>
            <p:cNvPr id="25" name="Oval 26">
              <a:extLst>
                <a:ext uri="{FF2B5EF4-FFF2-40B4-BE49-F238E27FC236}">
                  <a16:creationId xmlns="" xmlns:a16="http://schemas.microsoft.com/office/drawing/2014/main" id="{04F66D2C-385D-4CBC-8E8F-3E3A912DFC98}"/>
                </a:ext>
              </a:extLst>
            </p:cNvPr>
            <p:cNvSpPr>
              <a:spLocks noChangeArrowheads="1"/>
            </p:cNvSpPr>
            <p:nvPr/>
          </p:nvSpPr>
          <p:spPr bwMode="gray">
            <a:xfrm>
              <a:off x="2254" y="1856"/>
              <a:ext cx="1262" cy="1264"/>
            </a:xfrm>
            <a:prstGeom prst="ellipse">
              <a:avLst/>
            </a:prstGeom>
            <a:gradFill rotWithShape="1">
              <a:gsLst>
                <a:gs pos="0">
                  <a:srgbClr val="8AD4CD">
                    <a:gamma/>
                    <a:tint val="0"/>
                    <a:invGamma/>
                  </a:srgbClr>
                </a:gs>
                <a:gs pos="50000">
                  <a:srgbClr val="8AD4CD"/>
                </a:gs>
                <a:gs pos="100000">
                  <a:srgbClr val="8AD4CD">
                    <a:gamma/>
                    <a:tint val="0"/>
                    <a:invGamma/>
                  </a:srgbClr>
                </a:gs>
              </a:gsLst>
              <a:lin ang="2700000" scaled="1"/>
            </a:gradFill>
            <a:ln w="38100" algn="ctr">
              <a:noFill/>
              <a:round/>
              <a:headEnd/>
              <a:tailEnd/>
            </a:ln>
            <a:effectLst/>
          </p:spPr>
          <p:txBody>
            <a:bodyPr wrap="none" anchor="ctr">
              <a:spAutoFit/>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latin typeface="Arial" pitchFamily="34" charset="0"/>
              </a:endParaRPr>
            </a:p>
          </p:txBody>
        </p:sp>
        <p:sp>
          <p:nvSpPr>
            <p:cNvPr id="26" name="Oval 27">
              <a:extLst>
                <a:ext uri="{FF2B5EF4-FFF2-40B4-BE49-F238E27FC236}">
                  <a16:creationId xmlns="" xmlns:a16="http://schemas.microsoft.com/office/drawing/2014/main" id="{EA27390D-90C7-4FEF-9F37-D35FD2EA7723}"/>
                </a:ext>
              </a:extLst>
            </p:cNvPr>
            <p:cNvSpPr>
              <a:spLocks noChangeArrowheads="1"/>
            </p:cNvSpPr>
            <p:nvPr/>
          </p:nvSpPr>
          <p:spPr bwMode="gray">
            <a:xfrm>
              <a:off x="2254" y="1856"/>
              <a:ext cx="1262" cy="1264"/>
            </a:xfrm>
            <a:prstGeom prst="ellipse">
              <a:avLst/>
            </a:prstGeom>
            <a:gradFill rotWithShape="1">
              <a:gsLst>
                <a:gs pos="0">
                  <a:srgbClr val="21B3E1"/>
                </a:gs>
                <a:gs pos="100000">
                  <a:srgbClr val="21B3E1">
                    <a:gamma/>
                    <a:shade val="46275"/>
                    <a:invGamma/>
                  </a:srgbClr>
                </a:gs>
              </a:gsLst>
              <a:lin ang="5400000" scaled="1"/>
            </a:gradFill>
            <a:ln w="38100" algn="ctr">
              <a:noFill/>
              <a:round/>
              <a:headEnd/>
              <a:tailEnd/>
            </a:ln>
            <a:effectLst/>
          </p:spPr>
          <p:txBody>
            <a:bodyPr wrap="none" anchor="ctr">
              <a:spAutoFit/>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latin typeface="Arial" pitchFamily="34" charset="0"/>
              </a:endParaRPr>
            </a:p>
          </p:txBody>
        </p:sp>
        <p:sp>
          <p:nvSpPr>
            <p:cNvPr id="27" name="Oval 28">
              <a:extLst>
                <a:ext uri="{FF2B5EF4-FFF2-40B4-BE49-F238E27FC236}">
                  <a16:creationId xmlns="" xmlns:a16="http://schemas.microsoft.com/office/drawing/2014/main" id="{5C9AFE92-58F0-4BF1-8021-7EEAC92E3206}"/>
                </a:ext>
              </a:extLst>
            </p:cNvPr>
            <p:cNvSpPr>
              <a:spLocks noChangeArrowheads="1"/>
            </p:cNvSpPr>
            <p:nvPr/>
          </p:nvSpPr>
          <p:spPr bwMode="gray">
            <a:xfrm>
              <a:off x="2337" y="1939"/>
              <a:ext cx="1096" cy="1098"/>
            </a:xfrm>
            <a:prstGeom prst="ellipse">
              <a:avLst/>
            </a:prstGeom>
            <a:gradFill rotWithShape="1">
              <a:gsLst>
                <a:gs pos="0">
                  <a:srgbClr val="8AD4CD">
                    <a:gamma/>
                    <a:shade val="54118"/>
                    <a:invGamma/>
                  </a:srgbClr>
                </a:gs>
                <a:gs pos="50000">
                  <a:srgbClr val="8AD4CD"/>
                </a:gs>
                <a:gs pos="100000">
                  <a:srgbClr val="8AD4CD">
                    <a:gamma/>
                    <a:shade val="54118"/>
                    <a:invGamma/>
                  </a:srgbClr>
                </a:gs>
              </a:gsLst>
              <a:lin ang="18900000" scaled="1"/>
            </a:gradFill>
            <a:ln w="38100" algn="ctr">
              <a:noFill/>
              <a:round/>
              <a:headEnd/>
              <a:tailEnd/>
            </a:ln>
            <a:effectLst/>
          </p:spPr>
          <p:txBody>
            <a:bodyPr anchor="ctr">
              <a:spAutoFit/>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latin typeface="Arial" pitchFamily="34" charset="0"/>
              </a:endParaRPr>
            </a:p>
          </p:txBody>
        </p:sp>
        <p:sp>
          <p:nvSpPr>
            <p:cNvPr id="28" name="Oval 29">
              <a:extLst>
                <a:ext uri="{FF2B5EF4-FFF2-40B4-BE49-F238E27FC236}">
                  <a16:creationId xmlns="" xmlns:a16="http://schemas.microsoft.com/office/drawing/2014/main" id="{1B81B5B2-AD7F-472D-BBE8-64F0040E5D5F}"/>
                </a:ext>
              </a:extLst>
            </p:cNvPr>
            <p:cNvSpPr>
              <a:spLocks noChangeArrowheads="1"/>
            </p:cNvSpPr>
            <p:nvPr/>
          </p:nvSpPr>
          <p:spPr bwMode="gray">
            <a:xfrm>
              <a:off x="2337" y="1939"/>
              <a:ext cx="1096" cy="1098"/>
            </a:xfrm>
            <a:prstGeom prst="ellipse">
              <a:avLst/>
            </a:prstGeom>
            <a:gradFill rotWithShape="1">
              <a:gsLst>
                <a:gs pos="0">
                  <a:srgbClr val="21B3E1"/>
                </a:gs>
                <a:gs pos="100000">
                  <a:srgbClr val="21B3E1">
                    <a:gamma/>
                    <a:shade val="48627"/>
                    <a:invGamma/>
                  </a:srgbClr>
                </a:gs>
              </a:gsLst>
              <a:lin ang="2700000" scaled="1"/>
            </a:gradFill>
            <a:ln w="38100" algn="ctr">
              <a:noFill/>
              <a:round/>
              <a:headEnd/>
              <a:tailEnd/>
            </a:ln>
            <a:effectLst/>
          </p:spPr>
          <p:txBody>
            <a:bodyPr anchor="ctr">
              <a:spAutoFit/>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latin typeface="Arial" pitchFamily="34" charset="0"/>
              </a:endParaRPr>
            </a:p>
          </p:txBody>
        </p:sp>
      </p:grpSp>
      <p:sp>
        <p:nvSpPr>
          <p:cNvPr id="29" name="TextBox 28">
            <a:extLst>
              <a:ext uri="{FF2B5EF4-FFF2-40B4-BE49-F238E27FC236}">
                <a16:creationId xmlns="" xmlns:a16="http://schemas.microsoft.com/office/drawing/2014/main" id="{90C43403-B77E-474E-A638-C5BD6540DB40}"/>
              </a:ext>
            </a:extLst>
          </p:cNvPr>
          <p:cNvSpPr txBox="1"/>
          <p:nvPr/>
        </p:nvSpPr>
        <p:spPr>
          <a:xfrm>
            <a:off x="4122852" y="2961598"/>
            <a:ext cx="65" cy="276999"/>
          </a:xfrm>
          <a:prstGeom prst="rect">
            <a:avLst/>
          </a:prstGeom>
          <a:noFill/>
        </p:spPr>
        <p:txBody>
          <a:bodyPr wrap="none" lIns="0" tIns="0" rIns="0" bIns="0" rtlCol="0">
            <a:spAutoFit/>
          </a:bodyPr>
          <a:lstStyle/>
          <a:p>
            <a:endParaRPr lang="en-US" dirty="0"/>
          </a:p>
        </p:txBody>
      </p:sp>
      <p:sp>
        <p:nvSpPr>
          <p:cNvPr id="48" name="AutoShape 8">
            <a:extLst>
              <a:ext uri="{FF2B5EF4-FFF2-40B4-BE49-F238E27FC236}">
                <a16:creationId xmlns="" xmlns:a16="http://schemas.microsoft.com/office/drawing/2014/main" id="{FF901E6E-4D39-4565-9B46-60C2C5B1D5F6}"/>
              </a:ext>
            </a:extLst>
          </p:cNvPr>
          <p:cNvSpPr>
            <a:spLocks noChangeAspect="1" noChangeArrowheads="1"/>
          </p:cNvSpPr>
          <p:nvPr/>
        </p:nvSpPr>
        <p:spPr bwMode="gray">
          <a:xfrm>
            <a:off x="6705600" y="4038600"/>
            <a:ext cx="1293815" cy="508000"/>
          </a:xfrm>
          <a:prstGeom prst="roundRect">
            <a:avLst>
              <a:gd name="adj" fmla="val 50000"/>
            </a:avLst>
          </a:prstGeom>
          <a:gradFill flip="none" rotWithShape="1">
            <a:gsLst>
              <a:gs pos="0">
                <a:srgbClr val="B7E7FF">
                  <a:gamma/>
                  <a:tint val="0"/>
                  <a:invGamma/>
                </a:srgbClr>
              </a:gs>
              <a:gs pos="100000">
                <a:srgbClr val="B7E7FF"/>
              </a:gs>
            </a:gsLst>
            <a:lin ang="10800000" scaled="1"/>
            <a:tileRect/>
          </a:gradFill>
          <a:ln w="28575" algn="ctr">
            <a:solidFill>
              <a:srgbClr val="C4E59F"/>
            </a:solidFill>
            <a:round/>
            <a:headEnd/>
            <a:tailEnd/>
          </a:ln>
          <a:effectLst/>
        </p:spPr>
        <p:txBody>
          <a:bodyPr wrap="none" anchor="ctr"/>
          <a:lstStyle/>
          <a:p>
            <a:pPr algn="r" rtl="1" fontAlgn="base">
              <a:spcBef>
                <a:spcPct val="0"/>
              </a:spcBef>
              <a:spcAft>
                <a:spcPct val="0"/>
              </a:spcAft>
            </a:pPr>
            <a:r>
              <a:rPr lang="fa-IR" b="1" dirty="0">
                <a:cs typeface="B Nazanin" panose="00000400000000000000" pitchFamily="2" charset="-78"/>
              </a:rPr>
              <a:t>حالت دوم</a:t>
            </a:r>
            <a:endParaRPr lang="en-US" b="1" dirty="0">
              <a:solidFill>
                <a:srgbClr val="000000"/>
              </a:solidFill>
              <a:latin typeface="Times New Roman" panose="02020603050405020304" pitchFamily="18" charset="0"/>
              <a:cs typeface="B Nazanin" pitchFamily="2" charset="-78"/>
            </a:endParaRPr>
          </a:p>
        </p:txBody>
      </p:sp>
      <p:grpSp>
        <p:nvGrpSpPr>
          <p:cNvPr id="49" name="Group 23">
            <a:extLst>
              <a:ext uri="{FF2B5EF4-FFF2-40B4-BE49-F238E27FC236}">
                <a16:creationId xmlns="" xmlns:a16="http://schemas.microsoft.com/office/drawing/2014/main" id="{978D1582-1549-4D37-9C95-34020E281F7D}"/>
              </a:ext>
            </a:extLst>
          </p:cNvPr>
          <p:cNvGrpSpPr>
            <a:grpSpLocks noChangeAspect="1"/>
          </p:cNvGrpSpPr>
          <p:nvPr/>
        </p:nvGrpSpPr>
        <p:grpSpPr bwMode="auto">
          <a:xfrm>
            <a:off x="7956550" y="4114800"/>
            <a:ext cx="381000" cy="381000"/>
            <a:chOff x="2078" y="1680"/>
            <a:chExt cx="1615" cy="1615"/>
          </a:xfrm>
        </p:grpSpPr>
        <p:sp>
          <p:nvSpPr>
            <p:cNvPr id="50" name="Oval 24">
              <a:extLst>
                <a:ext uri="{FF2B5EF4-FFF2-40B4-BE49-F238E27FC236}">
                  <a16:creationId xmlns="" xmlns:a16="http://schemas.microsoft.com/office/drawing/2014/main" id="{394744AB-69AD-4039-A10B-0D8E0439243B}"/>
                </a:ext>
              </a:extLst>
            </p:cNvPr>
            <p:cNvSpPr>
              <a:spLocks noChangeArrowheads="1"/>
            </p:cNvSpPr>
            <p:nvPr/>
          </p:nvSpPr>
          <p:spPr bwMode="gray">
            <a:xfrm>
              <a:off x="2078" y="1680"/>
              <a:ext cx="1615" cy="1615"/>
            </a:xfrm>
            <a:prstGeom prst="ellipse">
              <a:avLst/>
            </a:prstGeom>
            <a:gradFill rotWithShape="1">
              <a:gsLst>
                <a:gs pos="0">
                  <a:srgbClr val="FFFFFF">
                    <a:gamma/>
                    <a:shade val="46275"/>
                    <a:invGamma/>
                  </a:srgbClr>
                </a:gs>
                <a:gs pos="50000">
                  <a:srgbClr val="FFFFFF"/>
                </a:gs>
                <a:gs pos="100000">
                  <a:srgbClr val="FFFFFF">
                    <a:gamma/>
                    <a:shade val="46275"/>
                    <a:invGamma/>
                  </a:srgbClr>
                </a:gs>
              </a:gsLst>
              <a:lin ang="5400000" scaled="1"/>
            </a:gradFill>
            <a:ln w="57150" algn="ctr">
              <a:noFill/>
              <a:round/>
              <a:headEnd/>
              <a:tailEnd/>
            </a:ln>
            <a:effectLst/>
          </p:spPr>
          <p:txBody>
            <a:bodyPr wrap="none" anchor="ct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latin typeface="Arial" pitchFamily="34" charset="0"/>
              </a:endParaRPr>
            </a:p>
          </p:txBody>
        </p:sp>
        <p:sp>
          <p:nvSpPr>
            <p:cNvPr id="51" name="Oval 25">
              <a:extLst>
                <a:ext uri="{FF2B5EF4-FFF2-40B4-BE49-F238E27FC236}">
                  <a16:creationId xmlns="" xmlns:a16="http://schemas.microsoft.com/office/drawing/2014/main" id="{154704C5-3C92-4C99-8D43-D388A6C5B289}"/>
                </a:ext>
              </a:extLst>
            </p:cNvPr>
            <p:cNvSpPr>
              <a:spLocks noChangeArrowheads="1"/>
            </p:cNvSpPr>
            <p:nvPr/>
          </p:nvSpPr>
          <p:spPr bwMode="gray">
            <a:xfrm>
              <a:off x="2170" y="1771"/>
              <a:ext cx="1430" cy="1430"/>
            </a:xfrm>
            <a:prstGeom prst="ellipse">
              <a:avLst/>
            </a:prstGeom>
            <a:gradFill rotWithShape="1">
              <a:gsLst>
                <a:gs pos="0">
                  <a:srgbClr val="FFFFFF">
                    <a:gamma/>
                    <a:shade val="63529"/>
                    <a:invGamma/>
                  </a:srgbClr>
                </a:gs>
                <a:gs pos="50000">
                  <a:srgbClr val="FFFFFF"/>
                </a:gs>
                <a:gs pos="100000">
                  <a:srgbClr val="FFFFFF">
                    <a:gamma/>
                    <a:shade val="63529"/>
                    <a:invGamma/>
                  </a:srgbClr>
                </a:gs>
              </a:gsLst>
              <a:lin ang="0" scaled="1"/>
            </a:gradFill>
            <a:ln w="9525" algn="ctr">
              <a:noFill/>
              <a:round/>
              <a:headEnd/>
              <a:tailEnd/>
            </a:ln>
            <a:effectLst/>
          </p:spPr>
          <p:txBody>
            <a:bodyPr wrap="none" anchor="ct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latin typeface="Arial" pitchFamily="34" charset="0"/>
              </a:endParaRPr>
            </a:p>
          </p:txBody>
        </p:sp>
        <p:sp>
          <p:nvSpPr>
            <p:cNvPr id="52" name="Oval 26">
              <a:extLst>
                <a:ext uri="{FF2B5EF4-FFF2-40B4-BE49-F238E27FC236}">
                  <a16:creationId xmlns="" xmlns:a16="http://schemas.microsoft.com/office/drawing/2014/main" id="{04F66D2C-385D-4CBC-8E8F-3E3A912DFC98}"/>
                </a:ext>
              </a:extLst>
            </p:cNvPr>
            <p:cNvSpPr>
              <a:spLocks noChangeArrowheads="1"/>
            </p:cNvSpPr>
            <p:nvPr/>
          </p:nvSpPr>
          <p:spPr bwMode="gray">
            <a:xfrm>
              <a:off x="2254" y="1856"/>
              <a:ext cx="1262" cy="1264"/>
            </a:xfrm>
            <a:prstGeom prst="ellipse">
              <a:avLst/>
            </a:prstGeom>
            <a:gradFill rotWithShape="1">
              <a:gsLst>
                <a:gs pos="0">
                  <a:srgbClr val="8AD4CD">
                    <a:gamma/>
                    <a:tint val="0"/>
                    <a:invGamma/>
                  </a:srgbClr>
                </a:gs>
                <a:gs pos="50000">
                  <a:srgbClr val="8AD4CD"/>
                </a:gs>
                <a:gs pos="100000">
                  <a:srgbClr val="8AD4CD">
                    <a:gamma/>
                    <a:tint val="0"/>
                    <a:invGamma/>
                  </a:srgbClr>
                </a:gs>
              </a:gsLst>
              <a:lin ang="2700000" scaled="1"/>
            </a:gradFill>
            <a:ln w="38100" algn="ctr">
              <a:noFill/>
              <a:round/>
              <a:headEnd/>
              <a:tailEnd/>
            </a:ln>
            <a:effectLst/>
          </p:spPr>
          <p:txBody>
            <a:bodyPr wrap="none" anchor="ctr">
              <a:spAutoFit/>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latin typeface="Arial" pitchFamily="34" charset="0"/>
              </a:endParaRPr>
            </a:p>
          </p:txBody>
        </p:sp>
        <p:sp>
          <p:nvSpPr>
            <p:cNvPr id="53" name="Oval 27">
              <a:extLst>
                <a:ext uri="{FF2B5EF4-FFF2-40B4-BE49-F238E27FC236}">
                  <a16:creationId xmlns="" xmlns:a16="http://schemas.microsoft.com/office/drawing/2014/main" id="{EA27390D-90C7-4FEF-9F37-D35FD2EA7723}"/>
                </a:ext>
              </a:extLst>
            </p:cNvPr>
            <p:cNvSpPr>
              <a:spLocks noChangeArrowheads="1"/>
            </p:cNvSpPr>
            <p:nvPr/>
          </p:nvSpPr>
          <p:spPr bwMode="gray">
            <a:xfrm>
              <a:off x="2254" y="1856"/>
              <a:ext cx="1262" cy="1264"/>
            </a:xfrm>
            <a:prstGeom prst="ellipse">
              <a:avLst/>
            </a:prstGeom>
            <a:gradFill rotWithShape="1">
              <a:gsLst>
                <a:gs pos="0">
                  <a:srgbClr val="21B3E1"/>
                </a:gs>
                <a:gs pos="100000">
                  <a:srgbClr val="21B3E1">
                    <a:gamma/>
                    <a:shade val="46275"/>
                    <a:invGamma/>
                  </a:srgbClr>
                </a:gs>
              </a:gsLst>
              <a:lin ang="5400000" scaled="1"/>
            </a:gradFill>
            <a:ln w="38100" algn="ctr">
              <a:noFill/>
              <a:round/>
              <a:headEnd/>
              <a:tailEnd/>
            </a:ln>
            <a:effectLst/>
          </p:spPr>
          <p:txBody>
            <a:bodyPr wrap="none" anchor="ctr">
              <a:spAutoFit/>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latin typeface="Arial" pitchFamily="34" charset="0"/>
              </a:endParaRPr>
            </a:p>
          </p:txBody>
        </p:sp>
        <p:sp>
          <p:nvSpPr>
            <p:cNvPr id="54" name="Oval 28">
              <a:extLst>
                <a:ext uri="{FF2B5EF4-FFF2-40B4-BE49-F238E27FC236}">
                  <a16:creationId xmlns="" xmlns:a16="http://schemas.microsoft.com/office/drawing/2014/main" id="{5C9AFE92-58F0-4BF1-8021-7EEAC92E3206}"/>
                </a:ext>
              </a:extLst>
            </p:cNvPr>
            <p:cNvSpPr>
              <a:spLocks noChangeArrowheads="1"/>
            </p:cNvSpPr>
            <p:nvPr/>
          </p:nvSpPr>
          <p:spPr bwMode="gray">
            <a:xfrm>
              <a:off x="2337" y="1939"/>
              <a:ext cx="1096" cy="1098"/>
            </a:xfrm>
            <a:prstGeom prst="ellipse">
              <a:avLst/>
            </a:prstGeom>
            <a:gradFill rotWithShape="1">
              <a:gsLst>
                <a:gs pos="0">
                  <a:srgbClr val="8AD4CD">
                    <a:gamma/>
                    <a:shade val="54118"/>
                    <a:invGamma/>
                  </a:srgbClr>
                </a:gs>
                <a:gs pos="50000">
                  <a:srgbClr val="8AD4CD"/>
                </a:gs>
                <a:gs pos="100000">
                  <a:srgbClr val="8AD4CD">
                    <a:gamma/>
                    <a:shade val="54118"/>
                    <a:invGamma/>
                  </a:srgbClr>
                </a:gs>
              </a:gsLst>
              <a:lin ang="18900000" scaled="1"/>
            </a:gradFill>
            <a:ln w="38100" algn="ctr">
              <a:noFill/>
              <a:round/>
              <a:headEnd/>
              <a:tailEnd/>
            </a:ln>
            <a:effectLst/>
          </p:spPr>
          <p:txBody>
            <a:bodyPr anchor="ctr">
              <a:spAutoFit/>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latin typeface="Arial" pitchFamily="34" charset="0"/>
              </a:endParaRPr>
            </a:p>
          </p:txBody>
        </p:sp>
        <p:sp>
          <p:nvSpPr>
            <p:cNvPr id="55" name="Oval 29">
              <a:extLst>
                <a:ext uri="{FF2B5EF4-FFF2-40B4-BE49-F238E27FC236}">
                  <a16:creationId xmlns="" xmlns:a16="http://schemas.microsoft.com/office/drawing/2014/main" id="{1B81B5B2-AD7F-472D-BBE8-64F0040E5D5F}"/>
                </a:ext>
              </a:extLst>
            </p:cNvPr>
            <p:cNvSpPr>
              <a:spLocks noChangeArrowheads="1"/>
            </p:cNvSpPr>
            <p:nvPr/>
          </p:nvSpPr>
          <p:spPr bwMode="gray">
            <a:xfrm>
              <a:off x="2337" y="1939"/>
              <a:ext cx="1096" cy="1098"/>
            </a:xfrm>
            <a:prstGeom prst="ellipse">
              <a:avLst/>
            </a:prstGeom>
            <a:gradFill rotWithShape="1">
              <a:gsLst>
                <a:gs pos="0">
                  <a:srgbClr val="21B3E1"/>
                </a:gs>
                <a:gs pos="100000">
                  <a:srgbClr val="21B3E1">
                    <a:gamma/>
                    <a:shade val="48627"/>
                    <a:invGamma/>
                  </a:srgbClr>
                </a:gs>
              </a:gsLst>
              <a:lin ang="2700000" scaled="1"/>
            </a:gradFill>
            <a:ln w="38100" algn="ctr">
              <a:noFill/>
              <a:round/>
              <a:headEnd/>
              <a:tailEnd/>
            </a:ln>
            <a:effectLst/>
          </p:spPr>
          <p:txBody>
            <a:bodyPr anchor="ctr">
              <a:spAutoFit/>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latin typeface="Arial" pitchFamily="34" charset="0"/>
              </a:endParaRPr>
            </a:p>
          </p:txBody>
        </p:sp>
      </p:grpSp>
      <p:sp>
        <p:nvSpPr>
          <p:cNvPr id="5" name="Rectangle 4"/>
          <p:cNvSpPr/>
          <p:nvPr/>
        </p:nvSpPr>
        <p:spPr>
          <a:xfrm>
            <a:off x="1031495" y="4735895"/>
            <a:ext cx="7237624" cy="646331"/>
          </a:xfrm>
          <a:prstGeom prst="rect">
            <a:avLst/>
          </a:prstGeom>
        </p:spPr>
        <p:txBody>
          <a:bodyPr wrap="square">
            <a:spAutoFit/>
          </a:bodyPr>
          <a:lstStyle/>
          <a:p>
            <a:pPr marL="285750" indent="-285750" algn="r" rtl="1">
              <a:buFont typeface="Arial" panose="020B0604020202020204" pitchFamily="34" charset="0"/>
              <a:buChar char="•"/>
            </a:pPr>
            <a:r>
              <a:rPr lang="fa-IR" dirty="0">
                <a:latin typeface="Times New Roman" panose="02020603050405020304" pitchFamily="18" charset="0"/>
                <a:ea typeface="Calibri" panose="020F0502020204030204" pitchFamily="34" charset="0"/>
                <a:cs typeface="B Lotus" panose="00000400000000000000" pitchFamily="2" charset="-78"/>
              </a:rPr>
              <a:t>وضعیت شارژ برای 83 سلول باتری برابر با 96 و 93 سلول دیگر باتری مقادیر متفاوتی دارند.</a:t>
            </a:r>
            <a:endParaRPr lang="en-US" dirty="0">
              <a:latin typeface="Times New Roman" panose="02020603050405020304" pitchFamily="18" charset="0"/>
              <a:ea typeface="Calibri" panose="020F0502020204030204" pitchFamily="34" charset="0"/>
              <a:cs typeface="B Lotus" panose="00000400000000000000" pitchFamily="2" charset="-78"/>
            </a:endParaRPr>
          </a:p>
          <a:p>
            <a:pPr marL="285750" indent="-285750" algn="r" rtl="1">
              <a:buFont typeface="Arial" panose="020B0604020202020204" pitchFamily="34" charset="0"/>
              <a:buChar char="•"/>
            </a:pPr>
            <a:r>
              <a:rPr lang="fa-IR" dirty="0">
                <a:latin typeface="Times New Roman" panose="02020603050405020304" pitchFamily="18" charset="0"/>
                <a:ea typeface="Calibri" panose="020F0502020204030204" pitchFamily="34" charset="0"/>
                <a:cs typeface="B Lotus" panose="00000400000000000000" pitchFamily="2" charset="-78"/>
              </a:rPr>
              <a:t>اختلاف ولتاژ اولیه بین حداکثر و حداقل ولتاژ سلول 3/58 میلی ولت است</a:t>
            </a:r>
            <a:r>
              <a:rPr lang="en-US" dirty="0">
                <a:latin typeface="Times New Roman" panose="02020603050405020304" pitchFamily="18" charset="0"/>
                <a:ea typeface="Calibri" panose="020F0502020204030204" pitchFamily="34" charset="0"/>
                <a:cs typeface="B Lotus" panose="00000400000000000000" pitchFamily="2" charset="-78"/>
              </a:rPr>
              <a:t>.</a:t>
            </a:r>
            <a:endParaRPr lang="en-US" dirty="0"/>
          </a:p>
        </p:txBody>
      </p:sp>
      <p:sp>
        <p:nvSpPr>
          <p:cNvPr id="34" name="Rounded Rectangle 175">
            <a:extLst>
              <a:ext uri="{FF2B5EF4-FFF2-40B4-BE49-F238E27FC236}">
                <a16:creationId xmlns="" xmlns:a16="http://schemas.microsoft.com/office/drawing/2014/main" id="{AACCE7D9-540A-47B9-8964-41031B797FDD}"/>
              </a:ext>
            </a:extLst>
          </p:cNvPr>
          <p:cNvSpPr/>
          <p:nvPr/>
        </p:nvSpPr>
        <p:spPr bwMode="auto">
          <a:xfrm>
            <a:off x="7124531" y="917675"/>
            <a:ext cx="1486069" cy="498507"/>
          </a:xfrm>
          <a:prstGeom prst="roundRect">
            <a:avLst/>
          </a:prstGeom>
          <a:solidFill>
            <a:srgbClr val="3D81BF">
              <a:lumMod val="75000"/>
            </a:srgbClr>
          </a:solidFill>
          <a:ln w="9525" cap="flat" cmpd="sng" algn="ctr">
            <a:solidFill>
              <a:srgbClr val="000000"/>
            </a:solidFill>
            <a:prstDash val="solid"/>
            <a:round/>
            <a:headEnd type="none" w="med" len="med"/>
            <a:tailEnd type="none" w="med" len="med"/>
          </a:ln>
          <a:effectLst>
            <a:reflection blurRad="6350" stA="50000" endA="300" endPos="55000" dir="5400000" sy="-100000" algn="bl" rotWithShape="0"/>
          </a:effectLst>
          <a:scene3d>
            <a:camera prst="isometricOffAxis2Left"/>
            <a:lightRig rig="threePt" dir="t"/>
          </a:scene3d>
        </p:spPr>
        <p:txBody>
          <a:bodyPr vert="horz" wrap="square" lIns="91440" tIns="45720" rIns="91440" bIns="45720" numCol="1" rtlCol="0" anchor="t" anchorCtr="0" compatLnSpc="1">
            <a:prstTxWarp prst="textNoShape">
              <a:avLst/>
            </a:prstTxWarp>
          </a:bodyPr>
          <a:lstStyle/>
          <a:p>
            <a:pPr lvl="0" algn="ctr" rtl="1" fontAlgn="base">
              <a:spcBef>
                <a:spcPct val="0"/>
              </a:spcBef>
              <a:spcAft>
                <a:spcPct val="0"/>
              </a:spcAft>
            </a:pPr>
            <a:r>
              <a:rPr lang="fa-IR" sz="2400" b="1" dirty="0">
                <a:solidFill>
                  <a:srgbClr val="FFFFFF"/>
                </a:solidFill>
                <a:latin typeface="Times New Roman" panose="02020603050405020304" pitchFamily="18" charset="0"/>
                <a:cs typeface="B Nazanin" panose="00000400000000000000" pitchFamily="2" charset="-78"/>
              </a:rPr>
              <a:t>مقالات اخیر</a:t>
            </a:r>
            <a:endParaRPr lang="en-US" sz="2400" b="1" dirty="0">
              <a:solidFill>
                <a:srgbClr val="FFFFFF"/>
              </a:solidFill>
              <a:latin typeface="Times New Roman" panose="02020603050405020304" pitchFamily="18" charset="0"/>
              <a:cs typeface="B Nazanin" panose="00000400000000000000" pitchFamily="2" charset="-78"/>
            </a:endParaRPr>
          </a:p>
        </p:txBody>
      </p:sp>
      <p:sp>
        <p:nvSpPr>
          <p:cNvPr id="35" name="AutoShape 3"/>
          <p:cNvSpPr>
            <a:spLocks noChangeArrowheads="1"/>
          </p:cNvSpPr>
          <p:nvPr/>
        </p:nvSpPr>
        <p:spPr bwMode="gray">
          <a:xfrm flipH="1">
            <a:off x="2190754" y="54854"/>
            <a:ext cx="2056085" cy="651510"/>
          </a:xfrm>
          <a:prstGeom prst="chevron">
            <a:avLst>
              <a:gd name="adj" fmla="val 17009"/>
            </a:avLst>
          </a:prstGeom>
          <a:gradFill rotWithShape="1">
            <a:gsLst>
              <a:gs pos="0">
                <a:srgbClr val="84B09A">
                  <a:gamma/>
                  <a:shade val="46275"/>
                  <a:invGamma/>
                </a:srgbClr>
              </a:gs>
              <a:gs pos="50000">
                <a:srgbClr val="84B09A"/>
              </a:gs>
              <a:gs pos="100000">
                <a:srgbClr val="84B09A">
                  <a:gamma/>
                  <a:shade val="46275"/>
                  <a:invGamma/>
                </a:srgbClr>
              </a:gs>
            </a:gsLst>
            <a:lin ang="2700000" scaled="1"/>
          </a:gradFill>
          <a:ln w="38100">
            <a:solidFill>
              <a:srgbClr val="EAEAEA"/>
            </a:solidFill>
            <a:miter lim="800000"/>
            <a:headEnd/>
            <a:tailEnd/>
          </a:ln>
          <a:effectLst>
            <a:outerShdw dist="109250" dir="3267739" algn="ctr" rotWithShape="0">
              <a:srgbClr val="333333">
                <a:alpha val="50000"/>
              </a:srgbClr>
            </a:outerShdw>
          </a:effectLst>
        </p:spPr>
        <p:txBody>
          <a:bodyPr wrap="square" anchor="ctr">
            <a:spAutoFit/>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endParaRPr>
          </a:p>
        </p:txBody>
      </p:sp>
      <p:sp>
        <p:nvSpPr>
          <p:cNvPr id="36" name="AutoShape 3"/>
          <p:cNvSpPr>
            <a:spLocks noChangeArrowheads="1"/>
          </p:cNvSpPr>
          <p:nvPr/>
        </p:nvSpPr>
        <p:spPr bwMode="gray">
          <a:xfrm flipH="1">
            <a:off x="148662" y="55997"/>
            <a:ext cx="2057400" cy="649224"/>
          </a:xfrm>
          <a:prstGeom prst="chevron">
            <a:avLst>
              <a:gd name="adj" fmla="val 17009"/>
            </a:avLst>
          </a:prstGeom>
          <a:gradFill rotWithShape="1">
            <a:gsLst>
              <a:gs pos="0">
                <a:srgbClr val="3659EC">
                  <a:gamma/>
                  <a:shade val="46275"/>
                  <a:invGamma/>
                </a:srgbClr>
              </a:gs>
              <a:gs pos="50000">
                <a:srgbClr val="3659EC"/>
              </a:gs>
              <a:gs pos="100000">
                <a:srgbClr val="3659EC">
                  <a:gamma/>
                  <a:shade val="46275"/>
                  <a:invGamma/>
                </a:srgbClr>
              </a:gs>
            </a:gsLst>
            <a:lin ang="2700000" scaled="1"/>
          </a:gradFill>
          <a:ln w="38100">
            <a:solidFill>
              <a:srgbClr val="EAEAEA"/>
            </a:solidFill>
            <a:miter lim="800000"/>
            <a:headEnd/>
            <a:tailEnd/>
          </a:ln>
          <a:effectLst>
            <a:outerShdw dist="109250" dir="3267739" algn="ctr" rotWithShape="0">
              <a:srgbClr val="333333">
                <a:alpha val="50000"/>
              </a:srgbClr>
            </a:outerShdw>
          </a:effectLst>
        </p:spPr>
        <p:txBody>
          <a:bodyPr wrap="square" anchor="ctr">
            <a:spAutoFit/>
          </a:bodyPr>
          <a:lstStyle/>
          <a:p>
            <a:pPr algn="ctr" fontAlgn="base">
              <a:spcBef>
                <a:spcPct val="0"/>
              </a:spcBef>
              <a:spcAft>
                <a:spcPct val="0"/>
              </a:spcAft>
            </a:pPr>
            <a:endParaRPr lang="en-US" kern="0">
              <a:solidFill>
                <a:srgbClr val="3D81BF"/>
              </a:solidFill>
            </a:endParaRPr>
          </a:p>
        </p:txBody>
      </p:sp>
      <p:sp>
        <p:nvSpPr>
          <p:cNvPr id="37" name="Rectangle 36"/>
          <p:cNvSpPr/>
          <p:nvPr/>
        </p:nvSpPr>
        <p:spPr>
          <a:xfrm>
            <a:off x="418672" y="193150"/>
            <a:ext cx="1443038" cy="338554"/>
          </a:xfrm>
          <a:prstGeom prst="rect">
            <a:avLst/>
          </a:prstGeom>
        </p:spPr>
        <p:txBody>
          <a:bodyPr wrap="square">
            <a:spAutoFit/>
          </a:bodyPr>
          <a:lstStyle/>
          <a:p>
            <a:pPr lvl="0" algn="ctr" rtl="1" fontAlgn="base">
              <a:spcBef>
                <a:spcPct val="0"/>
              </a:spcBef>
              <a:spcAft>
                <a:spcPct val="0"/>
              </a:spcAft>
            </a:pPr>
            <a:r>
              <a:rPr lang="fa-IR" sz="1600" b="1" dirty="0">
                <a:solidFill>
                  <a:srgbClr val="FFFFFF"/>
                </a:solidFill>
                <a:latin typeface="Times New Roman" panose="02020603050405020304" pitchFamily="18" charset="0"/>
                <a:cs typeface="B Nazanin" panose="00000400000000000000" pitchFamily="2" charset="-78"/>
              </a:rPr>
              <a:t>مقالات اخیر</a:t>
            </a:r>
            <a:endParaRPr lang="en-US" sz="1600" b="1" dirty="0">
              <a:solidFill>
                <a:srgbClr val="FFFFFF"/>
              </a:solidFill>
              <a:latin typeface="Times New Roman" panose="02020603050405020304" pitchFamily="18" charset="0"/>
              <a:cs typeface="B Nazanin" panose="00000400000000000000" pitchFamily="2" charset="-78"/>
            </a:endParaRPr>
          </a:p>
        </p:txBody>
      </p:sp>
      <p:sp>
        <p:nvSpPr>
          <p:cNvPr id="38" name="Rectangle 37"/>
          <p:cNvSpPr/>
          <p:nvPr/>
        </p:nvSpPr>
        <p:spPr>
          <a:xfrm>
            <a:off x="2393380" y="70040"/>
            <a:ext cx="1600200" cy="584775"/>
          </a:xfrm>
          <a:prstGeom prst="rect">
            <a:avLst/>
          </a:prstGeom>
        </p:spPr>
        <p:txBody>
          <a:bodyPr wrap="square">
            <a:spAutoFit/>
          </a:bodyPr>
          <a:lstStyle/>
          <a:p>
            <a:pPr lvl="0" algn="ctr" rtl="1" fontAlgn="base">
              <a:spcBef>
                <a:spcPct val="0"/>
              </a:spcBef>
              <a:spcAft>
                <a:spcPct val="0"/>
              </a:spcAft>
            </a:pPr>
            <a:r>
              <a:rPr lang="fa-IR" sz="1600" b="1" dirty="0">
                <a:solidFill>
                  <a:srgbClr val="FFFFFF"/>
                </a:solidFill>
                <a:latin typeface="Times New Roman" panose="02020603050405020304" pitchFamily="18" charset="0"/>
                <a:cs typeface="B Nazanin" panose="00000400000000000000" pitchFamily="2" charset="-78"/>
              </a:rPr>
              <a:t>سیستم مدیریت همسان سازی</a:t>
            </a:r>
            <a:endParaRPr lang="en-US" sz="1600" b="1" dirty="0">
              <a:solidFill>
                <a:srgbClr val="FFFFFF"/>
              </a:solidFill>
              <a:latin typeface="Times New Roman" panose="02020603050405020304" pitchFamily="18" charset="0"/>
              <a:cs typeface="B Nazanin" panose="00000400000000000000" pitchFamily="2" charset="-78"/>
            </a:endParaRPr>
          </a:p>
        </p:txBody>
      </p:sp>
      <p:pic>
        <p:nvPicPr>
          <p:cNvPr id="39" name="Picture 38" descr="پرونده:Azad University logo.png - ویکی‌پدیا، دانشنامهٔ آزاد">
            <a:extLst>
              <a:ext uri="{FF2B5EF4-FFF2-40B4-BE49-F238E27FC236}">
                <a16:creationId xmlns="" xmlns:a16="http://schemas.microsoft.com/office/drawing/2014/main" id="{FA988D60-670C-406B-B8FB-D5A0053424E9}"/>
              </a:ext>
            </a:extLst>
          </p:cNvPr>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8610600" y="0"/>
            <a:ext cx="533400" cy="822959"/>
          </a:xfrm>
          <a:prstGeom prst="rect">
            <a:avLst/>
          </a:prstGeom>
          <a:noFill/>
          <a:ln>
            <a:noFill/>
          </a:ln>
        </p:spPr>
      </p:pic>
      <p:sp>
        <p:nvSpPr>
          <p:cNvPr id="40" name="AutoShape 10">
            <a:extLst>
              <a:ext uri="{FF2B5EF4-FFF2-40B4-BE49-F238E27FC236}">
                <a16:creationId xmlns="" xmlns:a16="http://schemas.microsoft.com/office/drawing/2014/main" id="{96E6A76C-5024-445C-8373-4A127C8598B1}"/>
              </a:ext>
            </a:extLst>
          </p:cNvPr>
          <p:cNvSpPr>
            <a:spLocks noChangeArrowheads="1"/>
          </p:cNvSpPr>
          <p:nvPr/>
        </p:nvSpPr>
        <p:spPr bwMode="gray">
          <a:xfrm flipH="1">
            <a:off x="6244699" y="55997"/>
            <a:ext cx="2137301" cy="649224"/>
          </a:xfrm>
          <a:prstGeom prst="chevron">
            <a:avLst>
              <a:gd name="adj" fmla="val 17842"/>
            </a:avLst>
          </a:prstGeom>
          <a:gradFill rotWithShape="1">
            <a:gsLst>
              <a:gs pos="0">
                <a:srgbClr val="84B09A">
                  <a:gamma/>
                  <a:shade val="46275"/>
                  <a:invGamma/>
                </a:srgbClr>
              </a:gs>
              <a:gs pos="50000">
                <a:srgbClr val="84B09A"/>
              </a:gs>
              <a:gs pos="100000">
                <a:srgbClr val="84B09A">
                  <a:gamma/>
                  <a:shade val="46275"/>
                  <a:invGamma/>
                </a:srgbClr>
              </a:gs>
            </a:gsLst>
            <a:lin ang="2700000" scaled="1"/>
          </a:gradFill>
          <a:ln w="38100">
            <a:solidFill>
              <a:srgbClr val="EAEAEA"/>
            </a:solidFill>
            <a:miter lim="800000"/>
            <a:headEnd/>
            <a:tailEnd/>
          </a:ln>
          <a:effectLst>
            <a:outerShdw dist="109250" dir="3267739" algn="ctr" rotWithShape="0">
              <a:srgbClr val="333333">
                <a:alpha val="50000"/>
              </a:srgbClr>
            </a:outerShdw>
          </a:effectLst>
        </p:spPr>
        <p:txBody>
          <a:bodyPr wrap="square" anchor="ctr">
            <a:spAutoFit/>
          </a:bodyPr>
          <a:lstStyle/>
          <a:p>
            <a:pPr algn="ctr" fontAlgn="base">
              <a:spcBef>
                <a:spcPct val="0"/>
              </a:spcBef>
              <a:spcAft>
                <a:spcPct val="0"/>
              </a:spcAft>
            </a:pPr>
            <a:endParaRPr lang="en-US" kern="0">
              <a:solidFill>
                <a:srgbClr val="3D81BF"/>
              </a:solidFill>
            </a:endParaRPr>
          </a:p>
        </p:txBody>
      </p:sp>
      <p:sp>
        <p:nvSpPr>
          <p:cNvPr id="41" name="Rectangle 40">
            <a:extLst>
              <a:ext uri="{FF2B5EF4-FFF2-40B4-BE49-F238E27FC236}">
                <a16:creationId xmlns="" xmlns:a16="http://schemas.microsoft.com/office/drawing/2014/main" id="{BF9CF44D-C94F-4B09-AF24-15EACD7BE0F4}"/>
              </a:ext>
            </a:extLst>
          </p:cNvPr>
          <p:cNvSpPr/>
          <p:nvPr/>
        </p:nvSpPr>
        <p:spPr>
          <a:xfrm>
            <a:off x="6499957" y="197162"/>
            <a:ext cx="1626786" cy="323165"/>
          </a:xfrm>
          <a:prstGeom prst="rect">
            <a:avLst/>
          </a:prstGeom>
        </p:spPr>
        <p:txBody>
          <a:bodyPr wrap="square">
            <a:spAutoFit/>
          </a:bodyPr>
          <a:lstStyle/>
          <a:p>
            <a:pPr lvl="0" algn="ctr" fontAlgn="base">
              <a:spcBef>
                <a:spcPct val="0"/>
              </a:spcBef>
              <a:spcAft>
                <a:spcPct val="0"/>
              </a:spcAft>
              <a:defRPr/>
            </a:pPr>
            <a:r>
              <a:rPr lang="fa-IR" sz="1500" b="1" kern="0" dirty="0" err="1">
                <a:solidFill>
                  <a:srgbClr val="FFFFFF"/>
                </a:solidFill>
                <a:latin typeface="Times New Roman" panose="02020603050405020304" pitchFamily="18" charset="0"/>
                <a:cs typeface="B Nazanin" pitchFamily="2" charset="-78"/>
              </a:rPr>
              <a:t>باتریها</a:t>
            </a:r>
            <a:endParaRPr lang="en-US" sz="1500" b="1" kern="0" dirty="0">
              <a:solidFill>
                <a:srgbClr val="FFFFFF"/>
              </a:solidFill>
              <a:latin typeface="Times New Roman" panose="02020603050405020304" pitchFamily="18" charset="0"/>
              <a:cs typeface="B Nazanin" pitchFamily="2" charset="-78"/>
            </a:endParaRPr>
          </a:p>
        </p:txBody>
      </p:sp>
      <p:sp>
        <p:nvSpPr>
          <p:cNvPr id="42" name="AutoShape 3">
            <a:extLst>
              <a:ext uri="{FF2B5EF4-FFF2-40B4-BE49-F238E27FC236}">
                <a16:creationId xmlns="" xmlns:a16="http://schemas.microsoft.com/office/drawing/2014/main" id="{DBA5C955-0E66-467E-8B5F-EF4EE5F8F3FA}"/>
              </a:ext>
            </a:extLst>
          </p:cNvPr>
          <p:cNvSpPr>
            <a:spLocks noChangeArrowheads="1"/>
          </p:cNvSpPr>
          <p:nvPr/>
        </p:nvSpPr>
        <p:spPr bwMode="gray">
          <a:xfrm flipH="1">
            <a:off x="4215687" y="54854"/>
            <a:ext cx="2056085" cy="651510"/>
          </a:xfrm>
          <a:prstGeom prst="chevron">
            <a:avLst>
              <a:gd name="adj" fmla="val 17009"/>
            </a:avLst>
          </a:prstGeom>
          <a:gradFill rotWithShape="1">
            <a:gsLst>
              <a:gs pos="0">
                <a:srgbClr val="84B09A">
                  <a:gamma/>
                  <a:shade val="46275"/>
                  <a:invGamma/>
                </a:srgbClr>
              </a:gs>
              <a:gs pos="50000">
                <a:srgbClr val="84B09A"/>
              </a:gs>
              <a:gs pos="100000">
                <a:srgbClr val="84B09A">
                  <a:gamma/>
                  <a:shade val="46275"/>
                  <a:invGamma/>
                </a:srgbClr>
              </a:gs>
            </a:gsLst>
            <a:lin ang="2700000" scaled="1"/>
          </a:gradFill>
          <a:ln w="38100">
            <a:solidFill>
              <a:srgbClr val="EAEAEA"/>
            </a:solidFill>
            <a:miter lim="800000"/>
            <a:headEnd/>
            <a:tailEnd/>
          </a:ln>
          <a:effectLst>
            <a:outerShdw dist="109250" dir="3267739" algn="ctr" rotWithShape="0">
              <a:srgbClr val="333333">
                <a:alpha val="50000"/>
              </a:srgbClr>
            </a:outerShdw>
          </a:effectLst>
        </p:spPr>
        <p:txBody>
          <a:bodyPr wrap="square" anchor="ctr">
            <a:spAutoFit/>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endParaRPr>
          </a:p>
        </p:txBody>
      </p:sp>
      <p:sp>
        <p:nvSpPr>
          <p:cNvPr id="43" name="Rectangle 42">
            <a:extLst>
              <a:ext uri="{FF2B5EF4-FFF2-40B4-BE49-F238E27FC236}">
                <a16:creationId xmlns="" xmlns:a16="http://schemas.microsoft.com/office/drawing/2014/main" id="{AC165A2D-60D3-440C-A112-7B419F7E72B2}"/>
              </a:ext>
            </a:extLst>
          </p:cNvPr>
          <p:cNvSpPr/>
          <p:nvPr/>
        </p:nvSpPr>
        <p:spPr>
          <a:xfrm>
            <a:off x="4525250" y="89171"/>
            <a:ext cx="1443038" cy="584775"/>
          </a:xfrm>
          <a:prstGeom prst="rect">
            <a:avLst/>
          </a:prstGeom>
        </p:spPr>
        <p:txBody>
          <a:bodyPr wrap="square">
            <a:spAutoFit/>
          </a:bodyPr>
          <a:lstStyle/>
          <a:p>
            <a:pPr lvl="0" algn="ctr" rtl="1" fontAlgn="base">
              <a:spcBef>
                <a:spcPct val="0"/>
              </a:spcBef>
              <a:spcAft>
                <a:spcPct val="0"/>
              </a:spcAft>
            </a:pPr>
            <a:r>
              <a:rPr lang="fa-IR" sz="1600" b="1" dirty="0">
                <a:solidFill>
                  <a:srgbClr val="FFFFFF"/>
                </a:solidFill>
                <a:latin typeface="Times New Roman" panose="02020603050405020304" pitchFamily="18" charset="0"/>
                <a:cs typeface="B Nazanin" panose="00000400000000000000" pitchFamily="2" charset="-78"/>
              </a:rPr>
              <a:t>سیستم مدیریت باتری</a:t>
            </a:r>
            <a:endParaRPr lang="en-US" sz="1600" b="1" dirty="0">
              <a:solidFill>
                <a:srgbClr val="FFFFFF"/>
              </a:solidFill>
              <a:latin typeface="Times New Roman" panose="02020603050405020304" pitchFamily="18" charset="0"/>
              <a:cs typeface="B Nazanin" panose="00000400000000000000" pitchFamily="2" charset="-78"/>
            </a:endParaRPr>
          </a:p>
        </p:txBody>
      </p:sp>
      <p:sp>
        <p:nvSpPr>
          <p:cNvPr id="44" name="TextBox 43">
            <a:extLst>
              <a:ext uri="{FF2B5EF4-FFF2-40B4-BE49-F238E27FC236}">
                <a16:creationId xmlns="" xmlns:a16="http://schemas.microsoft.com/office/drawing/2014/main" id="{F43469DC-7F5B-471E-BD74-ED709E621F63}"/>
              </a:ext>
            </a:extLst>
          </p:cNvPr>
          <p:cNvSpPr txBox="1"/>
          <p:nvPr/>
        </p:nvSpPr>
        <p:spPr>
          <a:xfrm>
            <a:off x="36674" y="1005399"/>
            <a:ext cx="6364243" cy="369332"/>
          </a:xfrm>
          <a:prstGeom prst="rect">
            <a:avLst/>
          </a:prstGeom>
          <a:noFill/>
        </p:spPr>
        <p:txBody>
          <a:bodyPr wrap="none" rtlCol="0">
            <a:spAutoFit/>
          </a:bodyPr>
          <a:lstStyle/>
          <a:p>
            <a:pPr algn="r" rtl="1" fontAlgn="base">
              <a:spcBef>
                <a:spcPct val="0"/>
              </a:spcBef>
              <a:spcAft>
                <a:spcPct val="0"/>
              </a:spcAft>
            </a:pPr>
            <a:r>
              <a:rPr lang="fa-IR" dirty="0">
                <a:cs typeface="B Lotus" panose="00000400000000000000" pitchFamily="2" charset="-78"/>
              </a:rPr>
              <a:t>الگوریتم بهبودیافته و تسریع‌کننده فرآیند همسان‌سازی متناسب خودروهای تجاری کِشنده</a:t>
            </a:r>
            <a:endParaRPr lang="en-US" b="1" dirty="0">
              <a:solidFill>
                <a:srgbClr val="000000"/>
              </a:solidFill>
              <a:latin typeface="Times New Roman" panose="02020603050405020304" pitchFamily="18" charset="0"/>
              <a:cs typeface="B Lotus" panose="00000400000000000000" pitchFamily="2" charset="-78"/>
            </a:endParaRPr>
          </a:p>
        </p:txBody>
      </p:sp>
      <p:sp>
        <p:nvSpPr>
          <p:cNvPr id="45" name="Slide Number Placeholder 3">
            <a:extLst>
              <a:ext uri="{FF2B5EF4-FFF2-40B4-BE49-F238E27FC236}">
                <a16:creationId xmlns="" xmlns:a16="http://schemas.microsoft.com/office/drawing/2014/main" id="{FEFB061F-8AAB-4535-B272-1BA4D5A77191}"/>
              </a:ext>
            </a:extLst>
          </p:cNvPr>
          <p:cNvSpPr txBox="1">
            <a:spLocks/>
          </p:cNvSpPr>
          <p:nvPr/>
        </p:nvSpPr>
        <p:spPr>
          <a:xfrm>
            <a:off x="8965" y="6090313"/>
            <a:ext cx="676835" cy="767687"/>
          </a:xfrm>
          <a:prstGeom prst="rect">
            <a:avLst/>
          </a:prstGeom>
        </p:spPr>
        <p:txBody>
          <a:bodyPr vert="horz" lIns="91440" tIns="45720" rIns="91440" bIns="45720" rtlCol="0" anchor="ctr"/>
          <a:lstStyle>
            <a:defPPr>
              <a:defRPr lang="en-US"/>
            </a:defPPr>
            <a:lvl1pPr marL="0" algn="l" defTabSz="914400" rtl="0" eaLnBrk="1" latinLnBrk="0" hangingPunct="1">
              <a:defRPr sz="1400" b="1" kern="1200">
                <a:solidFill>
                  <a:srgbClr val="FFFFFF"/>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rtl="1"/>
            <a:fld id="{E8ADF199-8047-440E-B02B-E80683B392F2}" type="slidenum">
              <a:rPr lang="fa-IR" sz="1800" smtClean="0">
                <a:solidFill>
                  <a:schemeClr val="tx1"/>
                </a:solidFill>
                <a:cs typeface="B Lotus" panose="00000400000000000000" pitchFamily="2" charset="-78"/>
              </a:rPr>
              <a:pPr rtl="1"/>
              <a:t>64</a:t>
            </a:fld>
            <a:endParaRPr lang="fa-IR" sz="1800" dirty="0">
              <a:solidFill>
                <a:schemeClr val="tx1"/>
              </a:solidFill>
              <a:cs typeface="B Lotus" panose="00000400000000000000" pitchFamily="2" charset="-78"/>
            </a:endParaRPr>
          </a:p>
        </p:txBody>
      </p:sp>
    </p:spTree>
    <p:extLst>
      <p:ext uri="{BB962C8B-B14F-4D97-AF65-F5344CB8AC3E}">
        <p14:creationId xmlns:p14="http://schemas.microsoft.com/office/powerpoint/2010/main" val="60539621"/>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 name="AutoShape 3"/>
          <p:cNvSpPr>
            <a:spLocks noChangeArrowheads="1"/>
          </p:cNvSpPr>
          <p:nvPr/>
        </p:nvSpPr>
        <p:spPr bwMode="gray">
          <a:xfrm flipH="1">
            <a:off x="2190754" y="54854"/>
            <a:ext cx="2056085" cy="651510"/>
          </a:xfrm>
          <a:prstGeom prst="chevron">
            <a:avLst>
              <a:gd name="adj" fmla="val 17009"/>
            </a:avLst>
          </a:prstGeom>
          <a:gradFill rotWithShape="1">
            <a:gsLst>
              <a:gs pos="0">
                <a:srgbClr val="84B09A">
                  <a:gamma/>
                  <a:shade val="46275"/>
                  <a:invGamma/>
                </a:srgbClr>
              </a:gs>
              <a:gs pos="50000">
                <a:srgbClr val="84B09A"/>
              </a:gs>
              <a:gs pos="100000">
                <a:srgbClr val="84B09A">
                  <a:gamma/>
                  <a:shade val="46275"/>
                  <a:invGamma/>
                </a:srgbClr>
              </a:gs>
            </a:gsLst>
            <a:lin ang="2700000" scaled="1"/>
          </a:gradFill>
          <a:ln w="38100">
            <a:solidFill>
              <a:srgbClr val="EAEAEA"/>
            </a:solidFill>
            <a:miter lim="800000"/>
            <a:headEnd/>
            <a:tailEnd/>
          </a:ln>
          <a:effectLst>
            <a:outerShdw dist="109250" dir="3267739" algn="ctr" rotWithShape="0">
              <a:srgbClr val="333333">
                <a:alpha val="50000"/>
              </a:srgbClr>
            </a:outerShdw>
          </a:effectLst>
        </p:spPr>
        <p:txBody>
          <a:bodyPr wrap="square" anchor="ctr">
            <a:spAutoFit/>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endParaRPr>
          </a:p>
        </p:txBody>
      </p:sp>
      <p:sp>
        <p:nvSpPr>
          <p:cNvPr id="21" name="AutoShape 3"/>
          <p:cNvSpPr>
            <a:spLocks noChangeArrowheads="1"/>
          </p:cNvSpPr>
          <p:nvPr/>
        </p:nvSpPr>
        <p:spPr bwMode="gray">
          <a:xfrm flipH="1">
            <a:off x="148662" y="55997"/>
            <a:ext cx="2057400" cy="649224"/>
          </a:xfrm>
          <a:prstGeom prst="chevron">
            <a:avLst>
              <a:gd name="adj" fmla="val 17009"/>
            </a:avLst>
          </a:prstGeom>
          <a:gradFill rotWithShape="1">
            <a:gsLst>
              <a:gs pos="0">
                <a:srgbClr val="3659EC">
                  <a:gamma/>
                  <a:shade val="46275"/>
                  <a:invGamma/>
                </a:srgbClr>
              </a:gs>
              <a:gs pos="50000">
                <a:srgbClr val="3659EC"/>
              </a:gs>
              <a:gs pos="100000">
                <a:srgbClr val="3659EC">
                  <a:gamma/>
                  <a:shade val="46275"/>
                  <a:invGamma/>
                </a:srgbClr>
              </a:gs>
            </a:gsLst>
            <a:lin ang="2700000" scaled="1"/>
          </a:gradFill>
          <a:ln w="38100">
            <a:solidFill>
              <a:srgbClr val="EAEAEA"/>
            </a:solidFill>
            <a:miter lim="800000"/>
            <a:headEnd/>
            <a:tailEnd/>
          </a:ln>
          <a:effectLst>
            <a:outerShdw dist="109250" dir="3267739" algn="ctr" rotWithShape="0">
              <a:srgbClr val="333333">
                <a:alpha val="50000"/>
              </a:srgbClr>
            </a:outerShdw>
          </a:effectLst>
        </p:spPr>
        <p:txBody>
          <a:bodyPr wrap="square" anchor="ctr">
            <a:spAutoFit/>
          </a:bodyPr>
          <a:lstStyle/>
          <a:p>
            <a:pPr algn="ctr" fontAlgn="base">
              <a:spcBef>
                <a:spcPct val="0"/>
              </a:spcBef>
              <a:spcAft>
                <a:spcPct val="0"/>
              </a:spcAft>
            </a:pPr>
            <a:endParaRPr lang="en-US" kern="0">
              <a:solidFill>
                <a:srgbClr val="3D81BF"/>
              </a:solidFill>
            </a:endParaRPr>
          </a:p>
        </p:txBody>
      </p:sp>
      <p:sp>
        <p:nvSpPr>
          <p:cNvPr id="22" name="Rectangle 21"/>
          <p:cNvSpPr/>
          <p:nvPr/>
        </p:nvSpPr>
        <p:spPr>
          <a:xfrm>
            <a:off x="418672" y="193150"/>
            <a:ext cx="1443038" cy="338554"/>
          </a:xfrm>
          <a:prstGeom prst="rect">
            <a:avLst/>
          </a:prstGeom>
        </p:spPr>
        <p:txBody>
          <a:bodyPr wrap="square">
            <a:spAutoFit/>
          </a:bodyPr>
          <a:lstStyle/>
          <a:p>
            <a:pPr lvl="0" algn="ctr" rtl="1" fontAlgn="base">
              <a:spcBef>
                <a:spcPct val="0"/>
              </a:spcBef>
              <a:spcAft>
                <a:spcPct val="0"/>
              </a:spcAft>
            </a:pPr>
            <a:r>
              <a:rPr lang="fa-IR" sz="1600" b="1" dirty="0">
                <a:solidFill>
                  <a:srgbClr val="FFFFFF"/>
                </a:solidFill>
                <a:latin typeface="Times New Roman" panose="02020603050405020304" pitchFamily="18" charset="0"/>
                <a:cs typeface="B Nazanin" panose="00000400000000000000" pitchFamily="2" charset="-78"/>
              </a:rPr>
              <a:t>مقالات اخیر</a:t>
            </a:r>
            <a:endParaRPr lang="en-US" sz="1600" b="1" dirty="0">
              <a:solidFill>
                <a:srgbClr val="FFFFFF"/>
              </a:solidFill>
              <a:latin typeface="Times New Roman" panose="02020603050405020304" pitchFamily="18" charset="0"/>
              <a:cs typeface="B Nazanin" panose="00000400000000000000" pitchFamily="2" charset="-78"/>
            </a:endParaRPr>
          </a:p>
        </p:txBody>
      </p:sp>
      <p:sp>
        <p:nvSpPr>
          <p:cNvPr id="23" name="Rectangle 22"/>
          <p:cNvSpPr/>
          <p:nvPr/>
        </p:nvSpPr>
        <p:spPr>
          <a:xfrm>
            <a:off x="2393380" y="70040"/>
            <a:ext cx="1600200" cy="584775"/>
          </a:xfrm>
          <a:prstGeom prst="rect">
            <a:avLst/>
          </a:prstGeom>
        </p:spPr>
        <p:txBody>
          <a:bodyPr wrap="square">
            <a:spAutoFit/>
          </a:bodyPr>
          <a:lstStyle/>
          <a:p>
            <a:pPr lvl="0" algn="ctr" rtl="1" fontAlgn="base">
              <a:spcBef>
                <a:spcPct val="0"/>
              </a:spcBef>
              <a:spcAft>
                <a:spcPct val="0"/>
              </a:spcAft>
            </a:pPr>
            <a:r>
              <a:rPr lang="fa-IR" sz="1600" b="1" dirty="0">
                <a:solidFill>
                  <a:srgbClr val="FFFFFF"/>
                </a:solidFill>
                <a:latin typeface="Times New Roman" panose="02020603050405020304" pitchFamily="18" charset="0"/>
                <a:cs typeface="B Nazanin" panose="00000400000000000000" pitchFamily="2" charset="-78"/>
              </a:rPr>
              <a:t>سیستم مدیریت همسان سازی</a:t>
            </a:r>
            <a:endParaRPr lang="en-US" sz="1600" b="1" dirty="0">
              <a:solidFill>
                <a:srgbClr val="FFFFFF"/>
              </a:solidFill>
              <a:latin typeface="Times New Roman" panose="02020603050405020304" pitchFamily="18" charset="0"/>
              <a:cs typeface="B Nazanin" panose="00000400000000000000" pitchFamily="2" charset="-78"/>
            </a:endParaRPr>
          </a:p>
        </p:txBody>
      </p:sp>
      <p:pic>
        <p:nvPicPr>
          <p:cNvPr id="25" name="Picture 24" descr="پرونده:Azad University logo.png - ویکی‌پدیا، دانشنامهٔ آزاد">
            <a:extLst>
              <a:ext uri="{FF2B5EF4-FFF2-40B4-BE49-F238E27FC236}">
                <a16:creationId xmlns="" xmlns:a16="http://schemas.microsoft.com/office/drawing/2014/main" id="{FA988D60-670C-406B-B8FB-D5A0053424E9}"/>
              </a:ext>
            </a:extLst>
          </p:cNvPr>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8610600" y="0"/>
            <a:ext cx="533400" cy="822959"/>
          </a:xfrm>
          <a:prstGeom prst="rect">
            <a:avLst/>
          </a:prstGeom>
          <a:noFill/>
          <a:ln>
            <a:noFill/>
          </a:ln>
        </p:spPr>
      </p:pic>
      <p:sp>
        <p:nvSpPr>
          <p:cNvPr id="26" name="AutoShape 10">
            <a:extLst>
              <a:ext uri="{FF2B5EF4-FFF2-40B4-BE49-F238E27FC236}">
                <a16:creationId xmlns="" xmlns:a16="http://schemas.microsoft.com/office/drawing/2014/main" id="{96E6A76C-5024-445C-8373-4A127C8598B1}"/>
              </a:ext>
            </a:extLst>
          </p:cNvPr>
          <p:cNvSpPr>
            <a:spLocks noChangeArrowheads="1"/>
          </p:cNvSpPr>
          <p:nvPr/>
        </p:nvSpPr>
        <p:spPr bwMode="gray">
          <a:xfrm flipH="1">
            <a:off x="6244699" y="55997"/>
            <a:ext cx="2137301" cy="649224"/>
          </a:xfrm>
          <a:prstGeom prst="chevron">
            <a:avLst>
              <a:gd name="adj" fmla="val 17842"/>
            </a:avLst>
          </a:prstGeom>
          <a:gradFill rotWithShape="1">
            <a:gsLst>
              <a:gs pos="0">
                <a:srgbClr val="84B09A">
                  <a:gamma/>
                  <a:shade val="46275"/>
                  <a:invGamma/>
                </a:srgbClr>
              </a:gs>
              <a:gs pos="50000">
                <a:srgbClr val="84B09A"/>
              </a:gs>
              <a:gs pos="100000">
                <a:srgbClr val="84B09A">
                  <a:gamma/>
                  <a:shade val="46275"/>
                  <a:invGamma/>
                </a:srgbClr>
              </a:gs>
            </a:gsLst>
            <a:lin ang="2700000" scaled="1"/>
          </a:gradFill>
          <a:ln w="38100">
            <a:solidFill>
              <a:srgbClr val="EAEAEA"/>
            </a:solidFill>
            <a:miter lim="800000"/>
            <a:headEnd/>
            <a:tailEnd/>
          </a:ln>
          <a:effectLst>
            <a:outerShdw dist="109250" dir="3267739" algn="ctr" rotWithShape="0">
              <a:srgbClr val="333333">
                <a:alpha val="50000"/>
              </a:srgbClr>
            </a:outerShdw>
          </a:effectLst>
        </p:spPr>
        <p:txBody>
          <a:bodyPr wrap="square" anchor="ctr">
            <a:spAutoFit/>
          </a:bodyPr>
          <a:lstStyle/>
          <a:p>
            <a:pPr algn="ctr" fontAlgn="base">
              <a:spcBef>
                <a:spcPct val="0"/>
              </a:spcBef>
              <a:spcAft>
                <a:spcPct val="0"/>
              </a:spcAft>
            </a:pPr>
            <a:endParaRPr lang="en-US" kern="0">
              <a:solidFill>
                <a:srgbClr val="3D81BF"/>
              </a:solidFill>
            </a:endParaRPr>
          </a:p>
        </p:txBody>
      </p:sp>
      <p:sp>
        <p:nvSpPr>
          <p:cNvPr id="27" name="Rectangle 26">
            <a:extLst>
              <a:ext uri="{FF2B5EF4-FFF2-40B4-BE49-F238E27FC236}">
                <a16:creationId xmlns="" xmlns:a16="http://schemas.microsoft.com/office/drawing/2014/main" id="{BF9CF44D-C94F-4B09-AF24-15EACD7BE0F4}"/>
              </a:ext>
            </a:extLst>
          </p:cNvPr>
          <p:cNvSpPr/>
          <p:nvPr/>
        </p:nvSpPr>
        <p:spPr>
          <a:xfrm>
            <a:off x="6499957" y="197162"/>
            <a:ext cx="1626786" cy="323165"/>
          </a:xfrm>
          <a:prstGeom prst="rect">
            <a:avLst/>
          </a:prstGeom>
        </p:spPr>
        <p:txBody>
          <a:bodyPr wrap="square">
            <a:spAutoFit/>
          </a:bodyPr>
          <a:lstStyle/>
          <a:p>
            <a:pPr lvl="0" algn="ctr" fontAlgn="base">
              <a:spcBef>
                <a:spcPct val="0"/>
              </a:spcBef>
              <a:spcAft>
                <a:spcPct val="0"/>
              </a:spcAft>
              <a:defRPr/>
            </a:pPr>
            <a:r>
              <a:rPr lang="fa-IR" sz="1500" b="1" kern="0" dirty="0" err="1">
                <a:solidFill>
                  <a:srgbClr val="FFFFFF"/>
                </a:solidFill>
                <a:latin typeface="Times New Roman" panose="02020603050405020304" pitchFamily="18" charset="0"/>
                <a:cs typeface="B Nazanin" pitchFamily="2" charset="-78"/>
              </a:rPr>
              <a:t>باتریها</a:t>
            </a:r>
            <a:endParaRPr lang="en-US" sz="1500" b="1" kern="0" dirty="0">
              <a:solidFill>
                <a:srgbClr val="FFFFFF"/>
              </a:solidFill>
              <a:latin typeface="Times New Roman" panose="02020603050405020304" pitchFamily="18" charset="0"/>
              <a:cs typeface="B Nazanin" pitchFamily="2" charset="-78"/>
            </a:endParaRPr>
          </a:p>
        </p:txBody>
      </p:sp>
      <p:sp>
        <p:nvSpPr>
          <p:cNvPr id="28" name="AutoShape 3">
            <a:extLst>
              <a:ext uri="{FF2B5EF4-FFF2-40B4-BE49-F238E27FC236}">
                <a16:creationId xmlns="" xmlns:a16="http://schemas.microsoft.com/office/drawing/2014/main" id="{DBA5C955-0E66-467E-8B5F-EF4EE5F8F3FA}"/>
              </a:ext>
            </a:extLst>
          </p:cNvPr>
          <p:cNvSpPr>
            <a:spLocks noChangeArrowheads="1"/>
          </p:cNvSpPr>
          <p:nvPr/>
        </p:nvSpPr>
        <p:spPr bwMode="gray">
          <a:xfrm flipH="1">
            <a:off x="4215687" y="54854"/>
            <a:ext cx="2056085" cy="651510"/>
          </a:xfrm>
          <a:prstGeom prst="chevron">
            <a:avLst>
              <a:gd name="adj" fmla="val 17009"/>
            </a:avLst>
          </a:prstGeom>
          <a:gradFill rotWithShape="1">
            <a:gsLst>
              <a:gs pos="0">
                <a:srgbClr val="84B09A">
                  <a:gamma/>
                  <a:shade val="46275"/>
                  <a:invGamma/>
                </a:srgbClr>
              </a:gs>
              <a:gs pos="50000">
                <a:srgbClr val="84B09A"/>
              </a:gs>
              <a:gs pos="100000">
                <a:srgbClr val="84B09A">
                  <a:gamma/>
                  <a:shade val="46275"/>
                  <a:invGamma/>
                </a:srgbClr>
              </a:gs>
            </a:gsLst>
            <a:lin ang="2700000" scaled="1"/>
          </a:gradFill>
          <a:ln w="38100">
            <a:solidFill>
              <a:srgbClr val="EAEAEA"/>
            </a:solidFill>
            <a:miter lim="800000"/>
            <a:headEnd/>
            <a:tailEnd/>
          </a:ln>
          <a:effectLst>
            <a:outerShdw dist="109250" dir="3267739" algn="ctr" rotWithShape="0">
              <a:srgbClr val="333333">
                <a:alpha val="50000"/>
              </a:srgbClr>
            </a:outerShdw>
          </a:effectLst>
        </p:spPr>
        <p:txBody>
          <a:bodyPr wrap="square" anchor="ctr">
            <a:spAutoFit/>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endParaRPr>
          </a:p>
        </p:txBody>
      </p:sp>
      <p:sp>
        <p:nvSpPr>
          <p:cNvPr id="29" name="Rectangle 28">
            <a:extLst>
              <a:ext uri="{FF2B5EF4-FFF2-40B4-BE49-F238E27FC236}">
                <a16:creationId xmlns="" xmlns:a16="http://schemas.microsoft.com/office/drawing/2014/main" id="{AC165A2D-60D3-440C-A112-7B419F7E72B2}"/>
              </a:ext>
            </a:extLst>
          </p:cNvPr>
          <p:cNvSpPr/>
          <p:nvPr/>
        </p:nvSpPr>
        <p:spPr>
          <a:xfrm>
            <a:off x="4525250" y="89171"/>
            <a:ext cx="1443038" cy="584775"/>
          </a:xfrm>
          <a:prstGeom prst="rect">
            <a:avLst/>
          </a:prstGeom>
        </p:spPr>
        <p:txBody>
          <a:bodyPr wrap="square">
            <a:spAutoFit/>
          </a:bodyPr>
          <a:lstStyle/>
          <a:p>
            <a:pPr lvl="0" algn="ctr" rtl="1" fontAlgn="base">
              <a:spcBef>
                <a:spcPct val="0"/>
              </a:spcBef>
              <a:spcAft>
                <a:spcPct val="0"/>
              </a:spcAft>
            </a:pPr>
            <a:r>
              <a:rPr lang="fa-IR" sz="1600" b="1" dirty="0">
                <a:solidFill>
                  <a:srgbClr val="FFFFFF"/>
                </a:solidFill>
                <a:latin typeface="Times New Roman" panose="02020603050405020304" pitchFamily="18" charset="0"/>
                <a:cs typeface="B Nazanin" panose="00000400000000000000" pitchFamily="2" charset="-78"/>
              </a:rPr>
              <a:t>سیستم مدیریت باتری</a:t>
            </a:r>
            <a:endParaRPr lang="en-US" sz="1600" b="1" dirty="0">
              <a:solidFill>
                <a:srgbClr val="FFFFFF"/>
              </a:solidFill>
              <a:latin typeface="Times New Roman" panose="02020603050405020304" pitchFamily="18" charset="0"/>
              <a:cs typeface="B Nazanin" panose="00000400000000000000" pitchFamily="2" charset="-78"/>
            </a:endParaRPr>
          </a:p>
        </p:txBody>
      </p:sp>
      <p:pic>
        <p:nvPicPr>
          <p:cNvPr id="33" name="Picture 32"/>
          <p:cNvPicPr/>
          <p:nvPr/>
        </p:nvPicPr>
        <p:blipFill>
          <a:blip r:embed="rId4" cstate="print">
            <a:extLst>
              <a:ext uri="{28A0092B-C50C-407E-A947-70E740481C1C}">
                <a14:useLocalDpi xmlns:a14="http://schemas.microsoft.com/office/drawing/2010/main" val="0"/>
              </a:ext>
            </a:extLst>
          </a:blip>
          <a:stretch>
            <a:fillRect/>
          </a:stretch>
        </p:blipFill>
        <p:spPr>
          <a:xfrm>
            <a:off x="31194" y="773969"/>
            <a:ext cx="4572000" cy="1828800"/>
          </a:xfrm>
          <a:prstGeom prst="rect">
            <a:avLst/>
          </a:prstGeom>
        </p:spPr>
      </p:pic>
      <p:pic>
        <p:nvPicPr>
          <p:cNvPr id="34" name="Picture 33"/>
          <p:cNvPicPr/>
          <p:nvPr/>
        </p:nvPicPr>
        <p:blipFill>
          <a:blip r:embed="rId5" cstate="print">
            <a:extLst>
              <a:ext uri="{28A0092B-C50C-407E-A947-70E740481C1C}">
                <a14:useLocalDpi xmlns:a14="http://schemas.microsoft.com/office/drawing/2010/main" val="0"/>
              </a:ext>
            </a:extLst>
          </a:blip>
          <a:stretch>
            <a:fillRect/>
          </a:stretch>
        </p:blipFill>
        <p:spPr>
          <a:xfrm>
            <a:off x="31194" y="2462338"/>
            <a:ext cx="4572000" cy="1828800"/>
          </a:xfrm>
          <a:prstGeom prst="rect">
            <a:avLst/>
          </a:prstGeom>
        </p:spPr>
      </p:pic>
      <p:pic>
        <p:nvPicPr>
          <p:cNvPr id="35" name="Picture 34"/>
          <p:cNvPicPr/>
          <p:nvPr/>
        </p:nvPicPr>
        <p:blipFill>
          <a:blip r:embed="rId5" cstate="print">
            <a:extLst>
              <a:ext uri="{28A0092B-C50C-407E-A947-70E740481C1C}">
                <a14:useLocalDpi xmlns:a14="http://schemas.microsoft.com/office/drawing/2010/main" val="0"/>
              </a:ext>
            </a:extLst>
          </a:blip>
          <a:stretch>
            <a:fillRect/>
          </a:stretch>
        </p:blipFill>
        <p:spPr>
          <a:xfrm>
            <a:off x="31194" y="4291138"/>
            <a:ext cx="4572000" cy="1828800"/>
          </a:xfrm>
          <a:prstGeom prst="rect">
            <a:avLst/>
          </a:prstGeom>
        </p:spPr>
      </p:pic>
      <p:pic>
        <p:nvPicPr>
          <p:cNvPr id="38" name="Picture 37"/>
          <p:cNvPicPr/>
          <p:nvPr/>
        </p:nvPicPr>
        <p:blipFill>
          <a:blip r:embed="rId6" cstate="print">
            <a:extLst>
              <a:ext uri="{28A0092B-C50C-407E-A947-70E740481C1C}">
                <a14:useLocalDpi xmlns:a14="http://schemas.microsoft.com/office/drawing/2010/main" val="0"/>
              </a:ext>
            </a:extLst>
          </a:blip>
          <a:stretch>
            <a:fillRect/>
          </a:stretch>
        </p:blipFill>
        <p:spPr>
          <a:xfrm>
            <a:off x="4597214" y="732668"/>
            <a:ext cx="4496383" cy="1772887"/>
          </a:xfrm>
          <a:prstGeom prst="rect">
            <a:avLst/>
          </a:prstGeom>
        </p:spPr>
      </p:pic>
      <p:pic>
        <p:nvPicPr>
          <p:cNvPr id="41" name="Picture 40"/>
          <p:cNvPicPr/>
          <p:nvPr/>
        </p:nvPicPr>
        <p:blipFill>
          <a:blip r:embed="rId7" cstate="print">
            <a:extLst>
              <a:ext uri="{28A0092B-C50C-407E-A947-70E740481C1C}">
                <a14:useLocalDpi xmlns:a14="http://schemas.microsoft.com/office/drawing/2010/main" val="0"/>
              </a:ext>
            </a:extLst>
          </a:blip>
          <a:stretch>
            <a:fillRect/>
          </a:stretch>
        </p:blipFill>
        <p:spPr>
          <a:xfrm>
            <a:off x="4597214" y="2506698"/>
            <a:ext cx="4496383" cy="1779810"/>
          </a:xfrm>
          <a:prstGeom prst="rect">
            <a:avLst/>
          </a:prstGeom>
        </p:spPr>
      </p:pic>
      <p:pic>
        <p:nvPicPr>
          <p:cNvPr id="42" name="Picture 41"/>
          <p:cNvPicPr/>
          <p:nvPr/>
        </p:nvPicPr>
        <p:blipFill>
          <a:blip r:embed="rId8" cstate="print">
            <a:extLst>
              <a:ext uri="{28A0092B-C50C-407E-A947-70E740481C1C}">
                <a14:useLocalDpi xmlns:a14="http://schemas.microsoft.com/office/drawing/2010/main" val="0"/>
              </a:ext>
            </a:extLst>
          </a:blip>
          <a:stretch>
            <a:fillRect/>
          </a:stretch>
        </p:blipFill>
        <p:spPr>
          <a:xfrm>
            <a:off x="4597214" y="4286508"/>
            <a:ext cx="4546786" cy="1823020"/>
          </a:xfrm>
          <a:prstGeom prst="rect">
            <a:avLst/>
          </a:prstGeom>
        </p:spPr>
      </p:pic>
      <p:pic>
        <p:nvPicPr>
          <p:cNvPr id="44" name="Picture 43"/>
          <p:cNvPicPr>
            <a:picLocks noChangeAspect="1"/>
          </p:cNvPicPr>
          <p:nvPr/>
        </p:nvPicPr>
        <p:blipFill>
          <a:blip r:embed="rId9">
            <a:extLst>
              <a:ext uri="{28A0092B-C50C-407E-A947-70E740481C1C}">
                <a14:useLocalDpi xmlns:a14="http://schemas.microsoft.com/office/drawing/2010/main" val="0"/>
              </a:ext>
            </a:extLst>
          </a:blip>
          <a:stretch>
            <a:fillRect/>
          </a:stretch>
        </p:blipFill>
        <p:spPr>
          <a:xfrm>
            <a:off x="0" y="798200"/>
            <a:ext cx="288925" cy="173350"/>
          </a:xfrm>
          <a:prstGeom prst="rect">
            <a:avLst/>
          </a:prstGeom>
        </p:spPr>
      </p:pic>
      <p:pic>
        <p:nvPicPr>
          <p:cNvPr id="45" name="Picture 44"/>
          <p:cNvPicPr>
            <a:picLocks noChangeAspect="1"/>
          </p:cNvPicPr>
          <p:nvPr/>
        </p:nvPicPr>
        <p:blipFill>
          <a:blip r:embed="rId10">
            <a:extLst>
              <a:ext uri="{28A0092B-C50C-407E-A947-70E740481C1C}">
                <a14:useLocalDpi xmlns:a14="http://schemas.microsoft.com/office/drawing/2010/main" val="0"/>
              </a:ext>
            </a:extLst>
          </a:blip>
          <a:stretch>
            <a:fillRect/>
          </a:stretch>
        </p:blipFill>
        <p:spPr>
          <a:xfrm>
            <a:off x="34993" y="2436483"/>
            <a:ext cx="235585" cy="183510"/>
          </a:xfrm>
          <a:prstGeom prst="rect">
            <a:avLst/>
          </a:prstGeom>
        </p:spPr>
      </p:pic>
      <p:pic>
        <p:nvPicPr>
          <p:cNvPr id="46" name="Picture 45"/>
          <p:cNvPicPr>
            <a:picLocks noChangeAspect="1"/>
          </p:cNvPicPr>
          <p:nvPr/>
        </p:nvPicPr>
        <p:blipFill>
          <a:blip r:embed="rId11">
            <a:extLst>
              <a:ext uri="{28A0092B-C50C-407E-A947-70E740481C1C}">
                <a14:useLocalDpi xmlns:a14="http://schemas.microsoft.com/office/drawing/2010/main" val="0"/>
              </a:ext>
            </a:extLst>
          </a:blip>
          <a:stretch>
            <a:fillRect/>
          </a:stretch>
        </p:blipFill>
        <p:spPr>
          <a:xfrm>
            <a:off x="0" y="4273914"/>
            <a:ext cx="212090" cy="205734"/>
          </a:xfrm>
          <a:prstGeom prst="rect">
            <a:avLst/>
          </a:prstGeom>
        </p:spPr>
      </p:pic>
      <p:pic>
        <p:nvPicPr>
          <p:cNvPr id="47" name="Picture 46"/>
          <p:cNvPicPr>
            <a:picLocks noChangeAspect="1"/>
          </p:cNvPicPr>
          <p:nvPr/>
        </p:nvPicPr>
        <p:blipFill>
          <a:blip r:embed="rId9">
            <a:extLst>
              <a:ext uri="{28A0092B-C50C-407E-A947-70E740481C1C}">
                <a14:useLocalDpi xmlns:a14="http://schemas.microsoft.com/office/drawing/2010/main" val="0"/>
              </a:ext>
            </a:extLst>
          </a:blip>
          <a:stretch>
            <a:fillRect/>
          </a:stretch>
        </p:blipFill>
        <p:spPr>
          <a:xfrm>
            <a:off x="4468257" y="884875"/>
            <a:ext cx="288925" cy="173350"/>
          </a:xfrm>
          <a:prstGeom prst="rect">
            <a:avLst/>
          </a:prstGeom>
        </p:spPr>
      </p:pic>
      <p:pic>
        <p:nvPicPr>
          <p:cNvPr id="48" name="Picture 47"/>
          <p:cNvPicPr>
            <a:picLocks noChangeAspect="1"/>
          </p:cNvPicPr>
          <p:nvPr/>
        </p:nvPicPr>
        <p:blipFill>
          <a:blip r:embed="rId10">
            <a:extLst>
              <a:ext uri="{28A0092B-C50C-407E-A947-70E740481C1C}">
                <a14:useLocalDpi xmlns:a14="http://schemas.microsoft.com/office/drawing/2010/main" val="0"/>
              </a:ext>
            </a:extLst>
          </a:blip>
          <a:stretch>
            <a:fillRect/>
          </a:stretch>
        </p:blipFill>
        <p:spPr>
          <a:xfrm>
            <a:off x="4521597" y="2523158"/>
            <a:ext cx="235585" cy="183510"/>
          </a:xfrm>
          <a:prstGeom prst="rect">
            <a:avLst/>
          </a:prstGeom>
        </p:spPr>
      </p:pic>
      <p:pic>
        <p:nvPicPr>
          <p:cNvPr id="49" name="Picture 48"/>
          <p:cNvPicPr>
            <a:picLocks noChangeAspect="1"/>
          </p:cNvPicPr>
          <p:nvPr/>
        </p:nvPicPr>
        <p:blipFill>
          <a:blip r:embed="rId11">
            <a:extLst>
              <a:ext uri="{28A0092B-C50C-407E-A947-70E740481C1C}">
                <a14:useLocalDpi xmlns:a14="http://schemas.microsoft.com/office/drawing/2010/main" val="0"/>
              </a:ext>
            </a:extLst>
          </a:blip>
          <a:stretch>
            <a:fillRect/>
          </a:stretch>
        </p:blipFill>
        <p:spPr>
          <a:xfrm>
            <a:off x="4545092" y="4376781"/>
            <a:ext cx="212090" cy="205734"/>
          </a:xfrm>
          <a:prstGeom prst="rect">
            <a:avLst/>
          </a:prstGeom>
        </p:spPr>
      </p:pic>
      <p:sp>
        <p:nvSpPr>
          <p:cNvPr id="51" name="TextBox 50"/>
          <p:cNvSpPr txBox="1"/>
          <p:nvPr/>
        </p:nvSpPr>
        <p:spPr>
          <a:xfrm>
            <a:off x="123531" y="6242134"/>
            <a:ext cx="4539698" cy="584775"/>
          </a:xfrm>
          <a:prstGeom prst="rect">
            <a:avLst/>
          </a:prstGeom>
          <a:noFill/>
        </p:spPr>
        <p:txBody>
          <a:bodyPr wrap="square" rtlCol="0">
            <a:spAutoFit/>
          </a:bodyPr>
          <a:lstStyle/>
          <a:p>
            <a:pPr algn="ctr" rtl="1"/>
            <a:r>
              <a:rPr lang="fa-IR" sz="1600" dirty="0">
                <a:latin typeface="Times New Roman" panose="02020603050405020304" pitchFamily="18" charset="0"/>
                <a:cs typeface="B Lotus" panose="00000400000000000000" pitchFamily="2" charset="-78"/>
              </a:rPr>
              <a:t>نتیجه همسان سازی حالت اول به روش های </a:t>
            </a:r>
            <a:r>
              <a:rPr lang="fa-IR" sz="1600" dirty="0">
                <a:solidFill>
                  <a:srgbClr val="61D6FF"/>
                </a:solidFill>
                <a:latin typeface="Times New Roman" panose="02020603050405020304" pitchFamily="18" charset="0"/>
                <a:cs typeface="B Lotus" panose="00000400000000000000" pitchFamily="2" charset="-78"/>
              </a:rPr>
              <a:t>[3]</a:t>
            </a:r>
            <a:r>
              <a:rPr lang="fa-IR" sz="1600" dirty="0">
                <a:latin typeface="Times New Roman" panose="02020603050405020304" pitchFamily="18" charset="0"/>
                <a:cs typeface="B Lotus" panose="00000400000000000000" pitchFamily="2" charset="-78"/>
              </a:rPr>
              <a:t>(الف)،</a:t>
            </a:r>
            <a:r>
              <a:rPr lang="fa-IR" sz="1600" dirty="0">
                <a:solidFill>
                  <a:srgbClr val="61D6FF"/>
                </a:solidFill>
                <a:latin typeface="Times New Roman" panose="02020603050405020304" pitchFamily="18" charset="0"/>
                <a:cs typeface="B Lotus" panose="00000400000000000000" pitchFamily="2" charset="-78"/>
              </a:rPr>
              <a:t> [2]</a:t>
            </a:r>
            <a:r>
              <a:rPr lang="fa-IR" sz="1600" dirty="0">
                <a:latin typeface="Times New Roman" panose="02020603050405020304" pitchFamily="18" charset="0"/>
                <a:cs typeface="B Lotus" panose="00000400000000000000" pitchFamily="2" charset="-78"/>
              </a:rPr>
              <a:t>(ب)،</a:t>
            </a:r>
            <a:r>
              <a:rPr lang="fa-IR" sz="1600" dirty="0">
                <a:solidFill>
                  <a:srgbClr val="61D6FF"/>
                </a:solidFill>
                <a:latin typeface="Times New Roman" panose="02020603050405020304" pitchFamily="18" charset="0"/>
                <a:cs typeface="B Lotus" panose="00000400000000000000" pitchFamily="2" charset="-78"/>
              </a:rPr>
              <a:t> [1]</a:t>
            </a:r>
            <a:r>
              <a:rPr lang="fa-IR" sz="1600" dirty="0">
                <a:latin typeface="Times New Roman" panose="02020603050405020304" pitchFamily="18" charset="0"/>
                <a:cs typeface="B Lotus" panose="00000400000000000000" pitchFamily="2" charset="-78"/>
              </a:rPr>
              <a:t>(ج).</a:t>
            </a:r>
            <a:r>
              <a:rPr lang="fa-IR" sz="1600" dirty="0">
                <a:latin typeface="Times New Roman" panose="02020603050405020304" pitchFamily="18" charset="0"/>
                <a:ea typeface="Calibri" panose="020F0502020204030204" pitchFamily="34" charset="0"/>
                <a:cs typeface="B Lotus" panose="00000400000000000000" pitchFamily="2" charset="-78"/>
              </a:rPr>
              <a:t> </a:t>
            </a:r>
            <a:endParaRPr lang="en-US" sz="1600" dirty="0">
              <a:latin typeface="Times New Roman" panose="02020603050405020304" pitchFamily="18" charset="0"/>
              <a:cs typeface="B Lotus" panose="00000400000000000000" pitchFamily="2" charset="-78"/>
            </a:endParaRPr>
          </a:p>
        </p:txBody>
      </p:sp>
      <p:sp>
        <p:nvSpPr>
          <p:cNvPr id="52" name="TextBox 51"/>
          <p:cNvSpPr txBox="1"/>
          <p:nvPr/>
        </p:nvSpPr>
        <p:spPr>
          <a:xfrm>
            <a:off x="4757182" y="6242134"/>
            <a:ext cx="4566020" cy="584775"/>
          </a:xfrm>
          <a:prstGeom prst="rect">
            <a:avLst/>
          </a:prstGeom>
          <a:noFill/>
        </p:spPr>
        <p:txBody>
          <a:bodyPr wrap="square" rtlCol="0">
            <a:spAutoFit/>
          </a:bodyPr>
          <a:lstStyle/>
          <a:p>
            <a:pPr algn="ctr" rtl="1"/>
            <a:r>
              <a:rPr lang="fa-IR" sz="1600" dirty="0">
                <a:latin typeface="Times New Roman" panose="02020603050405020304" pitchFamily="18" charset="0"/>
                <a:cs typeface="B Lotus" panose="00000400000000000000" pitchFamily="2" charset="-78"/>
              </a:rPr>
              <a:t>نتیجه همسان سازی حالت دوم به روش های </a:t>
            </a:r>
            <a:r>
              <a:rPr lang="fa-IR" sz="1600" dirty="0">
                <a:solidFill>
                  <a:srgbClr val="61D6FF"/>
                </a:solidFill>
                <a:latin typeface="Times New Roman" panose="02020603050405020304" pitchFamily="18" charset="0"/>
                <a:cs typeface="B Lotus" panose="00000400000000000000" pitchFamily="2" charset="-78"/>
              </a:rPr>
              <a:t>[3]</a:t>
            </a:r>
            <a:r>
              <a:rPr lang="fa-IR" sz="1600" dirty="0">
                <a:latin typeface="Times New Roman" panose="02020603050405020304" pitchFamily="18" charset="0"/>
                <a:cs typeface="B Lotus" panose="00000400000000000000" pitchFamily="2" charset="-78"/>
              </a:rPr>
              <a:t>(الف)،</a:t>
            </a:r>
            <a:r>
              <a:rPr lang="fa-IR" sz="1600" dirty="0">
                <a:solidFill>
                  <a:srgbClr val="61D6FF"/>
                </a:solidFill>
                <a:latin typeface="Times New Roman" panose="02020603050405020304" pitchFamily="18" charset="0"/>
                <a:cs typeface="B Lotus" panose="00000400000000000000" pitchFamily="2" charset="-78"/>
              </a:rPr>
              <a:t> [2]</a:t>
            </a:r>
            <a:r>
              <a:rPr lang="fa-IR" sz="1600" dirty="0">
                <a:latin typeface="Times New Roman" panose="02020603050405020304" pitchFamily="18" charset="0"/>
                <a:cs typeface="B Lotus" panose="00000400000000000000" pitchFamily="2" charset="-78"/>
              </a:rPr>
              <a:t>(ب)،</a:t>
            </a:r>
            <a:r>
              <a:rPr lang="fa-IR" sz="1600" dirty="0">
                <a:solidFill>
                  <a:srgbClr val="61D6FF"/>
                </a:solidFill>
                <a:latin typeface="Times New Roman" panose="02020603050405020304" pitchFamily="18" charset="0"/>
                <a:cs typeface="B Lotus" panose="00000400000000000000" pitchFamily="2" charset="-78"/>
              </a:rPr>
              <a:t> [1]</a:t>
            </a:r>
            <a:r>
              <a:rPr lang="fa-IR" sz="1600" dirty="0">
                <a:latin typeface="Times New Roman" panose="02020603050405020304" pitchFamily="18" charset="0"/>
                <a:cs typeface="B Lotus" panose="00000400000000000000" pitchFamily="2" charset="-78"/>
              </a:rPr>
              <a:t>(ج).</a:t>
            </a:r>
            <a:r>
              <a:rPr lang="fa-IR" sz="1600" dirty="0">
                <a:latin typeface="Times New Roman" panose="02020603050405020304" pitchFamily="18" charset="0"/>
                <a:ea typeface="Calibri" panose="020F0502020204030204" pitchFamily="34" charset="0"/>
                <a:cs typeface="B Lotus" panose="00000400000000000000" pitchFamily="2" charset="-78"/>
              </a:rPr>
              <a:t> </a:t>
            </a:r>
            <a:endParaRPr lang="en-US" sz="1600" dirty="0">
              <a:latin typeface="Times New Roman" panose="02020603050405020304" pitchFamily="18" charset="0"/>
              <a:cs typeface="B Lotus" panose="00000400000000000000" pitchFamily="2" charset="-78"/>
            </a:endParaRPr>
          </a:p>
        </p:txBody>
      </p:sp>
      <p:sp>
        <p:nvSpPr>
          <p:cNvPr id="30" name="Slide Number Placeholder 3">
            <a:extLst>
              <a:ext uri="{FF2B5EF4-FFF2-40B4-BE49-F238E27FC236}">
                <a16:creationId xmlns="" xmlns:a16="http://schemas.microsoft.com/office/drawing/2014/main" id="{FEFB061F-8AAB-4535-B272-1BA4D5A77191}"/>
              </a:ext>
            </a:extLst>
          </p:cNvPr>
          <p:cNvSpPr txBox="1">
            <a:spLocks/>
          </p:cNvSpPr>
          <p:nvPr/>
        </p:nvSpPr>
        <p:spPr>
          <a:xfrm>
            <a:off x="8965" y="6090313"/>
            <a:ext cx="676835" cy="767687"/>
          </a:xfrm>
          <a:prstGeom prst="rect">
            <a:avLst/>
          </a:prstGeom>
        </p:spPr>
        <p:txBody>
          <a:bodyPr vert="horz" lIns="91440" tIns="45720" rIns="91440" bIns="45720" rtlCol="0" anchor="ctr"/>
          <a:lstStyle>
            <a:defPPr>
              <a:defRPr lang="en-US"/>
            </a:defPPr>
            <a:lvl1pPr marL="0" algn="l" defTabSz="914400" rtl="0" eaLnBrk="1" latinLnBrk="0" hangingPunct="1">
              <a:defRPr sz="1400" b="1" kern="1200">
                <a:solidFill>
                  <a:srgbClr val="FFFFFF"/>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rtl="1"/>
            <a:fld id="{E8ADF199-8047-440E-B02B-E80683B392F2}" type="slidenum">
              <a:rPr lang="fa-IR" sz="1800" smtClean="0">
                <a:solidFill>
                  <a:schemeClr val="tx1"/>
                </a:solidFill>
                <a:cs typeface="B Lotus" panose="00000400000000000000" pitchFamily="2" charset="-78"/>
              </a:rPr>
              <a:pPr rtl="1"/>
              <a:t>65</a:t>
            </a:fld>
            <a:endParaRPr lang="fa-IR" sz="1800" dirty="0">
              <a:solidFill>
                <a:schemeClr val="tx1"/>
              </a:solidFill>
              <a:cs typeface="B Lotus" panose="00000400000000000000" pitchFamily="2" charset="-78"/>
            </a:endParaRPr>
          </a:p>
        </p:txBody>
      </p:sp>
    </p:spTree>
    <p:extLst>
      <p:ext uri="{BB962C8B-B14F-4D97-AF65-F5344CB8AC3E}">
        <p14:creationId xmlns:p14="http://schemas.microsoft.com/office/powerpoint/2010/main" val="273377705"/>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702334" y="1128986"/>
            <a:ext cx="7026706" cy="5270030"/>
          </a:xfrm>
          <a:prstGeom prst="rect">
            <a:avLst/>
          </a:prstGeom>
        </p:spPr>
      </p:pic>
      <p:sp>
        <p:nvSpPr>
          <p:cNvPr id="20" name="TextBox 19"/>
          <p:cNvSpPr txBox="1"/>
          <p:nvPr/>
        </p:nvSpPr>
        <p:spPr>
          <a:xfrm>
            <a:off x="2736756" y="6399016"/>
            <a:ext cx="2957862" cy="369332"/>
          </a:xfrm>
          <a:prstGeom prst="rect">
            <a:avLst/>
          </a:prstGeom>
          <a:noFill/>
        </p:spPr>
        <p:txBody>
          <a:bodyPr wrap="none" rtlCol="0">
            <a:spAutoFit/>
          </a:bodyPr>
          <a:lstStyle/>
          <a:p>
            <a:pPr algn="ctr" rtl="1"/>
            <a:r>
              <a:rPr lang="fa-IR" dirty="0">
                <a:latin typeface="Times New Roman" panose="02020603050405020304" pitchFamily="18" charset="0"/>
                <a:cs typeface="B Lotus" panose="00000400000000000000" pitchFamily="2" charset="-78"/>
              </a:rPr>
              <a:t>نحوه عملکرد خوشه بندی </a:t>
            </a:r>
            <a:r>
              <a:rPr lang="en-US" dirty="0">
                <a:latin typeface="Times New Roman" panose="02020603050405020304" pitchFamily="18" charset="0"/>
                <a:cs typeface="B Lotus" panose="00000400000000000000" pitchFamily="2" charset="-78"/>
              </a:rPr>
              <a:t>K-means</a:t>
            </a:r>
            <a:r>
              <a:rPr lang="fa-IR" dirty="0">
                <a:latin typeface="Times New Roman" panose="02020603050405020304" pitchFamily="18" charset="0"/>
                <a:cs typeface="B Lotus" panose="00000400000000000000" pitchFamily="2" charset="-78"/>
              </a:rPr>
              <a:t> </a:t>
            </a:r>
            <a:endParaRPr lang="en-US" dirty="0">
              <a:latin typeface="Times New Roman" panose="02020603050405020304" pitchFamily="18" charset="0"/>
              <a:cs typeface="B Lotus" panose="00000400000000000000" pitchFamily="2" charset="-78"/>
            </a:endParaRPr>
          </a:p>
        </p:txBody>
      </p:sp>
      <p:sp>
        <p:nvSpPr>
          <p:cNvPr id="18" name="Rounded Rectangle 175">
            <a:extLst>
              <a:ext uri="{FF2B5EF4-FFF2-40B4-BE49-F238E27FC236}">
                <a16:creationId xmlns="" xmlns:a16="http://schemas.microsoft.com/office/drawing/2014/main" id="{AACCE7D9-540A-47B9-8964-41031B797FDD}"/>
              </a:ext>
            </a:extLst>
          </p:cNvPr>
          <p:cNvSpPr/>
          <p:nvPr/>
        </p:nvSpPr>
        <p:spPr bwMode="auto">
          <a:xfrm>
            <a:off x="7124531" y="917675"/>
            <a:ext cx="1486069" cy="498507"/>
          </a:xfrm>
          <a:prstGeom prst="roundRect">
            <a:avLst/>
          </a:prstGeom>
          <a:solidFill>
            <a:srgbClr val="3D81BF">
              <a:lumMod val="75000"/>
            </a:srgbClr>
          </a:solidFill>
          <a:ln w="9525" cap="flat" cmpd="sng" algn="ctr">
            <a:solidFill>
              <a:srgbClr val="000000"/>
            </a:solidFill>
            <a:prstDash val="solid"/>
            <a:round/>
            <a:headEnd type="none" w="med" len="med"/>
            <a:tailEnd type="none" w="med" len="med"/>
          </a:ln>
          <a:effectLst>
            <a:reflection blurRad="6350" stA="50000" endA="300" endPos="55000" dir="5400000" sy="-100000" algn="bl" rotWithShape="0"/>
          </a:effectLst>
          <a:scene3d>
            <a:camera prst="isometricOffAxis2Left"/>
            <a:lightRig rig="threePt" dir="t"/>
          </a:scene3d>
        </p:spPr>
        <p:txBody>
          <a:bodyPr vert="horz" wrap="square" lIns="91440" tIns="45720" rIns="91440" bIns="45720" numCol="1" rtlCol="0" anchor="t" anchorCtr="0" compatLnSpc="1">
            <a:prstTxWarp prst="textNoShape">
              <a:avLst/>
            </a:prstTxWarp>
          </a:bodyPr>
          <a:lstStyle/>
          <a:p>
            <a:pPr lvl="0" algn="ctr" rtl="1" fontAlgn="base">
              <a:spcBef>
                <a:spcPct val="0"/>
              </a:spcBef>
              <a:spcAft>
                <a:spcPct val="0"/>
              </a:spcAft>
            </a:pPr>
            <a:r>
              <a:rPr lang="fa-IR" sz="2400" b="1" dirty="0">
                <a:solidFill>
                  <a:srgbClr val="FFFFFF"/>
                </a:solidFill>
                <a:latin typeface="Times New Roman" panose="02020603050405020304" pitchFamily="18" charset="0"/>
                <a:cs typeface="B Nazanin" panose="00000400000000000000" pitchFamily="2" charset="-78"/>
              </a:rPr>
              <a:t>مقالات اخیر</a:t>
            </a:r>
            <a:endParaRPr lang="en-US" sz="2400" b="1" dirty="0">
              <a:solidFill>
                <a:srgbClr val="FFFFFF"/>
              </a:solidFill>
              <a:latin typeface="Times New Roman" panose="02020603050405020304" pitchFamily="18" charset="0"/>
              <a:cs typeface="B Nazanin" panose="00000400000000000000" pitchFamily="2" charset="-78"/>
            </a:endParaRPr>
          </a:p>
        </p:txBody>
      </p:sp>
      <p:sp>
        <p:nvSpPr>
          <p:cNvPr id="19" name="AutoShape 3"/>
          <p:cNvSpPr>
            <a:spLocks noChangeArrowheads="1"/>
          </p:cNvSpPr>
          <p:nvPr/>
        </p:nvSpPr>
        <p:spPr bwMode="gray">
          <a:xfrm flipH="1">
            <a:off x="2190754" y="54854"/>
            <a:ext cx="2056085" cy="651510"/>
          </a:xfrm>
          <a:prstGeom prst="chevron">
            <a:avLst>
              <a:gd name="adj" fmla="val 17009"/>
            </a:avLst>
          </a:prstGeom>
          <a:gradFill rotWithShape="1">
            <a:gsLst>
              <a:gs pos="0">
                <a:srgbClr val="84B09A">
                  <a:gamma/>
                  <a:shade val="46275"/>
                  <a:invGamma/>
                </a:srgbClr>
              </a:gs>
              <a:gs pos="50000">
                <a:srgbClr val="84B09A"/>
              </a:gs>
              <a:gs pos="100000">
                <a:srgbClr val="84B09A">
                  <a:gamma/>
                  <a:shade val="46275"/>
                  <a:invGamma/>
                </a:srgbClr>
              </a:gs>
            </a:gsLst>
            <a:lin ang="2700000" scaled="1"/>
          </a:gradFill>
          <a:ln w="38100">
            <a:solidFill>
              <a:srgbClr val="EAEAEA"/>
            </a:solidFill>
            <a:miter lim="800000"/>
            <a:headEnd/>
            <a:tailEnd/>
          </a:ln>
          <a:effectLst>
            <a:outerShdw dist="109250" dir="3267739" algn="ctr" rotWithShape="0">
              <a:srgbClr val="333333">
                <a:alpha val="50000"/>
              </a:srgbClr>
            </a:outerShdw>
          </a:effectLst>
        </p:spPr>
        <p:txBody>
          <a:bodyPr wrap="square" anchor="ctr">
            <a:spAutoFit/>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endParaRPr>
          </a:p>
        </p:txBody>
      </p:sp>
      <p:sp>
        <p:nvSpPr>
          <p:cNvPr id="21" name="AutoShape 3"/>
          <p:cNvSpPr>
            <a:spLocks noChangeArrowheads="1"/>
          </p:cNvSpPr>
          <p:nvPr/>
        </p:nvSpPr>
        <p:spPr bwMode="gray">
          <a:xfrm flipH="1">
            <a:off x="148662" y="55997"/>
            <a:ext cx="2057400" cy="649224"/>
          </a:xfrm>
          <a:prstGeom prst="chevron">
            <a:avLst>
              <a:gd name="adj" fmla="val 17009"/>
            </a:avLst>
          </a:prstGeom>
          <a:gradFill rotWithShape="1">
            <a:gsLst>
              <a:gs pos="0">
                <a:srgbClr val="3659EC">
                  <a:gamma/>
                  <a:shade val="46275"/>
                  <a:invGamma/>
                </a:srgbClr>
              </a:gs>
              <a:gs pos="50000">
                <a:srgbClr val="3659EC"/>
              </a:gs>
              <a:gs pos="100000">
                <a:srgbClr val="3659EC">
                  <a:gamma/>
                  <a:shade val="46275"/>
                  <a:invGamma/>
                </a:srgbClr>
              </a:gs>
            </a:gsLst>
            <a:lin ang="2700000" scaled="1"/>
          </a:gradFill>
          <a:ln w="38100">
            <a:solidFill>
              <a:srgbClr val="EAEAEA"/>
            </a:solidFill>
            <a:miter lim="800000"/>
            <a:headEnd/>
            <a:tailEnd/>
          </a:ln>
          <a:effectLst>
            <a:outerShdw dist="109250" dir="3267739" algn="ctr" rotWithShape="0">
              <a:srgbClr val="333333">
                <a:alpha val="50000"/>
              </a:srgbClr>
            </a:outerShdw>
          </a:effectLst>
        </p:spPr>
        <p:txBody>
          <a:bodyPr wrap="square" anchor="ctr">
            <a:spAutoFit/>
          </a:bodyPr>
          <a:lstStyle/>
          <a:p>
            <a:pPr algn="ctr" fontAlgn="base">
              <a:spcBef>
                <a:spcPct val="0"/>
              </a:spcBef>
              <a:spcAft>
                <a:spcPct val="0"/>
              </a:spcAft>
            </a:pPr>
            <a:endParaRPr lang="en-US" kern="0">
              <a:solidFill>
                <a:srgbClr val="3D81BF"/>
              </a:solidFill>
            </a:endParaRPr>
          </a:p>
        </p:txBody>
      </p:sp>
      <p:sp>
        <p:nvSpPr>
          <p:cNvPr id="22" name="Rectangle 21"/>
          <p:cNvSpPr/>
          <p:nvPr/>
        </p:nvSpPr>
        <p:spPr>
          <a:xfrm>
            <a:off x="418672" y="193150"/>
            <a:ext cx="1443038" cy="338554"/>
          </a:xfrm>
          <a:prstGeom prst="rect">
            <a:avLst/>
          </a:prstGeom>
        </p:spPr>
        <p:txBody>
          <a:bodyPr wrap="square">
            <a:spAutoFit/>
          </a:bodyPr>
          <a:lstStyle/>
          <a:p>
            <a:pPr lvl="0" algn="ctr" rtl="1" fontAlgn="base">
              <a:spcBef>
                <a:spcPct val="0"/>
              </a:spcBef>
              <a:spcAft>
                <a:spcPct val="0"/>
              </a:spcAft>
            </a:pPr>
            <a:r>
              <a:rPr lang="fa-IR" sz="1600" b="1" dirty="0">
                <a:solidFill>
                  <a:srgbClr val="FFFFFF"/>
                </a:solidFill>
                <a:latin typeface="Times New Roman" panose="02020603050405020304" pitchFamily="18" charset="0"/>
                <a:cs typeface="B Nazanin" panose="00000400000000000000" pitchFamily="2" charset="-78"/>
              </a:rPr>
              <a:t>مقالات اخیر</a:t>
            </a:r>
            <a:endParaRPr lang="en-US" sz="1600" b="1" dirty="0">
              <a:solidFill>
                <a:srgbClr val="FFFFFF"/>
              </a:solidFill>
              <a:latin typeface="Times New Roman" panose="02020603050405020304" pitchFamily="18" charset="0"/>
              <a:cs typeface="B Nazanin" panose="00000400000000000000" pitchFamily="2" charset="-78"/>
            </a:endParaRPr>
          </a:p>
        </p:txBody>
      </p:sp>
      <p:sp>
        <p:nvSpPr>
          <p:cNvPr id="23" name="Rectangle 22"/>
          <p:cNvSpPr/>
          <p:nvPr/>
        </p:nvSpPr>
        <p:spPr>
          <a:xfrm>
            <a:off x="2393380" y="70040"/>
            <a:ext cx="1600200" cy="584775"/>
          </a:xfrm>
          <a:prstGeom prst="rect">
            <a:avLst/>
          </a:prstGeom>
        </p:spPr>
        <p:txBody>
          <a:bodyPr wrap="square">
            <a:spAutoFit/>
          </a:bodyPr>
          <a:lstStyle/>
          <a:p>
            <a:pPr lvl="0" algn="ctr" rtl="1" fontAlgn="base">
              <a:spcBef>
                <a:spcPct val="0"/>
              </a:spcBef>
              <a:spcAft>
                <a:spcPct val="0"/>
              </a:spcAft>
            </a:pPr>
            <a:r>
              <a:rPr lang="fa-IR" sz="1600" b="1" dirty="0">
                <a:solidFill>
                  <a:srgbClr val="FFFFFF"/>
                </a:solidFill>
                <a:latin typeface="Times New Roman" panose="02020603050405020304" pitchFamily="18" charset="0"/>
                <a:cs typeface="B Nazanin" panose="00000400000000000000" pitchFamily="2" charset="-78"/>
              </a:rPr>
              <a:t>سیستم مدیریت همسان سازی</a:t>
            </a:r>
            <a:endParaRPr lang="en-US" sz="1600" b="1" dirty="0">
              <a:solidFill>
                <a:srgbClr val="FFFFFF"/>
              </a:solidFill>
              <a:latin typeface="Times New Roman" panose="02020603050405020304" pitchFamily="18" charset="0"/>
              <a:cs typeface="B Nazanin" panose="00000400000000000000" pitchFamily="2" charset="-78"/>
            </a:endParaRPr>
          </a:p>
        </p:txBody>
      </p:sp>
      <p:pic>
        <p:nvPicPr>
          <p:cNvPr id="24" name="Picture 23" descr="پرونده:Azad University logo.png - ویکی‌پدیا، دانشنامهٔ آزاد">
            <a:extLst>
              <a:ext uri="{FF2B5EF4-FFF2-40B4-BE49-F238E27FC236}">
                <a16:creationId xmlns="" xmlns:a16="http://schemas.microsoft.com/office/drawing/2014/main" id="{FA988D60-670C-406B-B8FB-D5A0053424E9}"/>
              </a:ext>
            </a:extLst>
          </p:cNvPr>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8610600" y="0"/>
            <a:ext cx="533400" cy="822959"/>
          </a:xfrm>
          <a:prstGeom prst="rect">
            <a:avLst/>
          </a:prstGeom>
          <a:noFill/>
          <a:ln>
            <a:noFill/>
          </a:ln>
        </p:spPr>
      </p:pic>
      <p:sp>
        <p:nvSpPr>
          <p:cNvPr id="25" name="AutoShape 10">
            <a:extLst>
              <a:ext uri="{FF2B5EF4-FFF2-40B4-BE49-F238E27FC236}">
                <a16:creationId xmlns="" xmlns:a16="http://schemas.microsoft.com/office/drawing/2014/main" id="{96E6A76C-5024-445C-8373-4A127C8598B1}"/>
              </a:ext>
            </a:extLst>
          </p:cNvPr>
          <p:cNvSpPr>
            <a:spLocks noChangeArrowheads="1"/>
          </p:cNvSpPr>
          <p:nvPr/>
        </p:nvSpPr>
        <p:spPr bwMode="gray">
          <a:xfrm flipH="1">
            <a:off x="6244699" y="55997"/>
            <a:ext cx="2137301" cy="649224"/>
          </a:xfrm>
          <a:prstGeom prst="chevron">
            <a:avLst>
              <a:gd name="adj" fmla="val 17842"/>
            </a:avLst>
          </a:prstGeom>
          <a:gradFill rotWithShape="1">
            <a:gsLst>
              <a:gs pos="0">
                <a:srgbClr val="84B09A">
                  <a:gamma/>
                  <a:shade val="46275"/>
                  <a:invGamma/>
                </a:srgbClr>
              </a:gs>
              <a:gs pos="50000">
                <a:srgbClr val="84B09A"/>
              </a:gs>
              <a:gs pos="100000">
                <a:srgbClr val="84B09A">
                  <a:gamma/>
                  <a:shade val="46275"/>
                  <a:invGamma/>
                </a:srgbClr>
              </a:gs>
            </a:gsLst>
            <a:lin ang="2700000" scaled="1"/>
          </a:gradFill>
          <a:ln w="38100">
            <a:solidFill>
              <a:srgbClr val="EAEAEA"/>
            </a:solidFill>
            <a:miter lim="800000"/>
            <a:headEnd/>
            <a:tailEnd/>
          </a:ln>
          <a:effectLst>
            <a:outerShdw dist="109250" dir="3267739" algn="ctr" rotWithShape="0">
              <a:srgbClr val="333333">
                <a:alpha val="50000"/>
              </a:srgbClr>
            </a:outerShdw>
          </a:effectLst>
        </p:spPr>
        <p:txBody>
          <a:bodyPr wrap="square" anchor="ctr">
            <a:spAutoFit/>
          </a:bodyPr>
          <a:lstStyle/>
          <a:p>
            <a:pPr algn="ctr" fontAlgn="base">
              <a:spcBef>
                <a:spcPct val="0"/>
              </a:spcBef>
              <a:spcAft>
                <a:spcPct val="0"/>
              </a:spcAft>
            </a:pPr>
            <a:endParaRPr lang="en-US" kern="0">
              <a:solidFill>
                <a:srgbClr val="3D81BF"/>
              </a:solidFill>
            </a:endParaRPr>
          </a:p>
        </p:txBody>
      </p:sp>
      <p:sp>
        <p:nvSpPr>
          <p:cNvPr id="27" name="Rectangle 26">
            <a:extLst>
              <a:ext uri="{FF2B5EF4-FFF2-40B4-BE49-F238E27FC236}">
                <a16:creationId xmlns="" xmlns:a16="http://schemas.microsoft.com/office/drawing/2014/main" id="{BF9CF44D-C94F-4B09-AF24-15EACD7BE0F4}"/>
              </a:ext>
            </a:extLst>
          </p:cNvPr>
          <p:cNvSpPr/>
          <p:nvPr/>
        </p:nvSpPr>
        <p:spPr>
          <a:xfrm>
            <a:off x="6499957" y="197162"/>
            <a:ext cx="1626786" cy="323165"/>
          </a:xfrm>
          <a:prstGeom prst="rect">
            <a:avLst/>
          </a:prstGeom>
        </p:spPr>
        <p:txBody>
          <a:bodyPr wrap="square">
            <a:spAutoFit/>
          </a:bodyPr>
          <a:lstStyle/>
          <a:p>
            <a:pPr lvl="0" algn="ctr" fontAlgn="base">
              <a:spcBef>
                <a:spcPct val="0"/>
              </a:spcBef>
              <a:spcAft>
                <a:spcPct val="0"/>
              </a:spcAft>
              <a:defRPr/>
            </a:pPr>
            <a:r>
              <a:rPr lang="fa-IR" sz="1500" b="1" kern="0" dirty="0" err="1">
                <a:solidFill>
                  <a:srgbClr val="FFFFFF"/>
                </a:solidFill>
                <a:latin typeface="Times New Roman" panose="02020603050405020304" pitchFamily="18" charset="0"/>
                <a:cs typeface="B Nazanin" pitchFamily="2" charset="-78"/>
              </a:rPr>
              <a:t>باتریها</a:t>
            </a:r>
            <a:endParaRPr lang="en-US" sz="1500" b="1" kern="0" dirty="0">
              <a:solidFill>
                <a:srgbClr val="FFFFFF"/>
              </a:solidFill>
              <a:latin typeface="Times New Roman" panose="02020603050405020304" pitchFamily="18" charset="0"/>
              <a:cs typeface="B Nazanin" pitchFamily="2" charset="-78"/>
            </a:endParaRPr>
          </a:p>
        </p:txBody>
      </p:sp>
      <p:sp>
        <p:nvSpPr>
          <p:cNvPr id="28" name="AutoShape 3">
            <a:extLst>
              <a:ext uri="{FF2B5EF4-FFF2-40B4-BE49-F238E27FC236}">
                <a16:creationId xmlns="" xmlns:a16="http://schemas.microsoft.com/office/drawing/2014/main" id="{DBA5C955-0E66-467E-8B5F-EF4EE5F8F3FA}"/>
              </a:ext>
            </a:extLst>
          </p:cNvPr>
          <p:cNvSpPr>
            <a:spLocks noChangeArrowheads="1"/>
          </p:cNvSpPr>
          <p:nvPr/>
        </p:nvSpPr>
        <p:spPr bwMode="gray">
          <a:xfrm flipH="1">
            <a:off x="4215687" y="54854"/>
            <a:ext cx="2056085" cy="651510"/>
          </a:xfrm>
          <a:prstGeom prst="chevron">
            <a:avLst>
              <a:gd name="adj" fmla="val 17009"/>
            </a:avLst>
          </a:prstGeom>
          <a:gradFill rotWithShape="1">
            <a:gsLst>
              <a:gs pos="0">
                <a:srgbClr val="84B09A">
                  <a:gamma/>
                  <a:shade val="46275"/>
                  <a:invGamma/>
                </a:srgbClr>
              </a:gs>
              <a:gs pos="50000">
                <a:srgbClr val="84B09A"/>
              </a:gs>
              <a:gs pos="100000">
                <a:srgbClr val="84B09A">
                  <a:gamma/>
                  <a:shade val="46275"/>
                  <a:invGamma/>
                </a:srgbClr>
              </a:gs>
            </a:gsLst>
            <a:lin ang="2700000" scaled="1"/>
          </a:gradFill>
          <a:ln w="38100">
            <a:solidFill>
              <a:srgbClr val="EAEAEA"/>
            </a:solidFill>
            <a:miter lim="800000"/>
            <a:headEnd/>
            <a:tailEnd/>
          </a:ln>
          <a:effectLst>
            <a:outerShdw dist="109250" dir="3267739" algn="ctr" rotWithShape="0">
              <a:srgbClr val="333333">
                <a:alpha val="50000"/>
              </a:srgbClr>
            </a:outerShdw>
          </a:effectLst>
        </p:spPr>
        <p:txBody>
          <a:bodyPr wrap="square" anchor="ctr">
            <a:spAutoFit/>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endParaRPr>
          </a:p>
        </p:txBody>
      </p:sp>
      <p:sp>
        <p:nvSpPr>
          <p:cNvPr id="29" name="Rectangle 28">
            <a:extLst>
              <a:ext uri="{FF2B5EF4-FFF2-40B4-BE49-F238E27FC236}">
                <a16:creationId xmlns="" xmlns:a16="http://schemas.microsoft.com/office/drawing/2014/main" id="{AC165A2D-60D3-440C-A112-7B419F7E72B2}"/>
              </a:ext>
            </a:extLst>
          </p:cNvPr>
          <p:cNvSpPr/>
          <p:nvPr/>
        </p:nvSpPr>
        <p:spPr>
          <a:xfrm>
            <a:off x="4525250" y="89171"/>
            <a:ext cx="1443038" cy="584775"/>
          </a:xfrm>
          <a:prstGeom prst="rect">
            <a:avLst/>
          </a:prstGeom>
        </p:spPr>
        <p:txBody>
          <a:bodyPr wrap="square">
            <a:spAutoFit/>
          </a:bodyPr>
          <a:lstStyle/>
          <a:p>
            <a:pPr lvl="0" algn="ctr" rtl="1" fontAlgn="base">
              <a:spcBef>
                <a:spcPct val="0"/>
              </a:spcBef>
              <a:spcAft>
                <a:spcPct val="0"/>
              </a:spcAft>
            </a:pPr>
            <a:r>
              <a:rPr lang="fa-IR" sz="1600" b="1" dirty="0">
                <a:solidFill>
                  <a:srgbClr val="FFFFFF"/>
                </a:solidFill>
                <a:latin typeface="Times New Roman" panose="02020603050405020304" pitchFamily="18" charset="0"/>
                <a:cs typeface="B Nazanin" panose="00000400000000000000" pitchFamily="2" charset="-78"/>
              </a:rPr>
              <a:t>سیستم مدیریت باتری</a:t>
            </a:r>
            <a:endParaRPr lang="en-US" sz="1600" b="1" dirty="0">
              <a:solidFill>
                <a:srgbClr val="FFFFFF"/>
              </a:solidFill>
              <a:latin typeface="Times New Roman" panose="02020603050405020304" pitchFamily="18" charset="0"/>
              <a:cs typeface="B Nazanin" panose="00000400000000000000" pitchFamily="2" charset="-78"/>
            </a:endParaRPr>
          </a:p>
        </p:txBody>
      </p:sp>
      <p:sp>
        <p:nvSpPr>
          <p:cNvPr id="31" name="TextBox 30">
            <a:extLst>
              <a:ext uri="{FF2B5EF4-FFF2-40B4-BE49-F238E27FC236}">
                <a16:creationId xmlns="" xmlns:a16="http://schemas.microsoft.com/office/drawing/2014/main" id="{F43469DC-7F5B-471E-BD74-ED709E621F63}"/>
              </a:ext>
            </a:extLst>
          </p:cNvPr>
          <p:cNvSpPr txBox="1"/>
          <p:nvPr/>
        </p:nvSpPr>
        <p:spPr>
          <a:xfrm>
            <a:off x="-438805" y="941739"/>
            <a:ext cx="7315201" cy="307777"/>
          </a:xfrm>
          <a:prstGeom prst="rect">
            <a:avLst/>
          </a:prstGeom>
          <a:noFill/>
        </p:spPr>
        <p:txBody>
          <a:bodyPr wrap="square" rtlCol="0">
            <a:spAutoFit/>
          </a:bodyPr>
          <a:lstStyle/>
          <a:p>
            <a:pPr algn="ctr" rtl="1" fontAlgn="base">
              <a:spcBef>
                <a:spcPct val="0"/>
              </a:spcBef>
              <a:spcAft>
                <a:spcPct val="0"/>
              </a:spcAft>
            </a:pPr>
            <a:r>
              <a:rPr lang="fa-IR" sz="1400" dirty="0">
                <a:cs typeface="B Lotus" panose="00000400000000000000" pitchFamily="2" charset="-78"/>
              </a:rPr>
              <a:t>روشی نو برای همسان‌سازی باتری پک با اتصال سری بر مبنای تجزیه و تحلیل خوشه‌بندی همراه با الگوریتم ژنتیک</a:t>
            </a:r>
            <a:endParaRPr lang="en-US" sz="1400" dirty="0">
              <a:cs typeface="B Lotus" panose="00000400000000000000" pitchFamily="2" charset="-78"/>
            </a:endParaRPr>
          </a:p>
        </p:txBody>
      </p:sp>
      <p:sp>
        <p:nvSpPr>
          <p:cNvPr id="16" name="Slide Number Placeholder 3">
            <a:extLst>
              <a:ext uri="{FF2B5EF4-FFF2-40B4-BE49-F238E27FC236}">
                <a16:creationId xmlns="" xmlns:a16="http://schemas.microsoft.com/office/drawing/2014/main" id="{FEFB061F-8AAB-4535-B272-1BA4D5A77191}"/>
              </a:ext>
            </a:extLst>
          </p:cNvPr>
          <p:cNvSpPr txBox="1">
            <a:spLocks/>
          </p:cNvSpPr>
          <p:nvPr/>
        </p:nvSpPr>
        <p:spPr>
          <a:xfrm>
            <a:off x="8965" y="6090313"/>
            <a:ext cx="676835" cy="767687"/>
          </a:xfrm>
          <a:prstGeom prst="rect">
            <a:avLst/>
          </a:prstGeom>
        </p:spPr>
        <p:txBody>
          <a:bodyPr vert="horz" lIns="91440" tIns="45720" rIns="91440" bIns="45720" rtlCol="0" anchor="ctr"/>
          <a:lstStyle>
            <a:defPPr>
              <a:defRPr lang="en-US"/>
            </a:defPPr>
            <a:lvl1pPr marL="0" algn="l" defTabSz="914400" rtl="0" eaLnBrk="1" latinLnBrk="0" hangingPunct="1">
              <a:defRPr sz="1400" b="1" kern="1200">
                <a:solidFill>
                  <a:srgbClr val="FFFFFF"/>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rtl="1"/>
            <a:fld id="{E8ADF199-8047-440E-B02B-E80683B392F2}" type="slidenum">
              <a:rPr lang="fa-IR" sz="1800" smtClean="0">
                <a:solidFill>
                  <a:schemeClr val="tx1"/>
                </a:solidFill>
                <a:cs typeface="B Lotus" panose="00000400000000000000" pitchFamily="2" charset="-78"/>
              </a:rPr>
              <a:pPr rtl="1"/>
              <a:t>66</a:t>
            </a:fld>
            <a:endParaRPr lang="fa-IR" sz="1800" dirty="0">
              <a:solidFill>
                <a:schemeClr val="tx1"/>
              </a:solidFill>
              <a:cs typeface="B Lotus" panose="00000400000000000000" pitchFamily="2" charset="-78"/>
            </a:endParaRPr>
          </a:p>
        </p:txBody>
      </p:sp>
    </p:spTree>
    <p:extLst>
      <p:ext uri="{BB962C8B-B14F-4D97-AF65-F5344CB8AC3E}">
        <p14:creationId xmlns:p14="http://schemas.microsoft.com/office/powerpoint/2010/main" val="165838311"/>
      </p:ext>
    </p:extLst>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 name="TextBox 19"/>
          <p:cNvSpPr txBox="1"/>
          <p:nvPr/>
        </p:nvSpPr>
        <p:spPr>
          <a:xfrm>
            <a:off x="1778986" y="6245406"/>
            <a:ext cx="5261377" cy="369332"/>
          </a:xfrm>
          <a:prstGeom prst="rect">
            <a:avLst/>
          </a:prstGeom>
          <a:noFill/>
        </p:spPr>
        <p:txBody>
          <a:bodyPr wrap="none" rtlCol="0">
            <a:spAutoFit/>
          </a:bodyPr>
          <a:lstStyle/>
          <a:p>
            <a:pPr algn="ctr" rtl="1"/>
            <a:r>
              <a:rPr lang="fa-IR" dirty="0">
                <a:latin typeface="Times New Roman" panose="02020603050405020304" pitchFamily="18" charset="0"/>
                <a:cs typeface="B Lotus" panose="00000400000000000000" pitchFamily="2" charset="-78"/>
              </a:rPr>
              <a:t>فلوچارت خوشه بندی باتری ها به روش </a:t>
            </a:r>
            <a:r>
              <a:rPr lang="en-US" dirty="0">
                <a:latin typeface="Times New Roman" panose="02020603050405020304" pitchFamily="18" charset="0"/>
                <a:cs typeface="B Lotus" panose="00000400000000000000" pitchFamily="2" charset="-78"/>
              </a:rPr>
              <a:t>k-means</a:t>
            </a:r>
            <a:r>
              <a:rPr lang="fa-IR" dirty="0">
                <a:latin typeface="Times New Roman" panose="02020603050405020304" pitchFamily="18" charset="0"/>
                <a:cs typeface="B Lotus" panose="00000400000000000000" pitchFamily="2" charset="-78"/>
              </a:rPr>
              <a:t> به همراه </a:t>
            </a:r>
            <a:r>
              <a:rPr lang="en-US" dirty="0">
                <a:latin typeface="Times New Roman" panose="02020603050405020304" pitchFamily="18" charset="0"/>
                <a:cs typeface="B Lotus" panose="00000400000000000000" pitchFamily="2" charset="-78"/>
              </a:rPr>
              <a:t>GA</a:t>
            </a:r>
            <a:r>
              <a:rPr lang="fa-IR" dirty="0">
                <a:solidFill>
                  <a:srgbClr val="61D6FF"/>
                </a:solidFill>
                <a:latin typeface="Times New Roman" panose="02020603050405020304" pitchFamily="18" charset="0"/>
                <a:cs typeface="B Lotus" panose="00000400000000000000" pitchFamily="2" charset="-78"/>
              </a:rPr>
              <a:t> [1]</a:t>
            </a:r>
            <a:r>
              <a:rPr lang="fa-IR" dirty="0">
                <a:latin typeface="Times New Roman" panose="02020603050405020304" pitchFamily="18" charset="0"/>
                <a:cs typeface="B Lotus" panose="00000400000000000000" pitchFamily="2" charset="-78"/>
              </a:rPr>
              <a:t>.</a:t>
            </a:r>
            <a:r>
              <a:rPr lang="fa-IR" dirty="0">
                <a:latin typeface="Times New Roman" panose="02020603050405020304" pitchFamily="18" charset="0"/>
                <a:ea typeface="Calibri" panose="020F0502020204030204" pitchFamily="34" charset="0"/>
                <a:cs typeface="B Lotus" panose="00000400000000000000" pitchFamily="2" charset="-78"/>
              </a:rPr>
              <a:t> </a:t>
            </a:r>
            <a:endParaRPr lang="en-US" dirty="0">
              <a:latin typeface="Times New Roman" panose="02020603050405020304" pitchFamily="18" charset="0"/>
              <a:cs typeface="B Lotus" panose="00000400000000000000" pitchFamily="2" charset="-78"/>
            </a:endParaRPr>
          </a:p>
        </p:txBody>
      </p:sp>
      <p:pic>
        <p:nvPicPr>
          <p:cNvPr id="18" name="Picture 17"/>
          <p:cNvPicPr/>
          <p:nvPr/>
        </p:nvPicPr>
        <p:blipFill>
          <a:blip r:embed="rId3" cstate="print">
            <a:extLst>
              <a:ext uri="{28A0092B-C50C-407E-A947-70E740481C1C}">
                <a14:useLocalDpi xmlns:a14="http://schemas.microsoft.com/office/drawing/2010/main" val="0"/>
              </a:ext>
            </a:extLst>
          </a:blip>
          <a:stretch>
            <a:fillRect/>
          </a:stretch>
        </p:blipFill>
        <p:spPr bwMode="auto">
          <a:xfrm>
            <a:off x="595239" y="1484891"/>
            <a:ext cx="7628872" cy="4687309"/>
          </a:xfrm>
          <a:prstGeom prst="rect">
            <a:avLst/>
          </a:prstGeom>
          <a:noFill/>
          <a:ln>
            <a:noFill/>
          </a:ln>
        </p:spPr>
      </p:pic>
      <p:sp>
        <p:nvSpPr>
          <p:cNvPr id="19" name="Rounded Rectangle 175">
            <a:extLst>
              <a:ext uri="{FF2B5EF4-FFF2-40B4-BE49-F238E27FC236}">
                <a16:creationId xmlns="" xmlns:a16="http://schemas.microsoft.com/office/drawing/2014/main" id="{AACCE7D9-540A-47B9-8964-41031B797FDD}"/>
              </a:ext>
            </a:extLst>
          </p:cNvPr>
          <p:cNvSpPr/>
          <p:nvPr/>
        </p:nvSpPr>
        <p:spPr bwMode="auto">
          <a:xfrm>
            <a:off x="7124531" y="917675"/>
            <a:ext cx="1486069" cy="498507"/>
          </a:xfrm>
          <a:prstGeom prst="roundRect">
            <a:avLst/>
          </a:prstGeom>
          <a:solidFill>
            <a:srgbClr val="3D81BF">
              <a:lumMod val="75000"/>
            </a:srgbClr>
          </a:solidFill>
          <a:ln w="9525" cap="flat" cmpd="sng" algn="ctr">
            <a:solidFill>
              <a:srgbClr val="000000"/>
            </a:solidFill>
            <a:prstDash val="solid"/>
            <a:round/>
            <a:headEnd type="none" w="med" len="med"/>
            <a:tailEnd type="none" w="med" len="med"/>
          </a:ln>
          <a:effectLst>
            <a:reflection blurRad="6350" stA="50000" endA="300" endPos="55000" dir="5400000" sy="-100000" algn="bl" rotWithShape="0"/>
          </a:effectLst>
          <a:scene3d>
            <a:camera prst="isometricOffAxis2Left"/>
            <a:lightRig rig="threePt" dir="t"/>
          </a:scene3d>
        </p:spPr>
        <p:txBody>
          <a:bodyPr vert="horz" wrap="square" lIns="91440" tIns="45720" rIns="91440" bIns="45720" numCol="1" rtlCol="0" anchor="t" anchorCtr="0" compatLnSpc="1">
            <a:prstTxWarp prst="textNoShape">
              <a:avLst/>
            </a:prstTxWarp>
          </a:bodyPr>
          <a:lstStyle/>
          <a:p>
            <a:pPr lvl="0" algn="ctr" rtl="1" fontAlgn="base">
              <a:spcBef>
                <a:spcPct val="0"/>
              </a:spcBef>
              <a:spcAft>
                <a:spcPct val="0"/>
              </a:spcAft>
            </a:pPr>
            <a:r>
              <a:rPr lang="fa-IR" sz="2400" b="1" dirty="0">
                <a:solidFill>
                  <a:srgbClr val="FFFFFF"/>
                </a:solidFill>
                <a:latin typeface="Times New Roman" panose="02020603050405020304" pitchFamily="18" charset="0"/>
                <a:cs typeface="B Nazanin" panose="00000400000000000000" pitchFamily="2" charset="-78"/>
              </a:rPr>
              <a:t>مقالات اخیر</a:t>
            </a:r>
            <a:endParaRPr lang="en-US" sz="2400" b="1" dirty="0">
              <a:solidFill>
                <a:srgbClr val="FFFFFF"/>
              </a:solidFill>
              <a:latin typeface="Times New Roman" panose="02020603050405020304" pitchFamily="18" charset="0"/>
              <a:cs typeface="B Nazanin" panose="00000400000000000000" pitchFamily="2" charset="-78"/>
            </a:endParaRPr>
          </a:p>
        </p:txBody>
      </p:sp>
      <p:sp>
        <p:nvSpPr>
          <p:cNvPr id="21" name="AutoShape 3"/>
          <p:cNvSpPr>
            <a:spLocks noChangeArrowheads="1"/>
          </p:cNvSpPr>
          <p:nvPr/>
        </p:nvSpPr>
        <p:spPr bwMode="gray">
          <a:xfrm flipH="1">
            <a:off x="2190754" y="54854"/>
            <a:ext cx="2056085" cy="651510"/>
          </a:xfrm>
          <a:prstGeom prst="chevron">
            <a:avLst>
              <a:gd name="adj" fmla="val 17009"/>
            </a:avLst>
          </a:prstGeom>
          <a:gradFill rotWithShape="1">
            <a:gsLst>
              <a:gs pos="0">
                <a:srgbClr val="84B09A">
                  <a:gamma/>
                  <a:shade val="46275"/>
                  <a:invGamma/>
                </a:srgbClr>
              </a:gs>
              <a:gs pos="50000">
                <a:srgbClr val="84B09A"/>
              </a:gs>
              <a:gs pos="100000">
                <a:srgbClr val="84B09A">
                  <a:gamma/>
                  <a:shade val="46275"/>
                  <a:invGamma/>
                </a:srgbClr>
              </a:gs>
            </a:gsLst>
            <a:lin ang="2700000" scaled="1"/>
          </a:gradFill>
          <a:ln w="38100">
            <a:solidFill>
              <a:srgbClr val="EAEAEA"/>
            </a:solidFill>
            <a:miter lim="800000"/>
            <a:headEnd/>
            <a:tailEnd/>
          </a:ln>
          <a:effectLst>
            <a:outerShdw dist="109250" dir="3267739" algn="ctr" rotWithShape="0">
              <a:srgbClr val="333333">
                <a:alpha val="50000"/>
              </a:srgbClr>
            </a:outerShdw>
          </a:effectLst>
        </p:spPr>
        <p:txBody>
          <a:bodyPr wrap="square" anchor="ctr">
            <a:spAutoFit/>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endParaRPr>
          </a:p>
        </p:txBody>
      </p:sp>
      <p:sp>
        <p:nvSpPr>
          <p:cNvPr id="22" name="AutoShape 3"/>
          <p:cNvSpPr>
            <a:spLocks noChangeArrowheads="1"/>
          </p:cNvSpPr>
          <p:nvPr/>
        </p:nvSpPr>
        <p:spPr bwMode="gray">
          <a:xfrm flipH="1">
            <a:off x="148662" y="55997"/>
            <a:ext cx="2057400" cy="649224"/>
          </a:xfrm>
          <a:prstGeom prst="chevron">
            <a:avLst>
              <a:gd name="adj" fmla="val 17009"/>
            </a:avLst>
          </a:prstGeom>
          <a:gradFill rotWithShape="1">
            <a:gsLst>
              <a:gs pos="0">
                <a:srgbClr val="3659EC">
                  <a:gamma/>
                  <a:shade val="46275"/>
                  <a:invGamma/>
                </a:srgbClr>
              </a:gs>
              <a:gs pos="50000">
                <a:srgbClr val="3659EC"/>
              </a:gs>
              <a:gs pos="100000">
                <a:srgbClr val="3659EC">
                  <a:gamma/>
                  <a:shade val="46275"/>
                  <a:invGamma/>
                </a:srgbClr>
              </a:gs>
            </a:gsLst>
            <a:lin ang="2700000" scaled="1"/>
          </a:gradFill>
          <a:ln w="38100">
            <a:solidFill>
              <a:srgbClr val="EAEAEA"/>
            </a:solidFill>
            <a:miter lim="800000"/>
            <a:headEnd/>
            <a:tailEnd/>
          </a:ln>
          <a:effectLst>
            <a:outerShdw dist="109250" dir="3267739" algn="ctr" rotWithShape="0">
              <a:srgbClr val="333333">
                <a:alpha val="50000"/>
              </a:srgbClr>
            </a:outerShdw>
          </a:effectLst>
        </p:spPr>
        <p:txBody>
          <a:bodyPr wrap="square" anchor="ctr">
            <a:spAutoFit/>
          </a:bodyPr>
          <a:lstStyle/>
          <a:p>
            <a:pPr algn="ctr" fontAlgn="base">
              <a:spcBef>
                <a:spcPct val="0"/>
              </a:spcBef>
              <a:spcAft>
                <a:spcPct val="0"/>
              </a:spcAft>
            </a:pPr>
            <a:endParaRPr lang="en-US" kern="0">
              <a:solidFill>
                <a:srgbClr val="3D81BF"/>
              </a:solidFill>
            </a:endParaRPr>
          </a:p>
        </p:txBody>
      </p:sp>
      <p:sp>
        <p:nvSpPr>
          <p:cNvPr id="23" name="Rectangle 22"/>
          <p:cNvSpPr/>
          <p:nvPr/>
        </p:nvSpPr>
        <p:spPr>
          <a:xfrm>
            <a:off x="418672" y="193150"/>
            <a:ext cx="1443038" cy="338554"/>
          </a:xfrm>
          <a:prstGeom prst="rect">
            <a:avLst/>
          </a:prstGeom>
        </p:spPr>
        <p:txBody>
          <a:bodyPr wrap="square">
            <a:spAutoFit/>
          </a:bodyPr>
          <a:lstStyle/>
          <a:p>
            <a:pPr lvl="0" algn="ctr" rtl="1" fontAlgn="base">
              <a:spcBef>
                <a:spcPct val="0"/>
              </a:spcBef>
              <a:spcAft>
                <a:spcPct val="0"/>
              </a:spcAft>
            </a:pPr>
            <a:r>
              <a:rPr lang="fa-IR" sz="1600" b="1" dirty="0">
                <a:solidFill>
                  <a:srgbClr val="FFFFFF"/>
                </a:solidFill>
                <a:latin typeface="Times New Roman" panose="02020603050405020304" pitchFamily="18" charset="0"/>
                <a:cs typeface="B Nazanin" panose="00000400000000000000" pitchFamily="2" charset="-78"/>
              </a:rPr>
              <a:t>مقالات اخیر</a:t>
            </a:r>
            <a:endParaRPr lang="en-US" sz="1600" b="1" dirty="0">
              <a:solidFill>
                <a:srgbClr val="FFFFFF"/>
              </a:solidFill>
              <a:latin typeface="Times New Roman" panose="02020603050405020304" pitchFamily="18" charset="0"/>
              <a:cs typeface="B Nazanin" panose="00000400000000000000" pitchFamily="2" charset="-78"/>
            </a:endParaRPr>
          </a:p>
        </p:txBody>
      </p:sp>
      <p:sp>
        <p:nvSpPr>
          <p:cNvPr id="24" name="Rectangle 23"/>
          <p:cNvSpPr/>
          <p:nvPr/>
        </p:nvSpPr>
        <p:spPr>
          <a:xfrm>
            <a:off x="2393380" y="70040"/>
            <a:ext cx="1600200" cy="584775"/>
          </a:xfrm>
          <a:prstGeom prst="rect">
            <a:avLst/>
          </a:prstGeom>
        </p:spPr>
        <p:txBody>
          <a:bodyPr wrap="square">
            <a:spAutoFit/>
          </a:bodyPr>
          <a:lstStyle/>
          <a:p>
            <a:pPr lvl="0" algn="ctr" rtl="1" fontAlgn="base">
              <a:spcBef>
                <a:spcPct val="0"/>
              </a:spcBef>
              <a:spcAft>
                <a:spcPct val="0"/>
              </a:spcAft>
            </a:pPr>
            <a:r>
              <a:rPr lang="fa-IR" sz="1600" b="1" dirty="0">
                <a:solidFill>
                  <a:srgbClr val="FFFFFF"/>
                </a:solidFill>
                <a:latin typeface="Times New Roman" panose="02020603050405020304" pitchFamily="18" charset="0"/>
                <a:cs typeface="B Nazanin" panose="00000400000000000000" pitchFamily="2" charset="-78"/>
              </a:rPr>
              <a:t>سیستم مدیریت همسان سازی</a:t>
            </a:r>
            <a:endParaRPr lang="en-US" sz="1600" b="1" dirty="0">
              <a:solidFill>
                <a:srgbClr val="FFFFFF"/>
              </a:solidFill>
              <a:latin typeface="Times New Roman" panose="02020603050405020304" pitchFamily="18" charset="0"/>
              <a:cs typeface="B Nazanin" panose="00000400000000000000" pitchFamily="2" charset="-78"/>
            </a:endParaRPr>
          </a:p>
        </p:txBody>
      </p:sp>
      <p:pic>
        <p:nvPicPr>
          <p:cNvPr id="25" name="Picture 24" descr="پرونده:Azad University logo.png - ویکی‌پدیا، دانشنامهٔ آزاد">
            <a:extLst>
              <a:ext uri="{FF2B5EF4-FFF2-40B4-BE49-F238E27FC236}">
                <a16:creationId xmlns="" xmlns:a16="http://schemas.microsoft.com/office/drawing/2014/main" id="{FA988D60-670C-406B-B8FB-D5A0053424E9}"/>
              </a:ext>
            </a:extLst>
          </p:cNvPr>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8610600" y="0"/>
            <a:ext cx="533400" cy="822959"/>
          </a:xfrm>
          <a:prstGeom prst="rect">
            <a:avLst/>
          </a:prstGeom>
          <a:noFill/>
          <a:ln>
            <a:noFill/>
          </a:ln>
        </p:spPr>
      </p:pic>
      <p:sp>
        <p:nvSpPr>
          <p:cNvPr id="27" name="AutoShape 10">
            <a:extLst>
              <a:ext uri="{FF2B5EF4-FFF2-40B4-BE49-F238E27FC236}">
                <a16:creationId xmlns="" xmlns:a16="http://schemas.microsoft.com/office/drawing/2014/main" id="{96E6A76C-5024-445C-8373-4A127C8598B1}"/>
              </a:ext>
            </a:extLst>
          </p:cNvPr>
          <p:cNvSpPr>
            <a:spLocks noChangeArrowheads="1"/>
          </p:cNvSpPr>
          <p:nvPr/>
        </p:nvSpPr>
        <p:spPr bwMode="gray">
          <a:xfrm flipH="1">
            <a:off x="6244699" y="55997"/>
            <a:ext cx="2137301" cy="649224"/>
          </a:xfrm>
          <a:prstGeom prst="chevron">
            <a:avLst>
              <a:gd name="adj" fmla="val 17842"/>
            </a:avLst>
          </a:prstGeom>
          <a:gradFill rotWithShape="1">
            <a:gsLst>
              <a:gs pos="0">
                <a:srgbClr val="84B09A">
                  <a:gamma/>
                  <a:shade val="46275"/>
                  <a:invGamma/>
                </a:srgbClr>
              </a:gs>
              <a:gs pos="50000">
                <a:srgbClr val="84B09A"/>
              </a:gs>
              <a:gs pos="100000">
                <a:srgbClr val="84B09A">
                  <a:gamma/>
                  <a:shade val="46275"/>
                  <a:invGamma/>
                </a:srgbClr>
              </a:gs>
            </a:gsLst>
            <a:lin ang="2700000" scaled="1"/>
          </a:gradFill>
          <a:ln w="38100">
            <a:solidFill>
              <a:srgbClr val="EAEAEA"/>
            </a:solidFill>
            <a:miter lim="800000"/>
            <a:headEnd/>
            <a:tailEnd/>
          </a:ln>
          <a:effectLst>
            <a:outerShdw dist="109250" dir="3267739" algn="ctr" rotWithShape="0">
              <a:srgbClr val="333333">
                <a:alpha val="50000"/>
              </a:srgbClr>
            </a:outerShdw>
          </a:effectLst>
        </p:spPr>
        <p:txBody>
          <a:bodyPr wrap="square" anchor="ctr">
            <a:spAutoFit/>
          </a:bodyPr>
          <a:lstStyle/>
          <a:p>
            <a:pPr algn="ctr" fontAlgn="base">
              <a:spcBef>
                <a:spcPct val="0"/>
              </a:spcBef>
              <a:spcAft>
                <a:spcPct val="0"/>
              </a:spcAft>
            </a:pPr>
            <a:endParaRPr lang="en-US" kern="0">
              <a:solidFill>
                <a:srgbClr val="3D81BF"/>
              </a:solidFill>
            </a:endParaRPr>
          </a:p>
        </p:txBody>
      </p:sp>
      <p:sp>
        <p:nvSpPr>
          <p:cNvPr id="28" name="Rectangle 27">
            <a:extLst>
              <a:ext uri="{FF2B5EF4-FFF2-40B4-BE49-F238E27FC236}">
                <a16:creationId xmlns="" xmlns:a16="http://schemas.microsoft.com/office/drawing/2014/main" id="{BF9CF44D-C94F-4B09-AF24-15EACD7BE0F4}"/>
              </a:ext>
            </a:extLst>
          </p:cNvPr>
          <p:cNvSpPr/>
          <p:nvPr/>
        </p:nvSpPr>
        <p:spPr>
          <a:xfrm>
            <a:off x="6499957" y="197162"/>
            <a:ext cx="1626786" cy="323165"/>
          </a:xfrm>
          <a:prstGeom prst="rect">
            <a:avLst/>
          </a:prstGeom>
        </p:spPr>
        <p:txBody>
          <a:bodyPr wrap="square">
            <a:spAutoFit/>
          </a:bodyPr>
          <a:lstStyle/>
          <a:p>
            <a:pPr lvl="0" algn="ctr" fontAlgn="base">
              <a:spcBef>
                <a:spcPct val="0"/>
              </a:spcBef>
              <a:spcAft>
                <a:spcPct val="0"/>
              </a:spcAft>
              <a:defRPr/>
            </a:pPr>
            <a:r>
              <a:rPr lang="fa-IR" sz="1500" b="1" kern="0" dirty="0" err="1">
                <a:solidFill>
                  <a:srgbClr val="FFFFFF"/>
                </a:solidFill>
                <a:latin typeface="Times New Roman" panose="02020603050405020304" pitchFamily="18" charset="0"/>
                <a:cs typeface="B Nazanin" pitchFamily="2" charset="-78"/>
              </a:rPr>
              <a:t>باتریها</a:t>
            </a:r>
            <a:endParaRPr lang="en-US" sz="1500" b="1" kern="0" dirty="0">
              <a:solidFill>
                <a:srgbClr val="FFFFFF"/>
              </a:solidFill>
              <a:latin typeface="Times New Roman" panose="02020603050405020304" pitchFamily="18" charset="0"/>
              <a:cs typeface="B Nazanin" pitchFamily="2" charset="-78"/>
            </a:endParaRPr>
          </a:p>
        </p:txBody>
      </p:sp>
      <p:sp>
        <p:nvSpPr>
          <p:cNvPr id="29" name="AutoShape 3">
            <a:extLst>
              <a:ext uri="{FF2B5EF4-FFF2-40B4-BE49-F238E27FC236}">
                <a16:creationId xmlns="" xmlns:a16="http://schemas.microsoft.com/office/drawing/2014/main" id="{DBA5C955-0E66-467E-8B5F-EF4EE5F8F3FA}"/>
              </a:ext>
            </a:extLst>
          </p:cNvPr>
          <p:cNvSpPr>
            <a:spLocks noChangeArrowheads="1"/>
          </p:cNvSpPr>
          <p:nvPr/>
        </p:nvSpPr>
        <p:spPr bwMode="gray">
          <a:xfrm flipH="1">
            <a:off x="4215687" y="54854"/>
            <a:ext cx="2056085" cy="651510"/>
          </a:xfrm>
          <a:prstGeom prst="chevron">
            <a:avLst>
              <a:gd name="adj" fmla="val 17009"/>
            </a:avLst>
          </a:prstGeom>
          <a:gradFill rotWithShape="1">
            <a:gsLst>
              <a:gs pos="0">
                <a:srgbClr val="84B09A">
                  <a:gamma/>
                  <a:shade val="46275"/>
                  <a:invGamma/>
                </a:srgbClr>
              </a:gs>
              <a:gs pos="50000">
                <a:srgbClr val="84B09A"/>
              </a:gs>
              <a:gs pos="100000">
                <a:srgbClr val="84B09A">
                  <a:gamma/>
                  <a:shade val="46275"/>
                  <a:invGamma/>
                </a:srgbClr>
              </a:gs>
            </a:gsLst>
            <a:lin ang="2700000" scaled="1"/>
          </a:gradFill>
          <a:ln w="38100">
            <a:solidFill>
              <a:srgbClr val="EAEAEA"/>
            </a:solidFill>
            <a:miter lim="800000"/>
            <a:headEnd/>
            <a:tailEnd/>
          </a:ln>
          <a:effectLst>
            <a:outerShdw dist="109250" dir="3267739" algn="ctr" rotWithShape="0">
              <a:srgbClr val="333333">
                <a:alpha val="50000"/>
              </a:srgbClr>
            </a:outerShdw>
          </a:effectLst>
        </p:spPr>
        <p:txBody>
          <a:bodyPr wrap="square" anchor="ctr">
            <a:spAutoFit/>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endParaRPr>
          </a:p>
        </p:txBody>
      </p:sp>
      <p:sp>
        <p:nvSpPr>
          <p:cNvPr id="31" name="Rectangle 30">
            <a:extLst>
              <a:ext uri="{FF2B5EF4-FFF2-40B4-BE49-F238E27FC236}">
                <a16:creationId xmlns="" xmlns:a16="http://schemas.microsoft.com/office/drawing/2014/main" id="{AC165A2D-60D3-440C-A112-7B419F7E72B2}"/>
              </a:ext>
            </a:extLst>
          </p:cNvPr>
          <p:cNvSpPr/>
          <p:nvPr/>
        </p:nvSpPr>
        <p:spPr>
          <a:xfrm>
            <a:off x="4525250" y="89171"/>
            <a:ext cx="1443038" cy="584775"/>
          </a:xfrm>
          <a:prstGeom prst="rect">
            <a:avLst/>
          </a:prstGeom>
        </p:spPr>
        <p:txBody>
          <a:bodyPr wrap="square">
            <a:spAutoFit/>
          </a:bodyPr>
          <a:lstStyle/>
          <a:p>
            <a:pPr lvl="0" algn="ctr" rtl="1" fontAlgn="base">
              <a:spcBef>
                <a:spcPct val="0"/>
              </a:spcBef>
              <a:spcAft>
                <a:spcPct val="0"/>
              </a:spcAft>
            </a:pPr>
            <a:r>
              <a:rPr lang="fa-IR" sz="1600" b="1" dirty="0">
                <a:solidFill>
                  <a:srgbClr val="FFFFFF"/>
                </a:solidFill>
                <a:latin typeface="Times New Roman" panose="02020603050405020304" pitchFamily="18" charset="0"/>
                <a:cs typeface="B Nazanin" panose="00000400000000000000" pitchFamily="2" charset="-78"/>
              </a:rPr>
              <a:t>سیستم مدیریت باتری</a:t>
            </a:r>
            <a:endParaRPr lang="en-US" sz="1600" b="1" dirty="0">
              <a:solidFill>
                <a:srgbClr val="FFFFFF"/>
              </a:solidFill>
              <a:latin typeface="Times New Roman" panose="02020603050405020304" pitchFamily="18" charset="0"/>
              <a:cs typeface="B Nazanin" panose="00000400000000000000" pitchFamily="2" charset="-78"/>
            </a:endParaRPr>
          </a:p>
        </p:txBody>
      </p:sp>
      <p:sp>
        <p:nvSpPr>
          <p:cNvPr id="32" name="TextBox 31">
            <a:extLst>
              <a:ext uri="{FF2B5EF4-FFF2-40B4-BE49-F238E27FC236}">
                <a16:creationId xmlns="" xmlns:a16="http://schemas.microsoft.com/office/drawing/2014/main" id="{F43469DC-7F5B-471E-BD74-ED709E621F63}"/>
              </a:ext>
            </a:extLst>
          </p:cNvPr>
          <p:cNvSpPr txBox="1"/>
          <p:nvPr/>
        </p:nvSpPr>
        <p:spPr>
          <a:xfrm>
            <a:off x="-438805" y="941739"/>
            <a:ext cx="7315201" cy="307777"/>
          </a:xfrm>
          <a:prstGeom prst="rect">
            <a:avLst/>
          </a:prstGeom>
          <a:noFill/>
        </p:spPr>
        <p:txBody>
          <a:bodyPr wrap="square" rtlCol="0">
            <a:spAutoFit/>
          </a:bodyPr>
          <a:lstStyle/>
          <a:p>
            <a:pPr algn="ctr" rtl="1" fontAlgn="base">
              <a:spcBef>
                <a:spcPct val="0"/>
              </a:spcBef>
              <a:spcAft>
                <a:spcPct val="0"/>
              </a:spcAft>
            </a:pPr>
            <a:r>
              <a:rPr lang="fa-IR" sz="1400" dirty="0">
                <a:cs typeface="B Lotus" panose="00000400000000000000" pitchFamily="2" charset="-78"/>
              </a:rPr>
              <a:t>روشی نو برای همسان‌سازی باتری پک با اتصال سری بر مبنای تجزیه و تحلیل خوشه‌بندی همراه با الگوریتم ژنتیک</a:t>
            </a:r>
            <a:endParaRPr lang="en-US" sz="1400" dirty="0">
              <a:cs typeface="B Lotus" panose="00000400000000000000" pitchFamily="2" charset="-78"/>
            </a:endParaRPr>
          </a:p>
        </p:txBody>
      </p:sp>
      <p:grpSp>
        <p:nvGrpSpPr>
          <p:cNvPr id="2" name="Group 1"/>
          <p:cNvGrpSpPr/>
          <p:nvPr/>
        </p:nvGrpSpPr>
        <p:grpSpPr>
          <a:xfrm>
            <a:off x="55839" y="5207002"/>
            <a:ext cx="4191000" cy="930454"/>
            <a:chOff x="9102590" y="2693531"/>
            <a:chExt cx="4495800" cy="1099777"/>
          </a:xfrm>
        </p:grpSpPr>
        <p:pic>
          <p:nvPicPr>
            <p:cNvPr id="33" name="Picture 32"/>
            <p:cNvPicPr/>
            <p:nvPr/>
          </p:nvPicPr>
          <p:blipFill>
            <a:blip r:embed="rId5" cstate="print">
              <a:extLst>
                <a:ext uri="{28A0092B-C50C-407E-A947-70E740481C1C}">
                  <a14:useLocalDpi xmlns:a14="http://schemas.microsoft.com/office/drawing/2010/main" val="0"/>
                </a:ext>
              </a:extLst>
            </a:blip>
            <a:stretch>
              <a:fillRect/>
            </a:stretch>
          </p:blipFill>
          <p:spPr>
            <a:xfrm>
              <a:off x="9144000" y="3048001"/>
              <a:ext cx="4454390" cy="745307"/>
            </a:xfrm>
            <a:prstGeom prst="rect">
              <a:avLst/>
            </a:prstGeom>
          </p:spPr>
        </p:pic>
        <p:sp>
          <p:nvSpPr>
            <p:cNvPr id="34" name="Rounded Rectangle 33"/>
            <p:cNvSpPr/>
            <p:nvPr/>
          </p:nvSpPr>
          <p:spPr>
            <a:xfrm>
              <a:off x="9102590" y="2998331"/>
              <a:ext cx="4495800" cy="794977"/>
            </a:xfrm>
            <a:prstGeom prst="roundRect">
              <a:avLst/>
            </a:prstGeom>
            <a:noFill/>
          </p:spPr>
          <p:style>
            <a:lnRef idx="2">
              <a:schemeClr val="accent6">
                <a:shade val="50000"/>
              </a:schemeClr>
            </a:lnRef>
            <a:fillRef idx="1">
              <a:schemeClr val="accent6"/>
            </a:fillRef>
            <a:effectRef idx="0">
              <a:schemeClr val="accent6"/>
            </a:effectRef>
            <a:fontRef idx="minor">
              <a:schemeClr val="lt1"/>
            </a:fontRef>
          </p:style>
          <p:txBody>
            <a:bodyPr rtlCol="0" anchor="ctr"/>
            <a:lstStyle/>
            <a:p>
              <a:pPr algn="ctr"/>
              <a:endParaRPr lang="en-US"/>
            </a:p>
          </p:txBody>
        </p:sp>
        <p:cxnSp>
          <p:nvCxnSpPr>
            <p:cNvPr id="35" name="Straight Connector 34"/>
            <p:cNvCxnSpPr/>
            <p:nvPr/>
          </p:nvCxnSpPr>
          <p:spPr>
            <a:xfrm flipV="1">
              <a:off x="9144000" y="2693531"/>
              <a:ext cx="3387590" cy="322051"/>
            </a:xfrm>
            <a:prstGeom prst="line">
              <a:avLst/>
            </a:prstGeom>
          </p:spPr>
          <p:style>
            <a:lnRef idx="2">
              <a:schemeClr val="dk1"/>
            </a:lnRef>
            <a:fillRef idx="0">
              <a:schemeClr val="dk1"/>
            </a:fillRef>
            <a:effectRef idx="1">
              <a:schemeClr val="dk1"/>
            </a:effectRef>
            <a:fontRef idx="minor">
              <a:schemeClr val="tx1"/>
            </a:fontRef>
          </p:style>
        </p:cxnSp>
        <p:cxnSp>
          <p:nvCxnSpPr>
            <p:cNvPr id="36" name="Straight Connector 35"/>
            <p:cNvCxnSpPr/>
            <p:nvPr/>
          </p:nvCxnSpPr>
          <p:spPr>
            <a:xfrm flipH="1" flipV="1">
              <a:off x="12531590" y="2693532"/>
              <a:ext cx="1066800" cy="348498"/>
            </a:xfrm>
            <a:prstGeom prst="line">
              <a:avLst/>
            </a:prstGeom>
          </p:spPr>
          <p:style>
            <a:lnRef idx="2">
              <a:schemeClr val="dk1"/>
            </a:lnRef>
            <a:fillRef idx="0">
              <a:schemeClr val="dk1"/>
            </a:fillRef>
            <a:effectRef idx="1">
              <a:schemeClr val="dk1"/>
            </a:effectRef>
            <a:fontRef idx="minor">
              <a:schemeClr val="tx1"/>
            </a:fontRef>
          </p:style>
        </p:cxnSp>
      </p:grpSp>
      <p:sp>
        <p:nvSpPr>
          <p:cNvPr id="26" name="Slide Number Placeholder 3">
            <a:extLst>
              <a:ext uri="{FF2B5EF4-FFF2-40B4-BE49-F238E27FC236}">
                <a16:creationId xmlns="" xmlns:a16="http://schemas.microsoft.com/office/drawing/2014/main" id="{FEFB061F-8AAB-4535-B272-1BA4D5A77191}"/>
              </a:ext>
            </a:extLst>
          </p:cNvPr>
          <p:cNvSpPr txBox="1">
            <a:spLocks/>
          </p:cNvSpPr>
          <p:nvPr/>
        </p:nvSpPr>
        <p:spPr>
          <a:xfrm>
            <a:off x="8965" y="6090313"/>
            <a:ext cx="676835" cy="767687"/>
          </a:xfrm>
          <a:prstGeom prst="rect">
            <a:avLst/>
          </a:prstGeom>
        </p:spPr>
        <p:txBody>
          <a:bodyPr vert="horz" lIns="91440" tIns="45720" rIns="91440" bIns="45720" rtlCol="0" anchor="ctr"/>
          <a:lstStyle>
            <a:defPPr>
              <a:defRPr lang="en-US"/>
            </a:defPPr>
            <a:lvl1pPr marL="0" algn="l" defTabSz="914400" rtl="0" eaLnBrk="1" latinLnBrk="0" hangingPunct="1">
              <a:defRPr sz="1400" b="1" kern="1200">
                <a:solidFill>
                  <a:srgbClr val="FFFFFF"/>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rtl="1"/>
            <a:fld id="{E8ADF199-8047-440E-B02B-E80683B392F2}" type="slidenum">
              <a:rPr lang="fa-IR" sz="1800" smtClean="0">
                <a:solidFill>
                  <a:schemeClr val="tx1"/>
                </a:solidFill>
                <a:cs typeface="B Lotus" panose="00000400000000000000" pitchFamily="2" charset="-78"/>
              </a:rPr>
              <a:pPr rtl="1"/>
              <a:t>67</a:t>
            </a:fld>
            <a:endParaRPr lang="fa-IR" sz="1800" dirty="0">
              <a:solidFill>
                <a:schemeClr val="tx1"/>
              </a:solidFill>
              <a:cs typeface="B Lotus" panose="00000400000000000000" pitchFamily="2" charset="-78"/>
            </a:endParaRPr>
          </a:p>
        </p:txBody>
      </p:sp>
    </p:spTree>
    <p:extLst>
      <p:ext uri="{BB962C8B-B14F-4D97-AF65-F5344CB8AC3E}">
        <p14:creationId xmlns:p14="http://schemas.microsoft.com/office/powerpoint/2010/main" val="2768063801"/>
      </p:ext>
    </p:extLst>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8" name="Picture 47"/>
          <p:cNvPicPr/>
          <p:nvPr/>
        </p:nvPicPr>
        <p:blipFill>
          <a:blip r:embed="rId3">
            <a:extLst>
              <a:ext uri="{28A0092B-C50C-407E-A947-70E740481C1C}">
                <a14:useLocalDpi xmlns:a14="http://schemas.microsoft.com/office/drawing/2010/main" val="0"/>
              </a:ext>
            </a:extLst>
          </a:blip>
          <a:stretch>
            <a:fillRect/>
          </a:stretch>
        </p:blipFill>
        <p:spPr>
          <a:xfrm>
            <a:off x="762000" y="1613840"/>
            <a:ext cx="7848599" cy="4329760"/>
          </a:xfrm>
          <a:prstGeom prst="rect">
            <a:avLst/>
          </a:prstGeom>
        </p:spPr>
      </p:pic>
      <p:sp>
        <p:nvSpPr>
          <p:cNvPr id="52" name="TextBox 51"/>
          <p:cNvSpPr txBox="1"/>
          <p:nvPr/>
        </p:nvSpPr>
        <p:spPr>
          <a:xfrm>
            <a:off x="2882089" y="6308280"/>
            <a:ext cx="2379177" cy="369332"/>
          </a:xfrm>
          <a:prstGeom prst="rect">
            <a:avLst/>
          </a:prstGeom>
          <a:noFill/>
        </p:spPr>
        <p:txBody>
          <a:bodyPr wrap="none" rtlCol="0">
            <a:spAutoFit/>
          </a:bodyPr>
          <a:lstStyle/>
          <a:p>
            <a:pPr algn="ctr" rtl="1"/>
            <a:r>
              <a:rPr lang="fa-IR" dirty="0">
                <a:latin typeface="Times New Roman" panose="02020603050405020304" pitchFamily="18" charset="0"/>
                <a:cs typeface="B Lotus" panose="00000400000000000000" pitchFamily="2" charset="-78"/>
              </a:rPr>
              <a:t>مدار همسا‌ن‌ساز پیشنهادی </a:t>
            </a:r>
            <a:r>
              <a:rPr lang="fa-IR" dirty="0">
                <a:solidFill>
                  <a:srgbClr val="61D6FF"/>
                </a:solidFill>
                <a:latin typeface="Times New Roman" panose="02020603050405020304" pitchFamily="18" charset="0"/>
                <a:cs typeface="B Lotus" panose="00000400000000000000" pitchFamily="2" charset="-78"/>
              </a:rPr>
              <a:t>[1]</a:t>
            </a:r>
            <a:r>
              <a:rPr lang="fa-IR" dirty="0">
                <a:latin typeface="Times New Roman" panose="02020603050405020304" pitchFamily="18" charset="0"/>
                <a:cs typeface="B Lotus" panose="00000400000000000000" pitchFamily="2" charset="-78"/>
              </a:rPr>
              <a:t>.</a:t>
            </a:r>
            <a:r>
              <a:rPr lang="fa-IR" dirty="0">
                <a:latin typeface="Times New Roman" panose="02020603050405020304" pitchFamily="18" charset="0"/>
                <a:ea typeface="Calibri" panose="020F0502020204030204" pitchFamily="34" charset="0"/>
                <a:cs typeface="B Lotus" panose="00000400000000000000" pitchFamily="2" charset="-78"/>
              </a:rPr>
              <a:t> </a:t>
            </a:r>
            <a:endParaRPr lang="fa-IR" dirty="0">
              <a:latin typeface="Times New Roman" panose="02020603050405020304" pitchFamily="18" charset="0"/>
              <a:cs typeface="B Lotus" panose="00000400000000000000" pitchFamily="2" charset="-78"/>
            </a:endParaRPr>
          </a:p>
        </p:txBody>
      </p:sp>
      <p:sp>
        <p:nvSpPr>
          <p:cNvPr id="18" name="Rounded Rectangle 175">
            <a:extLst>
              <a:ext uri="{FF2B5EF4-FFF2-40B4-BE49-F238E27FC236}">
                <a16:creationId xmlns="" xmlns:a16="http://schemas.microsoft.com/office/drawing/2014/main" id="{AACCE7D9-540A-47B9-8964-41031B797FDD}"/>
              </a:ext>
            </a:extLst>
          </p:cNvPr>
          <p:cNvSpPr/>
          <p:nvPr/>
        </p:nvSpPr>
        <p:spPr bwMode="auto">
          <a:xfrm>
            <a:off x="7124531" y="917675"/>
            <a:ext cx="1486069" cy="498507"/>
          </a:xfrm>
          <a:prstGeom prst="roundRect">
            <a:avLst/>
          </a:prstGeom>
          <a:solidFill>
            <a:srgbClr val="3D81BF">
              <a:lumMod val="75000"/>
            </a:srgbClr>
          </a:solidFill>
          <a:ln w="9525" cap="flat" cmpd="sng" algn="ctr">
            <a:solidFill>
              <a:srgbClr val="000000"/>
            </a:solidFill>
            <a:prstDash val="solid"/>
            <a:round/>
            <a:headEnd type="none" w="med" len="med"/>
            <a:tailEnd type="none" w="med" len="med"/>
          </a:ln>
          <a:effectLst>
            <a:reflection blurRad="6350" stA="50000" endA="300" endPos="55000" dir="5400000" sy="-100000" algn="bl" rotWithShape="0"/>
          </a:effectLst>
          <a:scene3d>
            <a:camera prst="isometricOffAxis2Left"/>
            <a:lightRig rig="threePt" dir="t"/>
          </a:scene3d>
        </p:spPr>
        <p:txBody>
          <a:bodyPr vert="horz" wrap="square" lIns="91440" tIns="45720" rIns="91440" bIns="45720" numCol="1" rtlCol="0" anchor="t" anchorCtr="0" compatLnSpc="1">
            <a:prstTxWarp prst="textNoShape">
              <a:avLst/>
            </a:prstTxWarp>
          </a:bodyPr>
          <a:lstStyle/>
          <a:p>
            <a:pPr lvl="0" algn="ctr" rtl="1" fontAlgn="base">
              <a:spcBef>
                <a:spcPct val="0"/>
              </a:spcBef>
              <a:spcAft>
                <a:spcPct val="0"/>
              </a:spcAft>
            </a:pPr>
            <a:r>
              <a:rPr lang="fa-IR" sz="2400" b="1" dirty="0">
                <a:solidFill>
                  <a:srgbClr val="FFFFFF"/>
                </a:solidFill>
                <a:latin typeface="Times New Roman" panose="02020603050405020304" pitchFamily="18" charset="0"/>
                <a:cs typeface="B Nazanin" panose="00000400000000000000" pitchFamily="2" charset="-78"/>
              </a:rPr>
              <a:t>مقالات اخیر</a:t>
            </a:r>
            <a:endParaRPr lang="en-US" sz="2400" b="1" dirty="0">
              <a:solidFill>
                <a:srgbClr val="FFFFFF"/>
              </a:solidFill>
              <a:latin typeface="Times New Roman" panose="02020603050405020304" pitchFamily="18" charset="0"/>
              <a:cs typeface="B Nazanin" panose="00000400000000000000" pitchFamily="2" charset="-78"/>
            </a:endParaRPr>
          </a:p>
        </p:txBody>
      </p:sp>
      <p:sp>
        <p:nvSpPr>
          <p:cNvPr id="19" name="AutoShape 3"/>
          <p:cNvSpPr>
            <a:spLocks noChangeArrowheads="1"/>
          </p:cNvSpPr>
          <p:nvPr/>
        </p:nvSpPr>
        <p:spPr bwMode="gray">
          <a:xfrm flipH="1">
            <a:off x="2190754" y="54854"/>
            <a:ext cx="2056085" cy="651510"/>
          </a:xfrm>
          <a:prstGeom prst="chevron">
            <a:avLst>
              <a:gd name="adj" fmla="val 17009"/>
            </a:avLst>
          </a:prstGeom>
          <a:gradFill rotWithShape="1">
            <a:gsLst>
              <a:gs pos="0">
                <a:srgbClr val="84B09A">
                  <a:gamma/>
                  <a:shade val="46275"/>
                  <a:invGamma/>
                </a:srgbClr>
              </a:gs>
              <a:gs pos="50000">
                <a:srgbClr val="84B09A"/>
              </a:gs>
              <a:gs pos="100000">
                <a:srgbClr val="84B09A">
                  <a:gamma/>
                  <a:shade val="46275"/>
                  <a:invGamma/>
                </a:srgbClr>
              </a:gs>
            </a:gsLst>
            <a:lin ang="2700000" scaled="1"/>
          </a:gradFill>
          <a:ln w="38100">
            <a:solidFill>
              <a:srgbClr val="EAEAEA"/>
            </a:solidFill>
            <a:miter lim="800000"/>
            <a:headEnd/>
            <a:tailEnd/>
          </a:ln>
          <a:effectLst>
            <a:outerShdw dist="109250" dir="3267739" algn="ctr" rotWithShape="0">
              <a:srgbClr val="333333">
                <a:alpha val="50000"/>
              </a:srgbClr>
            </a:outerShdw>
          </a:effectLst>
        </p:spPr>
        <p:txBody>
          <a:bodyPr wrap="square" anchor="ctr">
            <a:spAutoFit/>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endParaRPr>
          </a:p>
        </p:txBody>
      </p:sp>
      <p:sp>
        <p:nvSpPr>
          <p:cNvPr id="20" name="AutoShape 3"/>
          <p:cNvSpPr>
            <a:spLocks noChangeArrowheads="1"/>
          </p:cNvSpPr>
          <p:nvPr/>
        </p:nvSpPr>
        <p:spPr bwMode="gray">
          <a:xfrm flipH="1">
            <a:off x="148662" y="55997"/>
            <a:ext cx="2057400" cy="649224"/>
          </a:xfrm>
          <a:prstGeom prst="chevron">
            <a:avLst>
              <a:gd name="adj" fmla="val 17009"/>
            </a:avLst>
          </a:prstGeom>
          <a:gradFill rotWithShape="1">
            <a:gsLst>
              <a:gs pos="0">
                <a:srgbClr val="3659EC">
                  <a:gamma/>
                  <a:shade val="46275"/>
                  <a:invGamma/>
                </a:srgbClr>
              </a:gs>
              <a:gs pos="50000">
                <a:srgbClr val="3659EC"/>
              </a:gs>
              <a:gs pos="100000">
                <a:srgbClr val="3659EC">
                  <a:gamma/>
                  <a:shade val="46275"/>
                  <a:invGamma/>
                </a:srgbClr>
              </a:gs>
            </a:gsLst>
            <a:lin ang="2700000" scaled="1"/>
          </a:gradFill>
          <a:ln w="38100">
            <a:solidFill>
              <a:srgbClr val="EAEAEA"/>
            </a:solidFill>
            <a:miter lim="800000"/>
            <a:headEnd/>
            <a:tailEnd/>
          </a:ln>
          <a:effectLst>
            <a:outerShdw dist="109250" dir="3267739" algn="ctr" rotWithShape="0">
              <a:srgbClr val="333333">
                <a:alpha val="50000"/>
              </a:srgbClr>
            </a:outerShdw>
          </a:effectLst>
        </p:spPr>
        <p:txBody>
          <a:bodyPr wrap="square" anchor="ctr">
            <a:spAutoFit/>
          </a:bodyPr>
          <a:lstStyle/>
          <a:p>
            <a:pPr algn="ctr" fontAlgn="base">
              <a:spcBef>
                <a:spcPct val="0"/>
              </a:spcBef>
              <a:spcAft>
                <a:spcPct val="0"/>
              </a:spcAft>
            </a:pPr>
            <a:endParaRPr lang="en-US" kern="0">
              <a:solidFill>
                <a:srgbClr val="3D81BF"/>
              </a:solidFill>
            </a:endParaRPr>
          </a:p>
        </p:txBody>
      </p:sp>
      <p:sp>
        <p:nvSpPr>
          <p:cNvPr id="21" name="Rectangle 20"/>
          <p:cNvSpPr/>
          <p:nvPr/>
        </p:nvSpPr>
        <p:spPr>
          <a:xfrm>
            <a:off x="418672" y="193150"/>
            <a:ext cx="1443038" cy="338554"/>
          </a:xfrm>
          <a:prstGeom prst="rect">
            <a:avLst/>
          </a:prstGeom>
        </p:spPr>
        <p:txBody>
          <a:bodyPr wrap="square">
            <a:spAutoFit/>
          </a:bodyPr>
          <a:lstStyle/>
          <a:p>
            <a:pPr lvl="0" algn="ctr" rtl="1" fontAlgn="base">
              <a:spcBef>
                <a:spcPct val="0"/>
              </a:spcBef>
              <a:spcAft>
                <a:spcPct val="0"/>
              </a:spcAft>
            </a:pPr>
            <a:r>
              <a:rPr lang="fa-IR" sz="1600" b="1" dirty="0">
                <a:solidFill>
                  <a:srgbClr val="FFFFFF"/>
                </a:solidFill>
                <a:latin typeface="Times New Roman" panose="02020603050405020304" pitchFamily="18" charset="0"/>
                <a:cs typeface="B Nazanin" panose="00000400000000000000" pitchFamily="2" charset="-78"/>
              </a:rPr>
              <a:t>مقالات اخیر</a:t>
            </a:r>
            <a:endParaRPr lang="en-US" sz="1600" b="1" dirty="0">
              <a:solidFill>
                <a:srgbClr val="FFFFFF"/>
              </a:solidFill>
              <a:latin typeface="Times New Roman" panose="02020603050405020304" pitchFamily="18" charset="0"/>
              <a:cs typeface="B Nazanin" panose="00000400000000000000" pitchFamily="2" charset="-78"/>
            </a:endParaRPr>
          </a:p>
        </p:txBody>
      </p:sp>
      <p:sp>
        <p:nvSpPr>
          <p:cNvPr id="22" name="Rectangle 21"/>
          <p:cNvSpPr/>
          <p:nvPr/>
        </p:nvSpPr>
        <p:spPr>
          <a:xfrm>
            <a:off x="2393380" y="70040"/>
            <a:ext cx="1600200" cy="584775"/>
          </a:xfrm>
          <a:prstGeom prst="rect">
            <a:avLst/>
          </a:prstGeom>
        </p:spPr>
        <p:txBody>
          <a:bodyPr wrap="square">
            <a:spAutoFit/>
          </a:bodyPr>
          <a:lstStyle/>
          <a:p>
            <a:pPr lvl="0" algn="ctr" rtl="1" fontAlgn="base">
              <a:spcBef>
                <a:spcPct val="0"/>
              </a:spcBef>
              <a:spcAft>
                <a:spcPct val="0"/>
              </a:spcAft>
            </a:pPr>
            <a:r>
              <a:rPr lang="fa-IR" sz="1600" b="1" dirty="0">
                <a:solidFill>
                  <a:srgbClr val="FFFFFF"/>
                </a:solidFill>
                <a:latin typeface="Times New Roman" panose="02020603050405020304" pitchFamily="18" charset="0"/>
                <a:cs typeface="B Nazanin" panose="00000400000000000000" pitchFamily="2" charset="-78"/>
              </a:rPr>
              <a:t>سیستم مدیریت همسان سازی</a:t>
            </a:r>
            <a:endParaRPr lang="en-US" sz="1600" b="1" dirty="0">
              <a:solidFill>
                <a:srgbClr val="FFFFFF"/>
              </a:solidFill>
              <a:latin typeface="Times New Roman" panose="02020603050405020304" pitchFamily="18" charset="0"/>
              <a:cs typeface="B Nazanin" panose="00000400000000000000" pitchFamily="2" charset="-78"/>
            </a:endParaRPr>
          </a:p>
        </p:txBody>
      </p:sp>
      <p:pic>
        <p:nvPicPr>
          <p:cNvPr id="23" name="Picture 22" descr="پرونده:Azad University logo.png - ویکی‌پدیا، دانشنامهٔ آزاد">
            <a:extLst>
              <a:ext uri="{FF2B5EF4-FFF2-40B4-BE49-F238E27FC236}">
                <a16:creationId xmlns="" xmlns:a16="http://schemas.microsoft.com/office/drawing/2014/main" id="{FA988D60-670C-406B-B8FB-D5A0053424E9}"/>
              </a:ext>
            </a:extLst>
          </p:cNvPr>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8610600" y="0"/>
            <a:ext cx="533400" cy="822959"/>
          </a:xfrm>
          <a:prstGeom prst="rect">
            <a:avLst/>
          </a:prstGeom>
          <a:noFill/>
          <a:ln>
            <a:noFill/>
          </a:ln>
        </p:spPr>
      </p:pic>
      <p:sp>
        <p:nvSpPr>
          <p:cNvPr id="24" name="AutoShape 10">
            <a:extLst>
              <a:ext uri="{FF2B5EF4-FFF2-40B4-BE49-F238E27FC236}">
                <a16:creationId xmlns="" xmlns:a16="http://schemas.microsoft.com/office/drawing/2014/main" id="{96E6A76C-5024-445C-8373-4A127C8598B1}"/>
              </a:ext>
            </a:extLst>
          </p:cNvPr>
          <p:cNvSpPr>
            <a:spLocks noChangeArrowheads="1"/>
          </p:cNvSpPr>
          <p:nvPr/>
        </p:nvSpPr>
        <p:spPr bwMode="gray">
          <a:xfrm flipH="1">
            <a:off x="6244699" y="55997"/>
            <a:ext cx="2137301" cy="649224"/>
          </a:xfrm>
          <a:prstGeom prst="chevron">
            <a:avLst>
              <a:gd name="adj" fmla="val 17842"/>
            </a:avLst>
          </a:prstGeom>
          <a:gradFill rotWithShape="1">
            <a:gsLst>
              <a:gs pos="0">
                <a:srgbClr val="84B09A">
                  <a:gamma/>
                  <a:shade val="46275"/>
                  <a:invGamma/>
                </a:srgbClr>
              </a:gs>
              <a:gs pos="50000">
                <a:srgbClr val="84B09A"/>
              </a:gs>
              <a:gs pos="100000">
                <a:srgbClr val="84B09A">
                  <a:gamma/>
                  <a:shade val="46275"/>
                  <a:invGamma/>
                </a:srgbClr>
              </a:gs>
            </a:gsLst>
            <a:lin ang="2700000" scaled="1"/>
          </a:gradFill>
          <a:ln w="38100">
            <a:solidFill>
              <a:srgbClr val="EAEAEA"/>
            </a:solidFill>
            <a:miter lim="800000"/>
            <a:headEnd/>
            <a:tailEnd/>
          </a:ln>
          <a:effectLst>
            <a:outerShdw dist="109250" dir="3267739" algn="ctr" rotWithShape="0">
              <a:srgbClr val="333333">
                <a:alpha val="50000"/>
              </a:srgbClr>
            </a:outerShdw>
          </a:effectLst>
        </p:spPr>
        <p:txBody>
          <a:bodyPr wrap="square" anchor="ctr">
            <a:spAutoFit/>
          </a:bodyPr>
          <a:lstStyle/>
          <a:p>
            <a:pPr algn="ctr" fontAlgn="base">
              <a:spcBef>
                <a:spcPct val="0"/>
              </a:spcBef>
              <a:spcAft>
                <a:spcPct val="0"/>
              </a:spcAft>
            </a:pPr>
            <a:endParaRPr lang="en-US" kern="0">
              <a:solidFill>
                <a:srgbClr val="3D81BF"/>
              </a:solidFill>
            </a:endParaRPr>
          </a:p>
        </p:txBody>
      </p:sp>
      <p:sp>
        <p:nvSpPr>
          <p:cNvPr id="25" name="Rectangle 24">
            <a:extLst>
              <a:ext uri="{FF2B5EF4-FFF2-40B4-BE49-F238E27FC236}">
                <a16:creationId xmlns="" xmlns:a16="http://schemas.microsoft.com/office/drawing/2014/main" id="{BF9CF44D-C94F-4B09-AF24-15EACD7BE0F4}"/>
              </a:ext>
            </a:extLst>
          </p:cNvPr>
          <p:cNvSpPr/>
          <p:nvPr/>
        </p:nvSpPr>
        <p:spPr>
          <a:xfrm>
            <a:off x="6499957" y="197162"/>
            <a:ext cx="1626786" cy="323165"/>
          </a:xfrm>
          <a:prstGeom prst="rect">
            <a:avLst/>
          </a:prstGeom>
        </p:spPr>
        <p:txBody>
          <a:bodyPr wrap="square">
            <a:spAutoFit/>
          </a:bodyPr>
          <a:lstStyle/>
          <a:p>
            <a:pPr lvl="0" algn="ctr" fontAlgn="base">
              <a:spcBef>
                <a:spcPct val="0"/>
              </a:spcBef>
              <a:spcAft>
                <a:spcPct val="0"/>
              </a:spcAft>
              <a:defRPr/>
            </a:pPr>
            <a:r>
              <a:rPr lang="fa-IR" sz="1500" b="1" kern="0" dirty="0" err="1">
                <a:solidFill>
                  <a:srgbClr val="FFFFFF"/>
                </a:solidFill>
                <a:latin typeface="Times New Roman" panose="02020603050405020304" pitchFamily="18" charset="0"/>
                <a:cs typeface="B Nazanin" pitchFamily="2" charset="-78"/>
              </a:rPr>
              <a:t>باتریها</a:t>
            </a:r>
            <a:endParaRPr lang="en-US" sz="1500" b="1" kern="0" dirty="0">
              <a:solidFill>
                <a:srgbClr val="FFFFFF"/>
              </a:solidFill>
              <a:latin typeface="Times New Roman" panose="02020603050405020304" pitchFamily="18" charset="0"/>
              <a:cs typeface="B Nazanin" pitchFamily="2" charset="-78"/>
            </a:endParaRPr>
          </a:p>
        </p:txBody>
      </p:sp>
      <p:sp>
        <p:nvSpPr>
          <p:cNvPr id="27" name="AutoShape 3">
            <a:extLst>
              <a:ext uri="{FF2B5EF4-FFF2-40B4-BE49-F238E27FC236}">
                <a16:creationId xmlns="" xmlns:a16="http://schemas.microsoft.com/office/drawing/2014/main" id="{DBA5C955-0E66-467E-8B5F-EF4EE5F8F3FA}"/>
              </a:ext>
            </a:extLst>
          </p:cNvPr>
          <p:cNvSpPr>
            <a:spLocks noChangeArrowheads="1"/>
          </p:cNvSpPr>
          <p:nvPr/>
        </p:nvSpPr>
        <p:spPr bwMode="gray">
          <a:xfrm flipH="1">
            <a:off x="4215687" y="54854"/>
            <a:ext cx="2056085" cy="651510"/>
          </a:xfrm>
          <a:prstGeom prst="chevron">
            <a:avLst>
              <a:gd name="adj" fmla="val 17009"/>
            </a:avLst>
          </a:prstGeom>
          <a:gradFill rotWithShape="1">
            <a:gsLst>
              <a:gs pos="0">
                <a:srgbClr val="84B09A">
                  <a:gamma/>
                  <a:shade val="46275"/>
                  <a:invGamma/>
                </a:srgbClr>
              </a:gs>
              <a:gs pos="50000">
                <a:srgbClr val="84B09A"/>
              </a:gs>
              <a:gs pos="100000">
                <a:srgbClr val="84B09A">
                  <a:gamma/>
                  <a:shade val="46275"/>
                  <a:invGamma/>
                </a:srgbClr>
              </a:gs>
            </a:gsLst>
            <a:lin ang="2700000" scaled="1"/>
          </a:gradFill>
          <a:ln w="38100">
            <a:solidFill>
              <a:srgbClr val="EAEAEA"/>
            </a:solidFill>
            <a:miter lim="800000"/>
            <a:headEnd/>
            <a:tailEnd/>
          </a:ln>
          <a:effectLst>
            <a:outerShdw dist="109250" dir="3267739" algn="ctr" rotWithShape="0">
              <a:srgbClr val="333333">
                <a:alpha val="50000"/>
              </a:srgbClr>
            </a:outerShdw>
          </a:effectLst>
        </p:spPr>
        <p:txBody>
          <a:bodyPr wrap="square" anchor="ctr">
            <a:spAutoFit/>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endParaRPr>
          </a:p>
        </p:txBody>
      </p:sp>
      <p:sp>
        <p:nvSpPr>
          <p:cNvPr id="28" name="Rectangle 27">
            <a:extLst>
              <a:ext uri="{FF2B5EF4-FFF2-40B4-BE49-F238E27FC236}">
                <a16:creationId xmlns="" xmlns:a16="http://schemas.microsoft.com/office/drawing/2014/main" id="{AC165A2D-60D3-440C-A112-7B419F7E72B2}"/>
              </a:ext>
            </a:extLst>
          </p:cNvPr>
          <p:cNvSpPr/>
          <p:nvPr/>
        </p:nvSpPr>
        <p:spPr>
          <a:xfrm>
            <a:off x="4525250" y="89171"/>
            <a:ext cx="1443038" cy="584775"/>
          </a:xfrm>
          <a:prstGeom prst="rect">
            <a:avLst/>
          </a:prstGeom>
        </p:spPr>
        <p:txBody>
          <a:bodyPr wrap="square">
            <a:spAutoFit/>
          </a:bodyPr>
          <a:lstStyle/>
          <a:p>
            <a:pPr lvl="0" algn="ctr" rtl="1" fontAlgn="base">
              <a:spcBef>
                <a:spcPct val="0"/>
              </a:spcBef>
              <a:spcAft>
                <a:spcPct val="0"/>
              </a:spcAft>
            </a:pPr>
            <a:r>
              <a:rPr lang="fa-IR" sz="1600" b="1" dirty="0">
                <a:solidFill>
                  <a:srgbClr val="FFFFFF"/>
                </a:solidFill>
                <a:latin typeface="Times New Roman" panose="02020603050405020304" pitchFamily="18" charset="0"/>
                <a:cs typeface="B Nazanin" panose="00000400000000000000" pitchFamily="2" charset="-78"/>
              </a:rPr>
              <a:t>سیستم مدیریت باتری</a:t>
            </a:r>
            <a:endParaRPr lang="en-US" sz="1600" b="1" dirty="0">
              <a:solidFill>
                <a:srgbClr val="FFFFFF"/>
              </a:solidFill>
              <a:latin typeface="Times New Roman" panose="02020603050405020304" pitchFamily="18" charset="0"/>
              <a:cs typeface="B Nazanin" panose="00000400000000000000" pitchFamily="2" charset="-78"/>
            </a:endParaRPr>
          </a:p>
        </p:txBody>
      </p:sp>
      <p:sp>
        <p:nvSpPr>
          <p:cNvPr id="32" name="TextBox 31">
            <a:extLst>
              <a:ext uri="{FF2B5EF4-FFF2-40B4-BE49-F238E27FC236}">
                <a16:creationId xmlns="" xmlns:a16="http://schemas.microsoft.com/office/drawing/2014/main" id="{F43469DC-7F5B-471E-BD74-ED709E621F63}"/>
              </a:ext>
            </a:extLst>
          </p:cNvPr>
          <p:cNvSpPr txBox="1"/>
          <p:nvPr/>
        </p:nvSpPr>
        <p:spPr>
          <a:xfrm>
            <a:off x="-438805" y="941383"/>
            <a:ext cx="7315201" cy="307777"/>
          </a:xfrm>
          <a:prstGeom prst="rect">
            <a:avLst/>
          </a:prstGeom>
          <a:noFill/>
        </p:spPr>
        <p:txBody>
          <a:bodyPr wrap="square" rtlCol="0">
            <a:spAutoFit/>
          </a:bodyPr>
          <a:lstStyle/>
          <a:p>
            <a:pPr algn="ctr" rtl="1" fontAlgn="base">
              <a:spcBef>
                <a:spcPct val="0"/>
              </a:spcBef>
              <a:spcAft>
                <a:spcPct val="0"/>
              </a:spcAft>
            </a:pPr>
            <a:r>
              <a:rPr lang="fa-IR" sz="1400" dirty="0">
                <a:cs typeface="B Lotus" panose="00000400000000000000" pitchFamily="2" charset="-78"/>
              </a:rPr>
              <a:t>روشی نو برای همسان‌سازی باتری پک با اتصال سری بر مبنای تجزیه و تحلیل خوشه‌بندی همراه با الگوریتم ژنتیک</a:t>
            </a:r>
            <a:endParaRPr lang="en-US" sz="1400" dirty="0">
              <a:cs typeface="B Lotus" panose="00000400000000000000" pitchFamily="2" charset="-78"/>
            </a:endParaRPr>
          </a:p>
        </p:txBody>
      </p:sp>
      <p:sp>
        <p:nvSpPr>
          <p:cNvPr id="16" name="Slide Number Placeholder 3">
            <a:extLst>
              <a:ext uri="{FF2B5EF4-FFF2-40B4-BE49-F238E27FC236}">
                <a16:creationId xmlns="" xmlns:a16="http://schemas.microsoft.com/office/drawing/2014/main" id="{FEFB061F-8AAB-4535-B272-1BA4D5A77191}"/>
              </a:ext>
            </a:extLst>
          </p:cNvPr>
          <p:cNvSpPr txBox="1">
            <a:spLocks/>
          </p:cNvSpPr>
          <p:nvPr/>
        </p:nvSpPr>
        <p:spPr>
          <a:xfrm>
            <a:off x="8965" y="6090313"/>
            <a:ext cx="676835" cy="767687"/>
          </a:xfrm>
          <a:prstGeom prst="rect">
            <a:avLst/>
          </a:prstGeom>
        </p:spPr>
        <p:txBody>
          <a:bodyPr vert="horz" lIns="91440" tIns="45720" rIns="91440" bIns="45720" rtlCol="0" anchor="ctr"/>
          <a:lstStyle>
            <a:defPPr>
              <a:defRPr lang="en-US"/>
            </a:defPPr>
            <a:lvl1pPr marL="0" algn="l" defTabSz="914400" rtl="0" eaLnBrk="1" latinLnBrk="0" hangingPunct="1">
              <a:defRPr sz="1400" b="1" kern="1200">
                <a:solidFill>
                  <a:srgbClr val="FFFFFF"/>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rtl="1"/>
            <a:fld id="{E8ADF199-8047-440E-B02B-E80683B392F2}" type="slidenum">
              <a:rPr lang="fa-IR" sz="1800" smtClean="0">
                <a:solidFill>
                  <a:schemeClr val="tx1"/>
                </a:solidFill>
                <a:cs typeface="B Lotus" panose="00000400000000000000" pitchFamily="2" charset="-78"/>
              </a:rPr>
              <a:pPr rtl="1"/>
              <a:t>68</a:t>
            </a:fld>
            <a:endParaRPr lang="fa-IR" sz="1800" dirty="0">
              <a:solidFill>
                <a:schemeClr val="tx1"/>
              </a:solidFill>
              <a:cs typeface="B Lotus" panose="00000400000000000000" pitchFamily="2" charset="-78"/>
            </a:endParaRPr>
          </a:p>
        </p:txBody>
      </p:sp>
    </p:spTree>
    <p:extLst>
      <p:ext uri="{BB962C8B-B14F-4D97-AF65-F5344CB8AC3E}">
        <p14:creationId xmlns:p14="http://schemas.microsoft.com/office/powerpoint/2010/main" val="4228504865"/>
      </p:ext>
    </p:extLst>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1" name="TextBox 50"/>
          <p:cNvSpPr txBox="1"/>
          <p:nvPr/>
        </p:nvSpPr>
        <p:spPr>
          <a:xfrm>
            <a:off x="2180397" y="6425128"/>
            <a:ext cx="3453189" cy="369332"/>
          </a:xfrm>
          <a:prstGeom prst="rect">
            <a:avLst/>
          </a:prstGeom>
          <a:noFill/>
        </p:spPr>
        <p:txBody>
          <a:bodyPr wrap="none" rtlCol="0">
            <a:spAutoFit/>
          </a:bodyPr>
          <a:lstStyle/>
          <a:p>
            <a:pPr algn="ctr" rtl="1"/>
            <a:r>
              <a:rPr lang="fa-IR" dirty="0">
                <a:latin typeface="Times New Roman" panose="02020603050405020304" pitchFamily="18" charset="0"/>
                <a:ea typeface="Calibri" panose="020F0502020204030204" pitchFamily="34" charset="0"/>
                <a:cs typeface="B Lotus" panose="00000400000000000000" pitchFamily="2" charset="-78"/>
              </a:rPr>
              <a:t>مسیر عبوری جریان برای سلول شماره 1 </a:t>
            </a:r>
            <a:r>
              <a:rPr lang="fa-IR" dirty="0">
                <a:solidFill>
                  <a:srgbClr val="61D6FF"/>
                </a:solidFill>
                <a:latin typeface="Times New Roman" panose="02020603050405020304" pitchFamily="18" charset="0"/>
                <a:cs typeface="B Lotus" panose="00000400000000000000" pitchFamily="2" charset="-78"/>
              </a:rPr>
              <a:t>[1]</a:t>
            </a:r>
            <a:r>
              <a:rPr lang="fa-IR" dirty="0">
                <a:latin typeface="Times New Roman" panose="02020603050405020304" pitchFamily="18" charset="0"/>
                <a:cs typeface="B Lotus" panose="00000400000000000000" pitchFamily="2" charset="-78"/>
              </a:rPr>
              <a:t>.</a:t>
            </a:r>
            <a:r>
              <a:rPr lang="fa-IR" dirty="0">
                <a:latin typeface="Times New Roman" panose="02020603050405020304" pitchFamily="18" charset="0"/>
                <a:ea typeface="Calibri" panose="020F0502020204030204" pitchFamily="34" charset="0"/>
                <a:cs typeface="B Lotus" panose="00000400000000000000" pitchFamily="2" charset="-78"/>
              </a:rPr>
              <a:t>  </a:t>
            </a:r>
            <a:endParaRPr lang="en-US" dirty="0">
              <a:latin typeface="Times New Roman" panose="02020603050405020304" pitchFamily="18" charset="0"/>
              <a:cs typeface="B Lotus" panose="00000400000000000000" pitchFamily="2" charset="-78"/>
            </a:endParaRPr>
          </a:p>
        </p:txBody>
      </p:sp>
      <p:pic>
        <p:nvPicPr>
          <p:cNvPr id="18" name="Picture 17"/>
          <p:cNvPicPr/>
          <p:nvPr/>
        </p:nvPicPr>
        <p:blipFill>
          <a:blip r:embed="rId3">
            <a:extLst>
              <a:ext uri="{28A0092B-C50C-407E-A947-70E740481C1C}">
                <a14:useLocalDpi xmlns:a14="http://schemas.microsoft.com/office/drawing/2010/main" val="0"/>
              </a:ext>
            </a:extLst>
          </a:blip>
          <a:stretch>
            <a:fillRect/>
          </a:stretch>
        </p:blipFill>
        <p:spPr>
          <a:xfrm>
            <a:off x="1524000" y="1355269"/>
            <a:ext cx="6771766" cy="4816931"/>
          </a:xfrm>
          <a:prstGeom prst="rect">
            <a:avLst/>
          </a:prstGeom>
        </p:spPr>
      </p:pic>
      <p:sp>
        <p:nvSpPr>
          <p:cNvPr id="19" name="Rounded Rectangle 175">
            <a:extLst>
              <a:ext uri="{FF2B5EF4-FFF2-40B4-BE49-F238E27FC236}">
                <a16:creationId xmlns="" xmlns:a16="http://schemas.microsoft.com/office/drawing/2014/main" id="{AACCE7D9-540A-47B9-8964-41031B797FDD}"/>
              </a:ext>
            </a:extLst>
          </p:cNvPr>
          <p:cNvSpPr/>
          <p:nvPr/>
        </p:nvSpPr>
        <p:spPr bwMode="auto">
          <a:xfrm>
            <a:off x="7124531" y="917675"/>
            <a:ext cx="1486069" cy="498507"/>
          </a:xfrm>
          <a:prstGeom prst="roundRect">
            <a:avLst/>
          </a:prstGeom>
          <a:solidFill>
            <a:srgbClr val="3D81BF">
              <a:lumMod val="75000"/>
            </a:srgbClr>
          </a:solidFill>
          <a:ln w="9525" cap="flat" cmpd="sng" algn="ctr">
            <a:solidFill>
              <a:srgbClr val="000000"/>
            </a:solidFill>
            <a:prstDash val="solid"/>
            <a:round/>
            <a:headEnd type="none" w="med" len="med"/>
            <a:tailEnd type="none" w="med" len="med"/>
          </a:ln>
          <a:effectLst>
            <a:reflection blurRad="6350" stA="50000" endA="300" endPos="55000" dir="5400000" sy="-100000" algn="bl" rotWithShape="0"/>
          </a:effectLst>
          <a:scene3d>
            <a:camera prst="isometricOffAxis2Left"/>
            <a:lightRig rig="threePt" dir="t"/>
          </a:scene3d>
        </p:spPr>
        <p:txBody>
          <a:bodyPr vert="horz" wrap="square" lIns="91440" tIns="45720" rIns="91440" bIns="45720" numCol="1" rtlCol="0" anchor="t" anchorCtr="0" compatLnSpc="1">
            <a:prstTxWarp prst="textNoShape">
              <a:avLst/>
            </a:prstTxWarp>
          </a:bodyPr>
          <a:lstStyle/>
          <a:p>
            <a:pPr lvl="0" algn="ctr" rtl="1" fontAlgn="base">
              <a:spcBef>
                <a:spcPct val="0"/>
              </a:spcBef>
              <a:spcAft>
                <a:spcPct val="0"/>
              </a:spcAft>
            </a:pPr>
            <a:r>
              <a:rPr lang="fa-IR" sz="2400" b="1" dirty="0">
                <a:solidFill>
                  <a:srgbClr val="FFFFFF"/>
                </a:solidFill>
                <a:latin typeface="Times New Roman" panose="02020603050405020304" pitchFamily="18" charset="0"/>
                <a:cs typeface="B Nazanin" panose="00000400000000000000" pitchFamily="2" charset="-78"/>
              </a:rPr>
              <a:t>مقالات اخیر</a:t>
            </a:r>
            <a:endParaRPr lang="en-US" sz="2400" b="1" dirty="0">
              <a:solidFill>
                <a:srgbClr val="FFFFFF"/>
              </a:solidFill>
              <a:latin typeface="Times New Roman" panose="02020603050405020304" pitchFamily="18" charset="0"/>
              <a:cs typeface="B Nazanin" panose="00000400000000000000" pitchFamily="2" charset="-78"/>
            </a:endParaRPr>
          </a:p>
        </p:txBody>
      </p:sp>
      <p:sp>
        <p:nvSpPr>
          <p:cNvPr id="20" name="AutoShape 3"/>
          <p:cNvSpPr>
            <a:spLocks noChangeArrowheads="1"/>
          </p:cNvSpPr>
          <p:nvPr/>
        </p:nvSpPr>
        <p:spPr bwMode="gray">
          <a:xfrm flipH="1">
            <a:off x="2190754" y="54854"/>
            <a:ext cx="2056085" cy="651510"/>
          </a:xfrm>
          <a:prstGeom prst="chevron">
            <a:avLst>
              <a:gd name="adj" fmla="val 17009"/>
            </a:avLst>
          </a:prstGeom>
          <a:gradFill rotWithShape="1">
            <a:gsLst>
              <a:gs pos="0">
                <a:srgbClr val="84B09A">
                  <a:gamma/>
                  <a:shade val="46275"/>
                  <a:invGamma/>
                </a:srgbClr>
              </a:gs>
              <a:gs pos="50000">
                <a:srgbClr val="84B09A"/>
              </a:gs>
              <a:gs pos="100000">
                <a:srgbClr val="84B09A">
                  <a:gamma/>
                  <a:shade val="46275"/>
                  <a:invGamma/>
                </a:srgbClr>
              </a:gs>
            </a:gsLst>
            <a:lin ang="2700000" scaled="1"/>
          </a:gradFill>
          <a:ln w="38100">
            <a:solidFill>
              <a:srgbClr val="EAEAEA"/>
            </a:solidFill>
            <a:miter lim="800000"/>
            <a:headEnd/>
            <a:tailEnd/>
          </a:ln>
          <a:effectLst>
            <a:outerShdw dist="109250" dir="3267739" algn="ctr" rotWithShape="0">
              <a:srgbClr val="333333">
                <a:alpha val="50000"/>
              </a:srgbClr>
            </a:outerShdw>
          </a:effectLst>
        </p:spPr>
        <p:txBody>
          <a:bodyPr wrap="square" anchor="ctr">
            <a:spAutoFit/>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endParaRPr>
          </a:p>
        </p:txBody>
      </p:sp>
      <p:sp>
        <p:nvSpPr>
          <p:cNvPr id="21" name="AutoShape 3"/>
          <p:cNvSpPr>
            <a:spLocks noChangeArrowheads="1"/>
          </p:cNvSpPr>
          <p:nvPr/>
        </p:nvSpPr>
        <p:spPr bwMode="gray">
          <a:xfrm flipH="1">
            <a:off x="148662" y="55997"/>
            <a:ext cx="2057400" cy="649224"/>
          </a:xfrm>
          <a:prstGeom prst="chevron">
            <a:avLst>
              <a:gd name="adj" fmla="val 17009"/>
            </a:avLst>
          </a:prstGeom>
          <a:gradFill rotWithShape="1">
            <a:gsLst>
              <a:gs pos="0">
                <a:srgbClr val="3659EC">
                  <a:gamma/>
                  <a:shade val="46275"/>
                  <a:invGamma/>
                </a:srgbClr>
              </a:gs>
              <a:gs pos="50000">
                <a:srgbClr val="3659EC"/>
              </a:gs>
              <a:gs pos="100000">
                <a:srgbClr val="3659EC">
                  <a:gamma/>
                  <a:shade val="46275"/>
                  <a:invGamma/>
                </a:srgbClr>
              </a:gs>
            </a:gsLst>
            <a:lin ang="2700000" scaled="1"/>
          </a:gradFill>
          <a:ln w="38100">
            <a:solidFill>
              <a:srgbClr val="EAEAEA"/>
            </a:solidFill>
            <a:miter lim="800000"/>
            <a:headEnd/>
            <a:tailEnd/>
          </a:ln>
          <a:effectLst>
            <a:outerShdw dist="109250" dir="3267739" algn="ctr" rotWithShape="0">
              <a:srgbClr val="333333">
                <a:alpha val="50000"/>
              </a:srgbClr>
            </a:outerShdw>
          </a:effectLst>
        </p:spPr>
        <p:txBody>
          <a:bodyPr wrap="square" anchor="ctr">
            <a:spAutoFit/>
          </a:bodyPr>
          <a:lstStyle/>
          <a:p>
            <a:pPr algn="ctr" fontAlgn="base">
              <a:spcBef>
                <a:spcPct val="0"/>
              </a:spcBef>
              <a:spcAft>
                <a:spcPct val="0"/>
              </a:spcAft>
            </a:pPr>
            <a:endParaRPr lang="en-US" kern="0">
              <a:solidFill>
                <a:srgbClr val="3D81BF"/>
              </a:solidFill>
            </a:endParaRPr>
          </a:p>
        </p:txBody>
      </p:sp>
      <p:sp>
        <p:nvSpPr>
          <p:cNvPr id="22" name="Rectangle 21"/>
          <p:cNvSpPr/>
          <p:nvPr/>
        </p:nvSpPr>
        <p:spPr>
          <a:xfrm>
            <a:off x="418672" y="193150"/>
            <a:ext cx="1443038" cy="338554"/>
          </a:xfrm>
          <a:prstGeom prst="rect">
            <a:avLst/>
          </a:prstGeom>
        </p:spPr>
        <p:txBody>
          <a:bodyPr wrap="square">
            <a:spAutoFit/>
          </a:bodyPr>
          <a:lstStyle/>
          <a:p>
            <a:pPr lvl="0" algn="ctr" rtl="1" fontAlgn="base">
              <a:spcBef>
                <a:spcPct val="0"/>
              </a:spcBef>
              <a:spcAft>
                <a:spcPct val="0"/>
              </a:spcAft>
            </a:pPr>
            <a:r>
              <a:rPr lang="fa-IR" sz="1600" b="1" dirty="0">
                <a:solidFill>
                  <a:srgbClr val="FFFFFF"/>
                </a:solidFill>
                <a:latin typeface="Times New Roman" panose="02020603050405020304" pitchFamily="18" charset="0"/>
                <a:cs typeface="B Nazanin" panose="00000400000000000000" pitchFamily="2" charset="-78"/>
              </a:rPr>
              <a:t>مقالات اخیر</a:t>
            </a:r>
            <a:endParaRPr lang="en-US" sz="1600" b="1" dirty="0">
              <a:solidFill>
                <a:srgbClr val="FFFFFF"/>
              </a:solidFill>
              <a:latin typeface="Times New Roman" panose="02020603050405020304" pitchFamily="18" charset="0"/>
              <a:cs typeface="B Nazanin" panose="00000400000000000000" pitchFamily="2" charset="-78"/>
            </a:endParaRPr>
          </a:p>
        </p:txBody>
      </p:sp>
      <p:sp>
        <p:nvSpPr>
          <p:cNvPr id="23" name="Rectangle 22"/>
          <p:cNvSpPr/>
          <p:nvPr/>
        </p:nvSpPr>
        <p:spPr>
          <a:xfrm>
            <a:off x="2393380" y="70040"/>
            <a:ext cx="1600200" cy="584775"/>
          </a:xfrm>
          <a:prstGeom prst="rect">
            <a:avLst/>
          </a:prstGeom>
        </p:spPr>
        <p:txBody>
          <a:bodyPr wrap="square">
            <a:spAutoFit/>
          </a:bodyPr>
          <a:lstStyle/>
          <a:p>
            <a:pPr lvl="0" algn="ctr" rtl="1" fontAlgn="base">
              <a:spcBef>
                <a:spcPct val="0"/>
              </a:spcBef>
              <a:spcAft>
                <a:spcPct val="0"/>
              </a:spcAft>
            </a:pPr>
            <a:r>
              <a:rPr lang="fa-IR" sz="1600" b="1" dirty="0">
                <a:solidFill>
                  <a:srgbClr val="FFFFFF"/>
                </a:solidFill>
                <a:latin typeface="Times New Roman" panose="02020603050405020304" pitchFamily="18" charset="0"/>
                <a:cs typeface="B Nazanin" panose="00000400000000000000" pitchFamily="2" charset="-78"/>
              </a:rPr>
              <a:t>سیستم مدیریت همسان سازی</a:t>
            </a:r>
            <a:endParaRPr lang="en-US" sz="1600" b="1" dirty="0">
              <a:solidFill>
                <a:srgbClr val="FFFFFF"/>
              </a:solidFill>
              <a:latin typeface="Times New Roman" panose="02020603050405020304" pitchFamily="18" charset="0"/>
              <a:cs typeface="B Nazanin" panose="00000400000000000000" pitchFamily="2" charset="-78"/>
            </a:endParaRPr>
          </a:p>
        </p:txBody>
      </p:sp>
      <p:pic>
        <p:nvPicPr>
          <p:cNvPr id="24" name="Picture 23" descr="پرونده:Azad University logo.png - ویکی‌پدیا، دانشنامهٔ آزاد">
            <a:extLst>
              <a:ext uri="{FF2B5EF4-FFF2-40B4-BE49-F238E27FC236}">
                <a16:creationId xmlns="" xmlns:a16="http://schemas.microsoft.com/office/drawing/2014/main" id="{FA988D60-670C-406B-B8FB-D5A0053424E9}"/>
              </a:ext>
            </a:extLst>
          </p:cNvPr>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8610600" y="0"/>
            <a:ext cx="533400" cy="822959"/>
          </a:xfrm>
          <a:prstGeom prst="rect">
            <a:avLst/>
          </a:prstGeom>
          <a:noFill/>
          <a:ln>
            <a:noFill/>
          </a:ln>
        </p:spPr>
      </p:pic>
      <p:sp>
        <p:nvSpPr>
          <p:cNvPr id="25" name="AutoShape 10">
            <a:extLst>
              <a:ext uri="{FF2B5EF4-FFF2-40B4-BE49-F238E27FC236}">
                <a16:creationId xmlns="" xmlns:a16="http://schemas.microsoft.com/office/drawing/2014/main" id="{96E6A76C-5024-445C-8373-4A127C8598B1}"/>
              </a:ext>
            </a:extLst>
          </p:cNvPr>
          <p:cNvSpPr>
            <a:spLocks noChangeArrowheads="1"/>
          </p:cNvSpPr>
          <p:nvPr/>
        </p:nvSpPr>
        <p:spPr bwMode="gray">
          <a:xfrm flipH="1">
            <a:off x="6244699" y="55997"/>
            <a:ext cx="2137301" cy="649224"/>
          </a:xfrm>
          <a:prstGeom prst="chevron">
            <a:avLst>
              <a:gd name="adj" fmla="val 17842"/>
            </a:avLst>
          </a:prstGeom>
          <a:gradFill rotWithShape="1">
            <a:gsLst>
              <a:gs pos="0">
                <a:srgbClr val="84B09A">
                  <a:gamma/>
                  <a:shade val="46275"/>
                  <a:invGamma/>
                </a:srgbClr>
              </a:gs>
              <a:gs pos="50000">
                <a:srgbClr val="84B09A"/>
              </a:gs>
              <a:gs pos="100000">
                <a:srgbClr val="84B09A">
                  <a:gamma/>
                  <a:shade val="46275"/>
                  <a:invGamma/>
                </a:srgbClr>
              </a:gs>
            </a:gsLst>
            <a:lin ang="2700000" scaled="1"/>
          </a:gradFill>
          <a:ln w="38100">
            <a:solidFill>
              <a:srgbClr val="EAEAEA"/>
            </a:solidFill>
            <a:miter lim="800000"/>
            <a:headEnd/>
            <a:tailEnd/>
          </a:ln>
          <a:effectLst>
            <a:outerShdw dist="109250" dir="3267739" algn="ctr" rotWithShape="0">
              <a:srgbClr val="333333">
                <a:alpha val="50000"/>
              </a:srgbClr>
            </a:outerShdw>
          </a:effectLst>
        </p:spPr>
        <p:txBody>
          <a:bodyPr wrap="square" anchor="ctr">
            <a:spAutoFit/>
          </a:bodyPr>
          <a:lstStyle/>
          <a:p>
            <a:pPr algn="ctr" fontAlgn="base">
              <a:spcBef>
                <a:spcPct val="0"/>
              </a:spcBef>
              <a:spcAft>
                <a:spcPct val="0"/>
              </a:spcAft>
            </a:pPr>
            <a:endParaRPr lang="en-US" kern="0">
              <a:solidFill>
                <a:srgbClr val="3D81BF"/>
              </a:solidFill>
            </a:endParaRPr>
          </a:p>
        </p:txBody>
      </p:sp>
      <p:sp>
        <p:nvSpPr>
          <p:cNvPr id="27" name="Rectangle 26">
            <a:extLst>
              <a:ext uri="{FF2B5EF4-FFF2-40B4-BE49-F238E27FC236}">
                <a16:creationId xmlns="" xmlns:a16="http://schemas.microsoft.com/office/drawing/2014/main" id="{BF9CF44D-C94F-4B09-AF24-15EACD7BE0F4}"/>
              </a:ext>
            </a:extLst>
          </p:cNvPr>
          <p:cNvSpPr/>
          <p:nvPr/>
        </p:nvSpPr>
        <p:spPr>
          <a:xfrm>
            <a:off x="6499957" y="197162"/>
            <a:ext cx="1626786" cy="323165"/>
          </a:xfrm>
          <a:prstGeom prst="rect">
            <a:avLst/>
          </a:prstGeom>
        </p:spPr>
        <p:txBody>
          <a:bodyPr wrap="square">
            <a:spAutoFit/>
          </a:bodyPr>
          <a:lstStyle/>
          <a:p>
            <a:pPr lvl="0" algn="ctr" fontAlgn="base">
              <a:spcBef>
                <a:spcPct val="0"/>
              </a:spcBef>
              <a:spcAft>
                <a:spcPct val="0"/>
              </a:spcAft>
              <a:defRPr/>
            </a:pPr>
            <a:r>
              <a:rPr lang="fa-IR" sz="1500" b="1" kern="0" dirty="0" err="1">
                <a:solidFill>
                  <a:srgbClr val="FFFFFF"/>
                </a:solidFill>
                <a:latin typeface="Times New Roman" panose="02020603050405020304" pitchFamily="18" charset="0"/>
                <a:cs typeface="B Nazanin" pitchFamily="2" charset="-78"/>
              </a:rPr>
              <a:t>باتریها</a:t>
            </a:r>
            <a:endParaRPr lang="en-US" sz="1500" b="1" kern="0" dirty="0">
              <a:solidFill>
                <a:srgbClr val="FFFFFF"/>
              </a:solidFill>
              <a:latin typeface="Times New Roman" panose="02020603050405020304" pitchFamily="18" charset="0"/>
              <a:cs typeface="B Nazanin" pitchFamily="2" charset="-78"/>
            </a:endParaRPr>
          </a:p>
        </p:txBody>
      </p:sp>
      <p:sp>
        <p:nvSpPr>
          <p:cNvPr id="28" name="AutoShape 3">
            <a:extLst>
              <a:ext uri="{FF2B5EF4-FFF2-40B4-BE49-F238E27FC236}">
                <a16:creationId xmlns="" xmlns:a16="http://schemas.microsoft.com/office/drawing/2014/main" id="{DBA5C955-0E66-467E-8B5F-EF4EE5F8F3FA}"/>
              </a:ext>
            </a:extLst>
          </p:cNvPr>
          <p:cNvSpPr>
            <a:spLocks noChangeArrowheads="1"/>
          </p:cNvSpPr>
          <p:nvPr/>
        </p:nvSpPr>
        <p:spPr bwMode="gray">
          <a:xfrm flipH="1">
            <a:off x="4215687" y="54854"/>
            <a:ext cx="2056085" cy="651510"/>
          </a:xfrm>
          <a:prstGeom prst="chevron">
            <a:avLst>
              <a:gd name="adj" fmla="val 17009"/>
            </a:avLst>
          </a:prstGeom>
          <a:gradFill rotWithShape="1">
            <a:gsLst>
              <a:gs pos="0">
                <a:srgbClr val="84B09A">
                  <a:gamma/>
                  <a:shade val="46275"/>
                  <a:invGamma/>
                </a:srgbClr>
              </a:gs>
              <a:gs pos="50000">
                <a:srgbClr val="84B09A"/>
              </a:gs>
              <a:gs pos="100000">
                <a:srgbClr val="84B09A">
                  <a:gamma/>
                  <a:shade val="46275"/>
                  <a:invGamma/>
                </a:srgbClr>
              </a:gs>
            </a:gsLst>
            <a:lin ang="2700000" scaled="1"/>
          </a:gradFill>
          <a:ln w="38100">
            <a:solidFill>
              <a:srgbClr val="EAEAEA"/>
            </a:solidFill>
            <a:miter lim="800000"/>
            <a:headEnd/>
            <a:tailEnd/>
          </a:ln>
          <a:effectLst>
            <a:outerShdw dist="109250" dir="3267739" algn="ctr" rotWithShape="0">
              <a:srgbClr val="333333">
                <a:alpha val="50000"/>
              </a:srgbClr>
            </a:outerShdw>
          </a:effectLst>
        </p:spPr>
        <p:txBody>
          <a:bodyPr wrap="square" anchor="ctr">
            <a:spAutoFit/>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endParaRPr>
          </a:p>
        </p:txBody>
      </p:sp>
      <p:sp>
        <p:nvSpPr>
          <p:cNvPr id="29" name="Rectangle 28">
            <a:extLst>
              <a:ext uri="{FF2B5EF4-FFF2-40B4-BE49-F238E27FC236}">
                <a16:creationId xmlns="" xmlns:a16="http://schemas.microsoft.com/office/drawing/2014/main" id="{AC165A2D-60D3-440C-A112-7B419F7E72B2}"/>
              </a:ext>
            </a:extLst>
          </p:cNvPr>
          <p:cNvSpPr/>
          <p:nvPr/>
        </p:nvSpPr>
        <p:spPr>
          <a:xfrm>
            <a:off x="4525250" y="89171"/>
            <a:ext cx="1443038" cy="584775"/>
          </a:xfrm>
          <a:prstGeom prst="rect">
            <a:avLst/>
          </a:prstGeom>
        </p:spPr>
        <p:txBody>
          <a:bodyPr wrap="square">
            <a:spAutoFit/>
          </a:bodyPr>
          <a:lstStyle/>
          <a:p>
            <a:pPr lvl="0" algn="ctr" rtl="1" fontAlgn="base">
              <a:spcBef>
                <a:spcPct val="0"/>
              </a:spcBef>
              <a:spcAft>
                <a:spcPct val="0"/>
              </a:spcAft>
            </a:pPr>
            <a:r>
              <a:rPr lang="fa-IR" sz="1600" b="1" dirty="0">
                <a:solidFill>
                  <a:srgbClr val="FFFFFF"/>
                </a:solidFill>
                <a:latin typeface="Times New Roman" panose="02020603050405020304" pitchFamily="18" charset="0"/>
                <a:cs typeface="B Nazanin" panose="00000400000000000000" pitchFamily="2" charset="-78"/>
              </a:rPr>
              <a:t>سیستم مدیریت باتری</a:t>
            </a:r>
            <a:endParaRPr lang="en-US" sz="1600" b="1" dirty="0">
              <a:solidFill>
                <a:srgbClr val="FFFFFF"/>
              </a:solidFill>
              <a:latin typeface="Times New Roman" panose="02020603050405020304" pitchFamily="18" charset="0"/>
              <a:cs typeface="B Nazanin" panose="00000400000000000000" pitchFamily="2" charset="-78"/>
            </a:endParaRPr>
          </a:p>
        </p:txBody>
      </p:sp>
      <p:sp>
        <p:nvSpPr>
          <p:cNvPr id="31" name="TextBox 30">
            <a:extLst>
              <a:ext uri="{FF2B5EF4-FFF2-40B4-BE49-F238E27FC236}">
                <a16:creationId xmlns="" xmlns:a16="http://schemas.microsoft.com/office/drawing/2014/main" id="{F43469DC-7F5B-471E-BD74-ED709E621F63}"/>
              </a:ext>
            </a:extLst>
          </p:cNvPr>
          <p:cNvSpPr txBox="1"/>
          <p:nvPr/>
        </p:nvSpPr>
        <p:spPr>
          <a:xfrm>
            <a:off x="-438805" y="941739"/>
            <a:ext cx="7315201" cy="307777"/>
          </a:xfrm>
          <a:prstGeom prst="rect">
            <a:avLst/>
          </a:prstGeom>
          <a:noFill/>
        </p:spPr>
        <p:txBody>
          <a:bodyPr wrap="square" rtlCol="0">
            <a:spAutoFit/>
          </a:bodyPr>
          <a:lstStyle/>
          <a:p>
            <a:pPr algn="ctr" rtl="1" fontAlgn="base">
              <a:spcBef>
                <a:spcPct val="0"/>
              </a:spcBef>
              <a:spcAft>
                <a:spcPct val="0"/>
              </a:spcAft>
            </a:pPr>
            <a:r>
              <a:rPr lang="fa-IR" sz="1400" dirty="0">
                <a:cs typeface="B Lotus" panose="00000400000000000000" pitchFamily="2" charset="-78"/>
              </a:rPr>
              <a:t>روشی نو برای همسان‌سازی باتری پک با اتصال سری بر مبنای تجزیه و تحلیل خوشه‌بندی همراه با الگوریتم ژنتیک</a:t>
            </a:r>
            <a:endParaRPr lang="en-US" sz="1400" dirty="0">
              <a:cs typeface="B Lotus" panose="00000400000000000000" pitchFamily="2" charset="-78"/>
            </a:endParaRPr>
          </a:p>
        </p:txBody>
      </p:sp>
      <p:sp>
        <p:nvSpPr>
          <p:cNvPr id="16" name="Slide Number Placeholder 3">
            <a:extLst>
              <a:ext uri="{FF2B5EF4-FFF2-40B4-BE49-F238E27FC236}">
                <a16:creationId xmlns="" xmlns:a16="http://schemas.microsoft.com/office/drawing/2014/main" id="{FEFB061F-8AAB-4535-B272-1BA4D5A77191}"/>
              </a:ext>
            </a:extLst>
          </p:cNvPr>
          <p:cNvSpPr txBox="1">
            <a:spLocks/>
          </p:cNvSpPr>
          <p:nvPr/>
        </p:nvSpPr>
        <p:spPr>
          <a:xfrm>
            <a:off x="8965" y="6090313"/>
            <a:ext cx="676835" cy="767687"/>
          </a:xfrm>
          <a:prstGeom prst="rect">
            <a:avLst/>
          </a:prstGeom>
        </p:spPr>
        <p:txBody>
          <a:bodyPr vert="horz" lIns="91440" tIns="45720" rIns="91440" bIns="45720" rtlCol="0" anchor="ctr"/>
          <a:lstStyle>
            <a:defPPr>
              <a:defRPr lang="en-US"/>
            </a:defPPr>
            <a:lvl1pPr marL="0" algn="l" defTabSz="914400" rtl="0" eaLnBrk="1" latinLnBrk="0" hangingPunct="1">
              <a:defRPr sz="1400" b="1" kern="1200">
                <a:solidFill>
                  <a:srgbClr val="FFFFFF"/>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rtl="1"/>
            <a:fld id="{E8ADF199-8047-440E-B02B-E80683B392F2}" type="slidenum">
              <a:rPr lang="fa-IR" sz="1800" smtClean="0">
                <a:solidFill>
                  <a:schemeClr val="tx1"/>
                </a:solidFill>
                <a:cs typeface="B Lotus" panose="00000400000000000000" pitchFamily="2" charset="-78"/>
              </a:rPr>
              <a:pPr rtl="1"/>
              <a:t>69</a:t>
            </a:fld>
            <a:endParaRPr lang="fa-IR" sz="1800" dirty="0">
              <a:solidFill>
                <a:schemeClr val="tx1"/>
              </a:solidFill>
              <a:cs typeface="B Lotus" panose="00000400000000000000" pitchFamily="2" charset="-78"/>
            </a:endParaRPr>
          </a:p>
        </p:txBody>
      </p:sp>
    </p:spTree>
    <p:extLst>
      <p:ext uri="{BB962C8B-B14F-4D97-AF65-F5344CB8AC3E}">
        <p14:creationId xmlns:p14="http://schemas.microsoft.com/office/powerpoint/2010/main" val="1818879452"/>
      </p:ext>
    </p:extLst>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9" name="Picture 18"/>
          <p:cNvPicPr/>
          <p:nvPr/>
        </p:nvPicPr>
        <p:blipFill>
          <a:blip r:embed="rId3">
            <a:extLst>
              <a:ext uri="{28A0092B-C50C-407E-A947-70E740481C1C}">
                <a14:useLocalDpi xmlns:a14="http://schemas.microsoft.com/office/drawing/2010/main" val="0"/>
              </a:ext>
            </a:extLst>
          </a:blip>
          <a:stretch>
            <a:fillRect/>
          </a:stretch>
        </p:blipFill>
        <p:spPr>
          <a:xfrm>
            <a:off x="780347" y="1753107"/>
            <a:ext cx="7601653" cy="4055759"/>
          </a:xfrm>
          <a:prstGeom prst="rect">
            <a:avLst/>
          </a:prstGeom>
        </p:spPr>
      </p:pic>
      <p:sp>
        <p:nvSpPr>
          <p:cNvPr id="34" name="TextBox 33"/>
          <p:cNvSpPr txBox="1"/>
          <p:nvPr/>
        </p:nvSpPr>
        <p:spPr>
          <a:xfrm>
            <a:off x="1725527" y="5917725"/>
            <a:ext cx="4519172" cy="369332"/>
          </a:xfrm>
          <a:prstGeom prst="rect">
            <a:avLst/>
          </a:prstGeom>
          <a:noFill/>
        </p:spPr>
        <p:txBody>
          <a:bodyPr wrap="square" rtlCol="0">
            <a:spAutoFit/>
          </a:bodyPr>
          <a:lstStyle/>
          <a:p>
            <a:pPr algn="ctr" rtl="1"/>
            <a:r>
              <a:rPr lang="fa-IR" dirty="0">
                <a:latin typeface="Times New Roman" panose="02020603050405020304" pitchFamily="18" charset="0"/>
                <a:ea typeface="Calibri" panose="020F0502020204030204" pitchFamily="34" charset="0"/>
                <a:cs typeface="B Lotus" panose="00000400000000000000" pitchFamily="2" charset="-78"/>
              </a:rPr>
              <a:t>مسیر عبور جریان در دوره‌های مختلف (حالت باک) </a:t>
            </a:r>
            <a:r>
              <a:rPr lang="fa-IR" dirty="0">
                <a:solidFill>
                  <a:srgbClr val="61D6FF"/>
                </a:solidFill>
                <a:latin typeface="Times New Roman" panose="02020603050405020304" pitchFamily="18" charset="0"/>
                <a:cs typeface="B Lotus" panose="00000400000000000000" pitchFamily="2" charset="-78"/>
              </a:rPr>
              <a:t>[1]</a:t>
            </a:r>
            <a:r>
              <a:rPr lang="fa-IR" dirty="0">
                <a:latin typeface="Times New Roman" panose="02020603050405020304" pitchFamily="18" charset="0"/>
                <a:cs typeface="B Lotus" panose="00000400000000000000" pitchFamily="2" charset="-78"/>
              </a:rPr>
              <a:t>.</a:t>
            </a:r>
            <a:r>
              <a:rPr lang="fa-IR" dirty="0">
                <a:latin typeface="Times New Roman" panose="02020603050405020304" pitchFamily="18" charset="0"/>
                <a:ea typeface="Calibri" panose="020F0502020204030204" pitchFamily="34" charset="0"/>
                <a:cs typeface="B Lotus" panose="00000400000000000000" pitchFamily="2" charset="-78"/>
              </a:rPr>
              <a:t>  </a:t>
            </a:r>
            <a:endParaRPr lang="en-US" dirty="0">
              <a:latin typeface="Times New Roman" panose="02020603050405020304" pitchFamily="18" charset="0"/>
              <a:cs typeface="B Lotus" panose="00000400000000000000" pitchFamily="2" charset="-78"/>
            </a:endParaRPr>
          </a:p>
        </p:txBody>
      </p:sp>
      <p:sp>
        <p:nvSpPr>
          <p:cNvPr id="36" name="Rounded Rectangle 175">
            <a:extLst>
              <a:ext uri="{FF2B5EF4-FFF2-40B4-BE49-F238E27FC236}">
                <a16:creationId xmlns="" xmlns:a16="http://schemas.microsoft.com/office/drawing/2014/main" id="{AACCE7D9-540A-47B9-8964-41031B797FDD}"/>
              </a:ext>
            </a:extLst>
          </p:cNvPr>
          <p:cNvSpPr/>
          <p:nvPr/>
        </p:nvSpPr>
        <p:spPr bwMode="auto">
          <a:xfrm>
            <a:off x="7124531" y="917675"/>
            <a:ext cx="1486069" cy="498507"/>
          </a:xfrm>
          <a:prstGeom prst="roundRect">
            <a:avLst/>
          </a:prstGeom>
          <a:solidFill>
            <a:srgbClr val="3D81BF">
              <a:lumMod val="75000"/>
            </a:srgbClr>
          </a:solidFill>
          <a:ln w="9525" cap="flat" cmpd="sng" algn="ctr">
            <a:solidFill>
              <a:srgbClr val="000000"/>
            </a:solidFill>
            <a:prstDash val="solid"/>
            <a:round/>
            <a:headEnd type="none" w="med" len="med"/>
            <a:tailEnd type="none" w="med" len="med"/>
          </a:ln>
          <a:effectLst>
            <a:reflection blurRad="6350" stA="50000" endA="300" endPos="55000" dir="5400000" sy="-100000" algn="bl" rotWithShape="0"/>
          </a:effectLst>
          <a:scene3d>
            <a:camera prst="isometricOffAxis2Left"/>
            <a:lightRig rig="threePt" dir="t"/>
          </a:scene3d>
        </p:spPr>
        <p:txBody>
          <a:bodyPr vert="horz" wrap="square" lIns="91440" tIns="45720" rIns="91440" bIns="45720" numCol="1" rtlCol="0" anchor="t" anchorCtr="0" compatLnSpc="1">
            <a:prstTxWarp prst="textNoShape">
              <a:avLst/>
            </a:prstTxWarp>
          </a:bodyPr>
          <a:lstStyle/>
          <a:p>
            <a:pPr lvl="0" algn="ctr" rtl="1" fontAlgn="base">
              <a:spcBef>
                <a:spcPct val="0"/>
              </a:spcBef>
              <a:spcAft>
                <a:spcPct val="0"/>
              </a:spcAft>
            </a:pPr>
            <a:r>
              <a:rPr lang="fa-IR" sz="2400" b="1" dirty="0">
                <a:solidFill>
                  <a:srgbClr val="FFFFFF"/>
                </a:solidFill>
                <a:latin typeface="Times New Roman" panose="02020603050405020304" pitchFamily="18" charset="0"/>
                <a:cs typeface="B Nazanin" panose="00000400000000000000" pitchFamily="2" charset="-78"/>
              </a:rPr>
              <a:t>مقالات اخیر</a:t>
            </a:r>
            <a:endParaRPr lang="en-US" sz="2400" b="1" dirty="0">
              <a:solidFill>
                <a:srgbClr val="FFFFFF"/>
              </a:solidFill>
              <a:latin typeface="Times New Roman" panose="02020603050405020304" pitchFamily="18" charset="0"/>
              <a:cs typeface="B Nazanin" panose="00000400000000000000" pitchFamily="2" charset="-78"/>
            </a:endParaRPr>
          </a:p>
        </p:txBody>
      </p:sp>
      <p:sp>
        <p:nvSpPr>
          <p:cNvPr id="37" name="AutoShape 3"/>
          <p:cNvSpPr>
            <a:spLocks noChangeArrowheads="1"/>
          </p:cNvSpPr>
          <p:nvPr/>
        </p:nvSpPr>
        <p:spPr bwMode="gray">
          <a:xfrm flipH="1">
            <a:off x="2190754" y="54854"/>
            <a:ext cx="2056085" cy="651510"/>
          </a:xfrm>
          <a:prstGeom prst="chevron">
            <a:avLst>
              <a:gd name="adj" fmla="val 17009"/>
            </a:avLst>
          </a:prstGeom>
          <a:gradFill rotWithShape="1">
            <a:gsLst>
              <a:gs pos="0">
                <a:srgbClr val="84B09A">
                  <a:gamma/>
                  <a:shade val="46275"/>
                  <a:invGamma/>
                </a:srgbClr>
              </a:gs>
              <a:gs pos="50000">
                <a:srgbClr val="84B09A"/>
              </a:gs>
              <a:gs pos="100000">
                <a:srgbClr val="84B09A">
                  <a:gamma/>
                  <a:shade val="46275"/>
                  <a:invGamma/>
                </a:srgbClr>
              </a:gs>
            </a:gsLst>
            <a:lin ang="2700000" scaled="1"/>
          </a:gradFill>
          <a:ln w="38100">
            <a:solidFill>
              <a:srgbClr val="EAEAEA"/>
            </a:solidFill>
            <a:miter lim="800000"/>
            <a:headEnd/>
            <a:tailEnd/>
          </a:ln>
          <a:effectLst>
            <a:outerShdw dist="109250" dir="3267739" algn="ctr" rotWithShape="0">
              <a:srgbClr val="333333">
                <a:alpha val="50000"/>
              </a:srgbClr>
            </a:outerShdw>
          </a:effectLst>
        </p:spPr>
        <p:txBody>
          <a:bodyPr wrap="square" anchor="ctr">
            <a:spAutoFit/>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endParaRPr>
          </a:p>
        </p:txBody>
      </p:sp>
      <p:sp>
        <p:nvSpPr>
          <p:cNvPr id="38" name="AutoShape 3"/>
          <p:cNvSpPr>
            <a:spLocks noChangeArrowheads="1"/>
          </p:cNvSpPr>
          <p:nvPr/>
        </p:nvSpPr>
        <p:spPr bwMode="gray">
          <a:xfrm flipH="1">
            <a:off x="148662" y="55997"/>
            <a:ext cx="2057400" cy="649224"/>
          </a:xfrm>
          <a:prstGeom prst="chevron">
            <a:avLst>
              <a:gd name="adj" fmla="val 17009"/>
            </a:avLst>
          </a:prstGeom>
          <a:gradFill rotWithShape="1">
            <a:gsLst>
              <a:gs pos="0">
                <a:srgbClr val="3659EC">
                  <a:gamma/>
                  <a:shade val="46275"/>
                  <a:invGamma/>
                </a:srgbClr>
              </a:gs>
              <a:gs pos="50000">
                <a:srgbClr val="3659EC"/>
              </a:gs>
              <a:gs pos="100000">
                <a:srgbClr val="3659EC">
                  <a:gamma/>
                  <a:shade val="46275"/>
                  <a:invGamma/>
                </a:srgbClr>
              </a:gs>
            </a:gsLst>
            <a:lin ang="2700000" scaled="1"/>
          </a:gradFill>
          <a:ln w="38100">
            <a:solidFill>
              <a:srgbClr val="EAEAEA"/>
            </a:solidFill>
            <a:miter lim="800000"/>
            <a:headEnd/>
            <a:tailEnd/>
          </a:ln>
          <a:effectLst>
            <a:outerShdw dist="109250" dir="3267739" algn="ctr" rotWithShape="0">
              <a:srgbClr val="333333">
                <a:alpha val="50000"/>
              </a:srgbClr>
            </a:outerShdw>
          </a:effectLst>
        </p:spPr>
        <p:txBody>
          <a:bodyPr wrap="square" anchor="ctr">
            <a:spAutoFit/>
          </a:bodyPr>
          <a:lstStyle/>
          <a:p>
            <a:pPr algn="ctr" fontAlgn="base">
              <a:spcBef>
                <a:spcPct val="0"/>
              </a:spcBef>
              <a:spcAft>
                <a:spcPct val="0"/>
              </a:spcAft>
            </a:pPr>
            <a:endParaRPr lang="en-US" kern="0">
              <a:solidFill>
                <a:srgbClr val="3D81BF"/>
              </a:solidFill>
            </a:endParaRPr>
          </a:p>
        </p:txBody>
      </p:sp>
      <p:sp>
        <p:nvSpPr>
          <p:cNvPr id="39" name="Rectangle 38"/>
          <p:cNvSpPr/>
          <p:nvPr/>
        </p:nvSpPr>
        <p:spPr>
          <a:xfrm>
            <a:off x="418672" y="193150"/>
            <a:ext cx="1443038" cy="338554"/>
          </a:xfrm>
          <a:prstGeom prst="rect">
            <a:avLst/>
          </a:prstGeom>
        </p:spPr>
        <p:txBody>
          <a:bodyPr wrap="square">
            <a:spAutoFit/>
          </a:bodyPr>
          <a:lstStyle/>
          <a:p>
            <a:pPr lvl="0" algn="ctr" rtl="1" fontAlgn="base">
              <a:spcBef>
                <a:spcPct val="0"/>
              </a:spcBef>
              <a:spcAft>
                <a:spcPct val="0"/>
              </a:spcAft>
            </a:pPr>
            <a:r>
              <a:rPr lang="fa-IR" sz="1600" b="1" dirty="0">
                <a:solidFill>
                  <a:srgbClr val="FFFFFF"/>
                </a:solidFill>
                <a:latin typeface="Times New Roman" panose="02020603050405020304" pitchFamily="18" charset="0"/>
                <a:cs typeface="B Nazanin" panose="00000400000000000000" pitchFamily="2" charset="-78"/>
              </a:rPr>
              <a:t>مقالات اخیر</a:t>
            </a:r>
            <a:endParaRPr lang="en-US" sz="1600" b="1" dirty="0">
              <a:solidFill>
                <a:srgbClr val="FFFFFF"/>
              </a:solidFill>
              <a:latin typeface="Times New Roman" panose="02020603050405020304" pitchFamily="18" charset="0"/>
              <a:cs typeface="B Nazanin" panose="00000400000000000000" pitchFamily="2" charset="-78"/>
            </a:endParaRPr>
          </a:p>
        </p:txBody>
      </p:sp>
      <p:sp>
        <p:nvSpPr>
          <p:cNvPr id="40" name="Rectangle 39"/>
          <p:cNvSpPr/>
          <p:nvPr/>
        </p:nvSpPr>
        <p:spPr>
          <a:xfrm>
            <a:off x="2393380" y="70040"/>
            <a:ext cx="1600200" cy="584775"/>
          </a:xfrm>
          <a:prstGeom prst="rect">
            <a:avLst/>
          </a:prstGeom>
        </p:spPr>
        <p:txBody>
          <a:bodyPr wrap="square">
            <a:spAutoFit/>
          </a:bodyPr>
          <a:lstStyle/>
          <a:p>
            <a:pPr lvl="0" algn="ctr" rtl="1" fontAlgn="base">
              <a:spcBef>
                <a:spcPct val="0"/>
              </a:spcBef>
              <a:spcAft>
                <a:spcPct val="0"/>
              </a:spcAft>
            </a:pPr>
            <a:r>
              <a:rPr lang="fa-IR" sz="1600" b="1" dirty="0">
                <a:solidFill>
                  <a:srgbClr val="FFFFFF"/>
                </a:solidFill>
                <a:latin typeface="Times New Roman" panose="02020603050405020304" pitchFamily="18" charset="0"/>
                <a:cs typeface="B Nazanin" panose="00000400000000000000" pitchFamily="2" charset="-78"/>
              </a:rPr>
              <a:t>سیستم مدیریت همسان سازی</a:t>
            </a:r>
            <a:endParaRPr lang="en-US" sz="1600" b="1" dirty="0">
              <a:solidFill>
                <a:srgbClr val="FFFFFF"/>
              </a:solidFill>
              <a:latin typeface="Times New Roman" panose="02020603050405020304" pitchFamily="18" charset="0"/>
              <a:cs typeface="B Nazanin" panose="00000400000000000000" pitchFamily="2" charset="-78"/>
            </a:endParaRPr>
          </a:p>
        </p:txBody>
      </p:sp>
      <p:pic>
        <p:nvPicPr>
          <p:cNvPr id="41" name="Picture 40" descr="پرونده:Azad University logo.png - ویکی‌پدیا، دانشنامهٔ آزاد">
            <a:extLst>
              <a:ext uri="{FF2B5EF4-FFF2-40B4-BE49-F238E27FC236}">
                <a16:creationId xmlns="" xmlns:a16="http://schemas.microsoft.com/office/drawing/2014/main" id="{FA988D60-670C-406B-B8FB-D5A0053424E9}"/>
              </a:ext>
            </a:extLst>
          </p:cNvPr>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8610600" y="0"/>
            <a:ext cx="533400" cy="822959"/>
          </a:xfrm>
          <a:prstGeom prst="rect">
            <a:avLst/>
          </a:prstGeom>
          <a:noFill/>
          <a:ln>
            <a:noFill/>
          </a:ln>
        </p:spPr>
      </p:pic>
      <p:sp>
        <p:nvSpPr>
          <p:cNvPr id="42" name="AutoShape 10">
            <a:extLst>
              <a:ext uri="{FF2B5EF4-FFF2-40B4-BE49-F238E27FC236}">
                <a16:creationId xmlns="" xmlns:a16="http://schemas.microsoft.com/office/drawing/2014/main" id="{96E6A76C-5024-445C-8373-4A127C8598B1}"/>
              </a:ext>
            </a:extLst>
          </p:cNvPr>
          <p:cNvSpPr>
            <a:spLocks noChangeArrowheads="1"/>
          </p:cNvSpPr>
          <p:nvPr/>
        </p:nvSpPr>
        <p:spPr bwMode="gray">
          <a:xfrm flipH="1">
            <a:off x="6244699" y="55997"/>
            <a:ext cx="2137301" cy="649224"/>
          </a:xfrm>
          <a:prstGeom prst="chevron">
            <a:avLst>
              <a:gd name="adj" fmla="val 17842"/>
            </a:avLst>
          </a:prstGeom>
          <a:gradFill rotWithShape="1">
            <a:gsLst>
              <a:gs pos="0">
                <a:srgbClr val="84B09A">
                  <a:gamma/>
                  <a:shade val="46275"/>
                  <a:invGamma/>
                </a:srgbClr>
              </a:gs>
              <a:gs pos="50000">
                <a:srgbClr val="84B09A"/>
              </a:gs>
              <a:gs pos="100000">
                <a:srgbClr val="84B09A">
                  <a:gamma/>
                  <a:shade val="46275"/>
                  <a:invGamma/>
                </a:srgbClr>
              </a:gs>
            </a:gsLst>
            <a:lin ang="2700000" scaled="1"/>
          </a:gradFill>
          <a:ln w="38100">
            <a:solidFill>
              <a:srgbClr val="EAEAEA"/>
            </a:solidFill>
            <a:miter lim="800000"/>
            <a:headEnd/>
            <a:tailEnd/>
          </a:ln>
          <a:effectLst>
            <a:outerShdw dist="109250" dir="3267739" algn="ctr" rotWithShape="0">
              <a:srgbClr val="333333">
                <a:alpha val="50000"/>
              </a:srgbClr>
            </a:outerShdw>
          </a:effectLst>
        </p:spPr>
        <p:txBody>
          <a:bodyPr wrap="square" anchor="ctr">
            <a:spAutoFit/>
          </a:bodyPr>
          <a:lstStyle/>
          <a:p>
            <a:pPr algn="ctr" fontAlgn="base">
              <a:spcBef>
                <a:spcPct val="0"/>
              </a:spcBef>
              <a:spcAft>
                <a:spcPct val="0"/>
              </a:spcAft>
            </a:pPr>
            <a:endParaRPr lang="en-US" kern="0">
              <a:solidFill>
                <a:srgbClr val="3D81BF"/>
              </a:solidFill>
            </a:endParaRPr>
          </a:p>
        </p:txBody>
      </p:sp>
      <p:sp>
        <p:nvSpPr>
          <p:cNvPr id="43" name="Rectangle 42">
            <a:extLst>
              <a:ext uri="{FF2B5EF4-FFF2-40B4-BE49-F238E27FC236}">
                <a16:creationId xmlns="" xmlns:a16="http://schemas.microsoft.com/office/drawing/2014/main" id="{BF9CF44D-C94F-4B09-AF24-15EACD7BE0F4}"/>
              </a:ext>
            </a:extLst>
          </p:cNvPr>
          <p:cNvSpPr/>
          <p:nvPr/>
        </p:nvSpPr>
        <p:spPr>
          <a:xfrm>
            <a:off x="6499957" y="197162"/>
            <a:ext cx="1626786" cy="323165"/>
          </a:xfrm>
          <a:prstGeom prst="rect">
            <a:avLst/>
          </a:prstGeom>
        </p:spPr>
        <p:txBody>
          <a:bodyPr wrap="square">
            <a:spAutoFit/>
          </a:bodyPr>
          <a:lstStyle/>
          <a:p>
            <a:pPr lvl="0" algn="ctr" fontAlgn="base">
              <a:spcBef>
                <a:spcPct val="0"/>
              </a:spcBef>
              <a:spcAft>
                <a:spcPct val="0"/>
              </a:spcAft>
              <a:defRPr/>
            </a:pPr>
            <a:r>
              <a:rPr lang="fa-IR" sz="1500" b="1" kern="0" dirty="0" err="1">
                <a:solidFill>
                  <a:srgbClr val="FFFFFF"/>
                </a:solidFill>
                <a:latin typeface="Times New Roman" panose="02020603050405020304" pitchFamily="18" charset="0"/>
                <a:cs typeface="B Nazanin" pitchFamily="2" charset="-78"/>
              </a:rPr>
              <a:t>باتریها</a:t>
            </a:r>
            <a:endParaRPr lang="en-US" sz="1500" b="1" kern="0" dirty="0">
              <a:solidFill>
                <a:srgbClr val="FFFFFF"/>
              </a:solidFill>
              <a:latin typeface="Times New Roman" panose="02020603050405020304" pitchFamily="18" charset="0"/>
              <a:cs typeface="B Nazanin" pitchFamily="2" charset="-78"/>
            </a:endParaRPr>
          </a:p>
        </p:txBody>
      </p:sp>
      <p:sp>
        <p:nvSpPr>
          <p:cNvPr id="44" name="AutoShape 3">
            <a:extLst>
              <a:ext uri="{FF2B5EF4-FFF2-40B4-BE49-F238E27FC236}">
                <a16:creationId xmlns="" xmlns:a16="http://schemas.microsoft.com/office/drawing/2014/main" id="{DBA5C955-0E66-467E-8B5F-EF4EE5F8F3FA}"/>
              </a:ext>
            </a:extLst>
          </p:cNvPr>
          <p:cNvSpPr>
            <a:spLocks noChangeArrowheads="1"/>
          </p:cNvSpPr>
          <p:nvPr/>
        </p:nvSpPr>
        <p:spPr bwMode="gray">
          <a:xfrm flipH="1">
            <a:off x="4215687" y="54854"/>
            <a:ext cx="2056085" cy="651510"/>
          </a:xfrm>
          <a:prstGeom prst="chevron">
            <a:avLst>
              <a:gd name="adj" fmla="val 17009"/>
            </a:avLst>
          </a:prstGeom>
          <a:gradFill rotWithShape="1">
            <a:gsLst>
              <a:gs pos="0">
                <a:srgbClr val="84B09A">
                  <a:gamma/>
                  <a:shade val="46275"/>
                  <a:invGamma/>
                </a:srgbClr>
              </a:gs>
              <a:gs pos="50000">
                <a:srgbClr val="84B09A"/>
              </a:gs>
              <a:gs pos="100000">
                <a:srgbClr val="84B09A">
                  <a:gamma/>
                  <a:shade val="46275"/>
                  <a:invGamma/>
                </a:srgbClr>
              </a:gs>
            </a:gsLst>
            <a:lin ang="2700000" scaled="1"/>
          </a:gradFill>
          <a:ln w="38100">
            <a:solidFill>
              <a:srgbClr val="EAEAEA"/>
            </a:solidFill>
            <a:miter lim="800000"/>
            <a:headEnd/>
            <a:tailEnd/>
          </a:ln>
          <a:effectLst>
            <a:outerShdw dist="109250" dir="3267739" algn="ctr" rotWithShape="0">
              <a:srgbClr val="333333">
                <a:alpha val="50000"/>
              </a:srgbClr>
            </a:outerShdw>
          </a:effectLst>
        </p:spPr>
        <p:txBody>
          <a:bodyPr wrap="square" anchor="ctr">
            <a:spAutoFit/>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endParaRPr>
          </a:p>
        </p:txBody>
      </p:sp>
      <p:sp>
        <p:nvSpPr>
          <p:cNvPr id="45" name="Rectangle 44">
            <a:extLst>
              <a:ext uri="{FF2B5EF4-FFF2-40B4-BE49-F238E27FC236}">
                <a16:creationId xmlns="" xmlns:a16="http://schemas.microsoft.com/office/drawing/2014/main" id="{AC165A2D-60D3-440C-A112-7B419F7E72B2}"/>
              </a:ext>
            </a:extLst>
          </p:cNvPr>
          <p:cNvSpPr/>
          <p:nvPr/>
        </p:nvSpPr>
        <p:spPr>
          <a:xfrm>
            <a:off x="4525250" y="89171"/>
            <a:ext cx="1443038" cy="584775"/>
          </a:xfrm>
          <a:prstGeom prst="rect">
            <a:avLst/>
          </a:prstGeom>
        </p:spPr>
        <p:txBody>
          <a:bodyPr wrap="square">
            <a:spAutoFit/>
          </a:bodyPr>
          <a:lstStyle/>
          <a:p>
            <a:pPr lvl="0" algn="ctr" rtl="1" fontAlgn="base">
              <a:spcBef>
                <a:spcPct val="0"/>
              </a:spcBef>
              <a:spcAft>
                <a:spcPct val="0"/>
              </a:spcAft>
            </a:pPr>
            <a:r>
              <a:rPr lang="fa-IR" sz="1600" b="1" dirty="0">
                <a:solidFill>
                  <a:srgbClr val="FFFFFF"/>
                </a:solidFill>
                <a:latin typeface="Times New Roman" panose="02020603050405020304" pitchFamily="18" charset="0"/>
                <a:cs typeface="B Nazanin" panose="00000400000000000000" pitchFamily="2" charset="-78"/>
              </a:rPr>
              <a:t>سیستم مدیریت باتری</a:t>
            </a:r>
            <a:endParaRPr lang="en-US" sz="1600" b="1" dirty="0">
              <a:solidFill>
                <a:srgbClr val="FFFFFF"/>
              </a:solidFill>
              <a:latin typeface="Times New Roman" panose="02020603050405020304" pitchFamily="18" charset="0"/>
              <a:cs typeface="B Nazanin" panose="00000400000000000000" pitchFamily="2" charset="-78"/>
            </a:endParaRPr>
          </a:p>
        </p:txBody>
      </p:sp>
      <p:sp>
        <p:nvSpPr>
          <p:cNvPr id="46" name="TextBox 45">
            <a:extLst>
              <a:ext uri="{FF2B5EF4-FFF2-40B4-BE49-F238E27FC236}">
                <a16:creationId xmlns="" xmlns:a16="http://schemas.microsoft.com/office/drawing/2014/main" id="{F43469DC-7F5B-471E-BD74-ED709E621F63}"/>
              </a:ext>
            </a:extLst>
          </p:cNvPr>
          <p:cNvSpPr txBox="1"/>
          <p:nvPr/>
        </p:nvSpPr>
        <p:spPr>
          <a:xfrm>
            <a:off x="-438805" y="941739"/>
            <a:ext cx="7315201" cy="307777"/>
          </a:xfrm>
          <a:prstGeom prst="rect">
            <a:avLst/>
          </a:prstGeom>
          <a:noFill/>
        </p:spPr>
        <p:txBody>
          <a:bodyPr wrap="square" rtlCol="0">
            <a:spAutoFit/>
          </a:bodyPr>
          <a:lstStyle/>
          <a:p>
            <a:pPr algn="ctr" rtl="1" fontAlgn="base">
              <a:spcBef>
                <a:spcPct val="0"/>
              </a:spcBef>
              <a:spcAft>
                <a:spcPct val="0"/>
              </a:spcAft>
            </a:pPr>
            <a:r>
              <a:rPr lang="fa-IR" sz="1400" dirty="0">
                <a:cs typeface="B Lotus" panose="00000400000000000000" pitchFamily="2" charset="-78"/>
              </a:rPr>
              <a:t>روشی نو برای همسان‌سازی باتری پک با اتصال سری بر مبنای تجزیه و تحلیل خوشه‌بندی همراه با الگوریتم ژنتیک</a:t>
            </a:r>
            <a:endParaRPr lang="en-US" sz="1400" dirty="0">
              <a:cs typeface="B Lotus" panose="00000400000000000000" pitchFamily="2" charset="-78"/>
            </a:endParaRPr>
          </a:p>
        </p:txBody>
      </p:sp>
      <p:sp>
        <p:nvSpPr>
          <p:cNvPr id="16" name="Slide Number Placeholder 3">
            <a:extLst>
              <a:ext uri="{FF2B5EF4-FFF2-40B4-BE49-F238E27FC236}">
                <a16:creationId xmlns="" xmlns:a16="http://schemas.microsoft.com/office/drawing/2014/main" id="{FEFB061F-8AAB-4535-B272-1BA4D5A77191}"/>
              </a:ext>
            </a:extLst>
          </p:cNvPr>
          <p:cNvSpPr txBox="1">
            <a:spLocks/>
          </p:cNvSpPr>
          <p:nvPr/>
        </p:nvSpPr>
        <p:spPr>
          <a:xfrm>
            <a:off x="8965" y="6090313"/>
            <a:ext cx="676835" cy="767687"/>
          </a:xfrm>
          <a:prstGeom prst="rect">
            <a:avLst/>
          </a:prstGeom>
        </p:spPr>
        <p:txBody>
          <a:bodyPr vert="horz" lIns="91440" tIns="45720" rIns="91440" bIns="45720" rtlCol="0" anchor="ctr"/>
          <a:lstStyle>
            <a:defPPr>
              <a:defRPr lang="en-US"/>
            </a:defPPr>
            <a:lvl1pPr marL="0" algn="l" defTabSz="914400" rtl="0" eaLnBrk="1" latinLnBrk="0" hangingPunct="1">
              <a:defRPr sz="1400" b="1" kern="1200">
                <a:solidFill>
                  <a:srgbClr val="FFFFFF"/>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rtl="1"/>
            <a:fld id="{E8ADF199-8047-440E-B02B-E80683B392F2}" type="slidenum">
              <a:rPr lang="fa-IR" sz="1800" smtClean="0">
                <a:solidFill>
                  <a:schemeClr val="tx1"/>
                </a:solidFill>
                <a:cs typeface="B Lotus" panose="00000400000000000000" pitchFamily="2" charset="-78"/>
              </a:rPr>
              <a:pPr rtl="1"/>
              <a:t>70</a:t>
            </a:fld>
            <a:endParaRPr lang="fa-IR" sz="1800" dirty="0">
              <a:solidFill>
                <a:schemeClr val="tx1"/>
              </a:solidFill>
              <a:cs typeface="B Lotus" panose="00000400000000000000" pitchFamily="2" charset="-78"/>
            </a:endParaRPr>
          </a:p>
        </p:txBody>
      </p:sp>
    </p:spTree>
    <p:extLst>
      <p:ext uri="{BB962C8B-B14F-4D97-AF65-F5344CB8AC3E}">
        <p14:creationId xmlns:p14="http://schemas.microsoft.com/office/powerpoint/2010/main" val="1696851128"/>
      </p:ext>
    </p:extLst>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8" name="Picture 17"/>
          <p:cNvPicPr/>
          <p:nvPr/>
        </p:nvPicPr>
        <p:blipFill>
          <a:blip r:embed="rId3">
            <a:extLst>
              <a:ext uri="{28A0092B-C50C-407E-A947-70E740481C1C}">
                <a14:useLocalDpi xmlns:a14="http://schemas.microsoft.com/office/drawing/2010/main" val="0"/>
              </a:ext>
            </a:extLst>
          </a:blip>
          <a:stretch>
            <a:fillRect/>
          </a:stretch>
        </p:blipFill>
        <p:spPr>
          <a:xfrm>
            <a:off x="485261" y="1833402"/>
            <a:ext cx="8125339" cy="4025343"/>
          </a:xfrm>
          <a:prstGeom prst="rect">
            <a:avLst/>
          </a:prstGeom>
        </p:spPr>
      </p:pic>
      <p:sp>
        <p:nvSpPr>
          <p:cNvPr id="20" name="TextBox 19"/>
          <p:cNvSpPr txBox="1"/>
          <p:nvPr/>
        </p:nvSpPr>
        <p:spPr>
          <a:xfrm>
            <a:off x="1725527" y="6083899"/>
            <a:ext cx="4519172" cy="369332"/>
          </a:xfrm>
          <a:prstGeom prst="rect">
            <a:avLst/>
          </a:prstGeom>
          <a:noFill/>
        </p:spPr>
        <p:txBody>
          <a:bodyPr wrap="square" rtlCol="0">
            <a:spAutoFit/>
          </a:bodyPr>
          <a:lstStyle/>
          <a:p>
            <a:pPr algn="ctr" rtl="1"/>
            <a:r>
              <a:rPr lang="fa-IR" dirty="0">
                <a:latin typeface="Times New Roman" panose="02020603050405020304" pitchFamily="18" charset="0"/>
                <a:ea typeface="Calibri" panose="020F0502020204030204" pitchFamily="34" charset="0"/>
                <a:cs typeface="B Lotus" panose="00000400000000000000" pitchFamily="2" charset="-78"/>
              </a:rPr>
              <a:t>مسیر عبور جریان در دوره‌های مختلف (حالت بوست) </a:t>
            </a:r>
            <a:r>
              <a:rPr lang="fa-IR" dirty="0">
                <a:solidFill>
                  <a:srgbClr val="61D6FF"/>
                </a:solidFill>
                <a:latin typeface="Times New Roman" panose="02020603050405020304" pitchFamily="18" charset="0"/>
                <a:cs typeface="B Lotus" panose="00000400000000000000" pitchFamily="2" charset="-78"/>
              </a:rPr>
              <a:t>[1]</a:t>
            </a:r>
            <a:r>
              <a:rPr lang="fa-IR" dirty="0">
                <a:latin typeface="Times New Roman" panose="02020603050405020304" pitchFamily="18" charset="0"/>
                <a:cs typeface="B Lotus" panose="00000400000000000000" pitchFamily="2" charset="-78"/>
              </a:rPr>
              <a:t>.</a:t>
            </a:r>
            <a:r>
              <a:rPr lang="fa-IR" dirty="0">
                <a:latin typeface="Times New Roman" panose="02020603050405020304" pitchFamily="18" charset="0"/>
                <a:ea typeface="Calibri" panose="020F0502020204030204" pitchFamily="34" charset="0"/>
                <a:cs typeface="B Lotus" panose="00000400000000000000" pitchFamily="2" charset="-78"/>
              </a:rPr>
              <a:t>  </a:t>
            </a:r>
            <a:endParaRPr lang="en-US" dirty="0">
              <a:latin typeface="Times New Roman" panose="02020603050405020304" pitchFamily="18" charset="0"/>
              <a:cs typeface="B Lotus" panose="00000400000000000000" pitchFamily="2" charset="-78"/>
            </a:endParaRPr>
          </a:p>
        </p:txBody>
      </p:sp>
      <p:sp>
        <p:nvSpPr>
          <p:cNvPr id="21" name="Rounded Rectangle 175">
            <a:extLst>
              <a:ext uri="{FF2B5EF4-FFF2-40B4-BE49-F238E27FC236}">
                <a16:creationId xmlns="" xmlns:a16="http://schemas.microsoft.com/office/drawing/2014/main" id="{AACCE7D9-540A-47B9-8964-41031B797FDD}"/>
              </a:ext>
            </a:extLst>
          </p:cNvPr>
          <p:cNvSpPr/>
          <p:nvPr/>
        </p:nvSpPr>
        <p:spPr bwMode="auto">
          <a:xfrm>
            <a:off x="7124531" y="917675"/>
            <a:ext cx="1486069" cy="498507"/>
          </a:xfrm>
          <a:prstGeom prst="roundRect">
            <a:avLst/>
          </a:prstGeom>
          <a:solidFill>
            <a:srgbClr val="3D81BF">
              <a:lumMod val="75000"/>
            </a:srgbClr>
          </a:solidFill>
          <a:ln w="9525" cap="flat" cmpd="sng" algn="ctr">
            <a:solidFill>
              <a:srgbClr val="000000"/>
            </a:solidFill>
            <a:prstDash val="solid"/>
            <a:round/>
            <a:headEnd type="none" w="med" len="med"/>
            <a:tailEnd type="none" w="med" len="med"/>
          </a:ln>
          <a:effectLst>
            <a:reflection blurRad="6350" stA="50000" endA="300" endPos="55000" dir="5400000" sy="-100000" algn="bl" rotWithShape="0"/>
          </a:effectLst>
          <a:scene3d>
            <a:camera prst="isometricOffAxis2Left"/>
            <a:lightRig rig="threePt" dir="t"/>
          </a:scene3d>
        </p:spPr>
        <p:txBody>
          <a:bodyPr vert="horz" wrap="square" lIns="91440" tIns="45720" rIns="91440" bIns="45720" numCol="1" rtlCol="0" anchor="t" anchorCtr="0" compatLnSpc="1">
            <a:prstTxWarp prst="textNoShape">
              <a:avLst/>
            </a:prstTxWarp>
          </a:bodyPr>
          <a:lstStyle/>
          <a:p>
            <a:pPr lvl="0" algn="ctr" rtl="1" fontAlgn="base">
              <a:spcBef>
                <a:spcPct val="0"/>
              </a:spcBef>
              <a:spcAft>
                <a:spcPct val="0"/>
              </a:spcAft>
            </a:pPr>
            <a:r>
              <a:rPr lang="fa-IR" sz="2400" b="1" dirty="0">
                <a:solidFill>
                  <a:srgbClr val="FFFFFF"/>
                </a:solidFill>
                <a:latin typeface="Times New Roman" panose="02020603050405020304" pitchFamily="18" charset="0"/>
                <a:cs typeface="B Nazanin" panose="00000400000000000000" pitchFamily="2" charset="-78"/>
              </a:rPr>
              <a:t>مقالات اخیر</a:t>
            </a:r>
            <a:endParaRPr lang="en-US" sz="2400" b="1" dirty="0">
              <a:solidFill>
                <a:srgbClr val="FFFFFF"/>
              </a:solidFill>
              <a:latin typeface="Times New Roman" panose="02020603050405020304" pitchFamily="18" charset="0"/>
              <a:cs typeface="B Nazanin" panose="00000400000000000000" pitchFamily="2" charset="-78"/>
            </a:endParaRPr>
          </a:p>
        </p:txBody>
      </p:sp>
      <p:sp>
        <p:nvSpPr>
          <p:cNvPr id="22" name="AutoShape 3"/>
          <p:cNvSpPr>
            <a:spLocks noChangeArrowheads="1"/>
          </p:cNvSpPr>
          <p:nvPr/>
        </p:nvSpPr>
        <p:spPr bwMode="gray">
          <a:xfrm flipH="1">
            <a:off x="2190754" y="54854"/>
            <a:ext cx="2056085" cy="651510"/>
          </a:xfrm>
          <a:prstGeom prst="chevron">
            <a:avLst>
              <a:gd name="adj" fmla="val 17009"/>
            </a:avLst>
          </a:prstGeom>
          <a:gradFill rotWithShape="1">
            <a:gsLst>
              <a:gs pos="0">
                <a:srgbClr val="84B09A">
                  <a:gamma/>
                  <a:shade val="46275"/>
                  <a:invGamma/>
                </a:srgbClr>
              </a:gs>
              <a:gs pos="50000">
                <a:srgbClr val="84B09A"/>
              </a:gs>
              <a:gs pos="100000">
                <a:srgbClr val="84B09A">
                  <a:gamma/>
                  <a:shade val="46275"/>
                  <a:invGamma/>
                </a:srgbClr>
              </a:gs>
            </a:gsLst>
            <a:lin ang="2700000" scaled="1"/>
          </a:gradFill>
          <a:ln w="38100">
            <a:solidFill>
              <a:srgbClr val="EAEAEA"/>
            </a:solidFill>
            <a:miter lim="800000"/>
            <a:headEnd/>
            <a:tailEnd/>
          </a:ln>
          <a:effectLst>
            <a:outerShdw dist="109250" dir="3267739" algn="ctr" rotWithShape="0">
              <a:srgbClr val="333333">
                <a:alpha val="50000"/>
              </a:srgbClr>
            </a:outerShdw>
          </a:effectLst>
        </p:spPr>
        <p:txBody>
          <a:bodyPr wrap="square" anchor="ctr">
            <a:spAutoFit/>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endParaRPr>
          </a:p>
        </p:txBody>
      </p:sp>
      <p:sp>
        <p:nvSpPr>
          <p:cNvPr id="23" name="AutoShape 3"/>
          <p:cNvSpPr>
            <a:spLocks noChangeArrowheads="1"/>
          </p:cNvSpPr>
          <p:nvPr/>
        </p:nvSpPr>
        <p:spPr bwMode="gray">
          <a:xfrm flipH="1">
            <a:off x="148662" y="55997"/>
            <a:ext cx="2057400" cy="649224"/>
          </a:xfrm>
          <a:prstGeom prst="chevron">
            <a:avLst>
              <a:gd name="adj" fmla="val 17009"/>
            </a:avLst>
          </a:prstGeom>
          <a:gradFill rotWithShape="1">
            <a:gsLst>
              <a:gs pos="0">
                <a:srgbClr val="3659EC">
                  <a:gamma/>
                  <a:shade val="46275"/>
                  <a:invGamma/>
                </a:srgbClr>
              </a:gs>
              <a:gs pos="50000">
                <a:srgbClr val="3659EC"/>
              </a:gs>
              <a:gs pos="100000">
                <a:srgbClr val="3659EC">
                  <a:gamma/>
                  <a:shade val="46275"/>
                  <a:invGamma/>
                </a:srgbClr>
              </a:gs>
            </a:gsLst>
            <a:lin ang="2700000" scaled="1"/>
          </a:gradFill>
          <a:ln w="38100">
            <a:solidFill>
              <a:srgbClr val="EAEAEA"/>
            </a:solidFill>
            <a:miter lim="800000"/>
            <a:headEnd/>
            <a:tailEnd/>
          </a:ln>
          <a:effectLst>
            <a:outerShdw dist="109250" dir="3267739" algn="ctr" rotWithShape="0">
              <a:srgbClr val="333333">
                <a:alpha val="50000"/>
              </a:srgbClr>
            </a:outerShdw>
          </a:effectLst>
        </p:spPr>
        <p:txBody>
          <a:bodyPr wrap="square" anchor="ctr">
            <a:spAutoFit/>
          </a:bodyPr>
          <a:lstStyle/>
          <a:p>
            <a:pPr algn="ctr" fontAlgn="base">
              <a:spcBef>
                <a:spcPct val="0"/>
              </a:spcBef>
              <a:spcAft>
                <a:spcPct val="0"/>
              </a:spcAft>
            </a:pPr>
            <a:endParaRPr lang="en-US" kern="0">
              <a:solidFill>
                <a:srgbClr val="3D81BF"/>
              </a:solidFill>
            </a:endParaRPr>
          </a:p>
        </p:txBody>
      </p:sp>
      <p:sp>
        <p:nvSpPr>
          <p:cNvPr id="24" name="Rectangle 23"/>
          <p:cNvSpPr/>
          <p:nvPr/>
        </p:nvSpPr>
        <p:spPr>
          <a:xfrm>
            <a:off x="418672" y="193150"/>
            <a:ext cx="1443038" cy="338554"/>
          </a:xfrm>
          <a:prstGeom prst="rect">
            <a:avLst/>
          </a:prstGeom>
        </p:spPr>
        <p:txBody>
          <a:bodyPr wrap="square">
            <a:spAutoFit/>
          </a:bodyPr>
          <a:lstStyle/>
          <a:p>
            <a:pPr lvl="0" algn="ctr" rtl="1" fontAlgn="base">
              <a:spcBef>
                <a:spcPct val="0"/>
              </a:spcBef>
              <a:spcAft>
                <a:spcPct val="0"/>
              </a:spcAft>
            </a:pPr>
            <a:r>
              <a:rPr lang="fa-IR" sz="1600" b="1" dirty="0">
                <a:solidFill>
                  <a:srgbClr val="FFFFFF"/>
                </a:solidFill>
                <a:latin typeface="Times New Roman" panose="02020603050405020304" pitchFamily="18" charset="0"/>
                <a:cs typeface="B Nazanin" panose="00000400000000000000" pitchFamily="2" charset="-78"/>
              </a:rPr>
              <a:t>مقالات اخیر</a:t>
            </a:r>
            <a:endParaRPr lang="en-US" sz="1600" b="1" dirty="0">
              <a:solidFill>
                <a:srgbClr val="FFFFFF"/>
              </a:solidFill>
              <a:latin typeface="Times New Roman" panose="02020603050405020304" pitchFamily="18" charset="0"/>
              <a:cs typeface="B Nazanin" panose="00000400000000000000" pitchFamily="2" charset="-78"/>
            </a:endParaRPr>
          </a:p>
        </p:txBody>
      </p:sp>
      <p:sp>
        <p:nvSpPr>
          <p:cNvPr id="25" name="Rectangle 24"/>
          <p:cNvSpPr/>
          <p:nvPr/>
        </p:nvSpPr>
        <p:spPr>
          <a:xfrm>
            <a:off x="2393380" y="70040"/>
            <a:ext cx="1600200" cy="584775"/>
          </a:xfrm>
          <a:prstGeom prst="rect">
            <a:avLst/>
          </a:prstGeom>
        </p:spPr>
        <p:txBody>
          <a:bodyPr wrap="square">
            <a:spAutoFit/>
          </a:bodyPr>
          <a:lstStyle/>
          <a:p>
            <a:pPr lvl="0" algn="ctr" rtl="1" fontAlgn="base">
              <a:spcBef>
                <a:spcPct val="0"/>
              </a:spcBef>
              <a:spcAft>
                <a:spcPct val="0"/>
              </a:spcAft>
            </a:pPr>
            <a:r>
              <a:rPr lang="fa-IR" sz="1600" b="1" dirty="0">
                <a:solidFill>
                  <a:srgbClr val="FFFFFF"/>
                </a:solidFill>
                <a:latin typeface="Times New Roman" panose="02020603050405020304" pitchFamily="18" charset="0"/>
                <a:cs typeface="B Nazanin" panose="00000400000000000000" pitchFamily="2" charset="-78"/>
              </a:rPr>
              <a:t>سیستم مدیریت همسان سازی</a:t>
            </a:r>
            <a:endParaRPr lang="en-US" sz="1600" b="1" dirty="0">
              <a:solidFill>
                <a:srgbClr val="FFFFFF"/>
              </a:solidFill>
              <a:latin typeface="Times New Roman" panose="02020603050405020304" pitchFamily="18" charset="0"/>
              <a:cs typeface="B Nazanin" panose="00000400000000000000" pitchFamily="2" charset="-78"/>
            </a:endParaRPr>
          </a:p>
        </p:txBody>
      </p:sp>
      <p:pic>
        <p:nvPicPr>
          <p:cNvPr id="27" name="Picture 26" descr="پرونده:Azad University logo.png - ویکی‌پدیا، دانشنامهٔ آزاد">
            <a:extLst>
              <a:ext uri="{FF2B5EF4-FFF2-40B4-BE49-F238E27FC236}">
                <a16:creationId xmlns="" xmlns:a16="http://schemas.microsoft.com/office/drawing/2014/main" id="{FA988D60-670C-406B-B8FB-D5A0053424E9}"/>
              </a:ext>
            </a:extLst>
          </p:cNvPr>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8610600" y="0"/>
            <a:ext cx="533400" cy="822959"/>
          </a:xfrm>
          <a:prstGeom prst="rect">
            <a:avLst/>
          </a:prstGeom>
          <a:noFill/>
          <a:ln>
            <a:noFill/>
          </a:ln>
        </p:spPr>
      </p:pic>
      <p:sp>
        <p:nvSpPr>
          <p:cNvPr id="28" name="AutoShape 10">
            <a:extLst>
              <a:ext uri="{FF2B5EF4-FFF2-40B4-BE49-F238E27FC236}">
                <a16:creationId xmlns="" xmlns:a16="http://schemas.microsoft.com/office/drawing/2014/main" id="{96E6A76C-5024-445C-8373-4A127C8598B1}"/>
              </a:ext>
            </a:extLst>
          </p:cNvPr>
          <p:cNvSpPr>
            <a:spLocks noChangeArrowheads="1"/>
          </p:cNvSpPr>
          <p:nvPr/>
        </p:nvSpPr>
        <p:spPr bwMode="gray">
          <a:xfrm flipH="1">
            <a:off x="6244699" y="55997"/>
            <a:ext cx="2137301" cy="649224"/>
          </a:xfrm>
          <a:prstGeom prst="chevron">
            <a:avLst>
              <a:gd name="adj" fmla="val 17842"/>
            </a:avLst>
          </a:prstGeom>
          <a:gradFill rotWithShape="1">
            <a:gsLst>
              <a:gs pos="0">
                <a:srgbClr val="84B09A">
                  <a:gamma/>
                  <a:shade val="46275"/>
                  <a:invGamma/>
                </a:srgbClr>
              </a:gs>
              <a:gs pos="50000">
                <a:srgbClr val="84B09A"/>
              </a:gs>
              <a:gs pos="100000">
                <a:srgbClr val="84B09A">
                  <a:gamma/>
                  <a:shade val="46275"/>
                  <a:invGamma/>
                </a:srgbClr>
              </a:gs>
            </a:gsLst>
            <a:lin ang="2700000" scaled="1"/>
          </a:gradFill>
          <a:ln w="38100">
            <a:solidFill>
              <a:srgbClr val="EAEAEA"/>
            </a:solidFill>
            <a:miter lim="800000"/>
            <a:headEnd/>
            <a:tailEnd/>
          </a:ln>
          <a:effectLst>
            <a:outerShdw dist="109250" dir="3267739" algn="ctr" rotWithShape="0">
              <a:srgbClr val="333333">
                <a:alpha val="50000"/>
              </a:srgbClr>
            </a:outerShdw>
          </a:effectLst>
        </p:spPr>
        <p:txBody>
          <a:bodyPr wrap="square" anchor="ctr">
            <a:spAutoFit/>
          </a:bodyPr>
          <a:lstStyle/>
          <a:p>
            <a:pPr algn="ctr" fontAlgn="base">
              <a:spcBef>
                <a:spcPct val="0"/>
              </a:spcBef>
              <a:spcAft>
                <a:spcPct val="0"/>
              </a:spcAft>
            </a:pPr>
            <a:endParaRPr lang="en-US" kern="0">
              <a:solidFill>
                <a:srgbClr val="3D81BF"/>
              </a:solidFill>
            </a:endParaRPr>
          </a:p>
        </p:txBody>
      </p:sp>
      <p:sp>
        <p:nvSpPr>
          <p:cNvPr id="29" name="Rectangle 28">
            <a:extLst>
              <a:ext uri="{FF2B5EF4-FFF2-40B4-BE49-F238E27FC236}">
                <a16:creationId xmlns="" xmlns:a16="http://schemas.microsoft.com/office/drawing/2014/main" id="{BF9CF44D-C94F-4B09-AF24-15EACD7BE0F4}"/>
              </a:ext>
            </a:extLst>
          </p:cNvPr>
          <p:cNvSpPr/>
          <p:nvPr/>
        </p:nvSpPr>
        <p:spPr>
          <a:xfrm>
            <a:off x="6499957" y="197162"/>
            <a:ext cx="1626786" cy="323165"/>
          </a:xfrm>
          <a:prstGeom prst="rect">
            <a:avLst/>
          </a:prstGeom>
        </p:spPr>
        <p:txBody>
          <a:bodyPr wrap="square">
            <a:spAutoFit/>
          </a:bodyPr>
          <a:lstStyle/>
          <a:p>
            <a:pPr lvl="0" algn="ctr" fontAlgn="base">
              <a:spcBef>
                <a:spcPct val="0"/>
              </a:spcBef>
              <a:spcAft>
                <a:spcPct val="0"/>
              </a:spcAft>
              <a:defRPr/>
            </a:pPr>
            <a:r>
              <a:rPr lang="fa-IR" sz="1500" b="1" kern="0" dirty="0" err="1">
                <a:solidFill>
                  <a:srgbClr val="FFFFFF"/>
                </a:solidFill>
                <a:latin typeface="Times New Roman" panose="02020603050405020304" pitchFamily="18" charset="0"/>
                <a:cs typeface="B Nazanin" pitchFamily="2" charset="-78"/>
              </a:rPr>
              <a:t>باتریها</a:t>
            </a:r>
            <a:endParaRPr lang="en-US" sz="1500" b="1" kern="0" dirty="0">
              <a:solidFill>
                <a:srgbClr val="FFFFFF"/>
              </a:solidFill>
              <a:latin typeface="Times New Roman" panose="02020603050405020304" pitchFamily="18" charset="0"/>
              <a:cs typeface="B Nazanin" pitchFamily="2" charset="-78"/>
            </a:endParaRPr>
          </a:p>
        </p:txBody>
      </p:sp>
      <p:sp>
        <p:nvSpPr>
          <p:cNvPr id="31" name="AutoShape 3">
            <a:extLst>
              <a:ext uri="{FF2B5EF4-FFF2-40B4-BE49-F238E27FC236}">
                <a16:creationId xmlns="" xmlns:a16="http://schemas.microsoft.com/office/drawing/2014/main" id="{DBA5C955-0E66-467E-8B5F-EF4EE5F8F3FA}"/>
              </a:ext>
            </a:extLst>
          </p:cNvPr>
          <p:cNvSpPr>
            <a:spLocks noChangeArrowheads="1"/>
          </p:cNvSpPr>
          <p:nvPr/>
        </p:nvSpPr>
        <p:spPr bwMode="gray">
          <a:xfrm flipH="1">
            <a:off x="4215687" y="54854"/>
            <a:ext cx="2056085" cy="651510"/>
          </a:xfrm>
          <a:prstGeom prst="chevron">
            <a:avLst>
              <a:gd name="adj" fmla="val 17009"/>
            </a:avLst>
          </a:prstGeom>
          <a:gradFill rotWithShape="1">
            <a:gsLst>
              <a:gs pos="0">
                <a:srgbClr val="84B09A">
                  <a:gamma/>
                  <a:shade val="46275"/>
                  <a:invGamma/>
                </a:srgbClr>
              </a:gs>
              <a:gs pos="50000">
                <a:srgbClr val="84B09A"/>
              </a:gs>
              <a:gs pos="100000">
                <a:srgbClr val="84B09A">
                  <a:gamma/>
                  <a:shade val="46275"/>
                  <a:invGamma/>
                </a:srgbClr>
              </a:gs>
            </a:gsLst>
            <a:lin ang="2700000" scaled="1"/>
          </a:gradFill>
          <a:ln w="38100">
            <a:solidFill>
              <a:srgbClr val="EAEAEA"/>
            </a:solidFill>
            <a:miter lim="800000"/>
            <a:headEnd/>
            <a:tailEnd/>
          </a:ln>
          <a:effectLst>
            <a:outerShdw dist="109250" dir="3267739" algn="ctr" rotWithShape="0">
              <a:srgbClr val="333333">
                <a:alpha val="50000"/>
              </a:srgbClr>
            </a:outerShdw>
          </a:effectLst>
        </p:spPr>
        <p:txBody>
          <a:bodyPr wrap="square" anchor="ctr">
            <a:spAutoFit/>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endParaRPr>
          </a:p>
        </p:txBody>
      </p:sp>
      <p:sp>
        <p:nvSpPr>
          <p:cNvPr id="32" name="Rectangle 31">
            <a:extLst>
              <a:ext uri="{FF2B5EF4-FFF2-40B4-BE49-F238E27FC236}">
                <a16:creationId xmlns="" xmlns:a16="http://schemas.microsoft.com/office/drawing/2014/main" id="{AC165A2D-60D3-440C-A112-7B419F7E72B2}"/>
              </a:ext>
            </a:extLst>
          </p:cNvPr>
          <p:cNvSpPr/>
          <p:nvPr/>
        </p:nvSpPr>
        <p:spPr>
          <a:xfrm>
            <a:off x="4525250" y="89171"/>
            <a:ext cx="1443038" cy="584775"/>
          </a:xfrm>
          <a:prstGeom prst="rect">
            <a:avLst/>
          </a:prstGeom>
        </p:spPr>
        <p:txBody>
          <a:bodyPr wrap="square">
            <a:spAutoFit/>
          </a:bodyPr>
          <a:lstStyle/>
          <a:p>
            <a:pPr lvl="0" algn="ctr" rtl="1" fontAlgn="base">
              <a:spcBef>
                <a:spcPct val="0"/>
              </a:spcBef>
              <a:spcAft>
                <a:spcPct val="0"/>
              </a:spcAft>
            </a:pPr>
            <a:r>
              <a:rPr lang="fa-IR" sz="1600" b="1" dirty="0">
                <a:solidFill>
                  <a:srgbClr val="FFFFFF"/>
                </a:solidFill>
                <a:latin typeface="Times New Roman" panose="02020603050405020304" pitchFamily="18" charset="0"/>
                <a:cs typeface="B Nazanin" panose="00000400000000000000" pitchFamily="2" charset="-78"/>
              </a:rPr>
              <a:t>سیستم مدیریت باتری</a:t>
            </a:r>
            <a:endParaRPr lang="en-US" sz="1600" b="1" dirty="0">
              <a:solidFill>
                <a:srgbClr val="FFFFFF"/>
              </a:solidFill>
              <a:latin typeface="Times New Roman" panose="02020603050405020304" pitchFamily="18" charset="0"/>
              <a:cs typeface="B Nazanin" panose="00000400000000000000" pitchFamily="2" charset="-78"/>
            </a:endParaRPr>
          </a:p>
        </p:txBody>
      </p:sp>
      <p:sp>
        <p:nvSpPr>
          <p:cNvPr id="33" name="TextBox 32">
            <a:extLst>
              <a:ext uri="{FF2B5EF4-FFF2-40B4-BE49-F238E27FC236}">
                <a16:creationId xmlns="" xmlns:a16="http://schemas.microsoft.com/office/drawing/2014/main" id="{F43469DC-7F5B-471E-BD74-ED709E621F63}"/>
              </a:ext>
            </a:extLst>
          </p:cNvPr>
          <p:cNvSpPr txBox="1"/>
          <p:nvPr/>
        </p:nvSpPr>
        <p:spPr>
          <a:xfrm>
            <a:off x="-438805" y="941739"/>
            <a:ext cx="7315201" cy="307777"/>
          </a:xfrm>
          <a:prstGeom prst="rect">
            <a:avLst/>
          </a:prstGeom>
          <a:noFill/>
        </p:spPr>
        <p:txBody>
          <a:bodyPr wrap="square" rtlCol="0">
            <a:spAutoFit/>
          </a:bodyPr>
          <a:lstStyle/>
          <a:p>
            <a:pPr algn="ctr" rtl="1" fontAlgn="base">
              <a:spcBef>
                <a:spcPct val="0"/>
              </a:spcBef>
              <a:spcAft>
                <a:spcPct val="0"/>
              </a:spcAft>
            </a:pPr>
            <a:r>
              <a:rPr lang="fa-IR" sz="1400" dirty="0">
                <a:cs typeface="B Lotus" panose="00000400000000000000" pitchFamily="2" charset="-78"/>
              </a:rPr>
              <a:t>روشی نو برای همسان‌سازی باتری پک با اتصال سری بر مبنای تجزیه و تحلیل خوشه‌بندی همراه با الگوریتم ژنتیک</a:t>
            </a:r>
            <a:endParaRPr lang="en-US" sz="1400" dirty="0">
              <a:cs typeface="B Lotus" panose="00000400000000000000" pitchFamily="2" charset="-78"/>
            </a:endParaRPr>
          </a:p>
        </p:txBody>
      </p:sp>
      <p:sp>
        <p:nvSpPr>
          <p:cNvPr id="16" name="Slide Number Placeholder 3">
            <a:extLst>
              <a:ext uri="{FF2B5EF4-FFF2-40B4-BE49-F238E27FC236}">
                <a16:creationId xmlns="" xmlns:a16="http://schemas.microsoft.com/office/drawing/2014/main" id="{FEFB061F-8AAB-4535-B272-1BA4D5A77191}"/>
              </a:ext>
            </a:extLst>
          </p:cNvPr>
          <p:cNvSpPr txBox="1">
            <a:spLocks/>
          </p:cNvSpPr>
          <p:nvPr/>
        </p:nvSpPr>
        <p:spPr>
          <a:xfrm>
            <a:off x="8965" y="6090313"/>
            <a:ext cx="676835" cy="767687"/>
          </a:xfrm>
          <a:prstGeom prst="rect">
            <a:avLst/>
          </a:prstGeom>
        </p:spPr>
        <p:txBody>
          <a:bodyPr vert="horz" lIns="91440" tIns="45720" rIns="91440" bIns="45720" rtlCol="0" anchor="ctr"/>
          <a:lstStyle>
            <a:defPPr>
              <a:defRPr lang="en-US"/>
            </a:defPPr>
            <a:lvl1pPr marL="0" algn="l" defTabSz="914400" rtl="0" eaLnBrk="1" latinLnBrk="0" hangingPunct="1">
              <a:defRPr sz="1400" b="1" kern="1200">
                <a:solidFill>
                  <a:srgbClr val="FFFFFF"/>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rtl="1"/>
            <a:fld id="{E8ADF199-8047-440E-B02B-E80683B392F2}" type="slidenum">
              <a:rPr lang="fa-IR" sz="1800" smtClean="0">
                <a:solidFill>
                  <a:schemeClr val="tx1"/>
                </a:solidFill>
                <a:cs typeface="B Lotus" panose="00000400000000000000" pitchFamily="2" charset="-78"/>
              </a:rPr>
              <a:pPr rtl="1"/>
              <a:t>71</a:t>
            </a:fld>
            <a:endParaRPr lang="fa-IR" sz="1800" dirty="0">
              <a:solidFill>
                <a:schemeClr val="tx1"/>
              </a:solidFill>
              <a:cs typeface="B Lotus" panose="00000400000000000000" pitchFamily="2" charset="-78"/>
            </a:endParaRPr>
          </a:p>
        </p:txBody>
      </p:sp>
    </p:spTree>
    <p:extLst>
      <p:ext uri="{BB962C8B-B14F-4D97-AF65-F5344CB8AC3E}">
        <p14:creationId xmlns:p14="http://schemas.microsoft.com/office/powerpoint/2010/main" val="2364708580"/>
      </p:ext>
    </p:extLst>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 name="Text Box 151"/>
          <p:cNvSpPr txBox="1"/>
          <p:nvPr/>
        </p:nvSpPr>
        <p:spPr>
          <a:xfrm>
            <a:off x="148662" y="6069102"/>
            <a:ext cx="8842938" cy="369332"/>
          </a:xfrm>
          <a:prstGeom prst="rect">
            <a:avLst/>
          </a:prstGeom>
          <a:solidFill>
            <a:prstClr val="white"/>
          </a:solidFill>
          <a:ln>
            <a:noFill/>
          </a:ln>
          <a:effectLst/>
        </p:spPr>
        <p:txBody>
          <a:bodyPr rot="0" spcFirstLastPara="0" vert="horz" wrap="square" lIns="0" tIns="0" rIns="0" bIns="0" numCol="1" spcCol="0" rtlCol="0" fromWordArt="0" anchor="t" anchorCtr="0" forceAA="0" compatLnSpc="1">
            <a:prstTxWarp prst="textNoShape">
              <a:avLst/>
            </a:prstTxWarp>
            <a:spAutoFit/>
          </a:bodyPr>
          <a:lstStyle/>
          <a:p>
            <a:pPr algn="ctr" rtl="1">
              <a:spcAft>
                <a:spcPts val="1000"/>
              </a:spcAft>
            </a:pPr>
            <a:r>
              <a:rPr lang="fa-IR" sz="1200" dirty="0">
                <a:latin typeface="Times New Roman" panose="02020603050405020304" pitchFamily="18" charset="0"/>
                <a:ea typeface="Calibri" panose="020F0502020204030204" pitchFamily="34" charset="0"/>
                <a:cs typeface="B Lotus" panose="00000400000000000000" pitchFamily="2" charset="-78"/>
              </a:rPr>
              <a:t>شکل موج ولتاژ سلول‌ها تحت فرآیند همسان‌سازی</a:t>
            </a:r>
            <a:r>
              <a:rPr lang="fa-IR" altLang="en-US" sz="1200" dirty="0">
                <a:latin typeface="Times New Roman" panose="02020603050405020304" pitchFamily="18" charset="0"/>
                <a:ea typeface="Calibri" panose="020F0502020204030204" pitchFamily="34" charset="0"/>
                <a:cs typeface="B Lotus" panose="00000400000000000000" pitchFamily="2" charset="-78"/>
              </a:rPr>
              <a:t> روش آستانه ثابت (الف)، روش خوشه‌بندی</a:t>
            </a:r>
            <a:r>
              <a:rPr lang="en-US" altLang="en-US" sz="1200" dirty="0">
                <a:latin typeface="Times New Roman" panose="02020603050405020304" pitchFamily="18" charset="0"/>
                <a:ea typeface="Calibri" panose="020F0502020204030204" pitchFamily="34" charset="0"/>
                <a:cs typeface="B Lotus" panose="00000400000000000000" pitchFamily="2" charset="-78"/>
              </a:rPr>
              <a:t> K-means </a:t>
            </a:r>
            <a:r>
              <a:rPr lang="fa-IR" altLang="en-US" sz="1200" dirty="0">
                <a:latin typeface="Times New Roman" panose="02020603050405020304" pitchFamily="18" charset="0"/>
                <a:ea typeface="Calibri" panose="020F0502020204030204" pitchFamily="34" charset="0"/>
                <a:cs typeface="B Lotus" panose="00000400000000000000" pitchFamily="2" charset="-78"/>
              </a:rPr>
              <a:t>بدون </a:t>
            </a:r>
            <a:r>
              <a:rPr lang="en-US" altLang="en-US" sz="1200" dirty="0">
                <a:latin typeface="Times New Roman" panose="02020603050405020304" pitchFamily="18" charset="0"/>
                <a:ea typeface="Calibri" panose="020F0502020204030204" pitchFamily="34" charset="0"/>
                <a:cs typeface="B Lotus" panose="00000400000000000000" pitchFamily="2" charset="-78"/>
              </a:rPr>
              <a:t>GA</a:t>
            </a:r>
            <a:r>
              <a:rPr lang="fa-IR" altLang="en-US" sz="1200" dirty="0">
                <a:latin typeface="Times New Roman" panose="02020603050405020304" pitchFamily="18" charset="0"/>
                <a:ea typeface="Calibri" panose="020F0502020204030204" pitchFamily="34" charset="0"/>
                <a:cs typeface="B Lotus" panose="00000400000000000000" pitchFamily="2" charset="-78"/>
              </a:rPr>
              <a:t> (ب)، روش خوشه‌بندی</a:t>
            </a:r>
            <a:r>
              <a:rPr lang="en-US" altLang="en-US" sz="1200" dirty="0">
                <a:latin typeface="Times New Roman" panose="02020603050405020304" pitchFamily="18" charset="0"/>
                <a:ea typeface="Calibri" panose="020F0502020204030204" pitchFamily="34" charset="0"/>
                <a:cs typeface="B Lotus" panose="00000400000000000000" pitchFamily="2" charset="-78"/>
              </a:rPr>
              <a:t> K-means </a:t>
            </a:r>
            <a:r>
              <a:rPr lang="fa-IR" altLang="en-US" sz="1200" dirty="0">
                <a:latin typeface="Times New Roman" panose="02020603050405020304" pitchFamily="18" charset="0"/>
                <a:ea typeface="Calibri" panose="020F0502020204030204" pitchFamily="34" charset="0"/>
                <a:cs typeface="B Lotus" panose="00000400000000000000" pitchFamily="2" charset="-78"/>
              </a:rPr>
              <a:t>همراه با </a:t>
            </a:r>
            <a:r>
              <a:rPr lang="en-US" altLang="en-US" sz="1200" dirty="0">
                <a:latin typeface="Times New Roman" panose="02020603050405020304" pitchFamily="18" charset="0"/>
                <a:ea typeface="Calibri" panose="020F0502020204030204" pitchFamily="34" charset="0"/>
                <a:cs typeface="B Lotus" panose="00000400000000000000" pitchFamily="2" charset="-78"/>
              </a:rPr>
              <a:t>GA</a:t>
            </a:r>
            <a:r>
              <a:rPr lang="fa-IR" altLang="en-US" sz="1200" dirty="0">
                <a:latin typeface="Times New Roman" panose="02020603050405020304" pitchFamily="18" charset="0"/>
                <a:ea typeface="Calibri" panose="020F0502020204030204" pitchFamily="34" charset="0"/>
                <a:cs typeface="B Lotus" panose="00000400000000000000" pitchFamily="2" charset="-78"/>
              </a:rPr>
              <a:t> با ضرایب 6:4 (ج) </a:t>
            </a:r>
            <a:r>
              <a:rPr lang="fa-IR" sz="1200" dirty="0">
                <a:solidFill>
                  <a:srgbClr val="61D6FF"/>
                </a:solidFill>
                <a:latin typeface="Times New Roman" panose="02020603050405020304" pitchFamily="18" charset="0"/>
                <a:cs typeface="B Lotus" panose="00000400000000000000" pitchFamily="2" charset="-78"/>
              </a:rPr>
              <a:t>[1]</a:t>
            </a:r>
            <a:r>
              <a:rPr lang="fa-IR" sz="1200" dirty="0">
                <a:solidFill>
                  <a:srgbClr val="292934"/>
                </a:solidFill>
                <a:latin typeface="Times New Roman" panose="02020603050405020304" pitchFamily="18" charset="0"/>
                <a:cs typeface="B Lotus" panose="00000400000000000000" pitchFamily="2" charset="-78"/>
              </a:rPr>
              <a:t>.</a:t>
            </a:r>
            <a:r>
              <a:rPr lang="fa-IR" altLang="en-US" sz="1200" dirty="0">
                <a:solidFill>
                  <a:srgbClr val="292934"/>
                </a:solidFill>
                <a:latin typeface="Times New Roman" panose="02020603050405020304" pitchFamily="18" charset="0"/>
                <a:ea typeface="Calibri" panose="020F0502020204030204" pitchFamily="34" charset="0"/>
                <a:cs typeface="B Lotus" panose="00000400000000000000" pitchFamily="2" charset="-78"/>
              </a:rPr>
              <a:t> </a:t>
            </a:r>
            <a:endParaRPr lang="en-US" sz="1200" i="0" dirty="0">
              <a:solidFill>
                <a:srgbClr val="262626"/>
              </a:solidFill>
              <a:effectLst/>
              <a:latin typeface="Times New Roman" panose="02020603050405020304" pitchFamily="18" charset="0"/>
              <a:ea typeface="Calibri" panose="020F0502020204030204" pitchFamily="34" charset="0"/>
              <a:cs typeface="B Lotus" panose="00000400000000000000" pitchFamily="2" charset="-78"/>
            </a:endParaRPr>
          </a:p>
        </p:txBody>
      </p:sp>
      <p:sp>
        <p:nvSpPr>
          <p:cNvPr id="21" name="AutoShape 3"/>
          <p:cNvSpPr>
            <a:spLocks noChangeArrowheads="1"/>
          </p:cNvSpPr>
          <p:nvPr/>
        </p:nvSpPr>
        <p:spPr bwMode="gray">
          <a:xfrm flipH="1">
            <a:off x="2190754" y="54854"/>
            <a:ext cx="2056085" cy="651510"/>
          </a:xfrm>
          <a:prstGeom prst="chevron">
            <a:avLst>
              <a:gd name="adj" fmla="val 17009"/>
            </a:avLst>
          </a:prstGeom>
          <a:gradFill rotWithShape="1">
            <a:gsLst>
              <a:gs pos="0">
                <a:srgbClr val="84B09A">
                  <a:gamma/>
                  <a:shade val="46275"/>
                  <a:invGamma/>
                </a:srgbClr>
              </a:gs>
              <a:gs pos="50000">
                <a:srgbClr val="84B09A"/>
              </a:gs>
              <a:gs pos="100000">
                <a:srgbClr val="84B09A">
                  <a:gamma/>
                  <a:shade val="46275"/>
                  <a:invGamma/>
                </a:srgbClr>
              </a:gs>
            </a:gsLst>
            <a:lin ang="2700000" scaled="1"/>
          </a:gradFill>
          <a:ln w="38100">
            <a:solidFill>
              <a:srgbClr val="EAEAEA"/>
            </a:solidFill>
            <a:miter lim="800000"/>
            <a:headEnd/>
            <a:tailEnd/>
          </a:ln>
          <a:effectLst>
            <a:outerShdw dist="109250" dir="3267739" algn="ctr" rotWithShape="0">
              <a:srgbClr val="333333">
                <a:alpha val="50000"/>
              </a:srgbClr>
            </a:outerShdw>
          </a:effectLst>
        </p:spPr>
        <p:txBody>
          <a:bodyPr wrap="square" anchor="ctr">
            <a:spAutoFit/>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endParaRPr>
          </a:p>
        </p:txBody>
      </p:sp>
      <p:sp>
        <p:nvSpPr>
          <p:cNvPr id="22" name="AutoShape 3"/>
          <p:cNvSpPr>
            <a:spLocks noChangeArrowheads="1"/>
          </p:cNvSpPr>
          <p:nvPr/>
        </p:nvSpPr>
        <p:spPr bwMode="gray">
          <a:xfrm flipH="1">
            <a:off x="148662" y="55997"/>
            <a:ext cx="2057400" cy="649224"/>
          </a:xfrm>
          <a:prstGeom prst="chevron">
            <a:avLst>
              <a:gd name="adj" fmla="val 17009"/>
            </a:avLst>
          </a:prstGeom>
          <a:gradFill rotWithShape="1">
            <a:gsLst>
              <a:gs pos="0">
                <a:srgbClr val="3659EC">
                  <a:gamma/>
                  <a:shade val="46275"/>
                  <a:invGamma/>
                </a:srgbClr>
              </a:gs>
              <a:gs pos="50000">
                <a:srgbClr val="3659EC"/>
              </a:gs>
              <a:gs pos="100000">
                <a:srgbClr val="3659EC">
                  <a:gamma/>
                  <a:shade val="46275"/>
                  <a:invGamma/>
                </a:srgbClr>
              </a:gs>
            </a:gsLst>
            <a:lin ang="2700000" scaled="1"/>
          </a:gradFill>
          <a:ln w="38100">
            <a:solidFill>
              <a:srgbClr val="EAEAEA"/>
            </a:solidFill>
            <a:miter lim="800000"/>
            <a:headEnd/>
            <a:tailEnd/>
          </a:ln>
          <a:effectLst>
            <a:outerShdw dist="109250" dir="3267739" algn="ctr" rotWithShape="0">
              <a:srgbClr val="333333">
                <a:alpha val="50000"/>
              </a:srgbClr>
            </a:outerShdw>
          </a:effectLst>
        </p:spPr>
        <p:txBody>
          <a:bodyPr wrap="square" anchor="ctr">
            <a:spAutoFit/>
          </a:bodyPr>
          <a:lstStyle/>
          <a:p>
            <a:pPr algn="ctr" fontAlgn="base">
              <a:spcBef>
                <a:spcPct val="0"/>
              </a:spcBef>
              <a:spcAft>
                <a:spcPct val="0"/>
              </a:spcAft>
            </a:pPr>
            <a:endParaRPr lang="en-US" kern="0">
              <a:solidFill>
                <a:srgbClr val="3D81BF"/>
              </a:solidFill>
            </a:endParaRPr>
          </a:p>
        </p:txBody>
      </p:sp>
      <p:sp>
        <p:nvSpPr>
          <p:cNvPr id="23" name="Rectangle 22"/>
          <p:cNvSpPr/>
          <p:nvPr/>
        </p:nvSpPr>
        <p:spPr>
          <a:xfrm>
            <a:off x="418672" y="193150"/>
            <a:ext cx="1443038" cy="338554"/>
          </a:xfrm>
          <a:prstGeom prst="rect">
            <a:avLst/>
          </a:prstGeom>
        </p:spPr>
        <p:txBody>
          <a:bodyPr wrap="square">
            <a:spAutoFit/>
          </a:bodyPr>
          <a:lstStyle/>
          <a:p>
            <a:pPr lvl="0" algn="ctr" rtl="1" fontAlgn="base">
              <a:spcBef>
                <a:spcPct val="0"/>
              </a:spcBef>
              <a:spcAft>
                <a:spcPct val="0"/>
              </a:spcAft>
            </a:pPr>
            <a:r>
              <a:rPr lang="fa-IR" sz="1600" b="1" dirty="0">
                <a:solidFill>
                  <a:srgbClr val="FFFFFF"/>
                </a:solidFill>
                <a:latin typeface="Times New Roman" panose="02020603050405020304" pitchFamily="18" charset="0"/>
                <a:cs typeface="B Nazanin" panose="00000400000000000000" pitchFamily="2" charset="-78"/>
              </a:rPr>
              <a:t>مقالات اخیر</a:t>
            </a:r>
            <a:endParaRPr lang="en-US" sz="1600" b="1" dirty="0">
              <a:solidFill>
                <a:srgbClr val="FFFFFF"/>
              </a:solidFill>
              <a:latin typeface="Times New Roman" panose="02020603050405020304" pitchFamily="18" charset="0"/>
              <a:cs typeface="B Nazanin" panose="00000400000000000000" pitchFamily="2" charset="-78"/>
            </a:endParaRPr>
          </a:p>
        </p:txBody>
      </p:sp>
      <p:sp>
        <p:nvSpPr>
          <p:cNvPr id="24" name="Rectangle 23"/>
          <p:cNvSpPr/>
          <p:nvPr/>
        </p:nvSpPr>
        <p:spPr>
          <a:xfrm>
            <a:off x="2393380" y="70040"/>
            <a:ext cx="1600200" cy="584775"/>
          </a:xfrm>
          <a:prstGeom prst="rect">
            <a:avLst/>
          </a:prstGeom>
        </p:spPr>
        <p:txBody>
          <a:bodyPr wrap="square">
            <a:spAutoFit/>
          </a:bodyPr>
          <a:lstStyle/>
          <a:p>
            <a:pPr lvl="0" algn="ctr" rtl="1" fontAlgn="base">
              <a:spcBef>
                <a:spcPct val="0"/>
              </a:spcBef>
              <a:spcAft>
                <a:spcPct val="0"/>
              </a:spcAft>
            </a:pPr>
            <a:r>
              <a:rPr lang="fa-IR" sz="1600" b="1" dirty="0">
                <a:solidFill>
                  <a:srgbClr val="FFFFFF"/>
                </a:solidFill>
                <a:latin typeface="Times New Roman" panose="02020603050405020304" pitchFamily="18" charset="0"/>
                <a:cs typeface="B Nazanin" panose="00000400000000000000" pitchFamily="2" charset="-78"/>
              </a:rPr>
              <a:t>سیستم مدیریت همسان سازی</a:t>
            </a:r>
            <a:endParaRPr lang="en-US" sz="1600" b="1" dirty="0">
              <a:solidFill>
                <a:srgbClr val="FFFFFF"/>
              </a:solidFill>
              <a:latin typeface="Times New Roman" panose="02020603050405020304" pitchFamily="18" charset="0"/>
              <a:cs typeface="B Nazanin" panose="00000400000000000000" pitchFamily="2" charset="-78"/>
            </a:endParaRPr>
          </a:p>
        </p:txBody>
      </p:sp>
      <p:pic>
        <p:nvPicPr>
          <p:cNvPr id="25" name="Picture 24" descr="پرونده:Azad University logo.png - ویکی‌پدیا، دانشنامهٔ آزاد">
            <a:extLst>
              <a:ext uri="{FF2B5EF4-FFF2-40B4-BE49-F238E27FC236}">
                <a16:creationId xmlns="" xmlns:a16="http://schemas.microsoft.com/office/drawing/2014/main" id="{FA988D60-670C-406B-B8FB-D5A0053424E9}"/>
              </a:ext>
            </a:extLst>
          </p:cNvPr>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8610600" y="0"/>
            <a:ext cx="533400" cy="822959"/>
          </a:xfrm>
          <a:prstGeom prst="rect">
            <a:avLst/>
          </a:prstGeom>
          <a:noFill/>
          <a:ln>
            <a:noFill/>
          </a:ln>
        </p:spPr>
      </p:pic>
      <p:sp>
        <p:nvSpPr>
          <p:cNvPr id="27" name="AutoShape 10">
            <a:extLst>
              <a:ext uri="{FF2B5EF4-FFF2-40B4-BE49-F238E27FC236}">
                <a16:creationId xmlns="" xmlns:a16="http://schemas.microsoft.com/office/drawing/2014/main" id="{96E6A76C-5024-445C-8373-4A127C8598B1}"/>
              </a:ext>
            </a:extLst>
          </p:cNvPr>
          <p:cNvSpPr>
            <a:spLocks noChangeArrowheads="1"/>
          </p:cNvSpPr>
          <p:nvPr/>
        </p:nvSpPr>
        <p:spPr bwMode="gray">
          <a:xfrm flipH="1">
            <a:off x="6244699" y="55997"/>
            <a:ext cx="2137301" cy="649224"/>
          </a:xfrm>
          <a:prstGeom prst="chevron">
            <a:avLst>
              <a:gd name="adj" fmla="val 17842"/>
            </a:avLst>
          </a:prstGeom>
          <a:gradFill rotWithShape="1">
            <a:gsLst>
              <a:gs pos="0">
                <a:srgbClr val="84B09A">
                  <a:gamma/>
                  <a:shade val="46275"/>
                  <a:invGamma/>
                </a:srgbClr>
              </a:gs>
              <a:gs pos="50000">
                <a:srgbClr val="84B09A"/>
              </a:gs>
              <a:gs pos="100000">
                <a:srgbClr val="84B09A">
                  <a:gamma/>
                  <a:shade val="46275"/>
                  <a:invGamma/>
                </a:srgbClr>
              </a:gs>
            </a:gsLst>
            <a:lin ang="2700000" scaled="1"/>
          </a:gradFill>
          <a:ln w="38100">
            <a:solidFill>
              <a:srgbClr val="EAEAEA"/>
            </a:solidFill>
            <a:miter lim="800000"/>
            <a:headEnd/>
            <a:tailEnd/>
          </a:ln>
          <a:effectLst>
            <a:outerShdw dist="109250" dir="3267739" algn="ctr" rotWithShape="0">
              <a:srgbClr val="333333">
                <a:alpha val="50000"/>
              </a:srgbClr>
            </a:outerShdw>
          </a:effectLst>
        </p:spPr>
        <p:txBody>
          <a:bodyPr wrap="square" anchor="ctr">
            <a:spAutoFit/>
          </a:bodyPr>
          <a:lstStyle/>
          <a:p>
            <a:pPr algn="ctr" fontAlgn="base">
              <a:spcBef>
                <a:spcPct val="0"/>
              </a:spcBef>
              <a:spcAft>
                <a:spcPct val="0"/>
              </a:spcAft>
            </a:pPr>
            <a:endParaRPr lang="en-US" kern="0">
              <a:solidFill>
                <a:srgbClr val="3D81BF"/>
              </a:solidFill>
            </a:endParaRPr>
          </a:p>
        </p:txBody>
      </p:sp>
      <p:sp>
        <p:nvSpPr>
          <p:cNvPr id="28" name="Rectangle 27">
            <a:extLst>
              <a:ext uri="{FF2B5EF4-FFF2-40B4-BE49-F238E27FC236}">
                <a16:creationId xmlns="" xmlns:a16="http://schemas.microsoft.com/office/drawing/2014/main" id="{BF9CF44D-C94F-4B09-AF24-15EACD7BE0F4}"/>
              </a:ext>
            </a:extLst>
          </p:cNvPr>
          <p:cNvSpPr/>
          <p:nvPr/>
        </p:nvSpPr>
        <p:spPr>
          <a:xfrm>
            <a:off x="6499957" y="197162"/>
            <a:ext cx="1626786" cy="323165"/>
          </a:xfrm>
          <a:prstGeom prst="rect">
            <a:avLst/>
          </a:prstGeom>
        </p:spPr>
        <p:txBody>
          <a:bodyPr wrap="square">
            <a:spAutoFit/>
          </a:bodyPr>
          <a:lstStyle/>
          <a:p>
            <a:pPr lvl="0" algn="ctr" fontAlgn="base">
              <a:spcBef>
                <a:spcPct val="0"/>
              </a:spcBef>
              <a:spcAft>
                <a:spcPct val="0"/>
              </a:spcAft>
              <a:defRPr/>
            </a:pPr>
            <a:r>
              <a:rPr lang="fa-IR" sz="1500" b="1" kern="0" dirty="0" err="1">
                <a:solidFill>
                  <a:srgbClr val="FFFFFF"/>
                </a:solidFill>
                <a:latin typeface="Times New Roman" panose="02020603050405020304" pitchFamily="18" charset="0"/>
                <a:cs typeface="B Nazanin" pitchFamily="2" charset="-78"/>
              </a:rPr>
              <a:t>باتریها</a:t>
            </a:r>
            <a:endParaRPr lang="en-US" sz="1500" b="1" kern="0" dirty="0">
              <a:solidFill>
                <a:srgbClr val="FFFFFF"/>
              </a:solidFill>
              <a:latin typeface="Times New Roman" panose="02020603050405020304" pitchFamily="18" charset="0"/>
              <a:cs typeface="B Nazanin" pitchFamily="2" charset="-78"/>
            </a:endParaRPr>
          </a:p>
        </p:txBody>
      </p:sp>
      <p:sp>
        <p:nvSpPr>
          <p:cNvPr id="29" name="AutoShape 3">
            <a:extLst>
              <a:ext uri="{FF2B5EF4-FFF2-40B4-BE49-F238E27FC236}">
                <a16:creationId xmlns="" xmlns:a16="http://schemas.microsoft.com/office/drawing/2014/main" id="{DBA5C955-0E66-467E-8B5F-EF4EE5F8F3FA}"/>
              </a:ext>
            </a:extLst>
          </p:cNvPr>
          <p:cNvSpPr>
            <a:spLocks noChangeArrowheads="1"/>
          </p:cNvSpPr>
          <p:nvPr/>
        </p:nvSpPr>
        <p:spPr bwMode="gray">
          <a:xfrm flipH="1">
            <a:off x="4215687" y="54854"/>
            <a:ext cx="2056085" cy="651510"/>
          </a:xfrm>
          <a:prstGeom prst="chevron">
            <a:avLst>
              <a:gd name="adj" fmla="val 17009"/>
            </a:avLst>
          </a:prstGeom>
          <a:gradFill rotWithShape="1">
            <a:gsLst>
              <a:gs pos="0">
                <a:srgbClr val="84B09A">
                  <a:gamma/>
                  <a:shade val="46275"/>
                  <a:invGamma/>
                </a:srgbClr>
              </a:gs>
              <a:gs pos="50000">
                <a:srgbClr val="84B09A"/>
              </a:gs>
              <a:gs pos="100000">
                <a:srgbClr val="84B09A">
                  <a:gamma/>
                  <a:shade val="46275"/>
                  <a:invGamma/>
                </a:srgbClr>
              </a:gs>
            </a:gsLst>
            <a:lin ang="2700000" scaled="1"/>
          </a:gradFill>
          <a:ln w="38100">
            <a:solidFill>
              <a:srgbClr val="EAEAEA"/>
            </a:solidFill>
            <a:miter lim="800000"/>
            <a:headEnd/>
            <a:tailEnd/>
          </a:ln>
          <a:effectLst>
            <a:outerShdw dist="109250" dir="3267739" algn="ctr" rotWithShape="0">
              <a:srgbClr val="333333">
                <a:alpha val="50000"/>
              </a:srgbClr>
            </a:outerShdw>
          </a:effectLst>
        </p:spPr>
        <p:txBody>
          <a:bodyPr wrap="square" anchor="ctr">
            <a:spAutoFit/>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endParaRPr>
          </a:p>
        </p:txBody>
      </p:sp>
      <p:sp>
        <p:nvSpPr>
          <p:cNvPr id="31" name="Rectangle 30">
            <a:extLst>
              <a:ext uri="{FF2B5EF4-FFF2-40B4-BE49-F238E27FC236}">
                <a16:creationId xmlns="" xmlns:a16="http://schemas.microsoft.com/office/drawing/2014/main" id="{AC165A2D-60D3-440C-A112-7B419F7E72B2}"/>
              </a:ext>
            </a:extLst>
          </p:cNvPr>
          <p:cNvSpPr/>
          <p:nvPr/>
        </p:nvSpPr>
        <p:spPr>
          <a:xfrm>
            <a:off x="4525250" y="89171"/>
            <a:ext cx="1443038" cy="584775"/>
          </a:xfrm>
          <a:prstGeom prst="rect">
            <a:avLst/>
          </a:prstGeom>
        </p:spPr>
        <p:txBody>
          <a:bodyPr wrap="square">
            <a:spAutoFit/>
          </a:bodyPr>
          <a:lstStyle/>
          <a:p>
            <a:pPr lvl="0" algn="ctr" rtl="1" fontAlgn="base">
              <a:spcBef>
                <a:spcPct val="0"/>
              </a:spcBef>
              <a:spcAft>
                <a:spcPct val="0"/>
              </a:spcAft>
            </a:pPr>
            <a:r>
              <a:rPr lang="fa-IR" sz="1600" b="1" dirty="0">
                <a:solidFill>
                  <a:srgbClr val="FFFFFF"/>
                </a:solidFill>
                <a:latin typeface="Times New Roman" panose="02020603050405020304" pitchFamily="18" charset="0"/>
                <a:cs typeface="B Nazanin" panose="00000400000000000000" pitchFamily="2" charset="-78"/>
              </a:rPr>
              <a:t>سیستم مدیریت باتری</a:t>
            </a:r>
            <a:endParaRPr lang="en-US" sz="1600" b="1" dirty="0">
              <a:solidFill>
                <a:srgbClr val="FFFFFF"/>
              </a:solidFill>
              <a:latin typeface="Times New Roman" panose="02020603050405020304" pitchFamily="18" charset="0"/>
              <a:cs typeface="B Nazanin" panose="00000400000000000000" pitchFamily="2" charset="-78"/>
            </a:endParaRPr>
          </a:p>
        </p:txBody>
      </p:sp>
      <p:grpSp>
        <p:nvGrpSpPr>
          <p:cNvPr id="5" name="Group 4"/>
          <p:cNvGrpSpPr/>
          <p:nvPr/>
        </p:nvGrpSpPr>
        <p:grpSpPr>
          <a:xfrm>
            <a:off x="148662" y="1076600"/>
            <a:ext cx="8842938" cy="4909564"/>
            <a:chOff x="1419359" y="1250116"/>
            <a:chExt cx="5793740" cy="4273249"/>
          </a:xfrm>
        </p:grpSpPr>
        <p:pic>
          <p:nvPicPr>
            <p:cNvPr id="20" name="Picture 19"/>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1419359" y="1250116"/>
              <a:ext cx="5793740" cy="4257040"/>
            </a:xfrm>
            <a:prstGeom prst="rect">
              <a:avLst/>
            </a:prstGeom>
            <a:noFill/>
            <a:ln>
              <a:noFill/>
            </a:ln>
          </p:spPr>
        </p:pic>
        <p:grpSp>
          <p:nvGrpSpPr>
            <p:cNvPr id="34" name="Group 33"/>
            <p:cNvGrpSpPr/>
            <p:nvPr/>
          </p:nvGrpSpPr>
          <p:grpSpPr>
            <a:xfrm>
              <a:off x="2740897" y="3200400"/>
              <a:ext cx="3337558" cy="2322965"/>
              <a:chOff x="0" y="0"/>
              <a:chExt cx="3338113" cy="2282436"/>
            </a:xfrm>
          </p:grpSpPr>
          <p:pic>
            <p:nvPicPr>
              <p:cNvPr id="35" name="Picture 34"/>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1527933" y="0"/>
                <a:ext cx="288925" cy="173355"/>
              </a:xfrm>
              <a:prstGeom prst="rect">
                <a:avLst/>
              </a:prstGeom>
            </p:spPr>
          </p:pic>
          <p:pic>
            <p:nvPicPr>
              <p:cNvPr id="36" name="Picture 35"/>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0" y="2147365"/>
                <a:ext cx="233045" cy="133350"/>
              </a:xfrm>
              <a:prstGeom prst="rect">
                <a:avLst/>
              </a:prstGeom>
            </p:spPr>
          </p:pic>
          <p:pic>
            <p:nvPicPr>
              <p:cNvPr id="37" name="Picture 36"/>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3126658" y="2141466"/>
                <a:ext cx="211455" cy="140970"/>
              </a:xfrm>
              <a:prstGeom prst="rect">
                <a:avLst/>
              </a:prstGeom>
            </p:spPr>
          </p:pic>
        </p:grpSp>
      </p:grpSp>
      <p:sp>
        <p:nvSpPr>
          <p:cNvPr id="38" name="Rounded Rectangle 175">
            <a:extLst>
              <a:ext uri="{FF2B5EF4-FFF2-40B4-BE49-F238E27FC236}">
                <a16:creationId xmlns="" xmlns:a16="http://schemas.microsoft.com/office/drawing/2014/main" id="{AACCE7D9-540A-47B9-8964-41031B797FDD}"/>
              </a:ext>
            </a:extLst>
          </p:cNvPr>
          <p:cNvSpPr/>
          <p:nvPr/>
        </p:nvSpPr>
        <p:spPr bwMode="auto">
          <a:xfrm>
            <a:off x="7124531" y="917675"/>
            <a:ext cx="1486069" cy="498507"/>
          </a:xfrm>
          <a:prstGeom prst="roundRect">
            <a:avLst/>
          </a:prstGeom>
          <a:solidFill>
            <a:srgbClr val="3D81BF">
              <a:lumMod val="75000"/>
            </a:srgbClr>
          </a:solidFill>
          <a:ln w="9525" cap="flat" cmpd="sng" algn="ctr">
            <a:solidFill>
              <a:srgbClr val="000000"/>
            </a:solidFill>
            <a:prstDash val="solid"/>
            <a:round/>
            <a:headEnd type="none" w="med" len="med"/>
            <a:tailEnd type="none" w="med" len="med"/>
          </a:ln>
          <a:effectLst>
            <a:reflection blurRad="6350" stA="50000" endA="300" endPos="55000" dir="5400000" sy="-100000" algn="bl" rotWithShape="0"/>
          </a:effectLst>
          <a:scene3d>
            <a:camera prst="isometricOffAxis2Left"/>
            <a:lightRig rig="threePt" dir="t"/>
          </a:scene3d>
        </p:spPr>
        <p:txBody>
          <a:bodyPr vert="horz" wrap="square" lIns="91440" tIns="45720" rIns="91440" bIns="45720" numCol="1" rtlCol="0" anchor="t" anchorCtr="0" compatLnSpc="1">
            <a:prstTxWarp prst="textNoShape">
              <a:avLst/>
            </a:prstTxWarp>
          </a:bodyPr>
          <a:lstStyle/>
          <a:p>
            <a:pPr lvl="0" algn="ctr" rtl="1" fontAlgn="base">
              <a:spcBef>
                <a:spcPct val="0"/>
              </a:spcBef>
              <a:spcAft>
                <a:spcPct val="0"/>
              </a:spcAft>
            </a:pPr>
            <a:r>
              <a:rPr lang="fa-IR" sz="2400" b="1" dirty="0">
                <a:solidFill>
                  <a:srgbClr val="FFFFFF"/>
                </a:solidFill>
                <a:latin typeface="Times New Roman" panose="02020603050405020304" pitchFamily="18" charset="0"/>
                <a:cs typeface="B Nazanin" panose="00000400000000000000" pitchFamily="2" charset="-78"/>
              </a:rPr>
              <a:t>مقالات اخیر</a:t>
            </a:r>
            <a:endParaRPr lang="en-US" sz="2400" b="1" dirty="0">
              <a:solidFill>
                <a:srgbClr val="FFFFFF"/>
              </a:solidFill>
              <a:latin typeface="Times New Roman" panose="02020603050405020304" pitchFamily="18" charset="0"/>
              <a:cs typeface="B Nazanin" panose="00000400000000000000" pitchFamily="2" charset="-78"/>
            </a:endParaRPr>
          </a:p>
        </p:txBody>
      </p:sp>
      <p:sp>
        <p:nvSpPr>
          <p:cNvPr id="2" name="Slide Number Placeholder 1"/>
          <p:cNvSpPr>
            <a:spLocks noGrp="1"/>
          </p:cNvSpPr>
          <p:nvPr>
            <p:ph type="sldNum" sz="quarter" idx="12"/>
          </p:nvPr>
        </p:nvSpPr>
        <p:spPr/>
        <p:txBody>
          <a:bodyPr/>
          <a:lstStyle/>
          <a:p>
            <a:fld id="{7FC2E40A-4446-4E2B-B9AD-16F559E28E02}" type="slidenum">
              <a:rPr lang="en-US" smtClean="0"/>
              <a:t>72</a:t>
            </a:fld>
            <a:endParaRPr lang="en-US"/>
          </a:p>
        </p:txBody>
      </p:sp>
      <p:sp>
        <p:nvSpPr>
          <p:cNvPr id="26" name="Slide Number Placeholder 3">
            <a:extLst>
              <a:ext uri="{FF2B5EF4-FFF2-40B4-BE49-F238E27FC236}">
                <a16:creationId xmlns="" xmlns:a16="http://schemas.microsoft.com/office/drawing/2014/main" id="{FEFB061F-8AAB-4535-B272-1BA4D5A77191}"/>
              </a:ext>
            </a:extLst>
          </p:cNvPr>
          <p:cNvSpPr txBox="1">
            <a:spLocks/>
          </p:cNvSpPr>
          <p:nvPr/>
        </p:nvSpPr>
        <p:spPr>
          <a:xfrm>
            <a:off x="8965" y="6090313"/>
            <a:ext cx="676835" cy="767687"/>
          </a:xfrm>
          <a:prstGeom prst="rect">
            <a:avLst/>
          </a:prstGeom>
        </p:spPr>
        <p:txBody>
          <a:bodyPr vert="horz" lIns="91440" tIns="45720" rIns="91440" bIns="45720" rtlCol="0" anchor="ctr"/>
          <a:lstStyle>
            <a:defPPr>
              <a:defRPr lang="en-US"/>
            </a:defPPr>
            <a:lvl1pPr marL="0" algn="l" defTabSz="914400" rtl="0" eaLnBrk="1" latinLnBrk="0" hangingPunct="1">
              <a:defRPr sz="1400" b="1" kern="1200">
                <a:solidFill>
                  <a:srgbClr val="FFFFFF"/>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rtl="1"/>
            <a:fld id="{E8ADF199-8047-440E-B02B-E80683B392F2}" type="slidenum">
              <a:rPr lang="fa-IR" sz="1800" smtClean="0">
                <a:solidFill>
                  <a:schemeClr val="tx1"/>
                </a:solidFill>
                <a:cs typeface="B Lotus" panose="00000400000000000000" pitchFamily="2" charset="-78"/>
              </a:rPr>
              <a:pPr rtl="1"/>
              <a:t>72</a:t>
            </a:fld>
            <a:endParaRPr lang="fa-IR" sz="1800" dirty="0">
              <a:solidFill>
                <a:schemeClr val="tx1"/>
              </a:solidFill>
              <a:cs typeface="B Lotus" panose="00000400000000000000" pitchFamily="2" charset="-78"/>
            </a:endParaRPr>
          </a:p>
        </p:txBody>
      </p:sp>
    </p:spTree>
    <p:extLst>
      <p:ext uri="{BB962C8B-B14F-4D97-AF65-F5344CB8AC3E}">
        <p14:creationId xmlns:p14="http://schemas.microsoft.com/office/powerpoint/2010/main" val="1600207114"/>
      </p:ext>
    </p:extLst>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p:cNvPicPr>
            <a:picLocks noChangeAspect="1"/>
          </p:cNvPicPr>
          <p:nvPr/>
        </p:nvPicPr>
        <p:blipFill rotWithShape="1">
          <a:blip r:embed="rId3"/>
          <a:srcRect/>
          <a:stretch/>
        </p:blipFill>
        <p:spPr>
          <a:xfrm>
            <a:off x="867650" y="1703725"/>
            <a:ext cx="7315200" cy="4188146"/>
          </a:xfrm>
          <a:prstGeom prst="rect">
            <a:avLst/>
          </a:prstGeom>
        </p:spPr>
      </p:pic>
      <p:sp>
        <p:nvSpPr>
          <p:cNvPr id="6" name="Rectangle 5"/>
          <p:cNvSpPr/>
          <p:nvPr/>
        </p:nvSpPr>
        <p:spPr>
          <a:xfrm>
            <a:off x="1439150" y="6096000"/>
            <a:ext cx="6172200" cy="369332"/>
          </a:xfrm>
          <a:prstGeom prst="rect">
            <a:avLst/>
          </a:prstGeom>
        </p:spPr>
        <p:txBody>
          <a:bodyPr wrap="square">
            <a:spAutoFit/>
          </a:bodyPr>
          <a:lstStyle/>
          <a:p>
            <a:pPr algn="ctr" rtl="1">
              <a:spcAft>
                <a:spcPts val="1000"/>
              </a:spcAft>
            </a:pPr>
            <a:r>
              <a:rPr lang="fa-IR" dirty="0">
                <a:solidFill>
                  <a:srgbClr val="262626"/>
                </a:solidFill>
                <a:latin typeface="Times New Roman" panose="02020603050405020304" pitchFamily="18" charset="0"/>
                <a:ea typeface="Calibri" panose="020F0502020204030204" pitchFamily="34" charset="0"/>
                <a:cs typeface="B Lotus" panose="00000400000000000000" pitchFamily="2" charset="-78"/>
              </a:rPr>
              <a:t>روند تأثیر متقابل میزان همسان‌سازی و زمان همسان‌سازی (</a:t>
            </a:r>
            <a:r>
              <a:rPr lang="en-US" dirty="0">
                <a:solidFill>
                  <a:srgbClr val="262626"/>
                </a:solidFill>
                <a:latin typeface="Times New Roman" panose="02020603050405020304" pitchFamily="18" charset="0"/>
                <a:ea typeface="Calibri" panose="020F0502020204030204" pitchFamily="34" charset="0"/>
                <a:cs typeface="B Lotus" panose="00000400000000000000" pitchFamily="2" charset="-78"/>
              </a:rPr>
              <a:t>α:β</a:t>
            </a:r>
            <a:r>
              <a:rPr lang="fa-IR" dirty="0">
                <a:solidFill>
                  <a:srgbClr val="262626"/>
                </a:solidFill>
                <a:latin typeface="Times New Roman" panose="02020603050405020304" pitchFamily="18" charset="0"/>
                <a:ea typeface="Calibri" panose="020F0502020204030204" pitchFamily="34" charset="0"/>
                <a:cs typeface="B Lotus" panose="00000400000000000000" pitchFamily="2" charset="-78"/>
              </a:rPr>
              <a:t>) </a:t>
            </a:r>
            <a:r>
              <a:rPr lang="fa-IR" dirty="0">
                <a:solidFill>
                  <a:srgbClr val="61D6FF"/>
                </a:solidFill>
                <a:latin typeface="Times New Roman" panose="02020603050405020304" pitchFamily="18" charset="0"/>
                <a:cs typeface="B Lotus" panose="00000400000000000000" pitchFamily="2" charset="-78"/>
              </a:rPr>
              <a:t>[1]</a:t>
            </a:r>
            <a:r>
              <a:rPr lang="fa-IR" dirty="0">
                <a:latin typeface="Times New Roman" panose="02020603050405020304" pitchFamily="18" charset="0"/>
                <a:cs typeface="B Lotus" panose="00000400000000000000" pitchFamily="2" charset="-78"/>
              </a:rPr>
              <a:t>.</a:t>
            </a:r>
            <a:endParaRPr lang="en-US" dirty="0">
              <a:solidFill>
                <a:srgbClr val="262626"/>
              </a:solidFill>
              <a:effectLst/>
              <a:latin typeface="Times New Roman" panose="02020603050405020304" pitchFamily="18" charset="0"/>
              <a:ea typeface="Calibri" panose="020F0502020204030204" pitchFamily="34" charset="0"/>
              <a:cs typeface="B Lotus" panose="00000400000000000000" pitchFamily="2" charset="-78"/>
            </a:endParaRPr>
          </a:p>
        </p:txBody>
      </p:sp>
      <p:sp>
        <p:nvSpPr>
          <p:cNvPr id="18" name="Rounded Rectangle 175">
            <a:extLst>
              <a:ext uri="{FF2B5EF4-FFF2-40B4-BE49-F238E27FC236}">
                <a16:creationId xmlns="" xmlns:a16="http://schemas.microsoft.com/office/drawing/2014/main" id="{AACCE7D9-540A-47B9-8964-41031B797FDD}"/>
              </a:ext>
            </a:extLst>
          </p:cNvPr>
          <p:cNvSpPr/>
          <p:nvPr/>
        </p:nvSpPr>
        <p:spPr bwMode="auto">
          <a:xfrm>
            <a:off x="7124531" y="917675"/>
            <a:ext cx="1486069" cy="498507"/>
          </a:xfrm>
          <a:prstGeom prst="roundRect">
            <a:avLst/>
          </a:prstGeom>
          <a:solidFill>
            <a:srgbClr val="3D81BF">
              <a:lumMod val="75000"/>
            </a:srgbClr>
          </a:solidFill>
          <a:ln w="9525" cap="flat" cmpd="sng" algn="ctr">
            <a:solidFill>
              <a:srgbClr val="000000"/>
            </a:solidFill>
            <a:prstDash val="solid"/>
            <a:round/>
            <a:headEnd type="none" w="med" len="med"/>
            <a:tailEnd type="none" w="med" len="med"/>
          </a:ln>
          <a:effectLst>
            <a:reflection blurRad="6350" stA="50000" endA="300" endPos="55000" dir="5400000" sy="-100000" algn="bl" rotWithShape="0"/>
          </a:effectLst>
          <a:scene3d>
            <a:camera prst="isometricOffAxis2Left"/>
            <a:lightRig rig="threePt" dir="t"/>
          </a:scene3d>
        </p:spPr>
        <p:txBody>
          <a:bodyPr vert="horz" wrap="square" lIns="91440" tIns="45720" rIns="91440" bIns="45720" numCol="1" rtlCol="0" anchor="t" anchorCtr="0" compatLnSpc="1">
            <a:prstTxWarp prst="textNoShape">
              <a:avLst/>
            </a:prstTxWarp>
          </a:bodyPr>
          <a:lstStyle/>
          <a:p>
            <a:pPr lvl="0" algn="ctr" rtl="1" fontAlgn="base">
              <a:spcBef>
                <a:spcPct val="0"/>
              </a:spcBef>
              <a:spcAft>
                <a:spcPct val="0"/>
              </a:spcAft>
            </a:pPr>
            <a:r>
              <a:rPr lang="fa-IR" sz="2400" b="1" dirty="0">
                <a:solidFill>
                  <a:srgbClr val="FFFFFF"/>
                </a:solidFill>
                <a:latin typeface="Times New Roman" panose="02020603050405020304" pitchFamily="18" charset="0"/>
                <a:cs typeface="B Nazanin" panose="00000400000000000000" pitchFamily="2" charset="-78"/>
              </a:rPr>
              <a:t>مقالات اخیر</a:t>
            </a:r>
            <a:endParaRPr lang="en-US" sz="2400" b="1" dirty="0">
              <a:solidFill>
                <a:srgbClr val="FFFFFF"/>
              </a:solidFill>
              <a:latin typeface="Times New Roman" panose="02020603050405020304" pitchFamily="18" charset="0"/>
              <a:cs typeface="B Nazanin" panose="00000400000000000000" pitchFamily="2" charset="-78"/>
            </a:endParaRPr>
          </a:p>
        </p:txBody>
      </p:sp>
      <p:sp>
        <p:nvSpPr>
          <p:cNvPr id="19" name="AutoShape 3"/>
          <p:cNvSpPr>
            <a:spLocks noChangeArrowheads="1"/>
          </p:cNvSpPr>
          <p:nvPr/>
        </p:nvSpPr>
        <p:spPr bwMode="gray">
          <a:xfrm flipH="1">
            <a:off x="2190754" y="54854"/>
            <a:ext cx="2056085" cy="651510"/>
          </a:xfrm>
          <a:prstGeom prst="chevron">
            <a:avLst>
              <a:gd name="adj" fmla="val 17009"/>
            </a:avLst>
          </a:prstGeom>
          <a:gradFill rotWithShape="1">
            <a:gsLst>
              <a:gs pos="0">
                <a:srgbClr val="84B09A">
                  <a:gamma/>
                  <a:shade val="46275"/>
                  <a:invGamma/>
                </a:srgbClr>
              </a:gs>
              <a:gs pos="50000">
                <a:srgbClr val="84B09A"/>
              </a:gs>
              <a:gs pos="100000">
                <a:srgbClr val="84B09A">
                  <a:gamma/>
                  <a:shade val="46275"/>
                  <a:invGamma/>
                </a:srgbClr>
              </a:gs>
            </a:gsLst>
            <a:lin ang="2700000" scaled="1"/>
          </a:gradFill>
          <a:ln w="38100">
            <a:solidFill>
              <a:srgbClr val="EAEAEA"/>
            </a:solidFill>
            <a:miter lim="800000"/>
            <a:headEnd/>
            <a:tailEnd/>
          </a:ln>
          <a:effectLst>
            <a:outerShdw dist="109250" dir="3267739" algn="ctr" rotWithShape="0">
              <a:srgbClr val="333333">
                <a:alpha val="50000"/>
              </a:srgbClr>
            </a:outerShdw>
          </a:effectLst>
        </p:spPr>
        <p:txBody>
          <a:bodyPr wrap="square" anchor="ctr">
            <a:spAutoFit/>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endParaRPr>
          </a:p>
        </p:txBody>
      </p:sp>
      <p:sp>
        <p:nvSpPr>
          <p:cNvPr id="20" name="AutoShape 3"/>
          <p:cNvSpPr>
            <a:spLocks noChangeArrowheads="1"/>
          </p:cNvSpPr>
          <p:nvPr/>
        </p:nvSpPr>
        <p:spPr bwMode="gray">
          <a:xfrm flipH="1">
            <a:off x="148662" y="55997"/>
            <a:ext cx="2057400" cy="649224"/>
          </a:xfrm>
          <a:prstGeom prst="chevron">
            <a:avLst>
              <a:gd name="adj" fmla="val 17009"/>
            </a:avLst>
          </a:prstGeom>
          <a:gradFill rotWithShape="1">
            <a:gsLst>
              <a:gs pos="0">
                <a:srgbClr val="3659EC">
                  <a:gamma/>
                  <a:shade val="46275"/>
                  <a:invGamma/>
                </a:srgbClr>
              </a:gs>
              <a:gs pos="50000">
                <a:srgbClr val="3659EC"/>
              </a:gs>
              <a:gs pos="100000">
                <a:srgbClr val="3659EC">
                  <a:gamma/>
                  <a:shade val="46275"/>
                  <a:invGamma/>
                </a:srgbClr>
              </a:gs>
            </a:gsLst>
            <a:lin ang="2700000" scaled="1"/>
          </a:gradFill>
          <a:ln w="38100">
            <a:solidFill>
              <a:srgbClr val="EAEAEA"/>
            </a:solidFill>
            <a:miter lim="800000"/>
            <a:headEnd/>
            <a:tailEnd/>
          </a:ln>
          <a:effectLst>
            <a:outerShdw dist="109250" dir="3267739" algn="ctr" rotWithShape="0">
              <a:srgbClr val="333333">
                <a:alpha val="50000"/>
              </a:srgbClr>
            </a:outerShdw>
          </a:effectLst>
        </p:spPr>
        <p:txBody>
          <a:bodyPr wrap="square" anchor="ctr">
            <a:spAutoFit/>
          </a:bodyPr>
          <a:lstStyle/>
          <a:p>
            <a:pPr algn="ctr" fontAlgn="base">
              <a:spcBef>
                <a:spcPct val="0"/>
              </a:spcBef>
              <a:spcAft>
                <a:spcPct val="0"/>
              </a:spcAft>
            </a:pPr>
            <a:endParaRPr lang="en-US" kern="0">
              <a:solidFill>
                <a:srgbClr val="3D81BF"/>
              </a:solidFill>
            </a:endParaRPr>
          </a:p>
        </p:txBody>
      </p:sp>
      <p:sp>
        <p:nvSpPr>
          <p:cNvPr id="21" name="Rectangle 20"/>
          <p:cNvSpPr/>
          <p:nvPr/>
        </p:nvSpPr>
        <p:spPr>
          <a:xfrm>
            <a:off x="418672" y="193150"/>
            <a:ext cx="1443038" cy="338554"/>
          </a:xfrm>
          <a:prstGeom prst="rect">
            <a:avLst/>
          </a:prstGeom>
        </p:spPr>
        <p:txBody>
          <a:bodyPr wrap="square">
            <a:spAutoFit/>
          </a:bodyPr>
          <a:lstStyle/>
          <a:p>
            <a:pPr lvl="0" algn="ctr" rtl="1" fontAlgn="base">
              <a:spcBef>
                <a:spcPct val="0"/>
              </a:spcBef>
              <a:spcAft>
                <a:spcPct val="0"/>
              </a:spcAft>
            </a:pPr>
            <a:r>
              <a:rPr lang="fa-IR" sz="1600" b="1" dirty="0">
                <a:solidFill>
                  <a:srgbClr val="FFFFFF"/>
                </a:solidFill>
                <a:latin typeface="Times New Roman" panose="02020603050405020304" pitchFamily="18" charset="0"/>
                <a:cs typeface="B Nazanin" panose="00000400000000000000" pitchFamily="2" charset="-78"/>
              </a:rPr>
              <a:t>مقالات اخیر</a:t>
            </a:r>
            <a:endParaRPr lang="en-US" sz="1600" b="1" dirty="0">
              <a:solidFill>
                <a:srgbClr val="FFFFFF"/>
              </a:solidFill>
              <a:latin typeface="Times New Roman" panose="02020603050405020304" pitchFamily="18" charset="0"/>
              <a:cs typeface="B Nazanin" panose="00000400000000000000" pitchFamily="2" charset="-78"/>
            </a:endParaRPr>
          </a:p>
        </p:txBody>
      </p:sp>
      <p:sp>
        <p:nvSpPr>
          <p:cNvPr id="22" name="Rectangle 21"/>
          <p:cNvSpPr/>
          <p:nvPr/>
        </p:nvSpPr>
        <p:spPr>
          <a:xfrm>
            <a:off x="2393380" y="70040"/>
            <a:ext cx="1600200" cy="584775"/>
          </a:xfrm>
          <a:prstGeom prst="rect">
            <a:avLst/>
          </a:prstGeom>
        </p:spPr>
        <p:txBody>
          <a:bodyPr wrap="square">
            <a:spAutoFit/>
          </a:bodyPr>
          <a:lstStyle/>
          <a:p>
            <a:pPr lvl="0" algn="ctr" rtl="1" fontAlgn="base">
              <a:spcBef>
                <a:spcPct val="0"/>
              </a:spcBef>
              <a:spcAft>
                <a:spcPct val="0"/>
              </a:spcAft>
            </a:pPr>
            <a:r>
              <a:rPr lang="fa-IR" sz="1600" b="1" dirty="0">
                <a:solidFill>
                  <a:srgbClr val="FFFFFF"/>
                </a:solidFill>
                <a:latin typeface="Times New Roman" panose="02020603050405020304" pitchFamily="18" charset="0"/>
                <a:cs typeface="B Nazanin" panose="00000400000000000000" pitchFamily="2" charset="-78"/>
              </a:rPr>
              <a:t>سیستم مدیریت همسان سازی</a:t>
            </a:r>
            <a:endParaRPr lang="en-US" sz="1600" b="1" dirty="0">
              <a:solidFill>
                <a:srgbClr val="FFFFFF"/>
              </a:solidFill>
              <a:latin typeface="Times New Roman" panose="02020603050405020304" pitchFamily="18" charset="0"/>
              <a:cs typeface="B Nazanin" panose="00000400000000000000" pitchFamily="2" charset="-78"/>
            </a:endParaRPr>
          </a:p>
        </p:txBody>
      </p:sp>
      <p:pic>
        <p:nvPicPr>
          <p:cNvPr id="23" name="Picture 22" descr="پرونده:Azad University logo.png - ویکی‌پدیا، دانشنامهٔ آزاد">
            <a:extLst>
              <a:ext uri="{FF2B5EF4-FFF2-40B4-BE49-F238E27FC236}">
                <a16:creationId xmlns="" xmlns:a16="http://schemas.microsoft.com/office/drawing/2014/main" id="{FA988D60-670C-406B-B8FB-D5A0053424E9}"/>
              </a:ext>
            </a:extLst>
          </p:cNvPr>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8610600" y="0"/>
            <a:ext cx="533400" cy="822959"/>
          </a:xfrm>
          <a:prstGeom prst="rect">
            <a:avLst/>
          </a:prstGeom>
          <a:noFill/>
          <a:ln>
            <a:noFill/>
          </a:ln>
        </p:spPr>
      </p:pic>
      <p:sp>
        <p:nvSpPr>
          <p:cNvPr id="24" name="AutoShape 10">
            <a:extLst>
              <a:ext uri="{FF2B5EF4-FFF2-40B4-BE49-F238E27FC236}">
                <a16:creationId xmlns="" xmlns:a16="http://schemas.microsoft.com/office/drawing/2014/main" id="{96E6A76C-5024-445C-8373-4A127C8598B1}"/>
              </a:ext>
            </a:extLst>
          </p:cNvPr>
          <p:cNvSpPr>
            <a:spLocks noChangeArrowheads="1"/>
          </p:cNvSpPr>
          <p:nvPr/>
        </p:nvSpPr>
        <p:spPr bwMode="gray">
          <a:xfrm flipH="1">
            <a:off x="6244699" y="55997"/>
            <a:ext cx="2137301" cy="649224"/>
          </a:xfrm>
          <a:prstGeom prst="chevron">
            <a:avLst>
              <a:gd name="adj" fmla="val 17842"/>
            </a:avLst>
          </a:prstGeom>
          <a:gradFill rotWithShape="1">
            <a:gsLst>
              <a:gs pos="0">
                <a:srgbClr val="84B09A">
                  <a:gamma/>
                  <a:shade val="46275"/>
                  <a:invGamma/>
                </a:srgbClr>
              </a:gs>
              <a:gs pos="50000">
                <a:srgbClr val="84B09A"/>
              </a:gs>
              <a:gs pos="100000">
                <a:srgbClr val="84B09A">
                  <a:gamma/>
                  <a:shade val="46275"/>
                  <a:invGamma/>
                </a:srgbClr>
              </a:gs>
            </a:gsLst>
            <a:lin ang="2700000" scaled="1"/>
          </a:gradFill>
          <a:ln w="38100">
            <a:solidFill>
              <a:srgbClr val="EAEAEA"/>
            </a:solidFill>
            <a:miter lim="800000"/>
            <a:headEnd/>
            <a:tailEnd/>
          </a:ln>
          <a:effectLst>
            <a:outerShdw dist="109250" dir="3267739" algn="ctr" rotWithShape="0">
              <a:srgbClr val="333333">
                <a:alpha val="50000"/>
              </a:srgbClr>
            </a:outerShdw>
          </a:effectLst>
        </p:spPr>
        <p:txBody>
          <a:bodyPr wrap="square" anchor="ctr">
            <a:spAutoFit/>
          </a:bodyPr>
          <a:lstStyle/>
          <a:p>
            <a:pPr algn="ctr" fontAlgn="base">
              <a:spcBef>
                <a:spcPct val="0"/>
              </a:spcBef>
              <a:spcAft>
                <a:spcPct val="0"/>
              </a:spcAft>
            </a:pPr>
            <a:endParaRPr lang="en-US" kern="0">
              <a:solidFill>
                <a:srgbClr val="3D81BF"/>
              </a:solidFill>
            </a:endParaRPr>
          </a:p>
        </p:txBody>
      </p:sp>
      <p:sp>
        <p:nvSpPr>
          <p:cNvPr id="25" name="Rectangle 24">
            <a:extLst>
              <a:ext uri="{FF2B5EF4-FFF2-40B4-BE49-F238E27FC236}">
                <a16:creationId xmlns="" xmlns:a16="http://schemas.microsoft.com/office/drawing/2014/main" id="{BF9CF44D-C94F-4B09-AF24-15EACD7BE0F4}"/>
              </a:ext>
            </a:extLst>
          </p:cNvPr>
          <p:cNvSpPr/>
          <p:nvPr/>
        </p:nvSpPr>
        <p:spPr>
          <a:xfrm>
            <a:off x="6499957" y="197162"/>
            <a:ext cx="1626786" cy="323165"/>
          </a:xfrm>
          <a:prstGeom prst="rect">
            <a:avLst/>
          </a:prstGeom>
        </p:spPr>
        <p:txBody>
          <a:bodyPr wrap="square">
            <a:spAutoFit/>
          </a:bodyPr>
          <a:lstStyle/>
          <a:p>
            <a:pPr lvl="0" algn="ctr" fontAlgn="base">
              <a:spcBef>
                <a:spcPct val="0"/>
              </a:spcBef>
              <a:spcAft>
                <a:spcPct val="0"/>
              </a:spcAft>
              <a:defRPr/>
            </a:pPr>
            <a:r>
              <a:rPr lang="fa-IR" sz="1500" b="1" kern="0" dirty="0" err="1">
                <a:solidFill>
                  <a:srgbClr val="FFFFFF"/>
                </a:solidFill>
                <a:latin typeface="Times New Roman" panose="02020603050405020304" pitchFamily="18" charset="0"/>
                <a:cs typeface="B Nazanin" pitchFamily="2" charset="-78"/>
              </a:rPr>
              <a:t>باتریها</a:t>
            </a:r>
            <a:endParaRPr lang="en-US" sz="1500" b="1" kern="0" dirty="0">
              <a:solidFill>
                <a:srgbClr val="FFFFFF"/>
              </a:solidFill>
              <a:latin typeface="Times New Roman" panose="02020603050405020304" pitchFamily="18" charset="0"/>
              <a:cs typeface="B Nazanin" pitchFamily="2" charset="-78"/>
            </a:endParaRPr>
          </a:p>
        </p:txBody>
      </p:sp>
      <p:sp>
        <p:nvSpPr>
          <p:cNvPr id="27" name="AutoShape 3">
            <a:extLst>
              <a:ext uri="{FF2B5EF4-FFF2-40B4-BE49-F238E27FC236}">
                <a16:creationId xmlns="" xmlns:a16="http://schemas.microsoft.com/office/drawing/2014/main" id="{DBA5C955-0E66-467E-8B5F-EF4EE5F8F3FA}"/>
              </a:ext>
            </a:extLst>
          </p:cNvPr>
          <p:cNvSpPr>
            <a:spLocks noChangeArrowheads="1"/>
          </p:cNvSpPr>
          <p:nvPr/>
        </p:nvSpPr>
        <p:spPr bwMode="gray">
          <a:xfrm flipH="1">
            <a:off x="4215687" y="54854"/>
            <a:ext cx="2056085" cy="651510"/>
          </a:xfrm>
          <a:prstGeom prst="chevron">
            <a:avLst>
              <a:gd name="adj" fmla="val 17009"/>
            </a:avLst>
          </a:prstGeom>
          <a:gradFill rotWithShape="1">
            <a:gsLst>
              <a:gs pos="0">
                <a:srgbClr val="84B09A">
                  <a:gamma/>
                  <a:shade val="46275"/>
                  <a:invGamma/>
                </a:srgbClr>
              </a:gs>
              <a:gs pos="50000">
                <a:srgbClr val="84B09A"/>
              </a:gs>
              <a:gs pos="100000">
                <a:srgbClr val="84B09A">
                  <a:gamma/>
                  <a:shade val="46275"/>
                  <a:invGamma/>
                </a:srgbClr>
              </a:gs>
            </a:gsLst>
            <a:lin ang="2700000" scaled="1"/>
          </a:gradFill>
          <a:ln w="38100">
            <a:solidFill>
              <a:srgbClr val="EAEAEA"/>
            </a:solidFill>
            <a:miter lim="800000"/>
            <a:headEnd/>
            <a:tailEnd/>
          </a:ln>
          <a:effectLst>
            <a:outerShdw dist="109250" dir="3267739" algn="ctr" rotWithShape="0">
              <a:srgbClr val="333333">
                <a:alpha val="50000"/>
              </a:srgbClr>
            </a:outerShdw>
          </a:effectLst>
        </p:spPr>
        <p:txBody>
          <a:bodyPr wrap="square" anchor="ctr">
            <a:spAutoFit/>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endParaRPr>
          </a:p>
        </p:txBody>
      </p:sp>
      <p:sp>
        <p:nvSpPr>
          <p:cNvPr id="28" name="Rectangle 27">
            <a:extLst>
              <a:ext uri="{FF2B5EF4-FFF2-40B4-BE49-F238E27FC236}">
                <a16:creationId xmlns="" xmlns:a16="http://schemas.microsoft.com/office/drawing/2014/main" id="{AC165A2D-60D3-440C-A112-7B419F7E72B2}"/>
              </a:ext>
            </a:extLst>
          </p:cNvPr>
          <p:cNvSpPr/>
          <p:nvPr/>
        </p:nvSpPr>
        <p:spPr>
          <a:xfrm>
            <a:off x="4525250" y="89171"/>
            <a:ext cx="1443038" cy="584775"/>
          </a:xfrm>
          <a:prstGeom prst="rect">
            <a:avLst/>
          </a:prstGeom>
        </p:spPr>
        <p:txBody>
          <a:bodyPr wrap="square">
            <a:spAutoFit/>
          </a:bodyPr>
          <a:lstStyle/>
          <a:p>
            <a:pPr lvl="0" algn="ctr" rtl="1" fontAlgn="base">
              <a:spcBef>
                <a:spcPct val="0"/>
              </a:spcBef>
              <a:spcAft>
                <a:spcPct val="0"/>
              </a:spcAft>
            </a:pPr>
            <a:r>
              <a:rPr lang="fa-IR" sz="1600" b="1" dirty="0">
                <a:solidFill>
                  <a:srgbClr val="FFFFFF"/>
                </a:solidFill>
                <a:latin typeface="Times New Roman" panose="02020603050405020304" pitchFamily="18" charset="0"/>
                <a:cs typeface="B Nazanin" panose="00000400000000000000" pitchFamily="2" charset="-78"/>
              </a:rPr>
              <a:t>سیستم مدیریت باتری</a:t>
            </a:r>
            <a:endParaRPr lang="en-US" sz="1600" b="1" dirty="0">
              <a:solidFill>
                <a:srgbClr val="FFFFFF"/>
              </a:solidFill>
              <a:latin typeface="Times New Roman" panose="02020603050405020304" pitchFamily="18" charset="0"/>
              <a:cs typeface="B Nazanin" panose="00000400000000000000" pitchFamily="2" charset="-78"/>
            </a:endParaRPr>
          </a:p>
        </p:txBody>
      </p:sp>
      <p:sp>
        <p:nvSpPr>
          <p:cNvPr id="29" name="TextBox 28">
            <a:extLst>
              <a:ext uri="{FF2B5EF4-FFF2-40B4-BE49-F238E27FC236}">
                <a16:creationId xmlns="" xmlns:a16="http://schemas.microsoft.com/office/drawing/2014/main" id="{F43469DC-7F5B-471E-BD74-ED709E621F63}"/>
              </a:ext>
            </a:extLst>
          </p:cNvPr>
          <p:cNvSpPr txBox="1"/>
          <p:nvPr/>
        </p:nvSpPr>
        <p:spPr>
          <a:xfrm>
            <a:off x="-438805" y="941739"/>
            <a:ext cx="7315201" cy="307777"/>
          </a:xfrm>
          <a:prstGeom prst="rect">
            <a:avLst/>
          </a:prstGeom>
          <a:noFill/>
        </p:spPr>
        <p:txBody>
          <a:bodyPr wrap="square" rtlCol="0">
            <a:spAutoFit/>
          </a:bodyPr>
          <a:lstStyle/>
          <a:p>
            <a:pPr algn="ctr" rtl="1" fontAlgn="base">
              <a:spcBef>
                <a:spcPct val="0"/>
              </a:spcBef>
              <a:spcAft>
                <a:spcPct val="0"/>
              </a:spcAft>
            </a:pPr>
            <a:r>
              <a:rPr lang="fa-IR" sz="1400" dirty="0">
                <a:cs typeface="B Lotus" panose="00000400000000000000" pitchFamily="2" charset="-78"/>
              </a:rPr>
              <a:t>روشی نو برای همسان‌سازی باتری پک با اتصال سری بر مبنای تجزیه و تحلیل خوشه‌بندی همراه با الگوریتم ژنتیک</a:t>
            </a:r>
            <a:endParaRPr lang="en-US" sz="1400" dirty="0">
              <a:cs typeface="B Lotus" panose="00000400000000000000" pitchFamily="2" charset="-78"/>
            </a:endParaRPr>
          </a:p>
        </p:txBody>
      </p:sp>
      <p:sp>
        <p:nvSpPr>
          <p:cNvPr id="16" name="Slide Number Placeholder 3">
            <a:extLst>
              <a:ext uri="{FF2B5EF4-FFF2-40B4-BE49-F238E27FC236}">
                <a16:creationId xmlns="" xmlns:a16="http://schemas.microsoft.com/office/drawing/2014/main" id="{FEFB061F-8AAB-4535-B272-1BA4D5A77191}"/>
              </a:ext>
            </a:extLst>
          </p:cNvPr>
          <p:cNvSpPr txBox="1">
            <a:spLocks/>
          </p:cNvSpPr>
          <p:nvPr/>
        </p:nvSpPr>
        <p:spPr>
          <a:xfrm>
            <a:off x="8965" y="6090313"/>
            <a:ext cx="676835" cy="767687"/>
          </a:xfrm>
          <a:prstGeom prst="rect">
            <a:avLst/>
          </a:prstGeom>
        </p:spPr>
        <p:txBody>
          <a:bodyPr vert="horz" lIns="91440" tIns="45720" rIns="91440" bIns="45720" rtlCol="0" anchor="ctr"/>
          <a:lstStyle>
            <a:defPPr>
              <a:defRPr lang="en-US"/>
            </a:defPPr>
            <a:lvl1pPr marL="0" algn="l" defTabSz="914400" rtl="0" eaLnBrk="1" latinLnBrk="0" hangingPunct="1">
              <a:defRPr sz="1400" b="1" kern="1200">
                <a:solidFill>
                  <a:srgbClr val="FFFFFF"/>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rtl="1"/>
            <a:fld id="{E8ADF199-8047-440E-B02B-E80683B392F2}" type="slidenum">
              <a:rPr lang="fa-IR" sz="1800" smtClean="0">
                <a:solidFill>
                  <a:schemeClr val="tx1"/>
                </a:solidFill>
                <a:cs typeface="B Lotus" panose="00000400000000000000" pitchFamily="2" charset="-78"/>
              </a:rPr>
              <a:pPr rtl="1"/>
              <a:t>73</a:t>
            </a:fld>
            <a:endParaRPr lang="fa-IR" sz="1800" dirty="0">
              <a:solidFill>
                <a:schemeClr val="tx1"/>
              </a:solidFill>
              <a:cs typeface="B Lotus" panose="00000400000000000000" pitchFamily="2" charset="-78"/>
            </a:endParaRPr>
          </a:p>
        </p:txBody>
      </p:sp>
    </p:spTree>
    <p:extLst>
      <p:ext uri="{BB962C8B-B14F-4D97-AF65-F5344CB8AC3E}">
        <p14:creationId xmlns:p14="http://schemas.microsoft.com/office/powerpoint/2010/main" val="2654946427"/>
      </p:ext>
    </p:extLst>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Rectangle 1"/>
          <p:cNvSpPr>
            <a:spLocks noChangeArrowheads="1"/>
          </p:cNvSpPr>
          <p:nvPr/>
        </p:nvSpPr>
        <p:spPr bwMode="auto">
          <a:xfrm>
            <a:off x="907487" y="6171442"/>
            <a:ext cx="7359650" cy="52322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algn="ctr" rtl="1" eaLnBrk="0" fontAlgn="base" hangingPunct="0">
              <a:spcBef>
                <a:spcPct val="0"/>
              </a:spcBef>
              <a:spcAft>
                <a:spcPct val="0"/>
              </a:spcAft>
            </a:pPr>
            <a:r>
              <a:rPr lang="fa-IR" altLang="en-US" sz="1400" dirty="0">
                <a:latin typeface="Times New Roman" panose="02020603050405020304" pitchFamily="18" charset="0"/>
                <a:ea typeface="Calibri" panose="020F0502020204030204" pitchFamily="34" charset="0"/>
                <a:cs typeface="B Lotus" panose="00000400000000000000" pitchFamily="2" charset="-78"/>
              </a:rPr>
              <a:t>نتیجه دسته‌بندی سلول‌ها در فرآیند همسان‌سازی عملی به روش آستانه ثابت (الف)، روش خوشه‌بندی</a:t>
            </a:r>
            <a:r>
              <a:rPr lang="en-US" altLang="en-US" sz="1400" dirty="0">
                <a:latin typeface="Times New Roman" panose="02020603050405020304" pitchFamily="18" charset="0"/>
                <a:ea typeface="Calibri" panose="020F0502020204030204" pitchFamily="34" charset="0"/>
                <a:cs typeface="B Lotus" panose="00000400000000000000" pitchFamily="2" charset="-78"/>
              </a:rPr>
              <a:t> K-means </a:t>
            </a:r>
            <a:r>
              <a:rPr lang="fa-IR" altLang="en-US" sz="1400" dirty="0">
                <a:latin typeface="Times New Roman" panose="02020603050405020304" pitchFamily="18" charset="0"/>
                <a:ea typeface="Calibri" panose="020F0502020204030204" pitchFamily="34" charset="0"/>
                <a:cs typeface="B Lotus" panose="00000400000000000000" pitchFamily="2" charset="-78"/>
              </a:rPr>
              <a:t>بدون </a:t>
            </a:r>
            <a:r>
              <a:rPr lang="en-US" altLang="en-US" sz="1400" dirty="0">
                <a:latin typeface="Times New Roman" panose="02020603050405020304" pitchFamily="18" charset="0"/>
                <a:ea typeface="Calibri" panose="020F0502020204030204" pitchFamily="34" charset="0"/>
                <a:cs typeface="B Lotus" panose="00000400000000000000" pitchFamily="2" charset="-78"/>
              </a:rPr>
              <a:t>GA</a:t>
            </a:r>
            <a:r>
              <a:rPr lang="fa-IR" altLang="en-US" sz="1400" dirty="0">
                <a:latin typeface="Times New Roman" panose="02020603050405020304" pitchFamily="18" charset="0"/>
                <a:ea typeface="Calibri" panose="020F0502020204030204" pitchFamily="34" charset="0"/>
                <a:cs typeface="B Lotus" panose="00000400000000000000" pitchFamily="2" charset="-78"/>
              </a:rPr>
              <a:t> (ب)، روش خوشه‌بندی</a:t>
            </a:r>
            <a:r>
              <a:rPr lang="en-US" altLang="en-US" sz="1400" dirty="0">
                <a:latin typeface="Times New Roman" panose="02020603050405020304" pitchFamily="18" charset="0"/>
                <a:ea typeface="Calibri" panose="020F0502020204030204" pitchFamily="34" charset="0"/>
                <a:cs typeface="B Lotus" panose="00000400000000000000" pitchFamily="2" charset="-78"/>
              </a:rPr>
              <a:t> K-means </a:t>
            </a:r>
            <a:r>
              <a:rPr lang="fa-IR" altLang="en-US" sz="1400" dirty="0">
                <a:latin typeface="Times New Roman" panose="02020603050405020304" pitchFamily="18" charset="0"/>
                <a:ea typeface="Calibri" panose="020F0502020204030204" pitchFamily="34" charset="0"/>
                <a:cs typeface="B Lotus" panose="00000400000000000000" pitchFamily="2" charset="-78"/>
              </a:rPr>
              <a:t>همراه با </a:t>
            </a:r>
            <a:r>
              <a:rPr lang="en-US" altLang="en-US" sz="1400" dirty="0">
                <a:latin typeface="Times New Roman" panose="02020603050405020304" pitchFamily="18" charset="0"/>
                <a:ea typeface="Calibri" panose="020F0502020204030204" pitchFamily="34" charset="0"/>
                <a:cs typeface="B Lotus" panose="00000400000000000000" pitchFamily="2" charset="-78"/>
              </a:rPr>
              <a:t>GA</a:t>
            </a:r>
            <a:r>
              <a:rPr lang="fa-IR" altLang="en-US" sz="1400" dirty="0">
                <a:latin typeface="Times New Roman" panose="02020603050405020304" pitchFamily="18" charset="0"/>
                <a:ea typeface="Calibri" panose="020F0502020204030204" pitchFamily="34" charset="0"/>
                <a:cs typeface="B Lotus" panose="00000400000000000000" pitchFamily="2" charset="-78"/>
              </a:rPr>
              <a:t> با ضرایب 6:4 (ج) </a:t>
            </a:r>
            <a:r>
              <a:rPr lang="fa-IR" sz="1400" dirty="0">
                <a:solidFill>
                  <a:srgbClr val="61D6FF"/>
                </a:solidFill>
                <a:latin typeface="Times New Roman" panose="02020603050405020304" pitchFamily="18" charset="0"/>
                <a:cs typeface="B Lotus" panose="00000400000000000000" pitchFamily="2" charset="-78"/>
              </a:rPr>
              <a:t>[1]</a:t>
            </a:r>
            <a:r>
              <a:rPr lang="fa-IR" sz="1400" dirty="0">
                <a:latin typeface="Times New Roman" panose="02020603050405020304" pitchFamily="18" charset="0"/>
                <a:cs typeface="B Lotus" panose="00000400000000000000" pitchFamily="2" charset="-78"/>
              </a:rPr>
              <a:t>.</a:t>
            </a:r>
            <a:r>
              <a:rPr lang="fa-IR" altLang="en-US" sz="1400" dirty="0">
                <a:latin typeface="Times New Roman" panose="02020603050405020304" pitchFamily="18" charset="0"/>
                <a:ea typeface="Calibri" panose="020F0502020204030204" pitchFamily="34" charset="0"/>
                <a:cs typeface="B Lotus" panose="00000400000000000000" pitchFamily="2" charset="-78"/>
              </a:rPr>
              <a:t> </a:t>
            </a:r>
            <a:endParaRPr kumimoji="0" lang="fa-IR" altLang="en-US" sz="1400" b="0" i="0" u="none" strike="noStrike" cap="none" normalizeH="0" baseline="0" dirty="0">
              <a:ln>
                <a:noFill/>
              </a:ln>
              <a:solidFill>
                <a:schemeClr val="tx1"/>
              </a:solidFill>
              <a:effectLst/>
              <a:latin typeface="Times New Roman" panose="02020603050405020304" pitchFamily="18" charset="0"/>
              <a:ea typeface="Calibri" panose="020F0502020204030204" pitchFamily="34" charset="0"/>
              <a:cs typeface="B Lotus" panose="00000400000000000000" pitchFamily="2" charset="-78"/>
            </a:endParaRPr>
          </a:p>
        </p:txBody>
      </p:sp>
      <p:sp>
        <p:nvSpPr>
          <p:cNvPr id="22" name="AutoShape 3"/>
          <p:cNvSpPr>
            <a:spLocks noChangeArrowheads="1"/>
          </p:cNvSpPr>
          <p:nvPr/>
        </p:nvSpPr>
        <p:spPr bwMode="gray">
          <a:xfrm flipH="1">
            <a:off x="2190754" y="54854"/>
            <a:ext cx="2056085" cy="651510"/>
          </a:xfrm>
          <a:prstGeom prst="chevron">
            <a:avLst>
              <a:gd name="adj" fmla="val 17009"/>
            </a:avLst>
          </a:prstGeom>
          <a:gradFill rotWithShape="1">
            <a:gsLst>
              <a:gs pos="0">
                <a:srgbClr val="84B09A">
                  <a:gamma/>
                  <a:shade val="46275"/>
                  <a:invGamma/>
                </a:srgbClr>
              </a:gs>
              <a:gs pos="50000">
                <a:srgbClr val="84B09A"/>
              </a:gs>
              <a:gs pos="100000">
                <a:srgbClr val="84B09A">
                  <a:gamma/>
                  <a:shade val="46275"/>
                  <a:invGamma/>
                </a:srgbClr>
              </a:gs>
            </a:gsLst>
            <a:lin ang="2700000" scaled="1"/>
          </a:gradFill>
          <a:ln w="38100">
            <a:solidFill>
              <a:srgbClr val="EAEAEA"/>
            </a:solidFill>
            <a:miter lim="800000"/>
            <a:headEnd/>
            <a:tailEnd/>
          </a:ln>
          <a:effectLst>
            <a:outerShdw dist="109250" dir="3267739" algn="ctr" rotWithShape="0">
              <a:srgbClr val="333333">
                <a:alpha val="50000"/>
              </a:srgbClr>
            </a:outerShdw>
          </a:effectLst>
        </p:spPr>
        <p:txBody>
          <a:bodyPr wrap="square" anchor="ctr">
            <a:spAutoFit/>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endParaRPr>
          </a:p>
        </p:txBody>
      </p:sp>
      <p:sp>
        <p:nvSpPr>
          <p:cNvPr id="23" name="AutoShape 3"/>
          <p:cNvSpPr>
            <a:spLocks noChangeArrowheads="1"/>
          </p:cNvSpPr>
          <p:nvPr/>
        </p:nvSpPr>
        <p:spPr bwMode="gray">
          <a:xfrm flipH="1">
            <a:off x="148662" y="55997"/>
            <a:ext cx="2057400" cy="649224"/>
          </a:xfrm>
          <a:prstGeom prst="chevron">
            <a:avLst>
              <a:gd name="adj" fmla="val 17009"/>
            </a:avLst>
          </a:prstGeom>
          <a:gradFill rotWithShape="1">
            <a:gsLst>
              <a:gs pos="0">
                <a:srgbClr val="3659EC">
                  <a:gamma/>
                  <a:shade val="46275"/>
                  <a:invGamma/>
                </a:srgbClr>
              </a:gs>
              <a:gs pos="50000">
                <a:srgbClr val="3659EC"/>
              </a:gs>
              <a:gs pos="100000">
                <a:srgbClr val="3659EC">
                  <a:gamma/>
                  <a:shade val="46275"/>
                  <a:invGamma/>
                </a:srgbClr>
              </a:gs>
            </a:gsLst>
            <a:lin ang="2700000" scaled="1"/>
          </a:gradFill>
          <a:ln w="38100">
            <a:solidFill>
              <a:srgbClr val="EAEAEA"/>
            </a:solidFill>
            <a:miter lim="800000"/>
            <a:headEnd/>
            <a:tailEnd/>
          </a:ln>
          <a:effectLst>
            <a:outerShdw dist="109250" dir="3267739" algn="ctr" rotWithShape="0">
              <a:srgbClr val="333333">
                <a:alpha val="50000"/>
              </a:srgbClr>
            </a:outerShdw>
          </a:effectLst>
        </p:spPr>
        <p:txBody>
          <a:bodyPr wrap="square" anchor="ctr">
            <a:spAutoFit/>
          </a:bodyPr>
          <a:lstStyle/>
          <a:p>
            <a:pPr algn="ctr" fontAlgn="base">
              <a:spcBef>
                <a:spcPct val="0"/>
              </a:spcBef>
              <a:spcAft>
                <a:spcPct val="0"/>
              </a:spcAft>
            </a:pPr>
            <a:endParaRPr lang="en-US" kern="0">
              <a:solidFill>
                <a:srgbClr val="3D81BF"/>
              </a:solidFill>
            </a:endParaRPr>
          </a:p>
        </p:txBody>
      </p:sp>
      <p:sp>
        <p:nvSpPr>
          <p:cNvPr id="24" name="Rectangle 23"/>
          <p:cNvSpPr/>
          <p:nvPr/>
        </p:nvSpPr>
        <p:spPr>
          <a:xfrm>
            <a:off x="418672" y="193150"/>
            <a:ext cx="1443038" cy="338554"/>
          </a:xfrm>
          <a:prstGeom prst="rect">
            <a:avLst/>
          </a:prstGeom>
        </p:spPr>
        <p:txBody>
          <a:bodyPr wrap="square">
            <a:spAutoFit/>
          </a:bodyPr>
          <a:lstStyle/>
          <a:p>
            <a:pPr lvl="0" algn="ctr" rtl="1" fontAlgn="base">
              <a:spcBef>
                <a:spcPct val="0"/>
              </a:spcBef>
              <a:spcAft>
                <a:spcPct val="0"/>
              </a:spcAft>
            </a:pPr>
            <a:r>
              <a:rPr lang="fa-IR" sz="1600" b="1" dirty="0">
                <a:solidFill>
                  <a:srgbClr val="FFFFFF"/>
                </a:solidFill>
                <a:latin typeface="Times New Roman" panose="02020603050405020304" pitchFamily="18" charset="0"/>
                <a:cs typeface="B Nazanin" panose="00000400000000000000" pitchFamily="2" charset="-78"/>
              </a:rPr>
              <a:t>مقالات اخیر</a:t>
            </a:r>
            <a:endParaRPr lang="en-US" sz="1600" b="1" dirty="0">
              <a:solidFill>
                <a:srgbClr val="FFFFFF"/>
              </a:solidFill>
              <a:latin typeface="Times New Roman" panose="02020603050405020304" pitchFamily="18" charset="0"/>
              <a:cs typeface="B Nazanin" panose="00000400000000000000" pitchFamily="2" charset="-78"/>
            </a:endParaRPr>
          </a:p>
        </p:txBody>
      </p:sp>
      <p:sp>
        <p:nvSpPr>
          <p:cNvPr id="25" name="Rectangle 24"/>
          <p:cNvSpPr/>
          <p:nvPr/>
        </p:nvSpPr>
        <p:spPr>
          <a:xfrm>
            <a:off x="2393380" y="70040"/>
            <a:ext cx="1600200" cy="584775"/>
          </a:xfrm>
          <a:prstGeom prst="rect">
            <a:avLst/>
          </a:prstGeom>
        </p:spPr>
        <p:txBody>
          <a:bodyPr wrap="square">
            <a:spAutoFit/>
          </a:bodyPr>
          <a:lstStyle/>
          <a:p>
            <a:pPr lvl="0" algn="ctr" rtl="1" fontAlgn="base">
              <a:spcBef>
                <a:spcPct val="0"/>
              </a:spcBef>
              <a:spcAft>
                <a:spcPct val="0"/>
              </a:spcAft>
            </a:pPr>
            <a:r>
              <a:rPr lang="fa-IR" sz="1600" b="1" dirty="0">
                <a:solidFill>
                  <a:srgbClr val="FFFFFF"/>
                </a:solidFill>
                <a:latin typeface="Times New Roman" panose="02020603050405020304" pitchFamily="18" charset="0"/>
                <a:cs typeface="B Nazanin" panose="00000400000000000000" pitchFamily="2" charset="-78"/>
              </a:rPr>
              <a:t>سیستم مدیریت همسان سازی</a:t>
            </a:r>
            <a:endParaRPr lang="en-US" sz="1600" b="1" dirty="0">
              <a:solidFill>
                <a:srgbClr val="FFFFFF"/>
              </a:solidFill>
              <a:latin typeface="Times New Roman" panose="02020603050405020304" pitchFamily="18" charset="0"/>
              <a:cs typeface="B Nazanin" panose="00000400000000000000" pitchFamily="2" charset="-78"/>
            </a:endParaRPr>
          </a:p>
        </p:txBody>
      </p:sp>
      <p:pic>
        <p:nvPicPr>
          <p:cNvPr id="27" name="Picture 26" descr="پرونده:Azad University logo.png - ویکی‌پدیا، دانشنامهٔ آزاد">
            <a:extLst>
              <a:ext uri="{FF2B5EF4-FFF2-40B4-BE49-F238E27FC236}">
                <a16:creationId xmlns="" xmlns:a16="http://schemas.microsoft.com/office/drawing/2014/main" id="{FA988D60-670C-406B-B8FB-D5A0053424E9}"/>
              </a:ext>
            </a:extLst>
          </p:cNvPr>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8610600" y="0"/>
            <a:ext cx="533400" cy="822959"/>
          </a:xfrm>
          <a:prstGeom prst="rect">
            <a:avLst/>
          </a:prstGeom>
          <a:noFill/>
          <a:ln>
            <a:noFill/>
          </a:ln>
        </p:spPr>
      </p:pic>
      <p:sp>
        <p:nvSpPr>
          <p:cNvPr id="28" name="AutoShape 10">
            <a:extLst>
              <a:ext uri="{FF2B5EF4-FFF2-40B4-BE49-F238E27FC236}">
                <a16:creationId xmlns="" xmlns:a16="http://schemas.microsoft.com/office/drawing/2014/main" id="{96E6A76C-5024-445C-8373-4A127C8598B1}"/>
              </a:ext>
            </a:extLst>
          </p:cNvPr>
          <p:cNvSpPr>
            <a:spLocks noChangeArrowheads="1"/>
          </p:cNvSpPr>
          <p:nvPr/>
        </p:nvSpPr>
        <p:spPr bwMode="gray">
          <a:xfrm flipH="1">
            <a:off x="6244699" y="55997"/>
            <a:ext cx="2137301" cy="649224"/>
          </a:xfrm>
          <a:prstGeom prst="chevron">
            <a:avLst>
              <a:gd name="adj" fmla="val 17842"/>
            </a:avLst>
          </a:prstGeom>
          <a:gradFill rotWithShape="1">
            <a:gsLst>
              <a:gs pos="0">
                <a:srgbClr val="84B09A">
                  <a:gamma/>
                  <a:shade val="46275"/>
                  <a:invGamma/>
                </a:srgbClr>
              </a:gs>
              <a:gs pos="50000">
                <a:srgbClr val="84B09A"/>
              </a:gs>
              <a:gs pos="100000">
                <a:srgbClr val="84B09A">
                  <a:gamma/>
                  <a:shade val="46275"/>
                  <a:invGamma/>
                </a:srgbClr>
              </a:gs>
            </a:gsLst>
            <a:lin ang="2700000" scaled="1"/>
          </a:gradFill>
          <a:ln w="38100">
            <a:solidFill>
              <a:srgbClr val="EAEAEA"/>
            </a:solidFill>
            <a:miter lim="800000"/>
            <a:headEnd/>
            <a:tailEnd/>
          </a:ln>
          <a:effectLst>
            <a:outerShdw dist="109250" dir="3267739" algn="ctr" rotWithShape="0">
              <a:srgbClr val="333333">
                <a:alpha val="50000"/>
              </a:srgbClr>
            </a:outerShdw>
          </a:effectLst>
        </p:spPr>
        <p:txBody>
          <a:bodyPr wrap="square" anchor="ctr">
            <a:spAutoFit/>
          </a:bodyPr>
          <a:lstStyle/>
          <a:p>
            <a:pPr algn="ctr" fontAlgn="base">
              <a:spcBef>
                <a:spcPct val="0"/>
              </a:spcBef>
              <a:spcAft>
                <a:spcPct val="0"/>
              </a:spcAft>
            </a:pPr>
            <a:endParaRPr lang="en-US" kern="0">
              <a:solidFill>
                <a:srgbClr val="3D81BF"/>
              </a:solidFill>
            </a:endParaRPr>
          </a:p>
        </p:txBody>
      </p:sp>
      <p:sp>
        <p:nvSpPr>
          <p:cNvPr id="29" name="Rectangle 28">
            <a:extLst>
              <a:ext uri="{FF2B5EF4-FFF2-40B4-BE49-F238E27FC236}">
                <a16:creationId xmlns="" xmlns:a16="http://schemas.microsoft.com/office/drawing/2014/main" id="{BF9CF44D-C94F-4B09-AF24-15EACD7BE0F4}"/>
              </a:ext>
            </a:extLst>
          </p:cNvPr>
          <p:cNvSpPr/>
          <p:nvPr/>
        </p:nvSpPr>
        <p:spPr>
          <a:xfrm>
            <a:off x="6499957" y="197162"/>
            <a:ext cx="1626786" cy="323165"/>
          </a:xfrm>
          <a:prstGeom prst="rect">
            <a:avLst/>
          </a:prstGeom>
        </p:spPr>
        <p:txBody>
          <a:bodyPr wrap="square">
            <a:spAutoFit/>
          </a:bodyPr>
          <a:lstStyle/>
          <a:p>
            <a:pPr lvl="0" algn="ctr" fontAlgn="base">
              <a:spcBef>
                <a:spcPct val="0"/>
              </a:spcBef>
              <a:spcAft>
                <a:spcPct val="0"/>
              </a:spcAft>
              <a:defRPr/>
            </a:pPr>
            <a:r>
              <a:rPr lang="fa-IR" sz="1500" b="1" kern="0" dirty="0" err="1">
                <a:solidFill>
                  <a:srgbClr val="FFFFFF"/>
                </a:solidFill>
                <a:latin typeface="Times New Roman" panose="02020603050405020304" pitchFamily="18" charset="0"/>
                <a:cs typeface="B Nazanin" pitchFamily="2" charset="-78"/>
              </a:rPr>
              <a:t>باتریها</a:t>
            </a:r>
            <a:endParaRPr lang="en-US" sz="1500" b="1" kern="0" dirty="0">
              <a:solidFill>
                <a:srgbClr val="FFFFFF"/>
              </a:solidFill>
              <a:latin typeface="Times New Roman" panose="02020603050405020304" pitchFamily="18" charset="0"/>
              <a:cs typeface="B Nazanin" pitchFamily="2" charset="-78"/>
            </a:endParaRPr>
          </a:p>
        </p:txBody>
      </p:sp>
      <p:sp>
        <p:nvSpPr>
          <p:cNvPr id="31" name="AutoShape 3">
            <a:extLst>
              <a:ext uri="{FF2B5EF4-FFF2-40B4-BE49-F238E27FC236}">
                <a16:creationId xmlns="" xmlns:a16="http://schemas.microsoft.com/office/drawing/2014/main" id="{DBA5C955-0E66-467E-8B5F-EF4EE5F8F3FA}"/>
              </a:ext>
            </a:extLst>
          </p:cNvPr>
          <p:cNvSpPr>
            <a:spLocks noChangeArrowheads="1"/>
          </p:cNvSpPr>
          <p:nvPr/>
        </p:nvSpPr>
        <p:spPr bwMode="gray">
          <a:xfrm flipH="1">
            <a:off x="4215687" y="54854"/>
            <a:ext cx="2056085" cy="651510"/>
          </a:xfrm>
          <a:prstGeom prst="chevron">
            <a:avLst>
              <a:gd name="adj" fmla="val 17009"/>
            </a:avLst>
          </a:prstGeom>
          <a:gradFill rotWithShape="1">
            <a:gsLst>
              <a:gs pos="0">
                <a:srgbClr val="84B09A">
                  <a:gamma/>
                  <a:shade val="46275"/>
                  <a:invGamma/>
                </a:srgbClr>
              </a:gs>
              <a:gs pos="50000">
                <a:srgbClr val="84B09A"/>
              </a:gs>
              <a:gs pos="100000">
                <a:srgbClr val="84B09A">
                  <a:gamma/>
                  <a:shade val="46275"/>
                  <a:invGamma/>
                </a:srgbClr>
              </a:gs>
            </a:gsLst>
            <a:lin ang="2700000" scaled="1"/>
          </a:gradFill>
          <a:ln w="38100">
            <a:solidFill>
              <a:srgbClr val="EAEAEA"/>
            </a:solidFill>
            <a:miter lim="800000"/>
            <a:headEnd/>
            <a:tailEnd/>
          </a:ln>
          <a:effectLst>
            <a:outerShdw dist="109250" dir="3267739" algn="ctr" rotWithShape="0">
              <a:srgbClr val="333333">
                <a:alpha val="50000"/>
              </a:srgbClr>
            </a:outerShdw>
          </a:effectLst>
        </p:spPr>
        <p:txBody>
          <a:bodyPr wrap="square" anchor="ctr">
            <a:spAutoFit/>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endParaRPr>
          </a:p>
        </p:txBody>
      </p:sp>
      <p:sp>
        <p:nvSpPr>
          <p:cNvPr id="32" name="Rectangle 31">
            <a:extLst>
              <a:ext uri="{FF2B5EF4-FFF2-40B4-BE49-F238E27FC236}">
                <a16:creationId xmlns="" xmlns:a16="http://schemas.microsoft.com/office/drawing/2014/main" id="{AC165A2D-60D3-440C-A112-7B419F7E72B2}"/>
              </a:ext>
            </a:extLst>
          </p:cNvPr>
          <p:cNvSpPr/>
          <p:nvPr/>
        </p:nvSpPr>
        <p:spPr>
          <a:xfrm>
            <a:off x="4525250" y="89171"/>
            <a:ext cx="1443038" cy="584775"/>
          </a:xfrm>
          <a:prstGeom prst="rect">
            <a:avLst/>
          </a:prstGeom>
        </p:spPr>
        <p:txBody>
          <a:bodyPr wrap="square">
            <a:spAutoFit/>
          </a:bodyPr>
          <a:lstStyle/>
          <a:p>
            <a:pPr lvl="0" algn="ctr" rtl="1" fontAlgn="base">
              <a:spcBef>
                <a:spcPct val="0"/>
              </a:spcBef>
              <a:spcAft>
                <a:spcPct val="0"/>
              </a:spcAft>
            </a:pPr>
            <a:r>
              <a:rPr lang="fa-IR" sz="1600" b="1" dirty="0">
                <a:solidFill>
                  <a:srgbClr val="FFFFFF"/>
                </a:solidFill>
                <a:latin typeface="Times New Roman" panose="02020603050405020304" pitchFamily="18" charset="0"/>
                <a:cs typeface="B Nazanin" panose="00000400000000000000" pitchFamily="2" charset="-78"/>
              </a:rPr>
              <a:t>سیستم مدیریت باتری</a:t>
            </a:r>
            <a:endParaRPr lang="en-US" sz="1600" b="1" dirty="0">
              <a:solidFill>
                <a:srgbClr val="FFFFFF"/>
              </a:solidFill>
              <a:latin typeface="Times New Roman" panose="02020603050405020304" pitchFamily="18" charset="0"/>
              <a:cs typeface="B Nazanin" panose="00000400000000000000" pitchFamily="2" charset="-78"/>
            </a:endParaRPr>
          </a:p>
        </p:txBody>
      </p:sp>
      <p:sp>
        <p:nvSpPr>
          <p:cNvPr id="34" name="Rounded Rectangle 175">
            <a:extLst>
              <a:ext uri="{FF2B5EF4-FFF2-40B4-BE49-F238E27FC236}">
                <a16:creationId xmlns="" xmlns:a16="http://schemas.microsoft.com/office/drawing/2014/main" id="{AACCE7D9-540A-47B9-8964-41031B797FDD}"/>
              </a:ext>
            </a:extLst>
          </p:cNvPr>
          <p:cNvSpPr/>
          <p:nvPr/>
        </p:nvSpPr>
        <p:spPr bwMode="auto">
          <a:xfrm>
            <a:off x="7124531" y="917675"/>
            <a:ext cx="1486069" cy="498507"/>
          </a:xfrm>
          <a:prstGeom prst="roundRect">
            <a:avLst/>
          </a:prstGeom>
          <a:solidFill>
            <a:srgbClr val="3D81BF">
              <a:lumMod val="75000"/>
            </a:srgbClr>
          </a:solidFill>
          <a:ln w="9525" cap="flat" cmpd="sng" algn="ctr">
            <a:solidFill>
              <a:srgbClr val="000000"/>
            </a:solidFill>
            <a:prstDash val="solid"/>
            <a:round/>
            <a:headEnd type="none" w="med" len="med"/>
            <a:tailEnd type="none" w="med" len="med"/>
          </a:ln>
          <a:effectLst>
            <a:reflection blurRad="6350" stA="50000" endA="300" endPos="55000" dir="5400000" sy="-100000" algn="bl" rotWithShape="0"/>
          </a:effectLst>
          <a:scene3d>
            <a:camera prst="isometricOffAxis2Left"/>
            <a:lightRig rig="threePt" dir="t"/>
          </a:scene3d>
        </p:spPr>
        <p:txBody>
          <a:bodyPr vert="horz" wrap="square" lIns="91440" tIns="45720" rIns="91440" bIns="45720" numCol="1" rtlCol="0" anchor="t" anchorCtr="0" compatLnSpc="1">
            <a:prstTxWarp prst="textNoShape">
              <a:avLst/>
            </a:prstTxWarp>
          </a:bodyPr>
          <a:lstStyle/>
          <a:p>
            <a:pPr lvl="0" algn="ctr" rtl="1" fontAlgn="base">
              <a:spcBef>
                <a:spcPct val="0"/>
              </a:spcBef>
              <a:spcAft>
                <a:spcPct val="0"/>
              </a:spcAft>
            </a:pPr>
            <a:r>
              <a:rPr lang="fa-IR" sz="2400" b="1" dirty="0">
                <a:solidFill>
                  <a:srgbClr val="FFFFFF"/>
                </a:solidFill>
                <a:latin typeface="Times New Roman" panose="02020603050405020304" pitchFamily="18" charset="0"/>
                <a:cs typeface="B Nazanin" panose="00000400000000000000" pitchFamily="2" charset="-78"/>
              </a:rPr>
              <a:t>مقالات اخیر</a:t>
            </a:r>
            <a:endParaRPr lang="en-US" sz="2400" b="1" dirty="0">
              <a:solidFill>
                <a:srgbClr val="FFFFFF"/>
              </a:solidFill>
              <a:latin typeface="Times New Roman" panose="02020603050405020304" pitchFamily="18" charset="0"/>
              <a:cs typeface="B Nazanin" panose="00000400000000000000" pitchFamily="2" charset="-78"/>
            </a:endParaRPr>
          </a:p>
        </p:txBody>
      </p:sp>
      <p:sp>
        <p:nvSpPr>
          <p:cNvPr id="35" name="TextBox 34">
            <a:extLst>
              <a:ext uri="{FF2B5EF4-FFF2-40B4-BE49-F238E27FC236}">
                <a16:creationId xmlns="" xmlns:a16="http://schemas.microsoft.com/office/drawing/2014/main" id="{F43469DC-7F5B-471E-BD74-ED709E621F63}"/>
              </a:ext>
            </a:extLst>
          </p:cNvPr>
          <p:cNvSpPr txBox="1"/>
          <p:nvPr/>
        </p:nvSpPr>
        <p:spPr>
          <a:xfrm>
            <a:off x="-438805" y="941739"/>
            <a:ext cx="7315201" cy="307777"/>
          </a:xfrm>
          <a:prstGeom prst="rect">
            <a:avLst/>
          </a:prstGeom>
          <a:noFill/>
        </p:spPr>
        <p:txBody>
          <a:bodyPr wrap="square" rtlCol="0">
            <a:spAutoFit/>
          </a:bodyPr>
          <a:lstStyle/>
          <a:p>
            <a:pPr algn="ctr" rtl="1" fontAlgn="base">
              <a:spcBef>
                <a:spcPct val="0"/>
              </a:spcBef>
              <a:spcAft>
                <a:spcPct val="0"/>
              </a:spcAft>
            </a:pPr>
            <a:r>
              <a:rPr lang="fa-IR" sz="1400" dirty="0">
                <a:cs typeface="B Lotus" panose="00000400000000000000" pitchFamily="2" charset="-78"/>
              </a:rPr>
              <a:t>روشی نو برای همسان‌سازی باتری پک با اتصال سری بر مبنای تجزیه و تحلیل خوشه‌بندی همراه با الگوریتم ژنتیک</a:t>
            </a:r>
            <a:endParaRPr lang="en-US" sz="1400" dirty="0">
              <a:cs typeface="B Lotus" panose="00000400000000000000" pitchFamily="2" charset="-78"/>
            </a:endParaRPr>
          </a:p>
        </p:txBody>
      </p:sp>
      <p:grpSp>
        <p:nvGrpSpPr>
          <p:cNvPr id="7" name="Group 6"/>
          <p:cNvGrpSpPr/>
          <p:nvPr/>
        </p:nvGrpSpPr>
        <p:grpSpPr>
          <a:xfrm>
            <a:off x="148662" y="1752600"/>
            <a:ext cx="8877300" cy="4191010"/>
            <a:chOff x="163902" y="2243153"/>
            <a:chExt cx="8877300" cy="2446358"/>
          </a:xfrm>
        </p:grpSpPr>
        <p:grpSp>
          <p:nvGrpSpPr>
            <p:cNvPr id="4" name="Group 3"/>
            <p:cNvGrpSpPr/>
            <p:nvPr/>
          </p:nvGrpSpPr>
          <p:grpSpPr>
            <a:xfrm>
              <a:off x="163902" y="2243153"/>
              <a:ext cx="8877300" cy="2438395"/>
              <a:chOff x="165100" y="2118360"/>
              <a:chExt cx="8877300" cy="2438400"/>
            </a:xfrm>
          </p:grpSpPr>
          <p:pic>
            <p:nvPicPr>
              <p:cNvPr id="36" name="Picture 35"/>
              <p:cNvPicPr/>
              <p:nvPr/>
            </p:nvPicPr>
            <p:blipFill rotWithShape="1">
              <a:blip r:embed="rId4" cstate="print">
                <a:extLst>
                  <a:ext uri="{28A0092B-C50C-407E-A947-70E740481C1C}">
                    <a14:useLocalDpi xmlns:a14="http://schemas.microsoft.com/office/drawing/2010/main" val="0"/>
                  </a:ext>
                </a:extLst>
              </a:blip>
              <a:srcRect b="68127"/>
              <a:stretch/>
            </p:blipFill>
            <p:spPr bwMode="auto">
              <a:xfrm>
                <a:off x="165100" y="2224917"/>
                <a:ext cx="2959100" cy="2270883"/>
              </a:xfrm>
              <a:prstGeom prst="rect">
                <a:avLst/>
              </a:prstGeom>
              <a:noFill/>
              <a:ln>
                <a:noFill/>
              </a:ln>
            </p:spPr>
          </p:pic>
          <p:pic>
            <p:nvPicPr>
              <p:cNvPr id="38" name="Picture 37"/>
              <p:cNvPicPr/>
              <p:nvPr/>
            </p:nvPicPr>
            <p:blipFill rotWithShape="1">
              <a:blip r:embed="rId4" cstate="print">
                <a:extLst>
                  <a:ext uri="{28A0092B-C50C-407E-A947-70E740481C1C}">
                    <a14:useLocalDpi xmlns:a14="http://schemas.microsoft.com/office/drawing/2010/main" val="0"/>
                  </a:ext>
                </a:extLst>
              </a:blip>
              <a:srcRect t="32086" b="33690"/>
              <a:stretch/>
            </p:blipFill>
            <p:spPr bwMode="auto">
              <a:xfrm>
                <a:off x="3124200" y="2118360"/>
                <a:ext cx="2959100" cy="2438400"/>
              </a:xfrm>
              <a:prstGeom prst="rect">
                <a:avLst/>
              </a:prstGeom>
              <a:noFill/>
              <a:ln>
                <a:noFill/>
              </a:ln>
            </p:spPr>
          </p:pic>
          <p:pic>
            <p:nvPicPr>
              <p:cNvPr id="39" name="Picture 38"/>
              <p:cNvPicPr/>
              <p:nvPr/>
            </p:nvPicPr>
            <p:blipFill rotWithShape="1">
              <a:blip r:embed="rId4" cstate="print">
                <a:extLst>
                  <a:ext uri="{28A0092B-C50C-407E-A947-70E740481C1C}">
                    <a14:useLocalDpi xmlns:a14="http://schemas.microsoft.com/office/drawing/2010/main" val="0"/>
                  </a:ext>
                </a:extLst>
              </a:blip>
              <a:srcRect t="66310"/>
              <a:stretch/>
            </p:blipFill>
            <p:spPr bwMode="auto">
              <a:xfrm>
                <a:off x="6083300" y="2118360"/>
                <a:ext cx="2959100" cy="2400300"/>
              </a:xfrm>
              <a:prstGeom prst="rect">
                <a:avLst/>
              </a:prstGeom>
              <a:noFill/>
              <a:ln>
                <a:noFill/>
              </a:ln>
            </p:spPr>
          </p:pic>
        </p:grpSp>
        <p:pic>
          <p:nvPicPr>
            <p:cNvPr id="41" name="Picture 40"/>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1572785" y="4480584"/>
              <a:ext cx="288925" cy="173338"/>
            </a:xfrm>
            <a:prstGeom prst="rect">
              <a:avLst/>
            </a:prstGeom>
          </p:spPr>
        </p:pic>
        <p:pic>
          <p:nvPicPr>
            <p:cNvPr id="42" name="Picture 41"/>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4561075" y="4506014"/>
              <a:ext cx="235585" cy="183497"/>
            </a:xfrm>
            <a:prstGeom prst="rect">
              <a:avLst/>
            </a:prstGeom>
          </p:spPr>
        </p:pic>
        <p:pic>
          <p:nvPicPr>
            <p:cNvPr id="43" name="Picture 42"/>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7543670" y="4491072"/>
              <a:ext cx="212090" cy="152385"/>
            </a:xfrm>
            <a:prstGeom prst="rect">
              <a:avLst/>
            </a:prstGeom>
          </p:spPr>
        </p:pic>
      </p:grpSp>
      <p:sp>
        <p:nvSpPr>
          <p:cNvPr id="2" name="Slide Number Placeholder 1"/>
          <p:cNvSpPr>
            <a:spLocks noGrp="1"/>
          </p:cNvSpPr>
          <p:nvPr>
            <p:ph type="sldNum" sz="quarter" idx="12"/>
          </p:nvPr>
        </p:nvSpPr>
        <p:spPr/>
        <p:txBody>
          <a:bodyPr/>
          <a:lstStyle/>
          <a:p>
            <a:fld id="{7FC2E40A-4446-4E2B-B9AD-16F559E28E02}" type="slidenum">
              <a:rPr lang="en-US" smtClean="0"/>
              <a:t>74</a:t>
            </a:fld>
            <a:endParaRPr lang="en-US"/>
          </a:p>
        </p:txBody>
      </p:sp>
      <p:sp>
        <p:nvSpPr>
          <p:cNvPr id="26" name="Slide Number Placeholder 3">
            <a:extLst>
              <a:ext uri="{FF2B5EF4-FFF2-40B4-BE49-F238E27FC236}">
                <a16:creationId xmlns="" xmlns:a16="http://schemas.microsoft.com/office/drawing/2014/main" id="{FEFB061F-8AAB-4535-B272-1BA4D5A77191}"/>
              </a:ext>
            </a:extLst>
          </p:cNvPr>
          <p:cNvSpPr txBox="1">
            <a:spLocks/>
          </p:cNvSpPr>
          <p:nvPr/>
        </p:nvSpPr>
        <p:spPr>
          <a:xfrm>
            <a:off x="8965" y="6090313"/>
            <a:ext cx="676835" cy="767687"/>
          </a:xfrm>
          <a:prstGeom prst="rect">
            <a:avLst/>
          </a:prstGeom>
        </p:spPr>
        <p:txBody>
          <a:bodyPr vert="horz" lIns="91440" tIns="45720" rIns="91440" bIns="45720" rtlCol="0" anchor="ctr"/>
          <a:lstStyle>
            <a:defPPr>
              <a:defRPr lang="en-US"/>
            </a:defPPr>
            <a:lvl1pPr marL="0" algn="l" defTabSz="914400" rtl="0" eaLnBrk="1" latinLnBrk="0" hangingPunct="1">
              <a:defRPr sz="1400" b="1" kern="1200">
                <a:solidFill>
                  <a:srgbClr val="FFFFFF"/>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rtl="1"/>
            <a:fld id="{E8ADF199-8047-440E-B02B-E80683B392F2}" type="slidenum">
              <a:rPr lang="fa-IR" sz="1800" smtClean="0">
                <a:solidFill>
                  <a:schemeClr val="tx1"/>
                </a:solidFill>
                <a:cs typeface="B Lotus" panose="00000400000000000000" pitchFamily="2" charset="-78"/>
              </a:rPr>
              <a:pPr rtl="1"/>
              <a:t>74</a:t>
            </a:fld>
            <a:endParaRPr lang="fa-IR" sz="1800" dirty="0">
              <a:solidFill>
                <a:schemeClr val="tx1"/>
              </a:solidFill>
              <a:cs typeface="B Lotus" panose="00000400000000000000" pitchFamily="2" charset="-78"/>
            </a:endParaRPr>
          </a:p>
        </p:txBody>
      </p:sp>
    </p:spTree>
    <p:extLst>
      <p:ext uri="{BB962C8B-B14F-4D97-AF65-F5344CB8AC3E}">
        <p14:creationId xmlns:p14="http://schemas.microsoft.com/office/powerpoint/2010/main" val="1969565384"/>
      </p:ext>
    </p:extLst>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 name="Text Box 63">
            <a:extLst>
              <a:ext uri="{FF2B5EF4-FFF2-40B4-BE49-F238E27FC236}">
                <a16:creationId xmlns="" xmlns:a16="http://schemas.microsoft.com/office/drawing/2014/main" id="{7DE4DEE4-712A-4CFA-A055-E6C6E9E30DE0}"/>
              </a:ext>
            </a:extLst>
          </p:cNvPr>
          <p:cNvSpPr txBox="1"/>
          <p:nvPr/>
        </p:nvSpPr>
        <p:spPr>
          <a:xfrm>
            <a:off x="358601" y="6088461"/>
            <a:ext cx="4579620" cy="215444"/>
          </a:xfrm>
          <a:prstGeom prst="rect">
            <a:avLst/>
          </a:prstGeom>
          <a:solidFill>
            <a:prstClr val="white"/>
          </a:solidFill>
          <a:ln>
            <a:noFill/>
          </a:ln>
          <a:effectLst/>
        </p:spPr>
        <p:txBody>
          <a:bodyPr rot="0" spcFirstLastPara="0" vert="horz" wrap="square" lIns="0" tIns="0" rIns="0" bIns="0" numCol="1" spcCol="0" rtlCol="0" fromWordArt="0" anchor="t" anchorCtr="0" forceAA="0" compatLnSpc="1">
            <a:prstTxWarp prst="textNoShape">
              <a:avLst/>
            </a:prstTxWarp>
            <a:spAutoFit/>
          </a:bodyPr>
          <a:lstStyle/>
          <a:p>
            <a:pPr algn="ctr" rtl="1">
              <a:spcAft>
                <a:spcPts val="1000"/>
              </a:spcAft>
            </a:pPr>
            <a:r>
              <a:rPr lang="fa-IR" sz="1400" i="0" dirty="0">
                <a:solidFill>
                  <a:srgbClr val="262626"/>
                </a:solidFill>
                <a:effectLst/>
                <a:latin typeface="Times New Roman" panose="02020603050405020304" pitchFamily="18" charset="0"/>
                <a:ea typeface="Calibri" panose="020F0502020204030204" pitchFamily="34" charset="0"/>
                <a:cs typeface="B Lotus" panose="00000400000000000000" pitchFamily="2" charset="-78"/>
              </a:rPr>
              <a:t>دیاگرام الگوریتم همسان‌سازی </a:t>
            </a:r>
            <a:r>
              <a:rPr lang="fa-IR" sz="1400" dirty="0">
                <a:solidFill>
                  <a:srgbClr val="262626"/>
                </a:solidFill>
                <a:latin typeface="Times New Roman" panose="02020603050405020304" pitchFamily="18" charset="0"/>
                <a:ea typeface="Calibri" panose="020F0502020204030204" pitchFamily="34" charset="0"/>
                <a:cs typeface="B Lotus" panose="00000400000000000000" pitchFamily="2" charset="-78"/>
              </a:rPr>
              <a:t>پیشنهادی </a:t>
            </a:r>
            <a:r>
              <a:rPr lang="fa-IR" sz="1400" dirty="0">
                <a:solidFill>
                  <a:srgbClr val="61D6FF"/>
                </a:solidFill>
                <a:latin typeface="Times New Roman" panose="02020603050405020304" pitchFamily="18" charset="0"/>
                <a:ea typeface="Calibri" panose="020F0502020204030204" pitchFamily="34" charset="0"/>
                <a:cs typeface="B Lotus" panose="00000400000000000000" pitchFamily="2" charset="-78"/>
              </a:rPr>
              <a:t>[1]</a:t>
            </a:r>
            <a:r>
              <a:rPr lang="fa-IR" sz="1400" dirty="0">
                <a:latin typeface="Times New Roman" panose="02020603050405020304" pitchFamily="18" charset="0"/>
                <a:ea typeface="Calibri" panose="020F0502020204030204" pitchFamily="34" charset="0"/>
                <a:cs typeface="B Lotus" panose="00000400000000000000" pitchFamily="2" charset="-78"/>
              </a:rPr>
              <a:t>.</a:t>
            </a:r>
            <a:r>
              <a:rPr lang="fa-IR" sz="1400" i="0" dirty="0">
                <a:solidFill>
                  <a:srgbClr val="262626"/>
                </a:solidFill>
                <a:effectLst/>
                <a:latin typeface="Times New Roman" panose="02020603050405020304" pitchFamily="18" charset="0"/>
                <a:ea typeface="Calibri" panose="020F0502020204030204" pitchFamily="34" charset="0"/>
                <a:cs typeface="B Lotus" panose="00000400000000000000" pitchFamily="2" charset="-78"/>
              </a:rPr>
              <a:t> </a:t>
            </a:r>
            <a:endParaRPr lang="en-US" sz="1400" i="0" dirty="0">
              <a:solidFill>
                <a:srgbClr val="262626"/>
              </a:solidFill>
              <a:effectLst/>
              <a:latin typeface="Times New Roman" panose="02020603050405020304" pitchFamily="18" charset="0"/>
              <a:ea typeface="Calibri" panose="020F0502020204030204" pitchFamily="34" charset="0"/>
              <a:cs typeface="B Lotus" panose="00000400000000000000" pitchFamily="2" charset="-78"/>
            </a:endParaRPr>
          </a:p>
        </p:txBody>
      </p:sp>
      <p:pic>
        <p:nvPicPr>
          <p:cNvPr id="18" name="Picture 17">
            <a:extLst>
              <a:ext uri="{FF2B5EF4-FFF2-40B4-BE49-F238E27FC236}">
                <a16:creationId xmlns="" xmlns:a16="http://schemas.microsoft.com/office/drawing/2014/main" id="{E1AC8998-D07C-42DC-BAE5-39A733290A32}"/>
              </a:ext>
            </a:extLst>
          </p:cNvPr>
          <p:cNvPicPr/>
          <p:nvPr/>
        </p:nvPicPr>
        <p:blipFill>
          <a:blip r:embed="rId3" cstate="print">
            <a:extLst>
              <a:ext uri="{28A0092B-C50C-407E-A947-70E740481C1C}">
                <a14:useLocalDpi xmlns:a14="http://schemas.microsoft.com/office/drawing/2010/main" val="0"/>
              </a:ext>
            </a:extLst>
          </a:blip>
          <a:stretch>
            <a:fillRect/>
          </a:stretch>
        </p:blipFill>
        <p:spPr>
          <a:xfrm>
            <a:off x="418672" y="1905000"/>
            <a:ext cx="5110562" cy="3794442"/>
          </a:xfrm>
          <a:prstGeom prst="rect">
            <a:avLst/>
          </a:prstGeom>
        </p:spPr>
      </p:pic>
      <p:pic>
        <p:nvPicPr>
          <p:cNvPr id="21" name="Picture 20">
            <a:extLst>
              <a:ext uri="{FF2B5EF4-FFF2-40B4-BE49-F238E27FC236}">
                <a16:creationId xmlns="" xmlns:a16="http://schemas.microsoft.com/office/drawing/2014/main" id="{876448F6-AB3F-418C-80C5-029BBB6F0E1B}"/>
              </a:ext>
            </a:extLst>
          </p:cNvPr>
          <p:cNvPicPr/>
          <p:nvPr/>
        </p:nvPicPr>
        <p:blipFill>
          <a:blip r:embed="rId4" cstate="print">
            <a:extLst>
              <a:ext uri="{28A0092B-C50C-407E-A947-70E740481C1C}">
                <a14:useLocalDpi xmlns:a14="http://schemas.microsoft.com/office/drawing/2010/main" val="0"/>
              </a:ext>
            </a:extLst>
          </a:blip>
          <a:stretch>
            <a:fillRect/>
          </a:stretch>
        </p:blipFill>
        <p:spPr>
          <a:xfrm>
            <a:off x="6319270" y="2185866"/>
            <a:ext cx="1798955" cy="418465"/>
          </a:xfrm>
          <a:prstGeom prst="rect">
            <a:avLst/>
          </a:prstGeom>
        </p:spPr>
      </p:pic>
      <p:pic>
        <p:nvPicPr>
          <p:cNvPr id="22" name="Picture 21">
            <a:extLst>
              <a:ext uri="{FF2B5EF4-FFF2-40B4-BE49-F238E27FC236}">
                <a16:creationId xmlns="" xmlns:a16="http://schemas.microsoft.com/office/drawing/2014/main" id="{15111EFB-EBE7-4083-A4DC-F4AA2768E46F}"/>
              </a:ext>
            </a:extLst>
          </p:cNvPr>
          <p:cNvPicPr/>
          <p:nvPr/>
        </p:nvPicPr>
        <p:blipFill>
          <a:blip r:embed="rId5">
            <a:extLst>
              <a:ext uri="{28A0092B-C50C-407E-A947-70E740481C1C}">
                <a14:useLocalDpi xmlns:a14="http://schemas.microsoft.com/office/drawing/2010/main" val="0"/>
              </a:ext>
            </a:extLst>
          </a:blip>
          <a:stretch>
            <a:fillRect/>
          </a:stretch>
        </p:blipFill>
        <p:spPr>
          <a:xfrm>
            <a:off x="6292098" y="2668983"/>
            <a:ext cx="1374775" cy="323215"/>
          </a:xfrm>
          <a:prstGeom prst="rect">
            <a:avLst/>
          </a:prstGeom>
        </p:spPr>
      </p:pic>
      <p:pic>
        <p:nvPicPr>
          <p:cNvPr id="23" name="Picture 22">
            <a:extLst>
              <a:ext uri="{FF2B5EF4-FFF2-40B4-BE49-F238E27FC236}">
                <a16:creationId xmlns="" xmlns:a16="http://schemas.microsoft.com/office/drawing/2014/main" id="{9D79F70F-45AE-4B8F-BCD1-DE43E48B8B86}"/>
              </a:ext>
            </a:extLst>
          </p:cNvPr>
          <p:cNvPicPr/>
          <p:nvPr/>
        </p:nvPicPr>
        <p:blipFill>
          <a:blip r:embed="rId6">
            <a:extLst>
              <a:ext uri="{28A0092B-C50C-407E-A947-70E740481C1C}">
                <a14:useLocalDpi xmlns:a14="http://schemas.microsoft.com/office/drawing/2010/main" val="0"/>
              </a:ext>
            </a:extLst>
          </a:blip>
          <a:stretch>
            <a:fillRect/>
          </a:stretch>
        </p:blipFill>
        <p:spPr>
          <a:xfrm>
            <a:off x="6287616" y="3346711"/>
            <a:ext cx="1176246" cy="323215"/>
          </a:xfrm>
          <a:prstGeom prst="rect">
            <a:avLst/>
          </a:prstGeom>
        </p:spPr>
      </p:pic>
      <p:pic>
        <p:nvPicPr>
          <p:cNvPr id="24" name="Picture 23">
            <a:extLst>
              <a:ext uri="{FF2B5EF4-FFF2-40B4-BE49-F238E27FC236}">
                <a16:creationId xmlns="" xmlns:a16="http://schemas.microsoft.com/office/drawing/2014/main" id="{D74C6577-8BB2-4763-94C0-5C23DEF93F37}"/>
              </a:ext>
            </a:extLst>
          </p:cNvPr>
          <p:cNvPicPr/>
          <p:nvPr/>
        </p:nvPicPr>
        <p:blipFill>
          <a:blip r:embed="rId7">
            <a:extLst>
              <a:ext uri="{28A0092B-C50C-407E-A947-70E740481C1C}">
                <a14:useLocalDpi xmlns:a14="http://schemas.microsoft.com/office/drawing/2010/main" val="0"/>
              </a:ext>
            </a:extLst>
          </a:blip>
          <a:stretch>
            <a:fillRect/>
          </a:stretch>
        </p:blipFill>
        <p:spPr>
          <a:xfrm>
            <a:off x="6336543" y="3769543"/>
            <a:ext cx="2118051" cy="265960"/>
          </a:xfrm>
          <a:prstGeom prst="rect">
            <a:avLst/>
          </a:prstGeom>
        </p:spPr>
      </p:pic>
      <p:pic>
        <p:nvPicPr>
          <p:cNvPr id="25" name="Picture 24">
            <a:extLst>
              <a:ext uri="{FF2B5EF4-FFF2-40B4-BE49-F238E27FC236}">
                <a16:creationId xmlns="" xmlns:a16="http://schemas.microsoft.com/office/drawing/2014/main" id="{F71B0E14-F814-4C9A-844F-82D9AA5A2052}"/>
              </a:ext>
            </a:extLst>
          </p:cNvPr>
          <p:cNvPicPr/>
          <p:nvPr/>
        </p:nvPicPr>
        <p:blipFill>
          <a:blip r:embed="rId8">
            <a:extLst>
              <a:ext uri="{28A0092B-C50C-407E-A947-70E740481C1C}">
                <a14:useLocalDpi xmlns:a14="http://schemas.microsoft.com/office/drawing/2010/main" val="0"/>
              </a:ext>
            </a:extLst>
          </a:blip>
          <a:stretch>
            <a:fillRect/>
          </a:stretch>
        </p:blipFill>
        <p:spPr>
          <a:xfrm>
            <a:off x="6319270" y="4333626"/>
            <a:ext cx="2541625" cy="533400"/>
          </a:xfrm>
          <a:prstGeom prst="rect">
            <a:avLst/>
          </a:prstGeom>
        </p:spPr>
      </p:pic>
      <p:sp>
        <p:nvSpPr>
          <p:cNvPr id="27" name="Text Box 63">
            <a:extLst>
              <a:ext uri="{FF2B5EF4-FFF2-40B4-BE49-F238E27FC236}">
                <a16:creationId xmlns="" xmlns:a16="http://schemas.microsoft.com/office/drawing/2014/main" id="{699A4BE1-0D52-4A8A-841F-1ADFC36A026E}"/>
              </a:ext>
            </a:extLst>
          </p:cNvPr>
          <p:cNvSpPr txBox="1"/>
          <p:nvPr/>
        </p:nvSpPr>
        <p:spPr>
          <a:xfrm>
            <a:off x="5982715" y="6088461"/>
            <a:ext cx="2930072" cy="215444"/>
          </a:xfrm>
          <a:prstGeom prst="rect">
            <a:avLst/>
          </a:prstGeom>
          <a:solidFill>
            <a:prstClr val="white"/>
          </a:solidFill>
          <a:ln>
            <a:noFill/>
          </a:ln>
          <a:effectLst/>
        </p:spPr>
        <p:txBody>
          <a:bodyPr rot="0" spcFirstLastPara="0" vert="horz" wrap="square" lIns="0" tIns="0" rIns="0" bIns="0" numCol="1" spcCol="0" rtlCol="0" fromWordArt="0" anchor="t" anchorCtr="0" forceAA="0" compatLnSpc="1">
            <a:prstTxWarp prst="textNoShape">
              <a:avLst/>
            </a:prstTxWarp>
            <a:spAutoFit/>
          </a:bodyPr>
          <a:lstStyle/>
          <a:p>
            <a:pPr algn="ctr" rtl="1">
              <a:spcAft>
                <a:spcPts val="1000"/>
              </a:spcAft>
            </a:pPr>
            <a:r>
              <a:rPr lang="fa-IR" sz="1400" dirty="0">
                <a:solidFill>
                  <a:srgbClr val="262626"/>
                </a:solidFill>
                <a:latin typeface="Times New Roman" panose="02020603050405020304" pitchFamily="18" charset="0"/>
                <a:ea typeface="Calibri" panose="020F0502020204030204" pitchFamily="34" charset="0"/>
                <a:cs typeface="B Lotus" panose="00000400000000000000" pitchFamily="2" charset="-78"/>
              </a:rPr>
              <a:t>روابط خوشه بندی </a:t>
            </a:r>
            <a:r>
              <a:rPr lang="fa-IR" sz="1400" dirty="0">
                <a:solidFill>
                  <a:srgbClr val="61D6FF"/>
                </a:solidFill>
                <a:latin typeface="Times New Roman" panose="02020603050405020304" pitchFamily="18" charset="0"/>
                <a:ea typeface="Calibri" panose="020F0502020204030204" pitchFamily="34" charset="0"/>
                <a:cs typeface="B Lotus" panose="00000400000000000000" pitchFamily="2" charset="-78"/>
              </a:rPr>
              <a:t>[1]</a:t>
            </a:r>
            <a:r>
              <a:rPr lang="fa-IR" sz="1400" dirty="0">
                <a:latin typeface="Times New Roman" panose="02020603050405020304" pitchFamily="18" charset="0"/>
                <a:ea typeface="Calibri" panose="020F0502020204030204" pitchFamily="34" charset="0"/>
                <a:cs typeface="B Lotus" panose="00000400000000000000" pitchFamily="2" charset="-78"/>
              </a:rPr>
              <a:t>.</a:t>
            </a:r>
            <a:endParaRPr lang="en-US" sz="1400" i="0" dirty="0">
              <a:solidFill>
                <a:srgbClr val="262626"/>
              </a:solidFill>
              <a:effectLst/>
              <a:latin typeface="Times New Roman" panose="02020603050405020304" pitchFamily="18" charset="0"/>
              <a:ea typeface="Calibri" panose="020F0502020204030204" pitchFamily="34" charset="0"/>
              <a:cs typeface="B Lotus" panose="00000400000000000000" pitchFamily="2" charset="-78"/>
            </a:endParaRPr>
          </a:p>
        </p:txBody>
      </p:sp>
      <p:pic>
        <p:nvPicPr>
          <p:cNvPr id="28" name="Picture 27" descr="پرونده:Azad University logo.png - ویکی‌پدیا، دانشنامهٔ آزاد">
            <a:extLst>
              <a:ext uri="{FF2B5EF4-FFF2-40B4-BE49-F238E27FC236}">
                <a16:creationId xmlns="" xmlns:a16="http://schemas.microsoft.com/office/drawing/2014/main" id="{B260B773-F2C5-485B-BA12-93452E166218}"/>
              </a:ext>
            </a:extLst>
          </p:cNvPr>
          <p:cNvPicPr/>
          <p:nvPr/>
        </p:nvPicPr>
        <p:blipFill>
          <a:blip r:embed="rId9" cstate="print">
            <a:extLst>
              <a:ext uri="{28A0092B-C50C-407E-A947-70E740481C1C}">
                <a14:useLocalDpi xmlns:a14="http://schemas.microsoft.com/office/drawing/2010/main" val="0"/>
              </a:ext>
            </a:extLst>
          </a:blip>
          <a:srcRect/>
          <a:stretch>
            <a:fillRect/>
          </a:stretch>
        </p:blipFill>
        <p:spPr bwMode="auto">
          <a:xfrm>
            <a:off x="8610600" y="0"/>
            <a:ext cx="533400" cy="822959"/>
          </a:xfrm>
          <a:prstGeom prst="rect">
            <a:avLst/>
          </a:prstGeom>
          <a:noFill/>
          <a:ln>
            <a:noFill/>
          </a:ln>
        </p:spPr>
      </p:pic>
      <p:sp>
        <p:nvSpPr>
          <p:cNvPr id="29" name="TextBox 28">
            <a:extLst>
              <a:ext uri="{FF2B5EF4-FFF2-40B4-BE49-F238E27FC236}">
                <a16:creationId xmlns="" xmlns:a16="http://schemas.microsoft.com/office/drawing/2014/main" id="{90C43403-B77E-474E-A638-C5BD6540DB40}"/>
              </a:ext>
            </a:extLst>
          </p:cNvPr>
          <p:cNvSpPr txBox="1"/>
          <p:nvPr/>
        </p:nvSpPr>
        <p:spPr>
          <a:xfrm>
            <a:off x="2648411" y="686668"/>
            <a:ext cx="65" cy="276999"/>
          </a:xfrm>
          <a:prstGeom prst="rect">
            <a:avLst/>
          </a:prstGeom>
          <a:noFill/>
        </p:spPr>
        <p:txBody>
          <a:bodyPr wrap="none" lIns="0" tIns="0" rIns="0" bIns="0" rtlCol="0">
            <a:spAutoFit/>
          </a:bodyPr>
          <a:lstStyle/>
          <a:p>
            <a:endParaRPr lang="en-US" dirty="0"/>
          </a:p>
        </p:txBody>
      </p:sp>
      <p:sp>
        <p:nvSpPr>
          <p:cNvPr id="31" name="Slide Number Placeholder 4">
            <a:extLst>
              <a:ext uri="{FF2B5EF4-FFF2-40B4-BE49-F238E27FC236}">
                <a16:creationId xmlns="" xmlns:a16="http://schemas.microsoft.com/office/drawing/2014/main" id="{27EA69B3-891D-46E8-8004-444EAE0D2017}"/>
              </a:ext>
            </a:extLst>
          </p:cNvPr>
          <p:cNvSpPr>
            <a:spLocks noGrp="1"/>
          </p:cNvSpPr>
          <p:nvPr>
            <p:ph type="sldNum" sz="quarter" idx="12"/>
          </p:nvPr>
        </p:nvSpPr>
        <p:spPr>
          <a:xfrm>
            <a:off x="7620000" y="18288"/>
            <a:ext cx="1066800" cy="329184"/>
          </a:xfrm>
        </p:spPr>
        <p:txBody>
          <a:bodyPr/>
          <a:lstStyle/>
          <a:p>
            <a:fld id="{7FC2E40A-4446-4E2B-B9AD-16F559E28E02}" type="slidenum">
              <a:rPr lang="en-US" smtClean="0"/>
              <a:t>75</a:t>
            </a:fld>
            <a:endParaRPr lang="en-US"/>
          </a:p>
        </p:txBody>
      </p:sp>
      <p:sp>
        <p:nvSpPr>
          <p:cNvPr id="32" name="AutoShape 3"/>
          <p:cNvSpPr>
            <a:spLocks noChangeArrowheads="1"/>
          </p:cNvSpPr>
          <p:nvPr/>
        </p:nvSpPr>
        <p:spPr bwMode="gray">
          <a:xfrm flipH="1">
            <a:off x="2190754" y="54854"/>
            <a:ext cx="2056085" cy="651510"/>
          </a:xfrm>
          <a:prstGeom prst="chevron">
            <a:avLst>
              <a:gd name="adj" fmla="val 17009"/>
            </a:avLst>
          </a:prstGeom>
          <a:gradFill rotWithShape="1">
            <a:gsLst>
              <a:gs pos="0">
                <a:srgbClr val="84B09A">
                  <a:gamma/>
                  <a:shade val="46275"/>
                  <a:invGamma/>
                </a:srgbClr>
              </a:gs>
              <a:gs pos="50000">
                <a:srgbClr val="84B09A"/>
              </a:gs>
              <a:gs pos="100000">
                <a:srgbClr val="84B09A">
                  <a:gamma/>
                  <a:shade val="46275"/>
                  <a:invGamma/>
                </a:srgbClr>
              </a:gs>
            </a:gsLst>
            <a:lin ang="2700000" scaled="1"/>
          </a:gradFill>
          <a:ln w="38100">
            <a:solidFill>
              <a:srgbClr val="EAEAEA"/>
            </a:solidFill>
            <a:miter lim="800000"/>
            <a:headEnd/>
            <a:tailEnd/>
          </a:ln>
          <a:effectLst>
            <a:outerShdw dist="109250" dir="3267739" algn="ctr" rotWithShape="0">
              <a:srgbClr val="333333">
                <a:alpha val="50000"/>
              </a:srgbClr>
            </a:outerShdw>
          </a:effectLst>
        </p:spPr>
        <p:txBody>
          <a:bodyPr wrap="square" anchor="ctr">
            <a:spAutoFit/>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endParaRPr>
          </a:p>
        </p:txBody>
      </p:sp>
      <p:sp>
        <p:nvSpPr>
          <p:cNvPr id="33" name="AutoShape 3"/>
          <p:cNvSpPr>
            <a:spLocks noChangeArrowheads="1"/>
          </p:cNvSpPr>
          <p:nvPr/>
        </p:nvSpPr>
        <p:spPr bwMode="gray">
          <a:xfrm flipH="1">
            <a:off x="148662" y="55997"/>
            <a:ext cx="2057400" cy="649224"/>
          </a:xfrm>
          <a:prstGeom prst="chevron">
            <a:avLst>
              <a:gd name="adj" fmla="val 17009"/>
            </a:avLst>
          </a:prstGeom>
          <a:gradFill rotWithShape="1">
            <a:gsLst>
              <a:gs pos="0">
                <a:srgbClr val="3659EC">
                  <a:gamma/>
                  <a:shade val="46275"/>
                  <a:invGamma/>
                </a:srgbClr>
              </a:gs>
              <a:gs pos="50000">
                <a:srgbClr val="3659EC"/>
              </a:gs>
              <a:gs pos="100000">
                <a:srgbClr val="3659EC">
                  <a:gamma/>
                  <a:shade val="46275"/>
                  <a:invGamma/>
                </a:srgbClr>
              </a:gs>
            </a:gsLst>
            <a:lin ang="2700000" scaled="1"/>
          </a:gradFill>
          <a:ln w="38100">
            <a:solidFill>
              <a:srgbClr val="EAEAEA"/>
            </a:solidFill>
            <a:miter lim="800000"/>
            <a:headEnd/>
            <a:tailEnd/>
          </a:ln>
          <a:effectLst>
            <a:outerShdw dist="109250" dir="3267739" algn="ctr" rotWithShape="0">
              <a:srgbClr val="333333">
                <a:alpha val="50000"/>
              </a:srgbClr>
            </a:outerShdw>
          </a:effectLst>
        </p:spPr>
        <p:txBody>
          <a:bodyPr wrap="square" anchor="ctr">
            <a:spAutoFit/>
          </a:bodyPr>
          <a:lstStyle/>
          <a:p>
            <a:pPr algn="ctr" fontAlgn="base">
              <a:spcBef>
                <a:spcPct val="0"/>
              </a:spcBef>
              <a:spcAft>
                <a:spcPct val="0"/>
              </a:spcAft>
            </a:pPr>
            <a:endParaRPr lang="en-US" kern="0">
              <a:solidFill>
                <a:srgbClr val="3D81BF"/>
              </a:solidFill>
            </a:endParaRPr>
          </a:p>
        </p:txBody>
      </p:sp>
      <p:sp>
        <p:nvSpPr>
          <p:cNvPr id="34" name="Rectangle 33"/>
          <p:cNvSpPr/>
          <p:nvPr/>
        </p:nvSpPr>
        <p:spPr>
          <a:xfrm>
            <a:off x="418672" y="193150"/>
            <a:ext cx="1443038" cy="338554"/>
          </a:xfrm>
          <a:prstGeom prst="rect">
            <a:avLst/>
          </a:prstGeom>
        </p:spPr>
        <p:txBody>
          <a:bodyPr wrap="square">
            <a:spAutoFit/>
          </a:bodyPr>
          <a:lstStyle/>
          <a:p>
            <a:pPr lvl="0" algn="ctr" rtl="1" fontAlgn="base">
              <a:spcBef>
                <a:spcPct val="0"/>
              </a:spcBef>
              <a:spcAft>
                <a:spcPct val="0"/>
              </a:spcAft>
            </a:pPr>
            <a:r>
              <a:rPr lang="fa-IR" sz="1600" b="1" dirty="0">
                <a:solidFill>
                  <a:srgbClr val="FFFFFF"/>
                </a:solidFill>
                <a:latin typeface="Times New Roman" panose="02020603050405020304" pitchFamily="18" charset="0"/>
                <a:cs typeface="B Nazanin" panose="00000400000000000000" pitchFamily="2" charset="-78"/>
              </a:rPr>
              <a:t>مقالات اخیر</a:t>
            </a:r>
            <a:endParaRPr lang="en-US" sz="1600" b="1" dirty="0">
              <a:solidFill>
                <a:srgbClr val="FFFFFF"/>
              </a:solidFill>
              <a:latin typeface="Times New Roman" panose="02020603050405020304" pitchFamily="18" charset="0"/>
              <a:cs typeface="B Nazanin" panose="00000400000000000000" pitchFamily="2" charset="-78"/>
            </a:endParaRPr>
          </a:p>
        </p:txBody>
      </p:sp>
      <p:sp>
        <p:nvSpPr>
          <p:cNvPr id="35" name="Rectangle 34"/>
          <p:cNvSpPr/>
          <p:nvPr/>
        </p:nvSpPr>
        <p:spPr>
          <a:xfrm>
            <a:off x="2393380" y="70040"/>
            <a:ext cx="1600200" cy="584775"/>
          </a:xfrm>
          <a:prstGeom prst="rect">
            <a:avLst/>
          </a:prstGeom>
        </p:spPr>
        <p:txBody>
          <a:bodyPr wrap="square">
            <a:spAutoFit/>
          </a:bodyPr>
          <a:lstStyle/>
          <a:p>
            <a:pPr lvl="0" algn="ctr" rtl="1" fontAlgn="base">
              <a:spcBef>
                <a:spcPct val="0"/>
              </a:spcBef>
              <a:spcAft>
                <a:spcPct val="0"/>
              </a:spcAft>
            </a:pPr>
            <a:r>
              <a:rPr lang="fa-IR" sz="1600" b="1" dirty="0">
                <a:solidFill>
                  <a:srgbClr val="FFFFFF"/>
                </a:solidFill>
                <a:latin typeface="Times New Roman" panose="02020603050405020304" pitchFamily="18" charset="0"/>
                <a:cs typeface="B Nazanin" panose="00000400000000000000" pitchFamily="2" charset="-78"/>
              </a:rPr>
              <a:t>سیستم مدیریت همسان سازی</a:t>
            </a:r>
            <a:endParaRPr lang="en-US" sz="1600" b="1" dirty="0">
              <a:solidFill>
                <a:srgbClr val="FFFFFF"/>
              </a:solidFill>
              <a:latin typeface="Times New Roman" panose="02020603050405020304" pitchFamily="18" charset="0"/>
              <a:cs typeface="B Nazanin" panose="00000400000000000000" pitchFamily="2" charset="-78"/>
            </a:endParaRPr>
          </a:p>
        </p:txBody>
      </p:sp>
      <p:pic>
        <p:nvPicPr>
          <p:cNvPr id="36" name="Picture 35" descr="پرونده:Azad University logo.png - ویکی‌پدیا، دانشنامهٔ آزاد">
            <a:extLst>
              <a:ext uri="{FF2B5EF4-FFF2-40B4-BE49-F238E27FC236}">
                <a16:creationId xmlns="" xmlns:a16="http://schemas.microsoft.com/office/drawing/2014/main" id="{FA988D60-670C-406B-B8FB-D5A0053424E9}"/>
              </a:ext>
            </a:extLst>
          </p:cNvPr>
          <p:cNvPicPr/>
          <p:nvPr/>
        </p:nvPicPr>
        <p:blipFill>
          <a:blip r:embed="rId9" cstate="print">
            <a:extLst>
              <a:ext uri="{28A0092B-C50C-407E-A947-70E740481C1C}">
                <a14:useLocalDpi xmlns:a14="http://schemas.microsoft.com/office/drawing/2010/main" val="0"/>
              </a:ext>
            </a:extLst>
          </a:blip>
          <a:srcRect/>
          <a:stretch>
            <a:fillRect/>
          </a:stretch>
        </p:blipFill>
        <p:spPr bwMode="auto">
          <a:xfrm>
            <a:off x="8610600" y="0"/>
            <a:ext cx="533400" cy="822959"/>
          </a:xfrm>
          <a:prstGeom prst="rect">
            <a:avLst/>
          </a:prstGeom>
          <a:noFill/>
          <a:ln>
            <a:noFill/>
          </a:ln>
        </p:spPr>
      </p:pic>
      <p:sp>
        <p:nvSpPr>
          <p:cNvPr id="37" name="AutoShape 10">
            <a:extLst>
              <a:ext uri="{FF2B5EF4-FFF2-40B4-BE49-F238E27FC236}">
                <a16:creationId xmlns="" xmlns:a16="http://schemas.microsoft.com/office/drawing/2014/main" id="{96E6A76C-5024-445C-8373-4A127C8598B1}"/>
              </a:ext>
            </a:extLst>
          </p:cNvPr>
          <p:cNvSpPr>
            <a:spLocks noChangeArrowheads="1"/>
          </p:cNvSpPr>
          <p:nvPr/>
        </p:nvSpPr>
        <p:spPr bwMode="gray">
          <a:xfrm flipH="1">
            <a:off x="6244699" y="55997"/>
            <a:ext cx="2137301" cy="649224"/>
          </a:xfrm>
          <a:prstGeom prst="chevron">
            <a:avLst>
              <a:gd name="adj" fmla="val 17842"/>
            </a:avLst>
          </a:prstGeom>
          <a:gradFill rotWithShape="1">
            <a:gsLst>
              <a:gs pos="0">
                <a:srgbClr val="84B09A">
                  <a:gamma/>
                  <a:shade val="46275"/>
                  <a:invGamma/>
                </a:srgbClr>
              </a:gs>
              <a:gs pos="50000">
                <a:srgbClr val="84B09A"/>
              </a:gs>
              <a:gs pos="100000">
                <a:srgbClr val="84B09A">
                  <a:gamma/>
                  <a:shade val="46275"/>
                  <a:invGamma/>
                </a:srgbClr>
              </a:gs>
            </a:gsLst>
            <a:lin ang="2700000" scaled="1"/>
          </a:gradFill>
          <a:ln w="38100">
            <a:solidFill>
              <a:srgbClr val="EAEAEA"/>
            </a:solidFill>
            <a:miter lim="800000"/>
            <a:headEnd/>
            <a:tailEnd/>
          </a:ln>
          <a:effectLst>
            <a:outerShdw dist="109250" dir="3267739" algn="ctr" rotWithShape="0">
              <a:srgbClr val="333333">
                <a:alpha val="50000"/>
              </a:srgbClr>
            </a:outerShdw>
          </a:effectLst>
        </p:spPr>
        <p:txBody>
          <a:bodyPr wrap="square" anchor="ctr">
            <a:spAutoFit/>
          </a:bodyPr>
          <a:lstStyle/>
          <a:p>
            <a:pPr algn="ctr" fontAlgn="base">
              <a:spcBef>
                <a:spcPct val="0"/>
              </a:spcBef>
              <a:spcAft>
                <a:spcPct val="0"/>
              </a:spcAft>
            </a:pPr>
            <a:endParaRPr lang="en-US" kern="0">
              <a:solidFill>
                <a:srgbClr val="3D81BF"/>
              </a:solidFill>
            </a:endParaRPr>
          </a:p>
        </p:txBody>
      </p:sp>
      <p:sp>
        <p:nvSpPr>
          <p:cNvPr id="38" name="Rectangle 37">
            <a:extLst>
              <a:ext uri="{FF2B5EF4-FFF2-40B4-BE49-F238E27FC236}">
                <a16:creationId xmlns="" xmlns:a16="http://schemas.microsoft.com/office/drawing/2014/main" id="{BF9CF44D-C94F-4B09-AF24-15EACD7BE0F4}"/>
              </a:ext>
            </a:extLst>
          </p:cNvPr>
          <p:cNvSpPr/>
          <p:nvPr/>
        </p:nvSpPr>
        <p:spPr>
          <a:xfrm>
            <a:off x="6499957" y="197162"/>
            <a:ext cx="1626786" cy="323165"/>
          </a:xfrm>
          <a:prstGeom prst="rect">
            <a:avLst/>
          </a:prstGeom>
        </p:spPr>
        <p:txBody>
          <a:bodyPr wrap="square">
            <a:spAutoFit/>
          </a:bodyPr>
          <a:lstStyle/>
          <a:p>
            <a:pPr lvl="0" algn="ctr" fontAlgn="base">
              <a:spcBef>
                <a:spcPct val="0"/>
              </a:spcBef>
              <a:spcAft>
                <a:spcPct val="0"/>
              </a:spcAft>
              <a:defRPr/>
            </a:pPr>
            <a:r>
              <a:rPr lang="fa-IR" sz="1500" b="1" kern="0" dirty="0" err="1">
                <a:solidFill>
                  <a:srgbClr val="FFFFFF"/>
                </a:solidFill>
                <a:latin typeface="Times New Roman" panose="02020603050405020304" pitchFamily="18" charset="0"/>
                <a:cs typeface="B Nazanin" pitchFamily="2" charset="-78"/>
              </a:rPr>
              <a:t>باتریها</a:t>
            </a:r>
            <a:endParaRPr lang="en-US" sz="1500" b="1" kern="0" dirty="0">
              <a:solidFill>
                <a:srgbClr val="FFFFFF"/>
              </a:solidFill>
              <a:latin typeface="Times New Roman" panose="02020603050405020304" pitchFamily="18" charset="0"/>
              <a:cs typeface="B Nazanin" pitchFamily="2" charset="-78"/>
            </a:endParaRPr>
          </a:p>
        </p:txBody>
      </p:sp>
      <p:sp>
        <p:nvSpPr>
          <p:cNvPr id="39" name="AutoShape 3">
            <a:extLst>
              <a:ext uri="{FF2B5EF4-FFF2-40B4-BE49-F238E27FC236}">
                <a16:creationId xmlns="" xmlns:a16="http://schemas.microsoft.com/office/drawing/2014/main" id="{DBA5C955-0E66-467E-8B5F-EF4EE5F8F3FA}"/>
              </a:ext>
            </a:extLst>
          </p:cNvPr>
          <p:cNvSpPr>
            <a:spLocks noChangeArrowheads="1"/>
          </p:cNvSpPr>
          <p:nvPr/>
        </p:nvSpPr>
        <p:spPr bwMode="gray">
          <a:xfrm flipH="1">
            <a:off x="4215687" y="54854"/>
            <a:ext cx="2056085" cy="651510"/>
          </a:xfrm>
          <a:prstGeom prst="chevron">
            <a:avLst>
              <a:gd name="adj" fmla="val 17009"/>
            </a:avLst>
          </a:prstGeom>
          <a:gradFill rotWithShape="1">
            <a:gsLst>
              <a:gs pos="0">
                <a:srgbClr val="84B09A">
                  <a:gamma/>
                  <a:shade val="46275"/>
                  <a:invGamma/>
                </a:srgbClr>
              </a:gs>
              <a:gs pos="50000">
                <a:srgbClr val="84B09A"/>
              </a:gs>
              <a:gs pos="100000">
                <a:srgbClr val="84B09A">
                  <a:gamma/>
                  <a:shade val="46275"/>
                  <a:invGamma/>
                </a:srgbClr>
              </a:gs>
            </a:gsLst>
            <a:lin ang="2700000" scaled="1"/>
          </a:gradFill>
          <a:ln w="38100">
            <a:solidFill>
              <a:srgbClr val="EAEAEA"/>
            </a:solidFill>
            <a:miter lim="800000"/>
            <a:headEnd/>
            <a:tailEnd/>
          </a:ln>
          <a:effectLst>
            <a:outerShdw dist="109250" dir="3267739" algn="ctr" rotWithShape="0">
              <a:srgbClr val="333333">
                <a:alpha val="50000"/>
              </a:srgbClr>
            </a:outerShdw>
          </a:effectLst>
        </p:spPr>
        <p:txBody>
          <a:bodyPr wrap="square" anchor="ctr">
            <a:spAutoFit/>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endParaRPr>
          </a:p>
        </p:txBody>
      </p:sp>
      <p:sp>
        <p:nvSpPr>
          <p:cNvPr id="40" name="Rectangle 39">
            <a:extLst>
              <a:ext uri="{FF2B5EF4-FFF2-40B4-BE49-F238E27FC236}">
                <a16:creationId xmlns="" xmlns:a16="http://schemas.microsoft.com/office/drawing/2014/main" id="{AC165A2D-60D3-440C-A112-7B419F7E72B2}"/>
              </a:ext>
            </a:extLst>
          </p:cNvPr>
          <p:cNvSpPr/>
          <p:nvPr/>
        </p:nvSpPr>
        <p:spPr>
          <a:xfrm>
            <a:off x="4525250" y="89171"/>
            <a:ext cx="1443038" cy="584775"/>
          </a:xfrm>
          <a:prstGeom prst="rect">
            <a:avLst/>
          </a:prstGeom>
        </p:spPr>
        <p:txBody>
          <a:bodyPr wrap="square">
            <a:spAutoFit/>
          </a:bodyPr>
          <a:lstStyle/>
          <a:p>
            <a:pPr lvl="0" algn="ctr" rtl="1" fontAlgn="base">
              <a:spcBef>
                <a:spcPct val="0"/>
              </a:spcBef>
              <a:spcAft>
                <a:spcPct val="0"/>
              </a:spcAft>
            </a:pPr>
            <a:r>
              <a:rPr lang="fa-IR" sz="1600" b="1" dirty="0">
                <a:solidFill>
                  <a:srgbClr val="FFFFFF"/>
                </a:solidFill>
                <a:latin typeface="Times New Roman" panose="02020603050405020304" pitchFamily="18" charset="0"/>
                <a:cs typeface="B Nazanin" panose="00000400000000000000" pitchFamily="2" charset="-78"/>
              </a:rPr>
              <a:t>سیستم مدیریت باتری</a:t>
            </a:r>
            <a:endParaRPr lang="en-US" sz="1600" b="1" dirty="0">
              <a:solidFill>
                <a:srgbClr val="FFFFFF"/>
              </a:solidFill>
              <a:latin typeface="Times New Roman" panose="02020603050405020304" pitchFamily="18" charset="0"/>
              <a:cs typeface="B Nazanin" panose="00000400000000000000" pitchFamily="2" charset="-78"/>
            </a:endParaRPr>
          </a:p>
        </p:txBody>
      </p:sp>
      <p:sp>
        <p:nvSpPr>
          <p:cNvPr id="41" name="Rounded Rectangle 175">
            <a:extLst>
              <a:ext uri="{FF2B5EF4-FFF2-40B4-BE49-F238E27FC236}">
                <a16:creationId xmlns="" xmlns:a16="http://schemas.microsoft.com/office/drawing/2014/main" id="{AACCE7D9-540A-47B9-8964-41031B797FDD}"/>
              </a:ext>
            </a:extLst>
          </p:cNvPr>
          <p:cNvSpPr/>
          <p:nvPr/>
        </p:nvSpPr>
        <p:spPr bwMode="auto">
          <a:xfrm>
            <a:off x="7124531" y="917675"/>
            <a:ext cx="1486069" cy="498507"/>
          </a:xfrm>
          <a:prstGeom prst="roundRect">
            <a:avLst/>
          </a:prstGeom>
          <a:solidFill>
            <a:srgbClr val="3D81BF">
              <a:lumMod val="75000"/>
            </a:srgbClr>
          </a:solidFill>
          <a:ln w="9525" cap="flat" cmpd="sng" algn="ctr">
            <a:solidFill>
              <a:srgbClr val="000000"/>
            </a:solidFill>
            <a:prstDash val="solid"/>
            <a:round/>
            <a:headEnd type="none" w="med" len="med"/>
            <a:tailEnd type="none" w="med" len="med"/>
          </a:ln>
          <a:effectLst>
            <a:reflection blurRad="6350" stA="50000" endA="300" endPos="55000" dir="5400000" sy="-100000" algn="bl" rotWithShape="0"/>
          </a:effectLst>
          <a:scene3d>
            <a:camera prst="isometricOffAxis2Left"/>
            <a:lightRig rig="threePt" dir="t"/>
          </a:scene3d>
        </p:spPr>
        <p:txBody>
          <a:bodyPr vert="horz" wrap="square" lIns="91440" tIns="45720" rIns="91440" bIns="45720" numCol="1" rtlCol="0" anchor="t" anchorCtr="0" compatLnSpc="1">
            <a:prstTxWarp prst="textNoShape">
              <a:avLst/>
            </a:prstTxWarp>
          </a:bodyPr>
          <a:lstStyle/>
          <a:p>
            <a:pPr lvl="0" algn="ctr" rtl="1" fontAlgn="base">
              <a:spcBef>
                <a:spcPct val="0"/>
              </a:spcBef>
              <a:spcAft>
                <a:spcPct val="0"/>
              </a:spcAft>
            </a:pPr>
            <a:r>
              <a:rPr lang="fa-IR" sz="2400" b="1" dirty="0">
                <a:solidFill>
                  <a:srgbClr val="FFFFFF"/>
                </a:solidFill>
                <a:latin typeface="Times New Roman" panose="02020603050405020304" pitchFamily="18" charset="0"/>
                <a:cs typeface="B Nazanin" panose="00000400000000000000" pitchFamily="2" charset="-78"/>
              </a:rPr>
              <a:t>مقالات اخیر</a:t>
            </a:r>
            <a:endParaRPr lang="en-US" sz="2400" b="1" dirty="0">
              <a:solidFill>
                <a:srgbClr val="FFFFFF"/>
              </a:solidFill>
              <a:latin typeface="Times New Roman" panose="02020603050405020304" pitchFamily="18" charset="0"/>
              <a:cs typeface="B Nazanin" panose="00000400000000000000" pitchFamily="2" charset="-78"/>
            </a:endParaRPr>
          </a:p>
        </p:txBody>
      </p:sp>
      <p:sp>
        <p:nvSpPr>
          <p:cNvPr id="42" name="Rectangle 41"/>
          <p:cNvSpPr/>
          <p:nvPr/>
        </p:nvSpPr>
        <p:spPr>
          <a:xfrm>
            <a:off x="148663" y="916237"/>
            <a:ext cx="6861738" cy="523220"/>
          </a:xfrm>
          <a:prstGeom prst="rect">
            <a:avLst/>
          </a:prstGeom>
        </p:spPr>
        <p:txBody>
          <a:bodyPr wrap="square">
            <a:spAutoFit/>
          </a:bodyPr>
          <a:lstStyle/>
          <a:p>
            <a:pPr algn="r" rtl="1" fontAlgn="base">
              <a:spcBef>
                <a:spcPct val="0"/>
              </a:spcBef>
              <a:spcAft>
                <a:spcPct val="0"/>
              </a:spcAft>
            </a:pPr>
            <a:r>
              <a:rPr lang="fa-IR" sz="1400" dirty="0">
                <a:cs typeface="B Lotus" panose="00000400000000000000" pitchFamily="2" charset="-78"/>
              </a:rPr>
              <a:t>روشی بهینه و سریع برای همسان‌سازی فعال پک باتری مستهلک با استفاده از مبدل ولتاژ</a:t>
            </a:r>
            <a:r>
              <a:rPr lang="en-US" sz="1400" dirty="0">
                <a:cs typeface="B Lotus" panose="00000400000000000000" pitchFamily="2" charset="-78"/>
              </a:rPr>
              <a:t> </a:t>
            </a:r>
            <a:r>
              <a:rPr lang="fa-IR" sz="1400" dirty="0">
                <a:cs typeface="B Lotus" panose="00000400000000000000" pitchFamily="2" charset="-78"/>
              </a:rPr>
              <a:t>دوطرفه با دامنه ولتاژ کاری وسیع و الگوریتم خوشه‌بندی </a:t>
            </a:r>
            <a:r>
              <a:rPr lang="en-US" sz="1400" i="1" dirty="0">
                <a:latin typeface="Times New Roman" panose="02020603050405020304" pitchFamily="18" charset="0"/>
                <a:cs typeface="Times New Roman" panose="02020603050405020304" pitchFamily="18" charset="0"/>
              </a:rPr>
              <a:t>DBSCAN</a:t>
            </a:r>
            <a:endParaRPr lang="en-US" sz="1400" dirty="0">
              <a:latin typeface="Times New Roman" panose="02020603050405020304" pitchFamily="18" charset="0"/>
              <a:cs typeface="Times New Roman" panose="02020603050405020304" pitchFamily="18" charset="0"/>
            </a:endParaRPr>
          </a:p>
        </p:txBody>
      </p:sp>
      <p:sp>
        <p:nvSpPr>
          <p:cNvPr id="26" name="Slide Number Placeholder 3">
            <a:extLst>
              <a:ext uri="{FF2B5EF4-FFF2-40B4-BE49-F238E27FC236}">
                <a16:creationId xmlns="" xmlns:a16="http://schemas.microsoft.com/office/drawing/2014/main" id="{FEFB061F-8AAB-4535-B272-1BA4D5A77191}"/>
              </a:ext>
            </a:extLst>
          </p:cNvPr>
          <p:cNvSpPr txBox="1">
            <a:spLocks/>
          </p:cNvSpPr>
          <p:nvPr/>
        </p:nvSpPr>
        <p:spPr>
          <a:xfrm>
            <a:off x="8965" y="6090313"/>
            <a:ext cx="676835" cy="767687"/>
          </a:xfrm>
          <a:prstGeom prst="rect">
            <a:avLst/>
          </a:prstGeom>
        </p:spPr>
        <p:txBody>
          <a:bodyPr vert="horz" lIns="91440" tIns="45720" rIns="91440" bIns="45720" rtlCol="0" anchor="ctr"/>
          <a:lstStyle>
            <a:defPPr>
              <a:defRPr lang="en-US"/>
            </a:defPPr>
            <a:lvl1pPr marL="0" algn="l" defTabSz="914400" rtl="0" eaLnBrk="1" latinLnBrk="0" hangingPunct="1">
              <a:defRPr sz="1400" b="1" kern="1200">
                <a:solidFill>
                  <a:srgbClr val="FFFFFF"/>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rtl="1"/>
            <a:fld id="{E8ADF199-8047-440E-B02B-E80683B392F2}" type="slidenum">
              <a:rPr lang="fa-IR" sz="1800" smtClean="0">
                <a:solidFill>
                  <a:schemeClr val="tx1"/>
                </a:solidFill>
                <a:cs typeface="B Lotus" panose="00000400000000000000" pitchFamily="2" charset="-78"/>
              </a:rPr>
              <a:pPr rtl="1"/>
              <a:t>75</a:t>
            </a:fld>
            <a:endParaRPr lang="fa-IR" sz="1800" dirty="0">
              <a:solidFill>
                <a:schemeClr val="tx1"/>
              </a:solidFill>
              <a:cs typeface="B Lotus" panose="00000400000000000000" pitchFamily="2" charset="-78"/>
            </a:endParaRPr>
          </a:p>
        </p:txBody>
      </p:sp>
    </p:spTree>
    <p:extLst>
      <p:ext uri="{BB962C8B-B14F-4D97-AF65-F5344CB8AC3E}">
        <p14:creationId xmlns:p14="http://schemas.microsoft.com/office/powerpoint/2010/main" val="184297610"/>
      </p:ext>
    </p:extLst>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 name="TextBox 16"/>
          <p:cNvSpPr txBox="1"/>
          <p:nvPr/>
        </p:nvSpPr>
        <p:spPr>
          <a:xfrm>
            <a:off x="320146" y="934180"/>
            <a:ext cx="3717685" cy="369332"/>
          </a:xfrm>
          <a:prstGeom prst="rect">
            <a:avLst/>
          </a:prstGeom>
          <a:noFill/>
        </p:spPr>
        <p:txBody>
          <a:bodyPr wrap="none" rtlCol="0">
            <a:spAutoFit/>
          </a:bodyPr>
          <a:lstStyle/>
          <a:p>
            <a:pPr algn="r" rtl="1" fontAlgn="base">
              <a:spcBef>
                <a:spcPct val="0"/>
              </a:spcBef>
              <a:spcAft>
                <a:spcPct val="0"/>
              </a:spcAft>
            </a:pPr>
            <a:r>
              <a:rPr lang="fa-IR" b="1" dirty="0">
                <a:cs typeface="B Nazanin" panose="00000400000000000000" pitchFamily="2" charset="-78"/>
              </a:rPr>
              <a:t>روش های تخمین وضعیت شارژ باتری (</a:t>
            </a:r>
            <a:r>
              <a:rPr lang="en-US" b="1" i="1" dirty="0">
                <a:latin typeface="Times New Roman" panose="02020603050405020304" pitchFamily="18" charset="0"/>
                <a:cs typeface="Times New Roman" panose="02020603050405020304" pitchFamily="18" charset="0"/>
              </a:rPr>
              <a:t>SOC</a:t>
            </a:r>
            <a:r>
              <a:rPr lang="fa-IR" b="1" dirty="0">
                <a:cs typeface="B Nazanin" panose="00000400000000000000" pitchFamily="2" charset="-78"/>
              </a:rPr>
              <a:t>)</a:t>
            </a:r>
            <a:endParaRPr lang="en-US" b="1" dirty="0">
              <a:solidFill>
                <a:srgbClr val="000000"/>
              </a:solidFill>
              <a:latin typeface="Times New Roman" panose="02020603050405020304" pitchFamily="18" charset="0"/>
              <a:cs typeface="B Nazanin" pitchFamily="2" charset="-78"/>
            </a:endParaRPr>
          </a:p>
        </p:txBody>
      </p:sp>
      <p:sp>
        <p:nvSpPr>
          <p:cNvPr id="52" name="TextBox 51">
            <a:extLst>
              <a:ext uri="{FF2B5EF4-FFF2-40B4-BE49-F238E27FC236}">
                <a16:creationId xmlns="" xmlns:a16="http://schemas.microsoft.com/office/drawing/2014/main" id="{0D7C9433-5674-4BC9-A282-6D982E5B3065}"/>
              </a:ext>
            </a:extLst>
          </p:cNvPr>
          <p:cNvSpPr txBox="1"/>
          <p:nvPr/>
        </p:nvSpPr>
        <p:spPr>
          <a:xfrm>
            <a:off x="-397968" y="3240253"/>
            <a:ext cx="65" cy="276999"/>
          </a:xfrm>
          <a:prstGeom prst="rect">
            <a:avLst/>
          </a:prstGeom>
          <a:noFill/>
        </p:spPr>
        <p:txBody>
          <a:bodyPr wrap="none" lIns="0" tIns="0" rIns="0" bIns="0" rtlCol="0">
            <a:spAutoFit/>
          </a:bodyPr>
          <a:lstStyle/>
          <a:p>
            <a:endParaRPr lang="en-US" dirty="0"/>
          </a:p>
        </p:txBody>
      </p:sp>
      <p:sp>
        <p:nvSpPr>
          <p:cNvPr id="53" name="AutoShape 8">
            <a:extLst>
              <a:ext uri="{FF2B5EF4-FFF2-40B4-BE49-F238E27FC236}">
                <a16:creationId xmlns="" xmlns:a16="http://schemas.microsoft.com/office/drawing/2014/main" id="{CF9E5B87-43A1-4646-AE69-F01C6BAFAD06}"/>
              </a:ext>
            </a:extLst>
          </p:cNvPr>
          <p:cNvSpPr>
            <a:spLocks noChangeAspect="1" noChangeArrowheads="1"/>
          </p:cNvSpPr>
          <p:nvPr/>
        </p:nvSpPr>
        <p:spPr bwMode="gray">
          <a:xfrm>
            <a:off x="2792428" y="3918238"/>
            <a:ext cx="3931920" cy="473685"/>
          </a:xfrm>
          <a:prstGeom prst="roundRect">
            <a:avLst>
              <a:gd name="adj" fmla="val 50000"/>
            </a:avLst>
          </a:prstGeom>
          <a:gradFill flip="none" rotWithShape="1">
            <a:gsLst>
              <a:gs pos="0">
                <a:srgbClr val="B7E7FF">
                  <a:gamma/>
                  <a:tint val="0"/>
                  <a:invGamma/>
                </a:srgbClr>
              </a:gs>
              <a:gs pos="100000">
                <a:srgbClr val="B7E7FF"/>
              </a:gs>
            </a:gsLst>
            <a:lin ang="10800000" scaled="1"/>
            <a:tileRect/>
          </a:gradFill>
          <a:ln w="28575" algn="ctr">
            <a:solidFill>
              <a:srgbClr val="C4E59F"/>
            </a:solidFill>
            <a:round/>
            <a:headEnd/>
            <a:tailEnd/>
          </a:ln>
          <a:effectLst/>
        </p:spPr>
        <p:txBody>
          <a:bodyPr wrap="none" anchor="ctr"/>
          <a:lstStyle/>
          <a:p>
            <a:pPr algn="r" rtl="1" fontAlgn="base">
              <a:spcBef>
                <a:spcPct val="0"/>
              </a:spcBef>
              <a:spcAft>
                <a:spcPct val="0"/>
              </a:spcAft>
            </a:pPr>
            <a:r>
              <a:rPr lang="fa-IR" b="1">
                <a:cs typeface="B Nazanin" panose="00000400000000000000" pitchFamily="2" charset="-78"/>
              </a:rPr>
              <a:t>ولتاژ مدار باز (</a:t>
            </a:r>
            <a:r>
              <a:rPr lang="en-US" b="1" i="1">
                <a:latin typeface="Times New Roman" panose="02020603050405020304" pitchFamily="18" charset="0"/>
                <a:cs typeface="Times New Roman" panose="02020603050405020304" pitchFamily="18" charset="0"/>
              </a:rPr>
              <a:t>OCV</a:t>
            </a:r>
            <a:r>
              <a:rPr lang="fa-IR" b="1">
                <a:cs typeface="B Nazanin" panose="00000400000000000000" pitchFamily="2" charset="-78"/>
              </a:rPr>
              <a:t>)</a:t>
            </a:r>
            <a:endParaRPr lang="en-US" b="1" dirty="0">
              <a:solidFill>
                <a:srgbClr val="000000"/>
              </a:solidFill>
              <a:latin typeface="Times New Roman" panose="02020603050405020304" pitchFamily="18" charset="0"/>
              <a:cs typeface="B Nazanin" pitchFamily="2" charset="-78"/>
            </a:endParaRPr>
          </a:p>
        </p:txBody>
      </p:sp>
      <p:pic>
        <p:nvPicPr>
          <p:cNvPr id="5" name="Picture 4"/>
          <p:cNvPicPr>
            <a:picLocks noChangeAspect="1"/>
          </p:cNvPicPr>
          <p:nvPr/>
        </p:nvPicPr>
        <p:blipFill>
          <a:blip r:embed="rId3"/>
          <a:stretch>
            <a:fillRect/>
          </a:stretch>
        </p:blipFill>
        <p:spPr>
          <a:xfrm>
            <a:off x="477025" y="1438854"/>
            <a:ext cx="1838325" cy="1933575"/>
          </a:xfrm>
          <a:prstGeom prst="rect">
            <a:avLst/>
          </a:prstGeom>
        </p:spPr>
      </p:pic>
      <p:sp>
        <p:nvSpPr>
          <p:cNvPr id="120" name="AutoShape 2">
            <a:extLst>
              <a:ext uri="{FF2B5EF4-FFF2-40B4-BE49-F238E27FC236}">
                <a16:creationId xmlns="" xmlns:a16="http://schemas.microsoft.com/office/drawing/2014/main" id="{497A908A-E454-4B9F-A07D-96505D4C7818}"/>
              </a:ext>
            </a:extLst>
          </p:cNvPr>
          <p:cNvSpPr>
            <a:spLocks noChangeAspect="1" noChangeArrowheads="1"/>
          </p:cNvSpPr>
          <p:nvPr/>
        </p:nvSpPr>
        <p:spPr bwMode="ltGray">
          <a:xfrm rot="16200000" flipH="1">
            <a:off x="6766228" y="1705000"/>
            <a:ext cx="4824413" cy="4770438"/>
          </a:xfrm>
          <a:custGeom>
            <a:avLst/>
            <a:gdLst>
              <a:gd name="G0" fmla="+- 10478 0 0"/>
              <a:gd name="G1" fmla="+- -11739500 0 0"/>
              <a:gd name="G2" fmla="+- 0 0 -11739500"/>
              <a:gd name="T0" fmla="*/ 0 256 1"/>
              <a:gd name="T1" fmla="*/ 180 256 1"/>
              <a:gd name="G3" fmla="+- -11739500 T0 T1"/>
              <a:gd name="T2" fmla="*/ 0 256 1"/>
              <a:gd name="T3" fmla="*/ 90 256 1"/>
              <a:gd name="G4" fmla="+- -11739500 T2 T3"/>
              <a:gd name="G5" fmla="*/ G4 2 1"/>
              <a:gd name="T4" fmla="*/ 90 256 1"/>
              <a:gd name="T5" fmla="*/ 0 256 1"/>
              <a:gd name="G6" fmla="+- -11739500 T4 T5"/>
              <a:gd name="G7" fmla="*/ G6 2 1"/>
              <a:gd name="G8" fmla="abs -11739500"/>
              <a:gd name="T6" fmla="*/ 0 256 1"/>
              <a:gd name="T7" fmla="*/ 90 256 1"/>
              <a:gd name="G9" fmla="+- G8 T6 T7"/>
              <a:gd name="G10" fmla="?: G9 G7 G5"/>
              <a:gd name="T8" fmla="*/ 0 256 1"/>
              <a:gd name="T9" fmla="*/ 360 256 1"/>
              <a:gd name="G11" fmla="+- G10 T8 T9"/>
              <a:gd name="G12" fmla="?: G10 G11 G10"/>
              <a:gd name="T10" fmla="*/ 0 256 1"/>
              <a:gd name="T11" fmla="*/ 360 256 1"/>
              <a:gd name="G13" fmla="+- G12 T10 T11"/>
              <a:gd name="G14" fmla="?: G12 G13 G12"/>
              <a:gd name="G15" fmla="+- 0 0 G14"/>
              <a:gd name="G16" fmla="+- 10800 0 0"/>
              <a:gd name="G17" fmla="+- 10800 0 10478"/>
              <a:gd name="G18" fmla="*/ 10478 1 2"/>
              <a:gd name="G19" fmla="+- G18 5400 0"/>
              <a:gd name="G20" fmla="cos G19 -11739500"/>
              <a:gd name="G21" fmla="sin G19 -11739500"/>
              <a:gd name="G22" fmla="+- G20 10800 0"/>
              <a:gd name="G23" fmla="+- G21 10800 0"/>
              <a:gd name="G24" fmla="+- 10800 0 G20"/>
              <a:gd name="G25" fmla="+- 10478 10800 0"/>
              <a:gd name="G26" fmla="?: G9 G17 G25"/>
              <a:gd name="G27" fmla="?: G9 0 21600"/>
              <a:gd name="G28" fmla="cos 10800 -11739500"/>
              <a:gd name="G29" fmla="sin 10800 -11739500"/>
              <a:gd name="G30" fmla="sin 10478 -11739500"/>
              <a:gd name="G31" fmla="+- G28 10800 0"/>
              <a:gd name="G32" fmla="+- G29 10800 0"/>
              <a:gd name="G33" fmla="+- G30 10800 0"/>
              <a:gd name="G34" fmla="?: G4 0 G31"/>
              <a:gd name="G35" fmla="?: -11739500 G34 0"/>
              <a:gd name="G36" fmla="?: G6 G35 G31"/>
              <a:gd name="G37" fmla="+- 21600 0 G36"/>
              <a:gd name="G38" fmla="?: G4 0 G33"/>
              <a:gd name="G39" fmla="?: -11739500 G38 G32"/>
              <a:gd name="G40" fmla="?: G6 G39 0"/>
              <a:gd name="G41" fmla="?: G4 G32 21600"/>
              <a:gd name="G42" fmla="?: G6 G41 G33"/>
              <a:gd name="T12" fmla="*/ 10800 w 21600"/>
              <a:gd name="T13" fmla="*/ 0 h 21600"/>
              <a:gd name="T14" fmla="*/ 162 w 21600"/>
              <a:gd name="T15" fmla="*/ 10638 h 21600"/>
              <a:gd name="T16" fmla="*/ 10800 w 21600"/>
              <a:gd name="T17" fmla="*/ 322 h 21600"/>
              <a:gd name="T18" fmla="*/ 21438 w 21600"/>
              <a:gd name="T19" fmla="*/ 10638 h 21600"/>
              <a:gd name="T20" fmla="*/ G36 w 21600"/>
              <a:gd name="T21" fmla="*/ G40 h 21600"/>
              <a:gd name="T22" fmla="*/ G37 w 21600"/>
              <a:gd name="T23" fmla="*/ G42 h 21600"/>
            </a:gdLst>
            <a:ahLst/>
            <a:cxnLst>
              <a:cxn ang="0">
                <a:pos x="T12" y="T13"/>
              </a:cxn>
              <a:cxn ang="0">
                <a:pos x="T14" y="T15"/>
              </a:cxn>
              <a:cxn ang="0">
                <a:pos x="T16" y="T17"/>
              </a:cxn>
              <a:cxn ang="0">
                <a:pos x="T18" y="T19"/>
              </a:cxn>
            </a:cxnLst>
            <a:rect l="T20" t="T21" r="T22" b="T23"/>
            <a:pathLst>
              <a:path w="21600" h="21600">
                <a:moveTo>
                  <a:pt x="323" y="10641"/>
                </a:moveTo>
                <a:cubicBezTo>
                  <a:pt x="410" y="4916"/>
                  <a:pt x="5075" y="321"/>
                  <a:pt x="10800" y="322"/>
                </a:cubicBezTo>
                <a:cubicBezTo>
                  <a:pt x="16524" y="322"/>
                  <a:pt x="21189" y="4916"/>
                  <a:pt x="21276" y="10641"/>
                </a:cubicBezTo>
                <a:lnTo>
                  <a:pt x="21598" y="10636"/>
                </a:lnTo>
                <a:cubicBezTo>
                  <a:pt x="21509" y="4736"/>
                  <a:pt x="16700" y="-1"/>
                  <a:pt x="10799" y="0"/>
                </a:cubicBezTo>
                <a:cubicBezTo>
                  <a:pt x="4899" y="0"/>
                  <a:pt x="90" y="4736"/>
                  <a:pt x="1" y="10636"/>
                </a:cubicBezTo>
                <a:close/>
              </a:path>
            </a:pathLst>
          </a:custGeom>
          <a:gradFill rotWithShape="0">
            <a:gsLst>
              <a:gs pos="0">
                <a:srgbClr val="B0BAD8">
                  <a:gamma/>
                  <a:tint val="45490"/>
                  <a:invGamma/>
                </a:srgbClr>
              </a:gs>
              <a:gs pos="100000">
                <a:srgbClr val="B0BAD8"/>
              </a:gs>
            </a:gsLst>
            <a:lin ang="0" scaled="1"/>
          </a:gradFill>
          <a:ln w="9525" algn="ctr">
            <a:noFill/>
            <a:miter lim="800000"/>
            <a:headEnd/>
            <a:tailEnd/>
          </a:ln>
          <a:effectLst/>
        </p:spPr>
        <p:txBody>
          <a:bodyPr wrap="none" anchor="ct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endParaRPr>
          </a:p>
        </p:txBody>
      </p:sp>
      <p:sp>
        <p:nvSpPr>
          <p:cNvPr id="121" name="AutoShape 3">
            <a:extLst>
              <a:ext uri="{FF2B5EF4-FFF2-40B4-BE49-F238E27FC236}">
                <a16:creationId xmlns="" xmlns:a16="http://schemas.microsoft.com/office/drawing/2014/main" id="{481E592A-A902-40E8-8D57-EEB2C886C06E}"/>
              </a:ext>
            </a:extLst>
          </p:cNvPr>
          <p:cNvSpPr>
            <a:spLocks noChangeAspect="1" noChangeArrowheads="1"/>
          </p:cNvSpPr>
          <p:nvPr/>
        </p:nvSpPr>
        <p:spPr bwMode="ltGray">
          <a:xfrm rot="16200000">
            <a:off x="7127876" y="2140768"/>
            <a:ext cx="4032250" cy="3929063"/>
          </a:xfrm>
          <a:custGeom>
            <a:avLst/>
            <a:gdLst>
              <a:gd name="G0" fmla="+- 56 0 0"/>
              <a:gd name="G1" fmla="+- 11796480 0 0"/>
              <a:gd name="G2" fmla="+- 0 0 11796480"/>
              <a:gd name="T0" fmla="*/ 0 256 1"/>
              <a:gd name="T1" fmla="*/ 180 256 1"/>
              <a:gd name="G3" fmla="+- 11796480 T0 T1"/>
              <a:gd name="T2" fmla="*/ 0 256 1"/>
              <a:gd name="T3" fmla="*/ 90 256 1"/>
              <a:gd name="G4" fmla="+- 11796480 T2 T3"/>
              <a:gd name="G5" fmla="*/ G4 2 1"/>
              <a:gd name="T4" fmla="*/ 90 256 1"/>
              <a:gd name="T5" fmla="*/ 0 256 1"/>
              <a:gd name="G6" fmla="+- 11796480 T4 T5"/>
              <a:gd name="G7" fmla="*/ G6 2 1"/>
              <a:gd name="G8" fmla="abs 11796480"/>
              <a:gd name="T6" fmla="*/ 0 256 1"/>
              <a:gd name="T7" fmla="*/ 90 256 1"/>
              <a:gd name="G9" fmla="+- G8 T6 T7"/>
              <a:gd name="G10" fmla="?: G9 G7 G5"/>
              <a:gd name="T8" fmla="*/ 0 256 1"/>
              <a:gd name="T9" fmla="*/ 360 256 1"/>
              <a:gd name="G11" fmla="+- G10 T8 T9"/>
              <a:gd name="G12" fmla="?: G10 G11 G10"/>
              <a:gd name="T10" fmla="*/ 0 256 1"/>
              <a:gd name="T11" fmla="*/ 360 256 1"/>
              <a:gd name="G13" fmla="+- G12 T10 T11"/>
              <a:gd name="G14" fmla="?: G12 G13 G12"/>
              <a:gd name="G15" fmla="+- 0 0 G14"/>
              <a:gd name="G16" fmla="+- 10800 0 0"/>
              <a:gd name="G17" fmla="+- 10800 0 56"/>
              <a:gd name="G18" fmla="*/ 56 1 2"/>
              <a:gd name="G19" fmla="+- G18 5400 0"/>
              <a:gd name="G20" fmla="cos G19 11796480"/>
              <a:gd name="G21" fmla="sin G19 11796480"/>
              <a:gd name="G22" fmla="+- G20 10800 0"/>
              <a:gd name="G23" fmla="+- G21 10800 0"/>
              <a:gd name="G24" fmla="+- 10800 0 G20"/>
              <a:gd name="G25" fmla="+- 56 10800 0"/>
              <a:gd name="G26" fmla="?: G9 G17 G25"/>
              <a:gd name="G27" fmla="?: G9 0 21600"/>
              <a:gd name="G28" fmla="cos 10800 11796480"/>
              <a:gd name="G29" fmla="sin 10800 11796480"/>
              <a:gd name="G30" fmla="sin 56 11796480"/>
              <a:gd name="G31" fmla="+- G28 10800 0"/>
              <a:gd name="G32" fmla="+- G29 10800 0"/>
              <a:gd name="G33" fmla="+- G30 10800 0"/>
              <a:gd name="G34" fmla="?: G4 0 G31"/>
              <a:gd name="G35" fmla="?: 11796480 G34 0"/>
              <a:gd name="G36" fmla="?: G6 G35 G31"/>
              <a:gd name="G37" fmla="+- 21600 0 G36"/>
              <a:gd name="G38" fmla="?: G4 0 G33"/>
              <a:gd name="G39" fmla="?: 11796480 G38 G32"/>
              <a:gd name="G40" fmla="?: G6 G39 0"/>
              <a:gd name="G41" fmla="?: G4 G32 21600"/>
              <a:gd name="G42" fmla="?: G6 G41 G33"/>
              <a:gd name="T12" fmla="*/ 10800 w 21600"/>
              <a:gd name="T13" fmla="*/ 0 h 21600"/>
              <a:gd name="T14" fmla="*/ 5372 w 21600"/>
              <a:gd name="T15" fmla="*/ 10800 h 21600"/>
              <a:gd name="T16" fmla="*/ 10800 w 21600"/>
              <a:gd name="T17" fmla="*/ 10744 h 21600"/>
              <a:gd name="T18" fmla="*/ 16228 w 21600"/>
              <a:gd name="T19" fmla="*/ 10800 h 21600"/>
              <a:gd name="T20" fmla="*/ G36 w 21600"/>
              <a:gd name="T21" fmla="*/ G40 h 21600"/>
              <a:gd name="T22" fmla="*/ G37 w 21600"/>
              <a:gd name="T23" fmla="*/ G42 h 21600"/>
            </a:gdLst>
            <a:ahLst/>
            <a:cxnLst>
              <a:cxn ang="0">
                <a:pos x="T12" y="T13"/>
              </a:cxn>
              <a:cxn ang="0">
                <a:pos x="T14" y="T15"/>
              </a:cxn>
              <a:cxn ang="0">
                <a:pos x="T16" y="T17"/>
              </a:cxn>
              <a:cxn ang="0">
                <a:pos x="T18" y="T19"/>
              </a:cxn>
            </a:cxnLst>
            <a:rect l="T20" t="T21" r="T22" b="T23"/>
            <a:pathLst>
              <a:path w="21600" h="21600">
                <a:moveTo>
                  <a:pt x="10744" y="10800"/>
                </a:moveTo>
                <a:cubicBezTo>
                  <a:pt x="10744" y="10769"/>
                  <a:pt x="10769" y="10744"/>
                  <a:pt x="10800" y="10744"/>
                </a:cubicBezTo>
                <a:cubicBezTo>
                  <a:pt x="10830" y="10743"/>
                  <a:pt x="10855" y="10769"/>
                  <a:pt x="10856" y="10799"/>
                </a:cubicBezTo>
                <a:lnTo>
                  <a:pt x="21600" y="10800"/>
                </a:lnTo>
                <a:cubicBezTo>
                  <a:pt x="21600" y="4835"/>
                  <a:pt x="16764" y="0"/>
                  <a:pt x="10800" y="0"/>
                </a:cubicBezTo>
                <a:cubicBezTo>
                  <a:pt x="4835" y="0"/>
                  <a:pt x="0" y="4835"/>
                  <a:pt x="0" y="10800"/>
                </a:cubicBezTo>
                <a:close/>
              </a:path>
            </a:pathLst>
          </a:custGeom>
          <a:gradFill rotWithShape="0">
            <a:gsLst>
              <a:gs pos="0">
                <a:srgbClr val="B8CCFE">
                  <a:gamma/>
                  <a:tint val="39216"/>
                  <a:invGamma/>
                </a:srgbClr>
              </a:gs>
              <a:gs pos="100000">
                <a:srgbClr val="B8CCFE"/>
              </a:gs>
            </a:gsLst>
            <a:lin ang="0" scaled="1"/>
          </a:gradFill>
          <a:ln w="0" algn="ctr">
            <a:noFill/>
            <a:miter lim="800000"/>
            <a:headEnd/>
            <a:tailEnd/>
          </a:ln>
          <a:effectLst/>
        </p:spPr>
        <p:txBody>
          <a:bodyPr wrap="none" anchor="ct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endParaRPr>
          </a:p>
        </p:txBody>
      </p:sp>
      <p:sp>
        <p:nvSpPr>
          <p:cNvPr id="123" name="AutoShape 6">
            <a:extLst>
              <a:ext uri="{FF2B5EF4-FFF2-40B4-BE49-F238E27FC236}">
                <a16:creationId xmlns="" xmlns:a16="http://schemas.microsoft.com/office/drawing/2014/main" id="{1F8AE669-1568-4178-BF56-57E58EA0C127}"/>
              </a:ext>
            </a:extLst>
          </p:cNvPr>
          <p:cNvSpPr>
            <a:spLocks noChangeAspect="1" noChangeArrowheads="1"/>
          </p:cNvSpPr>
          <p:nvPr/>
        </p:nvSpPr>
        <p:spPr bwMode="gray">
          <a:xfrm>
            <a:off x="3350973" y="5518299"/>
            <a:ext cx="3931920" cy="447659"/>
          </a:xfrm>
          <a:prstGeom prst="roundRect">
            <a:avLst>
              <a:gd name="adj" fmla="val 50000"/>
            </a:avLst>
          </a:prstGeom>
          <a:gradFill flip="none" rotWithShape="1">
            <a:gsLst>
              <a:gs pos="0">
                <a:srgbClr val="B7E7FF">
                  <a:gamma/>
                  <a:tint val="0"/>
                  <a:invGamma/>
                </a:srgbClr>
              </a:gs>
              <a:gs pos="100000">
                <a:srgbClr val="B7E7FF"/>
              </a:gs>
            </a:gsLst>
            <a:lin ang="10800000" scaled="1"/>
            <a:tileRect/>
          </a:gradFill>
          <a:ln w="28575" algn="ctr">
            <a:solidFill>
              <a:srgbClr val="C4E59F"/>
            </a:solidFill>
            <a:round/>
            <a:headEnd/>
            <a:tailEnd/>
          </a:ln>
          <a:effectLst/>
        </p:spPr>
        <p:txBody>
          <a:bodyPr wrap="none" anchor="ctr"/>
          <a:lstStyle/>
          <a:p>
            <a:pPr algn="r" rtl="1" fontAlgn="base">
              <a:spcBef>
                <a:spcPct val="0"/>
              </a:spcBef>
              <a:spcAft>
                <a:spcPct val="0"/>
              </a:spcAft>
            </a:pPr>
            <a:r>
              <a:rPr lang="fa-IR" b="1" dirty="0">
                <a:solidFill>
                  <a:srgbClr val="000000"/>
                </a:solidFill>
                <a:latin typeface="Times New Roman" panose="02020603050405020304" pitchFamily="18" charset="0"/>
                <a:cs typeface="B Nazanin" pitchFamily="2" charset="-78"/>
              </a:rPr>
              <a:t>مبتنی بر مدل</a:t>
            </a:r>
            <a:endParaRPr lang="en-US" b="1" dirty="0">
              <a:solidFill>
                <a:srgbClr val="000000"/>
              </a:solidFill>
              <a:latin typeface="Times New Roman" panose="02020603050405020304" pitchFamily="18" charset="0"/>
              <a:cs typeface="B Nazanin" pitchFamily="2" charset="-78"/>
            </a:endParaRPr>
          </a:p>
        </p:txBody>
      </p:sp>
      <p:sp>
        <p:nvSpPr>
          <p:cNvPr id="125" name="AutoShape 8">
            <a:extLst>
              <a:ext uri="{FF2B5EF4-FFF2-40B4-BE49-F238E27FC236}">
                <a16:creationId xmlns="" xmlns:a16="http://schemas.microsoft.com/office/drawing/2014/main" id="{CF9E5B87-43A1-4646-AE69-F01C6BAFAD06}"/>
              </a:ext>
            </a:extLst>
          </p:cNvPr>
          <p:cNvSpPr>
            <a:spLocks noChangeAspect="1" noChangeArrowheads="1"/>
          </p:cNvSpPr>
          <p:nvPr/>
        </p:nvSpPr>
        <p:spPr bwMode="gray">
          <a:xfrm>
            <a:off x="3387068" y="2347178"/>
            <a:ext cx="3931920" cy="444685"/>
          </a:xfrm>
          <a:prstGeom prst="roundRect">
            <a:avLst>
              <a:gd name="adj" fmla="val 50000"/>
            </a:avLst>
          </a:prstGeom>
          <a:gradFill flip="none" rotWithShape="1">
            <a:gsLst>
              <a:gs pos="0">
                <a:srgbClr val="B7E7FF">
                  <a:gamma/>
                  <a:tint val="0"/>
                  <a:invGamma/>
                </a:srgbClr>
              </a:gs>
              <a:gs pos="100000">
                <a:srgbClr val="B7E7FF"/>
              </a:gs>
            </a:gsLst>
            <a:lin ang="10800000" scaled="1"/>
            <a:tileRect/>
          </a:gradFill>
          <a:ln w="28575" algn="ctr">
            <a:solidFill>
              <a:srgbClr val="C4E59F"/>
            </a:solidFill>
            <a:round/>
            <a:headEnd/>
            <a:tailEnd/>
          </a:ln>
          <a:effectLst/>
        </p:spPr>
        <p:txBody>
          <a:bodyPr wrap="none" anchor="ctr"/>
          <a:lstStyle/>
          <a:p>
            <a:pPr algn="r" rtl="1" fontAlgn="base">
              <a:spcBef>
                <a:spcPct val="0"/>
              </a:spcBef>
              <a:spcAft>
                <a:spcPct val="0"/>
              </a:spcAft>
            </a:pPr>
            <a:r>
              <a:rPr lang="fa-IR" b="1" dirty="0">
                <a:cs typeface="B Nazanin" panose="00000400000000000000" pitchFamily="2" charset="-78"/>
              </a:rPr>
              <a:t>شمارش کولن</a:t>
            </a:r>
            <a:endParaRPr lang="en-US" b="1" dirty="0">
              <a:solidFill>
                <a:srgbClr val="000000"/>
              </a:solidFill>
              <a:latin typeface="Times New Roman" panose="02020603050405020304" pitchFamily="18" charset="0"/>
              <a:cs typeface="B Nazanin" pitchFamily="2" charset="-78"/>
            </a:endParaRPr>
          </a:p>
        </p:txBody>
      </p:sp>
      <p:sp>
        <p:nvSpPr>
          <p:cNvPr id="154" name="TextBox 153">
            <a:extLst>
              <a:ext uri="{FF2B5EF4-FFF2-40B4-BE49-F238E27FC236}">
                <a16:creationId xmlns="" xmlns:a16="http://schemas.microsoft.com/office/drawing/2014/main" id="{0D7C9433-5674-4BC9-A282-6D982E5B3065}"/>
              </a:ext>
            </a:extLst>
          </p:cNvPr>
          <p:cNvSpPr txBox="1"/>
          <p:nvPr/>
        </p:nvSpPr>
        <p:spPr>
          <a:xfrm>
            <a:off x="4118977" y="2973412"/>
            <a:ext cx="65" cy="276999"/>
          </a:xfrm>
          <a:prstGeom prst="rect">
            <a:avLst/>
          </a:prstGeom>
          <a:noFill/>
        </p:spPr>
        <p:txBody>
          <a:bodyPr wrap="none" lIns="0" tIns="0" rIns="0" bIns="0" rtlCol="0">
            <a:spAutoFit/>
          </a:bodyPr>
          <a:lstStyle/>
          <a:p>
            <a:endParaRPr lang="en-US" dirty="0"/>
          </a:p>
        </p:txBody>
      </p:sp>
      <p:grpSp>
        <p:nvGrpSpPr>
          <p:cNvPr id="64" name="Group 23">
            <a:extLst>
              <a:ext uri="{FF2B5EF4-FFF2-40B4-BE49-F238E27FC236}">
                <a16:creationId xmlns="" xmlns:a16="http://schemas.microsoft.com/office/drawing/2014/main" id="{A77ECBC8-8907-49C6-B868-8715395CD4AB}"/>
              </a:ext>
            </a:extLst>
          </p:cNvPr>
          <p:cNvGrpSpPr>
            <a:grpSpLocks noChangeAspect="1"/>
          </p:cNvGrpSpPr>
          <p:nvPr/>
        </p:nvGrpSpPr>
        <p:grpSpPr bwMode="auto">
          <a:xfrm>
            <a:off x="6567366" y="3960617"/>
            <a:ext cx="381000" cy="381000"/>
            <a:chOff x="2078" y="1680"/>
            <a:chExt cx="1615" cy="1615"/>
          </a:xfrm>
        </p:grpSpPr>
        <p:sp>
          <p:nvSpPr>
            <p:cNvPr id="65" name="Oval 24">
              <a:extLst>
                <a:ext uri="{FF2B5EF4-FFF2-40B4-BE49-F238E27FC236}">
                  <a16:creationId xmlns="" xmlns:a16="http://schemas.microsoft.com/office/drawing/2014/main" id="{1501B9F0-1BD0-4587-A5DA-8504002448CD}"/>
                </a:ext>
              </a:extLst>
            </p:cNvPr>
            <p:cNvSpPr>
              <a:spLocks noChangeArrowheads="1"/>
            </p:cNvSpPr>
            <p:nvPr/>
          </p:nvSpPr>
          <p:spPr bwMode="gray">
            <a:xfrm>
              <a:off x="2078" y="1680"/>
              <a:ext cx="1615" cy="1615"/>
            </a:xfrm>
            <a:prstGeom prst="ellipse">
              <a:avLst/>
            </a:prstGeom>
            <a:gradFill rotWithShape="1">
              <a:gsLst>
                <a:gs pos="0">
                  <a:srgbClr val="FFFFFF">
                    <a:gamma/>
                    <a:shade val="46275"/>
                    <a:invGamma/>
                  </a:srgbClr>
                </a:gs>
                <a:gs pos="50000">
                  <a:srgbClr val="FFFFFF"/>
                </a:gs>
                <a:gs pos="100000">
                  <a:srgbClr val="FFFFFF">
                    <a:gamma/>
                    <a:shade val="46275"/>
                    <a:invGamma/>
                  </a:srgbClr>
                </a:gs>
              </a:gsLst>
              <a:lin ang="5400000" scaled="1"/>
            </a:gradFill>
            <a:ln w="57150" algn="ctr">
              <a:noFill/>
              <a:round/>
              <a:headEnd/>
              <a:tailEnd/>
            </a:ln>
            <a:effectLst/>
          </p:spPr>
          <p:txBody>
            <a:bodyPr wrap="none" anchor="ct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latin typeface="Arial" pitchFamily="34" charset="0"/>
              </a:endParaRPr>
            </a:p>
          </p:txBody>
        </p:sp>
        <p:sp>
          <p:nvSpPr>
            <p:cNvPr id="66" name="Oval 25">
              <a:extLst>
                <a:ext uri="{FF2B5EF4-FFF2-40B4-BE49-F238E27FC236}">
                  <a16:creationId xmlns="" xmlns:a16="http://schemas.microsoft.com/office/drawing/2014/main" id="{909C959D-95E6-47AB-BA03-A36E5558C646}"/>
                </a:ext>
              </a:extLst>
            </p:cNvPr>
            <p:cNvSpPr>
              <a:spLocks noChangeArrowheads="1"/>
            </p:cNvSpPr>
            <p:nvPr/>
          </p:nvSpPr>
          <p:spPr bwMode="gray">
            <a:xfrm>
              <a:off x="2170" y="1771"/>
              <a:ext cx="1430" cy="1430"/>
            </a:xfrm>
            <a:prstGeom prst="ellipse">
              <a:avLst/>
            </a:prstGeom>
            <a:gradFill rotWithShape="1">
              <a:gsLst>
                <a:gs pos="0">
                  <a:srgbClr val="FFFFFF">
                    <a:gamma/>
                    <a:shade val="63529"/>
                    <a:invGamma/>
                  </a:srgbClr>
                </a:gs>
                <a:gs pos="50000">
                  <a:srgbClr val="FFFFFF"/>
                </a:gs>
                <a:gs pos="100000">
                  <a:srgbClr val="FFFFFF">
                    <a:gamma/>
                    <a:shade val="63529"/>
                    <a:invGamma/>
                  </a:srgbClr>
                </a:gs>
              </a:gsLst>
              <a:lin ang="0" scaled="1"/>
            </a:gradFill>
            <a:ln w="9525" algn="ctr">
              <a:noFill/>
              <a:round/>
              <a:headEnd/>
              <a:tailEnd/>
            </a:ln>
            <a:effectLst/>
          </p:spPr>
          <p:txBody>
            <a:bodyPr wrap="none" anchor="ct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latin typeface="Arial" pitchFamily="34" charset="0"/>
              </a:endParaRPr>
            </a:p>
          </p:txBody>
        </p:sp>
        <p:sp>
          <p:nvSpPr>
            <p:cNvPr id="67" name="Oval 26">
              <a:extLst>
                <a:ext uri="{FF2B5EF4-FFF2-40B4-BE49-F238E27FC236}">
                  <a16:creationId xmlns="" xmlns:a16="http://schemas.microsoft.com/office/drawing/2014/main" id="{DBE4DAAC-D3AA-4C03-8635-E677788322CA}"/>
                </a:ext>
              </a:extLst>
            </p:cNvPr>
            <p:cNvSpPr>
              <a:spLocks noChangeArrowheads="1"/>
            </p:cNvSpPr>
            <p:nvPr/>
          </p:nvSpPr>
          <p:spPr bwMode="gray">
            <a:xfrm>
              <a:off x="2254" y="1856"/>
              <a:ext cx="1262" cy="1264"/>
            </a:xfrm>
            <a:prstGeom prst="ellipse">
              <a:avLst/>
            </a:prstGeom>
            <a:gradFill rotWithShape="1">
              <a:gsLst>
                <a:gs pos="0">
                  <a:srgbClr val="8AD4CD">
                    <a:gamma/>
                    <a:tint val="0"/>
                    <a:invGamma/>
                  </a:srgbClr>
                </a:gs>
                <a:gs pos="50000">
                  <a:srgbClr val="8AD4CD"/>
                </a:gs>
                <a:gs pos="100000">
                  <a:srgbClr val="8AD4CD">
                    <a:gamma/>
                    <a:tint val="0"/>
                    <a:invGamma/>
                  </a:srgbClr>
                </a:gs>
              </a:gsLst>
              <a:lin ang="2700000" scaled="1"/>
            </a:gradFill>
            <a:ln w="38100" algn="ctr">
              <a:noFill/>
              <a:round/>
              <a:headEnd/>
              <a:tailEnd/>
            </a:ln>
            <a:effectLst/>
          </p:spPr>
          <p:txBody>
            <a:bodyPr wrap="none" anchor="ctr">
              <a:spAutoFit/>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latin typeface="Arial" pitchFamily="34" charset="0"/>
              </a:endParaRPr>
            </a:p>
          </p:txBody>
        </p:sp>
        <p:sp>
          <p:nvSpPr>
            <p:cNvPr id="68" name="Oval 27">
              <a:extLst>
                <a:ext uri="{FF2B5EF4-FFF2-40B4-BE49-F238E27FC236}">
                  <a16:creationId xmlns="" xmlns:a16="http://schemas.microsoft.com/office/drawing/2014/main" id="{503A22F7-588D-4C3B-990F-521D103C8785}"/>
                </a:ext>
              </a:extLst>
            </p:cNvPr>
            <p:cNvSpPr>
              <a:spLocks noChangeArrowheads="1"/>
            </p:cNvSpPr>
            <p:nvPr/>
          </p:nvSpPr>
          <p:spPr bwMode="gray">
            <a:xfrm>
              <a:off x="2254" y="1856"/>
              <a:ext cx="1262" cy="1264"/>
            </a:xfrm>
            <a:prstGeom prst="ellipse">
              <a:avLst/>
            </a:prstGeom>
            <a:gradFill rotWithShape="1">
              <a:gsLst>
                <a:gs pos="0">
                  <a:srgbClr val="21B3E1"/>
                </a:gs>
                <a:gs pos="100000">
                  <a:srgbClr val="21B3E1">
                    <a:gamma/>
                    <a:shade val="46275"/>
                    <a:invGamma/>
                  </a:srgbClr>
                </a:gs>
              </a:gsLst>
              <a:lin ang="5400000" scaled="1"/>
            </a:gradFill>
            <a:ln w="38100" algn="ctr">
              <a:noFill/>
              <a:round/>
              <a:headEnd/>
              <a:tailEnd/>
            </a:ln>
            <a:effectLst/>
          </p:spPr>
          <p:txBody>
            <a:bodyPr wrap="none" anchor="ctr">
              <a:spAutoFit/>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latin typeface="Arial" pitchFamily="34" charset="0"/>
              </a:endParaRPr>
            </a:p>
          </p:txBody>
        </p:sp>
        <p:sp>
          <p:nvSpPr>
            <p:cNvPr id="69" name="Oval 28">
              <a:extLst>
                <a:ext uri="{FF2B5EF4-FFF2-40B4-BE49-F238E27FC236}">
                  <a16:creationId xmlns="" xmlns:a16="http://schemas.microsoft.com/office/drawing/2014/main" id="{DB14B947-3B24-4D3C-8BA6-1CDE3B23E877}"/>
                </a:ext>
              </a:extLst>
            </p:cNvPr>
            <p:cNvSpPr>
              <a:spLocks noChangeArrowheads="1"/>
            </p:cNvSpPr>
            <p:nvPr/>
          </p:nvSpPr>
          <p:spPr bwMode="gray">
            <a:xfrm>
              <a:off x="2337" y="1939"/>
              <a:ext cx="1096" cy="1098"/>
            </a:xfrm>
            <a:prstGeom prst="ellipse">
              <a:avLst/>
            </a:prstGeom>
            <a:gradFill rotWithShape="1">
              <a:gsLst>
                <a:gs pos="0">
                  <a:srgbClr val="8AD4CD">
                    <a:gamma/>
                    <a:shade val="54118"/>
                    <a:invGamma/>
                  </a:srgbClr>
                </a:gs>
                <a:gs pos="50000">
                  <a:srgbClr val="8AD4CD"/>
                </a:gs>
                <a:gs pos="100000">
                  <a:srgbClr val="8AD4CD">
                    <a:gamma/>
                    <a:shade val="54118"/>
                    <a:invGamma/>
                  </a:srgbClr>
                </a:gs>
              </a:gsLst>
              <a:lin ang="18900000" scaled="1"/>
            </a:gradFill>
            <a:ln w="38100" algn="ctr">
              <a:noFill/>
              <a:round/>
              <a:headEnd/>
              <a:tailEnd/>
            </a:ln>
            <a:effectLst/>
          </p:spPr>
          <p:txBody>
            <a:bodyPr anchor="ctr">
              <a:spAutoFit/>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latin typeface="Arial" pitchFamily="34" charset="0"/>
              </a:endParaRPr>
            </a:p>
          </p:txBody>
        </p:sp>
        <p:sp>
          <p:nvSpPr>
            <p:cNvPr id="70" name="Oval 29">
              <a:extLst>
                <a:ext uri="{FF2B5EF4-FFF2-40B4-BE49-F238E27FC236}">
                  <a16:creationId xmlns="" xmlns:a16="http://schemas.microsoft.com/office/drawing/2014/main" id="{EC52A3D0-6BC6-4E5D-88F2-AA4F423555B2}"/>
                </a:ext>
              </a:extLst>
            </p:cNvPr>
            <p:cNvSpPr>
              <a:spLocks noChangeArrowheads="1"/>
            </p:cNvSpPr>
            <p:nvPr/>
          </p:nvSpPr>
          <p:spPr bwMode="gray">
            <a:xfrm>
              <a:off x="2337" y="1939"/>
              <a:ext cx="1096" cy="1098"/>
            </a:xfrm>
            <a:prstGeom prst="ellipse">
              <a:avLst/>
            </a:prstGeom>
            <a:gradFill rotWithShape="1">
              <a:gsLst>
                <a:gs pos="0">
                  <a:srgbClr val="21B3E1"/>
                </a:gs>
                <a:gs pos="100000">
                  <a:srgbClr val="21B3E1">
                    <a:gamma/>
                    <a:shade val="48627"/>
                    <a:invGamma/>
                  </a:srgbClr>
                </a:gs>
              </a:gsLst>
              <a:lin ang="2700000" scaled="1"/>
            </a:gradFill>
            <a:ln w="38100" algn="ctr">
              <a:noFill/>
              <a:round/>
              <a:headEnd/>
              <a:tailEnd/>
            </a:ln>
            <a:effectLst/>
          </p:spPr>
          <p:txBody>
            <a:bodyPr anchor="ctr">
              <a:spAutoFit/>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latin typeface="Arial" pitchFamily="34" charset="0"/>
              </a:endParaRPr>
            </a:p>
          </p:txBody>
        </p:sp>
      </p:grpSp>
      <p:grpSp>
        <p:nvGrpSpPr>
          <p:cNvPr id="163" name="Group 23">
            <a:extLst>
              <a:ext uri="{FF2B5EF4-FFF2-40B4-BE49-F238E27FC236}">
                <a16:creationId xmlns="" xmlns:a16="http://schemas.microsoft.com/office/drawing/2014/main" id="{A77ECBC8-8907-49C6-B868-8715395CD4AB}"/>
              </a:ext>
            </a:extLst>
          </p:cNvPr>
          <p:cNvGrpSpPr>
            <a:grpSpLocks noChangeAspect="1"/>
          </p:cNvGrpSpPr>
          <p:nvPr/>
        </p:nvGrpSpPr>
        <p:grpSpPr bwMode="auto">
          <a:xfrm>
            <a:off x="7176028" y="2382615"/>
            <a:ext cx="381000" cy="381000"/>
            <a:chOff x="2078" y="1680"/>
            <a:chExt cx="1615" cy="1615"/>
          </a:xfrm>
        </p:grpSpPr>
        <p:sp>
          <p:nvSpPr>
            <p:cNvPr id="164" name="Oval 24">
              <a:extLst>
                <a:ext uri="{FF2B5EF4-FFF2-40B4-BE49-F238E27FC236}">
                  <a16:creationId xmlns="" xmlns:a16="http://schemas.microsoft.com/office/drawing/2014/main" id="{1501B9F0-1BD0-4587-A5DA-8504002448CD}"/>
                </a:ext>
              </a:extLst>
            </p:cNvPr>
            <p:cNvSpPr>
              <a:spLocks noChangeArrowheads="1"/>
            </p:cNvSpPr>
            <p:nvPr/>
          </p:nvSpPr>
          <p:spPr bwMode="gray">
            <a:xfrm>
              <a:off x="2078" y="1680"/>
              <a:ext cx="1615" cy="1615"/>
            </a:xfrm>
            <a:prstGeom prst="ellipse">
              <a:avLst/>
            </a:prstGeom>
            <a:gradFill rotWithShape="1">
              <a:gsLst>
                <a:gs pos="0">
                  <a:srgbClr val="FFFFFF">
                    <a:gamma/>
                    <a:shade val="46275"/>
                    <a:invGamma/>
                  </a:srgbClr>
                </a:gs>
                <a:gs pos="50000">
                  <a:srgbClr val="FFFFFF"/>
                </a:gs>
                <a:gs pos="100000">
                  <a:srgbClr val="FFFFFF">
                    <a:gamma/>
                    <a:shade val="46275"/>
                    <a:invGamma/>
                  </a:srgbClr>
                </a:gs>
              </a:gsLst>
              <a:lin ang="5400000" scaled="1"/>
            </a:gradFill>
            <a:ln w="57150" algn="ctr">
              <a:noFill/>
              <a:round/>
              <a:headEnd/>
              <a:tailEnd/>
            </a:ln>
            <a:effectLst/>
          </p:spPr>
          <p:txBody>
            <a:bodyPr wrap="none" anchor="ct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latin typeface="Arial" pitchFamily="34" charset="0"/>
              </a:endParaRPr>
            </a:p>
          </p:txBody>
        </p:sp>
        <p:sp>
          <p:nvSpPr>
            <p:cNvPr id="165" name="Oval 25">
              <a:extLst>
                <a:ext uri="{FF2B5EF4-FFF2-40B4-BE49-F238E27FC236}">
                  <a16:creationId xmlns="" xmlns:a16="http://schemas.microsoft.com/office/drawing/2014/main" id="{909C959D-95E6-47AB-BA03-A36E5558C646}"/>
                </a:ext>
              </a:extLst>
            </p:cNvPr>
            <p:cNvSpPr>
              <a:spLocks noChangeArrowheads="1"/>
            </p:cNvSpPr>
            <p:nvPr/>
          </p:nvSpPr>
          <p:spPr bwMode="gray">
            <a:xfrm>
              <a:off x="2170" y="1771"/>
              <a:ext cx="1430" cy="1430"/>
            </a:xfrm>
            <a:prstGeom prst="ellipse">
              <a:avLst/>
            </a:prstGeom>
            <a:gradFill rotWithShape="1">
              <a:gsLst>
                <a:gs pos="0">
                  <a:srgbClr val="FFFFFF">
                    <a:gamma/>
                    <a:shade val="63529"/>
                    <a:invGamma/>
                  </a:srgbClr>
                </a:gs>
                <a:gs pos="50000">
                  <a:srgbClr val="FFFFFF"/>
                </a:gs>
                <a:gs pos="100000">
                  <a:srgbClr val="FFFFFF">
                    <a:gamma/>
                    <a:shade val="63529"/>
                    <a:invGamma/>
                  </a:srgbClr>
                </a:gs>
              </a:gsLst>
              <a:lin ang="0" scaled="1"/>
            </a:gradFill>
            <a:ln w="9525" algn="ctr">
              <a:noFill/>
              <a:round/>
              <a:headEnd/>
              <a:tailEnd/>
            </a:ln>
            <a:effectLst/>
          </p:spPr>
          <p:txBody>
            <a:bodyPr wrap="none" anchor="ct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latin typeface="Arial" pitchFamily="34" charset="0"/>
              </a:endParaRPr>
            </a:p>
          </p:txBody>
        </p:sp>
        <p:sp>
          <p:nvSpPr>
            <p:cNvPr id="166" name="Oval 26">
              <a:extLst>
                <a:ext uri="{FF2B5EF4-FFF2-40B4-BE49-F238E27FC236}">
                  <a16:creationId xmlns="" xmlns:a16="http://schemas.microsoft.com/office/drawing/2014/main" id="{DBE4DAAC-D3AA-4C03-8635-E677788322CA}"/>
                </a:ext>
              </a:extLst>
            </p:cNvPr>
            <p:cNvSpPr>
              <a:spLocks noChangeArrowheads="1"/>
            </p:cNvSpPr>
            <p:nvPr/>
          </p:nvSpPr>
          <p:spPr bwMode="gray">
            <a:xfrm>
              <a:off x="2254" y="1856"/>
              <a:ext cx="1262" cy="1264"/>
            </a:xfrm>
            <a:prstGeom prst="ellipse">
              <a:avLst/>
            </a:prstGeom>
            <a:gradFill rotWithShape="1">
              <a:gsLst>
                <a:gs pos="0">
                  <a:srgbClr val="8AD4CD">
                    <a:gamma/>
                    <a:tint val="0"/>
                    <a:invGamma/>
                  </a:srgbClr>
                </a:gs>
                <a:gs pos="50000">
                  <a:srgbClr val="8AD4CD"/>
                </a:gs>
                <a:gs pos="100000">
                  <a:srgbClr val="8AD4CD">
                    <a:gamma/>
                    <a:tint val="0"/>
                    <a:invGamma/>
                  </a:srgbClr>
                </a:gs>
              </a:gsLst>
              <a:lin ang="2700000" scaled="1"/>
            </a:gradFill>
            <a:ln w="38100" algn="ctr">
              <a:noFill/>
              <a:round/>
              <a:headEnd/>
              <a:tailEnd/>
            </a:ln>
            <a:effectLst/>
          </p:spPr>
          <p:txBody>
            <a:bodyPr wrap="none" anchor="ctr">
              <a:spAutoFit/>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latin typeface="Arial" pitchFamily="34" charset="0"/>
              </a:endParaRPr>
            </a:p>
          </p:txBody>
        </p:sp>
        <p:sp>
          <p:nvSpPr>
            <p:cNvPr id="167" name="Oval 27">
              <a:extLst>
                <a:ext uri="{FF2B5EF4-FFF2-40B4-BE49-F238E27FC236}">
                  <a16:creationId xmlns="" xmlns:a16="http://schemas.microsoft.com/office/drawing/2014/main" id="{503A22F7-588D-4C3B-990F-521D103C8785}"/>
                </a:ext>
              </a:extLst>
            </p:cNvPr>
            <p:cNvSpPr>
              <a:spLocks noChangeArrowheads="1"/>
            </p:cNvSpPr>
            <p:nvPr/>
          </p:nvSpPr>
          <p:spPr bwMode="gray">
            <a:xfrm>
              <a:off x="2254" y="1856"/>
              <a:ext cx="1262" cy="1264"/>
            </a:xfrm>
            <a:prstGeom prst="ellipse">
              <a:avLst/>
            </a:prstGeom>
            <a:gradFill rotWithShape="1">
              <a:gsLst>
                <a:gs pos="0">
                  <a:srgbClr val="21B3E1"/>
                </a:gs>
                <a:gs pos="100000">
                  <a:srgbClr val="21B3E1">
                    <a:gamma/>
                    <a:shade val="46275"/>
                    <a:invGamma/>
                  </a:srgbClr>
                </a:gs>
              </a:gsLst>
              <a:lin ang="5400000" scaled="1"/>
            </a:gradFill>
            <a:ln w="38100" algn="ctr">
              <a:noFill/>
              <a:round/>
              <a:headEnd/>
              <a:tailEnd/>
            </a:ln>
            <a:effectLst/>
          </p:spPr>
          <p:txBody>
            <a:bodyPr wrap="none" anchor="ctr">
              <a:spAutoFit/>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latin typeface="Arial" pitchFamily="34" charset="0"/>
              </a:endParaRPr>
            </a:p>
          </p:txBody>
        </p:sp>
        <p:sp>
          <p:nvSpPr>
            <p:cNvPr id="168" name="Oval 28">
              <a:extLst>
                <a:ext uri="{FF2B5EF4-FFF2-40B4-BE49-F238E27FC236}">
                  <a16:creationId xmlns="" xmlns:a16="http://schemas.microsoft.com/office/drawing/2014/main" id="{DB14B947-3B24-4D3C-8BA6-1CDE3B23E877}"/>
                </a:ext>
              </a:extLst>
            </p:cNvPr>
            <p:cNvSpPr>
              <a:spLocks noChangeArrowheads="1"/>
            </p:cNvSpPr>
            <p:nvPr/>
          </p:nvSpPr>
          <p:spPr bwMode="gray">
            <a:xfrm>
              <a:off x="2337" y="1939"/>
              <a:ext cx="1096" cy="1098"/>
            </a:xfrm>
            <a:prstGeom prst="ellipse">
              <a:avLst/>
            </a:prstGeom>
            <a:gradFill rotWithShape="1">
              <a:gsLst>
                <a:gs pos="0">
                  <a:srgbClr val="8AD4CD">
                    <a:gamma/>
                    <a:shade val="54118"/>
                    <a:invGamma/>
                  </a:srgbClr>
                </a:gs>
                <a:gs pos="50000">
                  <a:srgbClr val="8AD4CD"/>
                </a:gs>
                <a:gs pos="100000">
                  <a:srgbClr val="8AD4CD">
                    <a:gamma/>
                    <a:shade val="54118"/>
                    <a:invGamma/>
                  </a:srgbClr>
                </a:gs>
              </a:gsLst>
              <a:lin ang="18900000" scaled="1"/>
            </a:gradFill>
            <a:ln w="38100" algn="ctr">
              <a:noFill/>
              <a:round/>
              <a:headEnd/>
              <a:tailEnd/>
            </a:ln>
            <a:effectLst/>
          </p:spPr>
          <p:txBody>
            <a:bodyPr anchor="ctr">
              <a:spAutoFit/>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latin typeface="Arial" pitchFamily="34" charset="0"/>
              </a:endParaRPr>
            </a:p>
          </p:txBody>
        </p:sp>
        <p:sp>
          <p:nvSpPr>
            <p:cNvPr id="169" name="Oval 29">
              <a:extLst>
                <a:ext uri="{FF2B5EF4-FFF2-40B4-BE49-F238E27FC236}">
                  <a16:creationId xmlns="" xmlns:a16="http://schemas.microsoft.com/office/drawing/2014/main" id="{EC52A3D0-6BC6-4E5D-88F2-AA4F423555B2}"/>
                </a:ext>
              </a:extLst>
            </p:cNvPr>
            <p:cNvSpPr>
              <a:spLocks noChangeArrowheads="1"/>
            </p:cNvSpPr>
            <p:nvPr/>
          </p:nvSpPr>
          <p:spPr bwMode="gray">
            <a:xfrm>
              <a:off x="2337" y="1939"/>
              <a:ext cx="1096" cy="1098"/>
            </a:xfrm>
            <a:prstGeom prst="ellipse">
              <a:avLst/>
            </a:prstGeom>
            <a:gradFill rotWithShape="1">
              <a:gsLst>
                <a:gs pos="0">
                  <a:srgbClr val="21B3E1"/>
                </a:gs>
                <a:gs pos="100000">
                  <a:srgbClr val="21B3E1">
                    <a:gamma/>
                    <a:shade val="48627"/>
                    <a:invGamma/>
                  </a:srgbClr>
                </a:gs>
              </a:gsLst>
              <a:lin ang="2700000" scaled="1"/>
            </a:gradFill>
            <a:ln w="38100" algn="ctr">
              <a:noFill/>
              <a:round/>
              <a:headEnd/>
              <a:tailEnd/>
            </a:ln>
            <a:effectLst/>
          </p:spPr>
          <p:txBody>
            <a:bodyPr anchor="ctr">
              <a:spAutoFit/>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latin typeface="Arial" pitchFamily="34" charset="0"/>
              </a:endParaRPr>
            </a:p>
          </p:txBody>
        </p:sp>
      </p:grpSp>
      <p:grpSp>
        <p:nvGrpSpPr>
          <p:cNvPr id="170" name="Group 23">
            <a:extLst>
              <a:ext uri="{FF2B5EF4-FFF2-40B4-BE49-F238E27FC236}">
                <a16:creationId xmlns="" xmlns:a16="http://schemas.microsoft.com/office/drawing/2014/main" id="{A77ECBC8-8907-49C6-B868-8715395CD4AB}"/>
              </a:ext>
            </a:extLst>
          </p:cNvPr>
          <p:cNvGrpSpPr>
            <a:grpSpLocks noChangeAspect="1"/>
          </p:cNvGrpSpPr>
          <p:nvPr/>
        </p:nvGrpSpPr>
        <p:grpSpPr bwMode="auto">
          <a:xfrm>
            <a:off x="7138335" y="5552886"/>
            <a:ext cx="381000" cy="381000"/>
            <a:chOff x="2078" y="1680"/>
            <a:chExt cx="1615" cy="1615"/>
          </a:xfrm>
        </p:grpSpPr>
        <p:sp>
          <p:nvSpPr>
            <p:cNvPr id="171" name="Oval 24">
              <a:extLst>
                <a:ext uri="{FF2B5EF4-FFF2-40B4-BE49-F238E27FC236}">
                  <a16:creationId xmlns="" xmlns:a16="http://schemas.microsoft.com/office/drawing/2014/main" id="{1501B9F0-1BD0-4587-A5DA-8504002448CD}"/>
                </a:ext>
              </a:extLst>
            </p:cNvPr>
            <p:cNvSpPr>
              <a:spLocks noChangeArrowheads="1"/>
            </p:cNvSpPr>
            <p:nvPr/>
          </p:nvSpPr>
          <p:spPr bwMode="gray">
            <a:xfrm>
              <a:off x="2078" y="1680"/>
              <a:ext cx="1615" cy="1615"/>
            </a:xfrm>
            <a:prstGeom prst="ellipse">
              <a:avLst/>
            </a:prstGeom>
            <a:gradFill rotWithShape="1">
              <a:gsLst>
                <a:gs pos="0">
                  <a:srgbClr val="FFFFFF">
                    <a:gamma/>
                    <a:shade val="46275"/>
                    <a:invGamma/>
                  </a:srgbClr>
                </a:gs>
                <a:gs pos="50000">
                  <a:srgbClr val="FFFFFF"/>
                </a:gs>
                <a:gs pos="100000">
                  <a:srgbClr val="FFFFFF">
                    <a:gamma/>
                    <a:shade val="46275"/>
                    <a:invGamma/>
                  </a:srgbClr>
                </a:gs>
              </a:gsLst>
              <a:lin ang="5400000" scaled="1"/>
            </a:gradFill>
            <a:ln w="57150" algn="ctr">
              <a:noFill/>
              <a:round/>
              <a:headEnd/>
              <a:tailEnd/>
            </a:ln>
            <a:effectLst/>
          </p:spPr>
          <p:txBody>
            <a:bodyPr wrap="none" anchor="ct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latin typeface="Arial" pitchFamily="34" charset="0"/>
              </a:endParaRPr>
            </a:p>
          </p:txBody>
        </p:sp>
        <p:sp>
          <p:nvSpPr>
            <p:cNvPr id="172" name="Oval 25">
              <a:extLst>
                <a:ext uri="{FF2B5EF4-FFF2-40B4-BE49-F238E27FC236}">
                  <a16:creationId xmlns="" xmlns:a16="http://schemas.microsoft.com/office/drawing/2014/main" id="{909C959D-95E6-47AB-BA03-A36E5558C646}"/>
                </a:ext>
              </a:extLst>
            </p:cNvPr>
            <p:cNvSpPr>
              <a:spLocks noChangeArrowheads="1"/>
            </p:cNvSpPr>
            <p:nvPr/>
          </p:nvSpPr>
          <p:spPr bwMode="gray">
            <a:xfrm>
              <a:off x="2170" y="1771"/>
              <a:ext cx="1430" cy="1430"/>
            </a:xfrm>
            <a:prstGeom prst="ellipse">
              <a:avLst/>
            </a:prstGeom>
            <a:gradFill rotWithShape="1">
              <a:gsLst>
                <a:gs pos="0">
                  <a:srgbClr val="FFFFFF">
                    <a:gamma/>
                    <a:shade val="63529"/>
                    <a:invGamma/>
                  </a:srgbClr>
                </a:gs>
                <a:gs pos="50000">
                  <a:srgbClr val="FFFFFF"/>
                </a:gs>
                <a:gs pos="100000">
                  <a:srgbClr val="FFFFFF">
                    <a:gamma/>
                    <a:shade val="63529"/>
                    <a:invGamma/>
                  </a:srgbClr>
                </a:gs>
              </a:gsLst>
              <a:lin ang="0" scaled="1"/>
            </a:gradFill>
            <a:ln w="9525" algn="ctr">
              <a:noFill/>
              <a:round/>
              <a:headEnd/>
              <a:tailEnd/>
            </a:ln>
            <a:effectLst/>
          </p:spPr>
          <p:txBody>
            <a:bodyPr wrap="none" anchor="ct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latin typeface="Arial" pitchFamily="34" charset="0"/>
              </a:endParaRPr>
            </a:p>
          </p:txBody>
        </p:sp>
        <p:sp>
          <p:nvSpPr>
            <p:cNvPr id="173" name="Oval 26">
              <a:extLst>
                <a:ext uri="{FF2B5EF4-FFF2-40B4-BE49-F238E27FC236}">
                  <a16:creationId xmlns="" xmlns:a16="http://schemas.microsoft.com/office/drawing/2014/main" id="{DBE4DAAC-D3AA-4C03-8635-E677788322CA}"/>
                </a:ext>
              </a:extLst>
            </p:cNvPr>
            <p:cNvSpPr>
              <a:spLocks noChangeArrowheads="1"/>
            </p:cNvSpPr>
            <p:nvPr/>
          </p:nvSpPr>
          <p:spPr bwMode="gray">
            <a:xfrm>
              <a:off x="2254" y="1856"/>
              <a:ext cx="1262" cy="1264"/>
            </a:xfrm>
            <a:prstGeom prst="ellipse">
              <a:avLst/>
            </a:prstGeom>
            <a:gradFill rotWithShape="1">
              <a:gsLst>
                <a:gs pos="0">
                  <a:srgbClr val="8AD4CD">
                    <a:gamma/>
                    <a:tint val="0"/>
                    <a:invGamma/>
                  </a:srgbClr>
                </a:gs>
                <a:gs pos="50000">
                  <a:srgbClr val="8AD4CD"/>
                </a:gs>
                <a:gs pos="100000">
                  <a:srgbClr val="8AD4CD">
                    <a:gamma/>
                    <a:tint val="0"/>
                    <a:invGamma/>
                  </a:srgbClr>
                </a:gs>
              </a:gsLst>
              <a:lin ang="2700000" scaled="1"/>
            </a:gradFill>
            <a:ln w="38100" algn="ctr">
              <a:noFill/>
              <a:round/>
              <a:headEnd/>
              <a:tailEnd/>
            </a:ln>
            <a:effectLst/>
          </p:spPr>
          <p:txBody>
            <a:bodyPr wrap="none" anchor="ctr">
              <a:spAutoFit/>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latin typeface="Arial" pitchFamily="34" charset="0"/>
              </a:endParaRPr>
            </a:p>
          </p:txBody>
        </p:sp>
        <p:sp>
          <p:nvSpPr>
            <p:cNvPr id="174" name="Oval 27">
              <a:extLst>
                <a:ext uri="{FF2B5EF4-FFF2-40B4-BE49-F238E27FC236}">
                  <a16:creationId xmlns="" xmlns:a16="http://schemas.microsoft.com/office/drawing/2014/main" id="{503A22F7-588D-4C3B-990F-521D103C8785}"/>
                </a:ext>
              </a:extLst>
            </p:cNvPr>
            <p:cNvSpPr>
              <a:spLocks noChangeArrowheads="1"/>
            </p:cNvSpPr>
            <p:nvPr/>
          </p:nvSpPr>
          <p:spPr bwMode="gray">
            <a:xfrm>
              <a:off x="2254" y="1856"/>
              <a:ext cx="1262" cy="1264"/>
            </a:xfrm>
            <a:prstGeom prst="ellipse">
              <a:avLst/>
            </a:prstGeom>
            <a:gradFill rotWithShape="1">
              <a:gsLst>
                <a:gs pos="0">
                  <a:srgbClr val="21B3E1"/>
                </a:gs>
                <a:gs pos="100000">
                  <a:srgbClr val="21B3E1">
                    <a:gamma/>
                    <a:shade val="46275"/>
                    <a:invGamma/>
                  </a:srgbClr>
                </a:gs>
              </a:gsLst>
              <a:lin ang="5400000" scaled="1"/>
            </a:gradFill>
            <a:ln w="38100" algn="ctr">
              <a:noFill/>
              <a:round/>
              <a:headEnd/>
              <a:tailEnd/>
            </a:ln>
            <a:effectLst/>
          </p:spPr>
          <p:txBody>
            <a:bodyPr wrap="none" anchor="ctr">
              <a:spAutoFit/>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latin typeface="Arial" pitchFamily="34" charset="0"/>
              </a:endParaRPr>
            </a:p>
          </p:txBody>
        </p:sp>
        <p:sp>
          <p:nvSpPr>
            <p:cNvPr id="175" name="Oval 28">
              <a:extLst>
                <a:ext uri="{FF2B5EF4-FFF2-40B4-BE49-F238E27FC236}">
                  <a16:creationId xmlns="" xmlns:a16="http://schemas.microsoft.com/office/drawing/2014/main" id="{DB14B947-3B24-4D3C-8BA6-1CDE3B23E877}"/>
                </a:ext>
              </a:extLst>
            </p:cNvPr>
            <p:cNvSpPr>
              <a:spLocks noChangeArrowheads="1"/>
            </p:cNvSpPr>
            <p:nvPr/>
          </p:nvSpPr>
          <p:spPr bwMode="gray">
            <a:xfrm>
              <a:off x="2337" y="1939"/>
              <a:ext cx="1096" cy="1098"/>
            </a:xfrm>
            <a:prstGeom prst="ellipse">
              <a:avLst/>
            </a:prstGeom>
            <a:gradFill rotWithShape="1">
              <a:gsLst>
                <a:gs pos="0">
                  <a:srgbClr val="8AD4CD">
                    <a:gamma/>
                    <a:shade val="54118"/>
                    <a:invGamma/>
                  </a:srgbClr>
                </a:gs>
                <a:gs pos="50000">
                  <a:srgbClr val="8AD4CD"/>
                </a:gs>
                <a:gs pos="100000">
                  <a:srgbClr val="8AD4CD">
                    <a:gamma/>
                    <a:shade val="54118"/>
                    <a:invGamma/>
                  </a:srgbClr>
                </a:gs>
              </a:gsLst>
              <a:lin ang="18900000" scaled="1"/>
            </a:gradFill>
            <a:ln w="38100" algn="ctr">
              <a:noFill/>
              <a:round/>
              <a:headEnd/>
              <a:tailEnd/>
            </a:ln>
            <a:effectLst/>
          </p:spPr>
          <p:txBody>
            <a:bodyPr anchor="ctr">
              <a:spAutoFit/>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latin typeface="Arial" pitchFamily="34" charset="0"/>
              </a:endParaRPr>
            </a:p>
          </p:txBody>
        </p:sp>
        <p:sp>
          <p:nvSpPr>
            <p:cNvPr id="176" name="Oval 29">
              <a:extLst>
                <a:ext uri="{FF2B5EF4-FFF2-40B4-BE49-F238E27FC236}">
                  <a16:creationId xmlns="" xmlns:a16="http://schemas.microsoft.com/office/drawing/2014/main" id="{EC52A3D0-6BC6-4E5D-88F2-AA4F423555B2}"/>
                </a:ext>
              </a:extLst>
            </p:cNvPr>
            <p:cNvSpPr>
              <a:spLocks noChangeArrowheads="1"/>
            </p:cNvSpPr>
            <p:nvPr/>
          </p:nvSpPr>
          <p:spPr bwMode="gray">
            <a:xfrm>
              <a:off x="2337" y="1939"/>
              <a:ext cx="1096" cy="1098"/>
            </a:xfrm>
            <a:prstGeom prst="ellipse">
              <a:avLst/>
            </a:prstGeom>
            <a:gradFill rotWithShape="1">
              <a:gsLst>
                <a:gs pos="0">
                  <a:srgbClr val="21B3E1"/>
                </a:gs>
                <a:gs pos="100000">
                  <a:srgbClr val="21B3E1">
                    <a:gamma/>
                    <a:shade val="48627"/>
                    <a:invGamma/>
                  </a:srgbClr>
                </a:gs>
              </a:gsLst>
              <a:lin ang="2700000" scaled="1"/>
            </a:gradFill>
            <a:ln w="38100" algn="ctr">
              <a:noFill/>
              <a:round/>
              <a:headEnd/>
              <a:tailEnd/>
            </a:ln>
            <a:effectLst/>
          </p:spPr>
          <p:txBody>
            <a:bodyPr anchor="ctr">
              <a:spAutoFit/>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latin typeface="Arial" pitchFamily="34" charset="0"/>
              </a:endParaRPr>
            </a:p>
          </p:txBody>
        </p:sp>
      </p:grpSp>
      <p:sp>
        <p:nvSpPr>
          <p:cNvPr id="59" name="Rounded Rectangle 175">
            <a:extLst>
              <a:ext uri="{FF2B5EF4-FFF2-40B4-BE49-F238E27FC236}">
                <a16:creationId xmlns="" xmlns:a16="http://schemas.microsoft.com/office/drawing/2014/main" id="{8D19BD66-3E4D-4F25-BA5B-9959C4AF86A5}"/>
              </a:ext>
            </a:extLst>
          </p:cNvPr>
          <p:cNvSpPr/>
          <p:nvPr/>
        </p:nvSpPr>
        <p:spPr bwMode="auto">
          <a:xfrm>
            <a:off x="6858000" y="971946"/>
            <a:ext cx="2389094" cy="418072"/>
          </a:xfrm>
          <a:prstGeom prst="roundRect">
            <a:avLst/>
          </a:prstGeom>
          <a:solidFill>
            <a:srgbClr val="3D81BF">
              <a:lumMod val="75000"/>
            </a:srgbClr>
          </a:solidFill>
          <a:ln w="9525" cap="flat" cmpd="sng" algn="ctr">
            <a:solidFill>
              <a:srgbClr val="000000"/>
            </a:solidFill>
            <a:prstDash val="solid"/>
            <a:round/>
            <a:headEnd type="none" w="med" len="med"/>
            <a:tailEnd type="none" w="med" len="med"/>
          </a:ln>
          <a:effectLst>
            <a:reflection blurRad="6350" stA="50000" endA="300" endPos="55000" dir="5400000" sy="-100000" algn="bl" rotWithShape="0"/>
          </a:effectLst>
          <a:scene3d>
            <a:camera prst="isometricOffAxis2Left"/>
            <a:lightRig rig="threePt" dir="t"/>
          </a:scene3d>
        </p:spPr>
        <p:txBody>
          <a:bodyPr vert="horz" wrap="square" lIns="91440" tIns="45720" rIns="91440" bIns="45720" numCol="1" rtlCol="0" anchor="t" anchorCtr="0" compatLnSpc="1">
            <a:prstTxWarp prst="textNoShape">
              <a:avLst/>
            </a:prstTxWarp>
          </a:bodyPr>
          <a:lstStyle/>
          <a:p>
            <a:pPr lvl="0" algn="ctr" fontAlgn="base">
              <a:spcBef>
                <a:spcPct val="0"/>
              </a:spcBef>
              <a:spcAft>
                <a:spcPct val="0"/>
              </a:spcAft>
              <a:defRPr/>
            </a:pPr>
            <a:r>
              <a:rPr lang="fa-IR" sz="2200" b="1" kern="0" dirty="0">
                <a:solidFill>
                  <a:srgbClr val="FFFFFF"/>
                </a:solidFill>
                <a:latin typeface="Times New Roman" panose="02020603050405020304" pitchFamily="18" charset="0"/>
                <a:cs typeface="B Nazanin" pitchFamily="2" charset="-78"/>
              </a:rPr>
              <a:t>سیستم مدیریت باتری</a:t>
            </a:r>
          </a:p>
        </p:txBody>
      </p:sp>
      <p:sp>
        <p:nvSpPr>
          <p:cNvPr id="60" name="AutoShape 12" descr="5 Things That Affect Your Charging Speed | EVgo">
            <a:extLst>
              <a:ext uri="{FF2B5EF4-FFF2-40B4-BE49-F238E27FC236}">
                <a16:creationId xmlns="" xmlns:a16="http://schemas.microsoft.com/office/drawing/2014/main" id="{66FC110F-0F22-434B-8ACD-45D626A3C908}"/>
              </a:ext>
            </a:extLst>
          </p:cNvPr>
          <p:cNvSpPr>
            <a:spLocks noChangeAspect="1" noChangeArrowheads="1"/>
          </p:cNvSpPr>
          <p:nvPr/>
        </p:nvSpPr>
        <p:spPr bwMode="auto">
          <a:xfrm>
            <a:off x="63500" y="-136525"/>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sp>
        <p:nvSpPr>
          <p:cNvPr id="61" name="AutoShape 2" descr="What is the Depth of Discharge (DoD) Estimation of a Lithium Ion Battery?">
            <a:extLst>
              <a:ext uri="{FF2B5EF4-FFF2-40B4-BE49-F238E27FC236}">
                <a16:creationId xmlns="" xmlns:a16="http://schemas.microsoft.com/office/drawing/2014/main" id="{AE94E5F4-4CC0-4C2D-B4A7-E343C7C8ADB8}"/>
              </a:ext>
            </a:extLst>
          </p:cNvPr>
          <p:cNvSpPr>
            <a:spLocks noChangeAspect="1" noChangeArrowheads="1"/>
          </p:cNvSpPr>
          <p:nvPr/>
        </p:nvSpPr>
        <p:spPr bwMode="auto">
          <a:xfrm>
            <a:off x="215900" y="15875"/>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sp>
        <p:nvSpPr>
          <p:cNvPr id="62" name="AutoShape 10">
            <a:extLst>
              <a:ext uri="{FF2B5EF4-FFF2-40B4-BE49-F238E27FC236}">
                <a16:creationId xmlns="" xmlns:a16="http://schemas.microsoft.com/office/drawing/2014/main" id="{0E51A7C8-157C-451B-8B78-DB07BC6EBAFF}"/>
              </a:ext>
            </a:extLst>
          </p:cNvPr>
          <p:cNvSpPr>
            <a:spLocks noChangeArrowheads="1"/>
          </p:cNvSpPr>
          <p:nvPr/>
        </p:nvSpPr>
        <p:spPr bwMode="gray">
          <a:xfrm flipH="1">
            <a:off x="6244699" y="57140"/>
            <a:ext cx="2137301" cy="649224"/>
          </a:xfrm>
          <a:prstGeom prst="chevron">
            <a:avLst>
              <a:gd name="adj" fmla="val 17842"/>
            </a:avLst>
          </a:prstGeom>
          <a:gradFill rotWithShape="1">
            <a:gsLst>
              <a:gs pos="0">
                <a:srgbClr val="84B09A">
                  <a:gamma/>
                  <a:shade val="46275"/>
                  <a:invGamma/>
                </a:srgbClr>
              </a:gs>
              <a:gs pos="50000">
                <a:srgbClr val="84B09A"/>
              </a:gs>
              <a:gs pos="100000">
                <a:srgbClr val="84B09A">
                  <a:gamma/>
                  <a:shade val="46275"/>
                  <a:invGamma/>
                </a:srgbClr>
              </a:gs>
            </a:gsLst>
            <a:lin ang="2700000" scaled="1"/>
          </a:gradFill>
          <a:ln w="38100">
            <a:solidFill>
              <a:srgbClr val="EAEAEA"/>
            </a:solidFill>
            <a:miter lim="800000"/>
            <a:headEnd/>
            <a:tailEnd/>
          </a:ln>
          <a:effectLst>
            <a:outerShdw dist="109250" dir="3267739" algn="ctr" rotWithShape="0">
              <a:srgbClr val="333333">
                <a:alpha val="50000"/>
              </a:srgbClr>
            </a:outerShdw>
          </a:effectLst>
        </p:spPr>
        <p:txBody>
          <a:bodyPr wrap="square" anchor="ctr">
            <a:spAutoFit/>
          </a:bodyPr>
          <a:lstStyle/>
          <a:p>
            <a:pPr algn="ctr" fontAlgn="base">
              <a:spcBef>
                <a:spcPct val="0"/>
              </a:spcBef>
              <a:spcAft>
                <a:spcPct val="0"/>
              </a:spcAft>
            </a:pPr>
            <a:endParaRPr lang="en-US" kern="0">
              <a:solidFill>
                <a:srgbClr val="3D81BF"/>
              </a:solidFill>
            </a:endParaRPr>
          </a:p>
        </p:txBody>
      </p:sp>
      <p:sp>
        <p:nvSpPr>
          <p:cNvPr id="63" name="AutoShape 3">
            <a:extLst>
              <a:ext uri="{FF2B5EF4-FFF2-40B4-BE49-F238E27FC236}">
                <a16:creationId xmlns="" xmlns:a16="http://schemas.microsoft.com/office/drawing/2014/main" id="{8AD084DA-8D50-42FC-9827-910C0293EF8E}"/>
              </a:ext>
            </a:extLst>
          </p:cNvPr>
          <p:cNvSpPr>
            <a:spLocks noChangeArrowheads="1"/>
          </p:cNvSpPr>
          <p:nvPr/>
        </p:nvSpPr>
        <p:spPr bwMode="gray">
          <a:xfrm flipH="1">
            <a:off x="4188613" y="57140"/>
            <a:ext cx="2056086" cy="649224"/>
          </a:xfrm>
          <a:prstGeom prst="chevron">
            <a:avLst>
              <a:gd name="adj" fmla="val 17009"/>
            </a:avLst>
          </a:prstGeom>
          <a:gradFill rotWithShape="1">
            <a:gsLst>
              <a:gs pos="0">
                <a:srgbClr val="3659EC">
                  <a:gamma/>
                  <a:shade val="46275"/>
                  <a:invGamma/>
                </a:srgbClr>
              </a:gs>
              <a:gs pos="50000">
                <a:srgbClr val="3659EC"/>
              </a:gs>
              <a:gs pos="100000">
                <a:srgbClr val="3659EC">
                  <a:gamma/>
                  <a:shade val="46275"/>
                  <a:invGamma/>
                </a:srgbClr>
              </a:gs>
            </a:gsLst>
            <a:lin ang="2700000" scaled="1"/>
          </a:gradFill>
          <a:ln w="38100">
            <a:solidFill>
              <a:srgbClr val="EAEAEA"/>
            </a:solidFill>
            <a:miter lim="800000"/>
            <a:headEnd/>
            <a:tailEnd/>
          </a:ln>
          <a:effectLst>
            <a:outerShdw dist="109250" dir="3267739" algn="ctr" rotWithShape="0">
              <a:srgbClr val="333333">
                <a:alpha val="50000"/>
              </a:srgbClr>
            </a:outerShdw>
          </a:effectLst>
        </p:spPr>
        <p:txBody>
          <a:bodyPr wrap="square" anchor="ctr">
            <a:spAutoFit/>
          </a:bodyPr>
          <a:lstStyle/>
          <a:p>
            <a:pPr algn="ctr" fontAlgn="base">
              <a:spcBef>
                <a:spcPct val="0"/>
              </a:spcBef>
              <a:spcAft>
                <a:spcPct val="0"/>
              </a:spcAft>
            </a:pPr>
            <a:endParaRPr lang="en-US" kern="0">
              <a:solidFill>
                <a:srgbClr val="3D81BF"/>
              </a:solidFill>
            </a:endParaRPr>
          </a:p>
        </p:txBody>
      </p:sp>
      <p:sp>
        <p:nvSpPr>
          <p:cNvPr id="71" name="AutoShape 3">
            <a:extLst>
              <a:ext uri="{FF2B5EF4-FFF2-40B4-BE49-F238E27FC236}">
                <a16:creationId xmlns="" xmlns:a16="http://schemas.microsoft.com/office/drawing/2014/main" id="{9C1D6F19-0265-412E-9AED-47EAEB80CC52}"/>
              </a:ext>
            </a:extLst>
          </p:cNvPr>
          <p:cNvSpPr>
            <a:spLocks noChangeArrowheads="1"/>
          </p:cNvSpPr>
          <p:nvPr/>
        </p:nvSpPr>
        <p:spPr bwMode="gray">
          <a:xfrm flipH="1">
            <a:off x="2132529" y="57140"/>
            <a:ext cx="2056085" cy="651510"/>
          </a:xfrm>
          <a:prstGeom prst="chevron">
            <a:avLst>
              <a:gd name="adj" fmla="val 17009"/>
            </a:avLst>
          </a:prstGeom>
          <a:gradFill rotWithShape="1">
            <a:gsLst>
              <a:gs pos="0">
                <a:srgbClr val="84B09A">
                  <a:gamma/>
                  <a:shade val="46275"/>
                  <a:invGamma/>
                </a:srgbClr>
              </a:gs>
              <a:gs pos="50000">
                <a:srgbClr val="84B09A"/>
              </a:gs>
              <a:gs pos="100000">
                <a:srgbClr val="84B09A">
                  <a:gamma/>
                  <a:shade val="46275"/>
                  <a:invGamma/>
                </a:srgbClr>
              </a:gs>
            </a:gsLst>
            <a:lin ang="2700000" scaled="1"/>
          </a:gradFill>
          <a:ln w="38100">
            <a:solidFill>
              <a:srgbClr val="EAEAEA"/>
            </a:solidFill>
            <a:miter lim="800000"/>
            <a:headEnd/>
            <a:tailEnd/>
          </a:ln>
          <a:effectLst>
            <a:outerShdw dist="109250" dir="3267739" algn="ctr" rotWithShape="0">
              <a:srgbClr val="333333">
                <a:alpha val="50000"/>
              </a:srgbClr>
            </a:outerShdw>
          </a:effectLst>
        </p:spPr>
        <p:txBody>
          <a:bodyPr wrap="square" anchor="ctr">
            <a:spAutoFit/>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endParaRPr>
          </a:p>
        </p:txBody>
      </p:sp>
      <p:sp>
        <p:nvSpPr>
          <p:cNvPr id="72" name="AutoShape 3">
            <a:extLst>
              <a:ext uri="{FF2B5EF4-FFF2-40B4-BE49-F238E27FC236}">
                <a16:creationId xmlns="" xmlns:a16="http://schemas.microsoft.com/office/drawing/2014/main" id="{0E991C3B-34C7-4CE5-8014-566F379FFBF2}"/>
              </a:ext>
            </a:extLst>
          </p:cNvPr>
          <p:cNvSpPr>
            <a:spLocks noChangeArrowheads="1"/>
          </p:cNvSpPr>
          <p:nvPr/>
        </p:nvSpPr>
        <p:spPr bwMode="gray">
          <a:xfrm flipH="1">
            <a:off x="161662" y="57140"/>
            <a:ext cx="1970868" cy="651510"/>
          </a:xfrm>
          <a:prstGeom prst="chevron">
            <a:avLst>
              <a:gd name="adj" fmla="val 17009"/>
            </a:avLst>
          </a:prstGeom>
          <a:gradFill rotWithShape="1">
            <a:gsLst>
              <a:gs pos="0">
                <a:srgbClr val="84B09A">
                  <a:gamma/>
                  <a:shade val="46275"/>
                  <a:invGamma/>
                </a:srgbClr>
              </a:gs>
              <a:gs pos="50000">
                <a:srgbClr val="84B09A"/>
              </a:gs>
              <a:gs pos="100000">
                <a:srgbClr val="84B09A">
                  <a:gamma/>
                  <a:shade val="46275"/>
                  <a:invGamma/>
                </a:srgbClr>
              </a:gs>
            </a:gsLst>
            <a:lin ang="2700000" scaled="1"/>
          </a:gradFill>
          <a:ln w="38100">
            <a:solidFill>
              <a:srgbClr val="EAEAEA"/>
            </a:solidFill>
            <a:miter lim="800000"/>
            <a:headEnd/>
            <a:tailEnd/>
          </a:ln>
          <a:effectLst>
            <a:outerShdw dist="109250" dir="3267739" algn="ctr" rotWithShape="0">
              <a:srgbClr val="333333">
                <a:alpha val="50000"/>
              </a:srgbClr>
            </a:outerShdw>
          </a:effectLst>
        </p:spPr>
        <p:txBody>
          <a:bodyPr wrap="square" anchor="ctr">
            <a:spAutoFit/>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endParaRPr>
          </a:p>
        </p:txBody>
      </p:sp>
      <p:sp>
        <p:nvSpPr>
          <p:cNvPr id="73" name="Rectangle 72">
            <a:extLst>
              <a:ext uri="{FF2B5EF4-FFF2-40B4-BE49-F238E27FC236}">
                <a16:creationId xmlns="" xmlns:a16="http://schemas.microsoft.com/office/drawing/2014/main" id="{80BD53AA-967F-4168-B767-427C76535D6B}"/>
              </a:ext>
            </a:extLst>
          </p:cNvPr>
          <p:cNvSpPr/>
          <p:nvPr/>
        </p:nvSpPr>
        <p:spPr>
          <a:xfrm>
            <a:off x="431672" y="189466"/>
            <a:ext cx="1443038" cy="338554"/>
          </a:xfrm>
          <a:prstGeom prst="rect">
            <a:avLst/>
          </a:prstGeom>
        </p:spPr>
        <p:txBody>
          <a:bodyPr wrap="square">
            <a:spAutoFit/>
          </a:bodyPr>
          <a:lstStyle/>
          <a:p>
            <a:pPr lvl="0" algn="ctr" rtl="1" fontAlgn="base">
              <a:spcBef>
                <a:spcPct val="0"/>
              </a:spcBef>
              <a:spcAft>
                <a:spcPct val="0"/>
              </a:spcAft>
            </a:pPr>
            <a:r>
              <a:rPr lang="fa-IR" sz="1600" b="1" dirty="0">
                <a:solidFill>
                  <a:srgbClr val="FFFFFF"/>
                </a:solidFill>
                <a:latin typeface="Times New Roman" panose="02020603050405020304" pitchFamily="18" charset="0"/>
                <a:cs typeface="B Nazanin" panose="00000400000000000000" pitchFamily="2" charset="-78"/>
              </a:rPr>
              <a:t>مقالات اخیر</a:t>
            </a:r>
            <a:endParaRPr lang="en-US" sz="1600" b="1" dirty="0">
              <a:solidFill>
                <a:srgbClr val="FFFFFF"/>
              </a:solidFill>
              <a:latin typeface="Times New Roman" panose="02020603050405020304" pitchFamily="18" charset="0"/>
              <a:cs typeface="B Nazanin" panose="00000400000000000000" pitchFamily="2" charset="-78"/>
            </a:endParaRPr>
          </a:p>
        </p:txBody>
      </p:sp>
      <p:sp>
        <p:nvSpPr>
          <p:cNvPr id="74" name="Rectangle 73">
            <a:extLst>
              <a:ext uri="{FF2B5EF4-FFF2-40B4-BE49-F238E27FC236}">
                <a16:creationId xmlns="" xmlns:a16="http://schemas.microsoft.com/office/drawing/2014/main" id="{2AC7EE3A-D352-4345-B647-569773716BD3}"/>
              </a:ext>
            </a:extLst>
          </p:cNvPr>
          <p:cNvSpPr/>
          <p:nvPr/>
        </p:nvSpPr>
        <p:spPr>
          <a:xfrm>
            <a:off x="2355191" y="66356"/>
            <a:ext cx="1600200" cy="584775"/>
          </a:xfrm>
          <a:prstGeom prst="rect">
            <a:avLst/>
          </a:prstGeom>
        </p:spPr>
        <p:txBody>
          <a:bodyPr wrap="square">
            <a:spAutoFit/>
          </a:bodyPr>
          <a:lstStyle/>
          <a:p>
            <a:pPr lvl="0" algn="ctr" rtl="1" fontAlgn="base">
              <a:spcBef>
                <a:spcPct val="0"/>
              </a:spcBef>
              <a:spcAft>
                <a:spcPct val="0"/>
              </a:spcAft>
            </a:pPr>
            <a:r>
              <a:rPr lang="fa-IR" sz="1600" b="1" dirty="0">
                <a:solidFill>
                  <a:srgbClr val="FFFFFF"/>
                </a:solidFill>
                <a:latin typeface="Times New Roman" panose="02020603050405020304" pitchFamily="18" charset="0"/>
                <a:cs typeface="B Nazanin" panose="00000400000000000000" pitchFamily="2" charset="-78"/>
              </a:rPr>
              <a:t>سیستم مدیریت همسان سازی</a:t>
            </a:r>
            <a:endParaRPr lang="en-US" sz="1600" b="1" dirty="0">
              <a:solidFill>
                <a:srgbClr val="FFFFFF"/>
              </a:solidFill>
              <a:latin typeface="Times New Roman" panose="02020603050405020304" pitchFamily="18" charset="0"/>
              <a:cs typeface="B Nazanin" panose="00000400000000000000" pitchFamily="2" charset="-78"/>
            </a:endParaRPr>
          </a:p>
        </p:txBody>
      </p:sp>
      <p:sp>
        <p:nvSpPr>
          <p:cNvPr id="75" name="Rectangle 74">
            <a:extLst>
              <a:ext uri="{FF2B5EF4-FFF2-40B4-BE49-F238E27FC236}">
                <a16:creationId xmlns="" xmlns:a16="http://schemas.microsoft.com/office/drawing/2014/main" id="{37328964-0EC8-4739-9481-3F9FCF564204}"/>
              </a:ext>
            </a:extLst>
          </p:cNvPr>
          <p:cNvSpPr/>
          <p:nvPr/>
        </p:nvSpPr>
        <p:spPr>
          <a:xfrm>
            <a:off x="4495138" y="91457"/>
            <a:ext cx="1443038" cy="584775"/>
          </a:xfrm>
          <a:prstGeom prst="rect">
            <a:avLst/>
          </a:prstGeom>
        </p:spPr>
        <p:txBody>
          <a:bodyPr wrap="square">
            <a:spAutoFit/>
          </a:bodyPr>
          <a:lstStyle/>
          <a:p>
            <a:pPr lvl="0" algn="ctr" rtl="1" fontAlgn="base">
              <a:spcBef>
                <a:spcPct val="0"/>
              </a:spcBef>
              <a:spcAft>
                <a:spcPct val="0"/>
              </a:spcAft>
            </a:pPr>
            <a:r>
              <a:rPr lang="fa-IR" sz="1600" b="1" dirty="0">
                <a:solidFill>
                  <a:srgbClr val="FFFFFF"/>
                </a:solidFill>
                <a:latin typeface="Times New Roman" panose="02020603050405020304" pitchFamily="18" charset="0"/>
                <a:cs typeface="B Nazanin" panose="00000400000000000000" pitchFamily="2" charset="-78"/>
              </a:rPr>
              <a:t>سیستم مدیریت باتری</a:t>
            </a:r>
            <a:endParaRPr lang="en-US" sz="1600" b="1" dirty="0">
              <a:solidFill>
                <a:srgbClr val="FFFFFF"/>
              </a:solidFill>
              <a:latin typeface="Times New Roman" panose="02020603050405020304" pitchFamily="18" charset="0"/>
              <a:cs typeface="B Nazanin" panose="00000400000000000000" pitchFamily="2" charset="-78"/>
            </a:endParaRPr>
          </a:p>
        </p:txBody>
      </p:sp>
      <p:sp>
        <p:nvSpPr>
          <p:cNvPr id="76" name="Rectangle 75">
            <a:extLst>
              <a:ext uri="{FF2B5EF4-FFF2-40B4-BE49-F238E27FC236}">
                <a16:creationId xmlns="" xmlns:a16="http://schemas.microsoft.com/office/drawing/2014/main" id="{9B94B742-81B7-4631-84FC-5FD9CA0BBAB3}"/>
              </a:ext>
            </a:extLst>
          </p:cNvPr>
          <p:cNvSpPr/>
          <p:nvPr/>
        </p:nvSpPr>
        <p:spPr>
          <a:xfrm>
            <a:off x="6499957" y="197162"/>
            <a:ext cx="1626786" cy="323165"/>
          </a:xfrm>
          <a:prstGeom prst="rect">
            <a:avLst/>
          </a:prstGeom>
        </p:spPr>
        <p:txBody>
          <a:bodyPr wrap="square">
            <a:spAutoFit/>
          </a:bodyPr>
          <a:lstStyle/>
          <a:p>
            <a:pPr lvl="0" algn="ctr" fontAlgn="base">
              <a:spcBef>
                <a:spcPct val="0"/>
              </a:spcBef>
              <a:spcAft>
                <a:spcPct val="0"/>
              </a:spcAft>
              <a:defRPr/>
            </a:pPr>
            <a:r>
              <a:rPr lang="fa-IR" sz="1500" b="1" kern="0" dirty="0" err="1">
                <a:solidFill>
                  <a:srgbClr val="FFFFFF"/>
                </a:solidFill>
                <a:latin typeface="Times New Roman" panose="02020603050405020304" pitchFamily="18" charset="0"/>
                <a:cs typeface="B Nazanin" pitchFamily="2" charset="-78"/>
              </a:rPr>
              <a:t>باتریها</a:t>
            </a:r>
            <a:endParaRPr lang="en-US" sz="1500" b="1" kern="0" dirty="0">
              <a:solidFill>
                <a:srgbClr val="FFFFFF"/>
              </a:solidFill>
              <a:latin typeface="Times New Roman" panose="02020603050405020304" pitchFamily="18" charset="0"/>
              <a:cs typeface="B Nazanin" pitchFamily="2" charset="-78"/>
            </a:endParaRPr>
          </a:p>
        </p:txBody>
      </p:sp>
      <p:pic>
        <p:nvPicPr>
          <p:cNvPr id="77" name="Picture 76" descr="پرونده:Azad University logo.png - ویکی‌پدیا، دانشنامهٔ آزاد">
            <a:extLst>
              <a:ext uri="{FF2B5EF4-FFF2-40B4-BE49-F238E27FC236}">
                <a16:creationId xmlns="" xmlns:a16="http://schemas.microsoft.com/office/drawing/2014/main" id="{DE9569A3-4E60-44E6-B193-07F4C2260CD2}"/>
              </a:ext>
            </a:extLst>
          </p:cNvPr>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8610600" y="0"/>
            <a:ext cx="533400" cy="822959"/>
          </a:xfrm>
          <a:prstGeom prst="rect">
            <a:avLst/>
          </a:prstGeom>
          <a:noFill/>
          <a:ln>
            <a:noFill/>
          </a:ln>
        </p:spPr>
      </p:pic>
      <p:sp>
        <p:nvSpPr>
          <p:cNvPr id="46" name="Slide Number Placeholder 3">
            <a:extLst>
              <a:ext uri="{FF2B5EF4-FFF2-40B4-BE49-F238E27FC236}">
                <a16:creationId xmlns="" xmlns:a16="http://schemas.microsoft.com/office/drawing/2014/main" id="{FEFB061F-8AAB-4535-B272-1BA4D5A77191}"/>
              </a:ext>
            </a:extLst>
          </p:cNvPr>
          <p:cNvSpPr txBox="1">
            <a:spLocks/>
          </p:cNvSpPr>
          <p:nvPr/>
        </p:nvSpPr>
        <p:spPr>
          <a:xfrm>
            <a:off x="8965" y="6090313"/>
            <a:ext cx="676835" cy="767687"/>
          </a:xfrm>
          <a:prstGeom prst="rect">
            <a:avLst/>
          </a:prstGeom>
        </p:spPr>
        <p:txBody>
          <a:bodyPr vert="horz" lIns="91440" tIns="45720" rIns="91440" bIns="45720" rtlCol="0" anchor="ctr"/>
          <a:lstStyle>
            <a:defPPr>
              <a:defRPr lang="en-US"/>
            </a:defPPr>
            <a:lvl1pPr marL="0" algn="l" defTabSz="914400" rtl="0" eaLnBrk="1" latinLnBrk="0" hangingPunct="1">
              <a:defRPr sz="1400" b="1" kern="1200">
                <a:solidFill>
                  <a:srgbClr val="FFFFFF"/>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rtl="1"/>
            <a:fld id="{E8ADF199-8047-440E-B02B-E80683B392F2}" type="slidenum">
              <a:rPr lang="fa-IR" sz="1800" smtClean="0">
                <a:solidFill>
                  <a:schemeClr val="tx1"/>
                </a:solidFill>
                <a:cs typeface="B Lotus" panose="00000400000000000000" pitchFamily="2" charset="-78"/>
              </a:rPr>
              <a:pPr rtl="1"/>
              <a:t>76</a:t>
            </a:fld>
            <a:endParaRPr lang="fa-IR" sz="1800" dirty="0">
              <a:solidFill>
                <a:schemeClr val="tx1"/>
              </a:solidFill>
              <a:cs typeface="B Lotus" panose="00000400000000000000" pitchFamily="2" charset="-78"/>
            </a:endParaRPr>
          </a:p>
        </p:txBody>
      </p:sp>
    </p:spTree>
    <p:extLst>
      <p:ext uri="{BB962C8B-B14F-4D97-AF65-F5344CB8AC3E}">
        <p14:creationId xmlns:p14="http://schemas.microsoft.com/office/powerpoint/2010/main" val="1972299524"/>
      </p:ext>
    </p:extLst>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29" name="Rectangle 428"/>
          <p:cNvSpPr/>
          <p:nvPr/>
        </p:nvSpPr>
        <p:spPr>
          <a:xfrm>
            <a:off x="346210" y="6187624"/>
            <a:ext cx="1443038" cy="338554"/>
          </a:xfrm>
          <a:prstGeom prst="rect">
            <a:avLst/>
          </a:prstGeom>
        </p:spPr>
        <p:txBody>
          <a:bodyPr wrap="square">
            <a:spAutoFit/>
          </a:bodyPr>
          <a:lstStyle/>
          <a:p>
            <a:pPr lvl="0" algn="ctr" rtl="1" fontAlgn="base">
              <a:spcBef>
                <a:spcPct val="0"/>
              </a:spcBef>
              <a:spcAft>
                <a:spcPct val="0"/>
              </a:spcAft>
            </a:pPr>
            <a:r>
              <a:rPr lang="fa-IR" sz="1600" b="1" dirty="0">
                <a:solidFill>
                  <a:srgbClr val="FFFFFF"/>
                </a:solidFill>
                <a:latin typeface="Times New Roman" panose="02020603050405020304" pitchFamily="18" charset="0"/>
                <a:cs typeface="B Nazanin" panose="00000400000000000000" pitchFamily="2" charset="-78"/>
              </a:rPr>
              <a:t>مقالات اخیر</a:t>
            </a:r>
            <a:endParaRPr lang="en-US" sz="1600" b="1" dirty="0">
              <a:solidFill>
                <a:srgbClr val="FFFFFF"/>
              </a:solidFill>
              <a:latin typeface="Times New Roman" panose="02020603050405020304" pitchFamily="18" charset="0"/>
              <a:cs typeface="B Nazanin" panose="00000400000000000000" pitchFamily="2" charset="-78"/>
            </a:endParaRPr>
          </a:p>
        </p:txBody>
      </p:sp>
      <p:sp>
        <p:nvSpPr>
          <p:cNvPr id="21" name="AutoShape 8">
            <a:extLst>
              <a:ext uri="{FF2B5EF4-FFF2-40B4-BE49-F238E27FC236}">
                <a16:creationId xmlns="" xmlns:a16="http://schemas.microsoft.com/office/drawing/2014/main" id="{CF9E5B87-43A1-4646-AE69-F01C6BAFAD06}"/>
              </a:ext>
            </a:extLst>
          </p:cNvPr>
          <p:cNvSpPr>
            <a:spLocks noChangeAspect="1" noChangeArrowheads="1"/>
          </p:cNvSpPr>
          <p:nvPr/>
        </p:nvSpPr>
        <p:spPr bwMode="gray">
          <a:xfrm>
            <a:off x="6494325" y="1866180"/>
            <a:ext cx="2303465" cy="508000"/>
          </a:xfrm>
          <a:prstGeom prst="roundRect">
            <a:avLst>
              <a:gd name="adj" fmla="val 50000"/>
            </a:avLst>
          </a:prstGeom>
          <a:gradFill flip="none" rotWithShape="1">
            <a:gsLst>
              <a:gs pos="0">
                <a:srgbClr val="B7E7FF">
                  <a:gamma/>
                  <a:tint val="0"/>
                  <a:invGamma/>
                </a:srgbClr>
              </a:gs>
              <a:gs pos="100000">
                <a:srgbClr val="B7E7FF"/>
              </a:gs>
            </a:gsLst>
            <a:lin ang="10800000" scaled="1"/>
            <a:tileRect/>
          </a:gradFill>
          <a:ln w="28575" algn="ctr">
            <a:solidFill>
              <a:srgbClr val="C4E59F"/>
            </a:solidFill>
            <a:round/>
            <a:headEnd/>
            <a:tailEnd/>
          </a:ln>
          <a:effectLst/>
        </p:spPr>
        <p:txBody>
          <a:bodyPr wrap="none" anchor="ctr"/>
          <a:lstStyle/>
          <a:p>
            <a:pPr algn="r" rtl="1" fontAlgn="base">
              <a:spcBef>
                <a:spcPct val="0"/>
              </a:spcBef>
              <a:spcAft>
                <a:spcPct val="0"/>
              </a:spcAft>
            </a:pPr>
            <a:r>
              <a:rPr lang="fa-IR" b="1" dirty="0">
                <a:cs typeface="B Lotus" panose="00000400000000000000" pitchFamily="2" charset="-78"/>
              </a:rPr>
              <a:t>شمارش کولن</a:t>
            </a:r>
            <a:endParaRPr lang="en-US" b="1" dirty="0">
              <a:solidFill>
                <a:srgbClr val="000000"/>
              </a:solidFill>
              <a:latin typeface="Times New Roman" panose="02020603050405020304" pitchFamily="18" charset="0"/>
              <a:cs typeface="B Lotus" panose="00000400000000000000" pitchFamily="2" charset="-78"/>
            </a:endParaRPr>
          </a:p>
        </p:txBody>
      </p:sp>
      <p:grpSp>
        <p:nvGrpSpPr>
          <p:cNvPr id="38" name="Group 23">
            <a:extLst>
              <a:ext uri="{FF2B5EF4-FFF2-40B4-BE49-F238E27FC236}">
                <a16:creationId xmlns="" xmlns:a16="http://schemas.microsoft.com/office/drawing/2014/main" id="{A77ECBC8-8907-49C6-B868-8715395CD4AB}"/>
              </a:ext>
            </a:extLst>
          </p:cNvPr>
          <p:cNvGrpSpPr>
            <a:grpSpLocks noChangeAspect="1"/>
          </p:cNvGrpSpPr>
          <p:nvPr/>
        </p:nvGrpSpPr>
        <p:grpSpPr bwMode="auto">
          <a:xfrm>
            <a:off x="8754925" y="1942380"/>
            <a:ext cx="381000" cy="381000"/>
            <a:chOff x="2078" y="1680"/>
            <a:chExt cx="1615" cy="1615"/>
          </a:xfrm>
        </p:grpSpPr>
        <p:sp>
          <p:nvSpPr>
            <p:cNvPr id="39" name="Oval 24">
              <a:extLst>
                <a:ext uri="{FF2B5EF4-FFF2-40B4-BE49-F238E27FC236}">
                  <a16:creationId xmlns="" xmlns:a16="http://schemas.microsoft.com/office/drawing/2014/main" id="{1501B9F0-1BD0-4587-A5DA-8504002448CD}"/>
                </a:ext>
              </a:extLst>
            </p:cNvPr>
            <p:cNvSpPr>
              <a:spLocks noChangeArrowheads="1"/>
            </p:cNvSpPr>
            <p:nvPr/>
          </p:nvSpPr>
          <p:spPr bwMode="gray">
            <a:xfrm>
              <a:off x="2078" y="1680"/>
              <a:ext cx="1615" cy="1615"/>
            </a:xfrm>
            <a:prstGeom prst="ellipse">
              <a:avLst/>
            </a:prstGeom>
            <a:gradFill rotWithShape="1">
              <a:gsLst>
                <a:gs pos="0">
                  <a:srgbClr val="FFFFFF">
                    <a:gamma/>
                    <a:shade val="46275"/>
                    <a:invGamma/>
                  </a:srgbClr>
                </a:gs>
                <a:gs pos="50000">
                  <a:srgbClr val="FFFFFF"/>
                </a:gs>
                <a:gs pos="100000">
                  <a:srgbClr val="FFFFFF">
                    <a:gamma/>
                    <a:shade val="46275"/>
                    <a:invGamma/>
                  </a:srgbClr>
                </a:gs>
              </a:gsLst>
              <a:lin ang="5400000" scaled="1"/>
            </a:gradFill>
            <a:ln w="57150" algn="ctr">
              <a:noFill/>
              <a:round/>
              <a:headEnd/>
              <a:tailEnd/>
            </a:ln>
            <a:effectLst/>
          </p:spPr>
          <p:txBody>
            <a:bodyPr wrap="none" anchor="ct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latin typeface="Arial" pitchFamily="34" charset="0"/>
              </a:endParaRPr>
            </a:p>
          </p:txBody>
        </p:sp>
        <p:sp>
          <p:nvSpPr>
            <p:cNvPr id="40" name="Oval 25">
              <a:extLst>
                <a:ext uri="{FF2B5EF4-FFF2-40B4-BE49-F238E27FC236}">
                  <a16:creationId xmlns="" xmlns:a16="http://schemas.microsoft.com/office/drawing/2014/main" id="{909C959D-95E6-47AB-BA03-A36E5558C646}"/>
                </a:ext>
              </a:extLst>
            </p:cNvPr>
            <p:cNvSpPr>
              <a:spLocks noChangeArrowheads="1"/>
            </p:cNvSpPr>
            <p:nvPr/>
          </p:nvSpPr>
          <p:spPr bwMode="gray">
            <a:xfrm>
              <a:off x="2170" y="1771"/>
              <a:ext cx="1430" cy="1430"/>
            </a:xfrm>
            <a:prstGeom prst="ellipse">
              <a:avLst/>
            </a:prstGeom>
            <a:gradFill rotWithShape="1">
              <a:gsLst>
                <a:gs pos="0">
                  <a:srgbClr val="FFFFFF">
                    <a:gamma/>
                    <a:shade val="63529"/>
                    <a:invGamma/>
                  </a:srgbClr>
                </a:gs>
                <a:gs pos="50000">
                  <a:srgbClr val="FFFFFF"/>
                </a:gs>
                <a:gs pos="100000">
                  <a:srgbClr val="FFFFFF">
                    <a:gamma/>
                    <a:shade val="63529"/>
                    <a:invGamma/>
                  </a:srgbClr>
                </a:gs>
              </a:gsLst>
              <a:lin ang="0" scaled="1"/>
            </a:gradFill>
            <a:ln w="9525" algn="ctr">
              <a:noFill/>
              <a:round/>
              <a:headEnd/>
              <a:tailEnd/>
            </a:ln>
            <a:effectLst/>
          </p:spPr>
          <p:txBody>
            <a:bodyPr wrap="none" anchor="ct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latin typeface="Arial" pitchFamily="34" charset="0"/>
              </a:endParaRPr>
            </a:p>
          </p:txBody>
        </p:sp>
        <p:sp>
          <p:nvSpPr>
            <p:cNvPr id="41" name="Oval 26">
              <a:extLst>
                <a:ext uri="{FF2B5EF4-FFF2-40B4-BE49-F238E27FC236}">
                  <a16:creationId xmlns="" xmlns:a16="http://schemas.microsoft.com/office/drawing/2014/main" id="{DBE4DAAC-D3AA-4C03-8635-E677788322CA}"/>
                </a:ext>
              </a:extLst>
            </p:cNvPr>
            <p:cNvSpPr>
              <a:spLocks noChangeArrowheads="1"/>
            </p:cNvSpPr>
            <p:nvPr/>
          </p:nvSpPr>
          <p:spPr bwMode="gray">
            <a:xfrm>
              <a:off x="2254" y="1856"/>
              <a:ext cx="1262" cy="1264"/>
            </a:xfrm>
            <a:prstGeom prst="ellipse">
              <a:avLst/>
            </a:prstGeom>
            <a:gradFill rotWithShape="1">
              <a:gsLst>
                <a:gs pos="0">
                  <a:srgbClr val="8AD4CD">
                    <a:gamma/>
                    <a:tint val="0"/>
                    <a:invGamma/>
                  </a:srgbClr>
                </a:gs>
                <a:gs pos="50000">
                  <a:srgbClr val="8AD4CD"/>
                </a:gs>
                <a:gs pos="100000">
                  <a:srgbClr val="8AD4CD">
                    <a:gamma/>
                    <a:tint val="0"/>
                    <a:invGamma/>
                  </a:srgbClr>
                </a:gs>
              </a:gsLst>
              <a:lin ang="2700000" scaled="1"/>
            </a:gradFill>
            <a:ln w="38100" algn="ctr">
              <a:noFill/>
              <a:round/>
              <a:headEnd/>
              <a:tailEnd/>
            </a:ln>
            <a:effectLst/>
          </p:spPr>
          <p:txBody>
            <a:bodyPr wrap="none" anchor="ctr">
              <a:spAutoFit/>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latin typeface="Arial" pitchFamily="34" charset="0"/>
              </a:endParaRPr>
            </a:p>
          </p:txBody>
        </p:sp>
        <p:sp>
          <p:nvSpPr>
            <p:cNvPr id="42" name="Oval 27">
              <a:extLst>
                <a:ext uri="{FF2B5EF4-FFF2-40B4-BE49-F238E27FC236}">
                  <a16:creationId xmlns="" xmlns:a16="http://schemas.microsoft.com/office/drawing/2014/main" id="{503A22F7-588D-4C3B-990F-521D103C8785}"/>
                </a:ext>
              </a:extLst>
            </p:cNvPr>
            <p:cNvSpPr>
              <a:spLocks noChangeArrowheads="1"/>
            </p:cNvSpPr>
            <p:nvPr/>
          </p:nvSpPr>
          <p:spPr bwMode="gray">
            <a:xfrm>
              <a:off x="2254" y="1856"/>
              <a:ext cx="1262" cy="1264"/>
            </a:xfrm>
            <a:prstGeom prst="ellipse">
              <a:avLst/>
            </a:prstGeom>
            <a:gradFill rotWithShape="1">
              <a:gsLst>
                <a:gs pos="0">
                  <a:srgbClr val="21B3E1"/>
                </a:gs>
                <a:gs pos="100000">
                  <a:srgbClr val="21B3E1">
                    <a:gamma/>
                    <a:shade val="46275"/>
                    <a:invGamma/>
                  </a:srgbClr>
                </a:gs>
              </a:gsLst>
              <a:lin ang="5400000" scaled="1"/>
            </a:gradFill>
            <a:ln w="38100" algn="ctr">
              <a:noFill/>
              <a:round/>
              <a:headEnd/>
              <a:tailEnd/>
            </a:ln>
            <a:effectLst/>
          </p:spPr>
          <p:txBody>
            <a:bodyPr wrap="none" anchor="ctr">
              <a:spAutoFit/>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latin typeface="Arial" pitchFamily="34" charset="0"/>
              </a:endParaRPr>
            </a:p>
          </p:txBody>
        </p:sp>
        <p:sp>
          <p:nvSpPr>
            <p:cNvPr id="43" name="Oval 28">
              <a:extLst>
                <a:ext uri="{FF2B5EF4-FFF2-40B4-BE49-F238E27FC236}">
                  <a16:creationId xmlns="" xmlns:a16="http://schemas.microsoft.com/office/drawing/2014/main" id="{DB14B947-3B24-4D3C-8BA6-1CDE3B23E877}"/>
                </a:ext>
              </a:extLst>
            </p:cNvPr>
            <p:cNvSpPr>
              <a:spLocks noChangeArrowheads="1"/>
            </p:cNvSpPr>
            <p:nvPr/>
          </p:nvSpPr>
          <p:spPr bwMode="gray">
            <a:xfrm>
              <a:off x="2337" y="1939"/>
              <a:ext cx="1096" cy="1098"/>
            </a:xfrm>
            <a:prstGeom prst="ellipse">
              <a:avLst/>
            </a:prstGeom>
            <a:gradFill rotWithShape="1">
              <a:gsLst>
                <a:gs pos="0">
                  <a:srgbClr val="8AD4CD">
                    <a:gamma/>
                    <a:shade val="54118"/>
                    <a:invGamma/>
                  </a:srgbClr>
                </a:gs>
                <a:gs pos="50000">
                  <a:srgbClr val="8AD4CD"/>
                </a:gs>
                <a:gs pos="100000">
                  <a:srgbClr val="8AD4CD">
                    <a:gamma/>
                    <a:shade val="54118"/>
                    <a:invGamma/>
                  </a:srgbClr>
                </a:gs>
              </a:gsLst>
              <a:lin ang="18900000" scaled="1"/>
            </a:gradFill>
            <a:ln w="38100" algn="ctr">
              <a:noFill/>
              <a:round/>
              <a:headEnd/>
              <a:tailEnd/>
            </a:ln>
            <a:effectLst/>
          </p:spPr>
          <p:txBody>
            <a:bodyPr anchor="ctr">
              <a:spAutoFit/>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latin typeface="Arial" pitchFamily="34" charset="0"/>
              </a:endParaRPr>
            </a:p>
          </p:txBody>
        </p:sp>
        <p:sp>
          <p:nvSpPr>
            <p:cNvPr id="44" name="Oval 29">
              <a:extLst>
                <a:ext uri="{FF2B5EF4-FFF2-40B4-BE49-F238E27FC236}">
                  <a16:creationId xmlns="" xmlns:a16="http://schemas.microsoft.com/office/drawing/2014/main" id="{EC52A3D0-6BC6-4E5D-88F2-AA4F423555B2}"/>
                </a:ext>
              </a:extLst>
            </p:cNvPr>
            <p:cNvSpPr>
              <a:spLocks noChangeArrowheads="1"/>
            </p:cNvSpPr>
            <p:nvPr/>
          </p:nvSpPr>
          <p:spPr bwMode="gray">
            <a:xfrm>
              <a:off x="2337" y="1939"/>
              <a:ext cx="1096" cy="1098"/>
            </a:xfrm>
            <a:prstGeom prst="ellipse">
              <a:avLst/>
            </a:prstGeom>
            <a:gradFill rotWithShape="1">
              <a:gsLst>
                <a:gs pos="0">
                  <a:srgbClr val="21B3E1"/>
                </a:gs>
                <a:gs pos="100000">
                  <a:srgbClr val="21B3E1">
                    <a:gamma/>
                    <a:shade val="48627"/>
                    <a:invGamma/>
                  </a:srgbClr>
                </a:gs>
              </a:gsLst>
              <a:lin ang="2700000" scaled="1"/>
            </a:gradFill>
            <a:ln w="38100" algn="ctr">
              <a:noFill/>
              <a:round/>
              <a:headEnd/>
              <a:tailEnd/>
            </a:ln>
            <a:effectLst/>
          </p:spPr>
          <p:txBody>
            <a:bodyPr anchor="ctr">
              <a:spAutoFit/>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latin typeface="Arial" pitchFamily="34" charset="0"/>
              </a:endParaRPr>
            </a:p>
          </p:txBody>
        </p:sp>
      </p:grpSp>
      <p:sp>
        <p:nvSpPr>
          <p:cNvPr id="52" name="TextBox 51">
            <a:extLst>
              <a:ext uri="{FF2B5EF4-FFF2-40B4-BE49-F238E27FC236}">
                <a16:creationId xmlns="" xmlns:a16="http://schemas.microsoft.com/office/drawing/2014/main" id="{0D7C9433-5674-4BC9-A282-6D982E5B3065}"/>
              </a:ext>
            </a:extLst>
          </p:cNvPr>
          <p:cNvSpPr txBox="1"/>
          <p:nvPr/>
        </p:nvSpPr>
        <p:spPr>
          <a:xfrm>
            <a:off x="4877373" y="3499157"/>
            <a:ext cx="65" cy="276999"/>
          </a:xfrm>
          <a:prstGeom prst="rect">
            <a:avLst/>
          </a:prstGeom>
          <a:noFill/>
        </p:spPr>
        <p:txBody>
          <a:bodyPr wrap="none" lIns="0" tIns="0" rIns="0" bIns="0" rtlCol="0">
            <a:spAutoFit/>
          </a:bodyPr>
          <a:lstStyle/>
          <a:p>
            <a:endParaRPr lang="en-US" dirty="0"/>
          </a:p>
        </p:txBody>
      </p:sp>
      <p:pic>
        <p:nvPicPr>
          <p:cNvPr id="3" name="Picture 2"/>
          <p:cNvPicPr>
            <a:picLocks noChangeAspect="1"/>
          </p:cNvPicPr>
          <p:nvPr/>
        </p:nvPicPr>
        <p:blipFill>
          <a:blip r:embed="rId3"/>
          <a:stretch>
            <a:fillRect/>
          </a:stretch>
        </p:blipFill>
        <p:spPr>
          <a:xfrm>
            <a:off x="208440" y="1764112"/>
            <a:ext cx="4881106" cy="3752850"/>
          </a:xfrm>
          <a:prstGeom prst="rect">
            <a:avLst/>
          </a:prstGeom>
        </p:spPr>
      </p:pic>
      <p:sp>
        <p:nvSpPr>
          <p:cNvPr id="4" name="AutoShape 2" descr="Lithium-Ion State of Charge (SoC) measurement - Coulomb Counter method - OCV"/>
          <p:cNvSpPr>
            <a:spLocks noChangeAspect="1" noChangeArrowheads="1"/>
          </p:cNvSpPr>
          <p:nvPr/>
        </p:nvSpPr>
        <p:spPr bwMode="auto">
          <a:xfrm>
            <a:off x="63500" y="-136525"/>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mc:AlternateContent xmlns:mc="http://schemas.openxmlformats.org/markup-compatibility/2006" xmlns:a14="http://schemas.microsoft.com/office/drawing/2010/main">
        <mc:Choice Requires="a14">
          <p:sp>
            <p:nvSpPr>
              <p:cNvPr id="6" name="Rectangle 5"/>
              <p:cNvSpPr/>
              <p:nvPr/>
            </p:nvSpPr>
            <p:spPr>
              <a:xfrm>
                <a:off x="6269706" y="5482675"/>
                <a:ext cx="2135264" cy="717889"/>
              </a:xfrm>
              <a:prstGeom prst="rect">
                <a:avLst/>
              </a:prstGeom>
            </p:spPr>
            <p:txBody>
              <a:bodyPr wrap="none">
                <a:spAutoFit/>
              </a:bodyPr>
              <a:lstStyle/>
              <a:p>
                <a:pPr/>
                <a14:m>
                  <m:oMathPara xmlns:m="http://schemas.openxmlformats.org/officeDocument/2006/math">
                    <m:oMathParaPr>
                      <m:jc m:val="centerGroup"/>
                    </m:oMathParaPr>
                    <m:oMath xmlns:m="http://schemas.openxmlformats.org/officeDocument/2006/math">
                      <m:r>
                        <a:rPr lang="en-US" i="1">
                          <a:latin typeface="Cambria Math" panose="02040503050406030204" pitchFamily="18" charset="0"/>
                        </a:rPr>
                        <m:t>𝑆𝑂𝐶</m:t>
                      </m:r>
                      <m:r>
                        <a:rPr lang="en-US" i="0">
                          <a:latin typeface="Cambria Math" panose="02040503050406030204" pitchFamily="18" charset="0"/>
                        </a:rPr>
                        <m:t>=</m:t>
                      </m:r>
                      <m:r>
                        <a:rPr lang="en-US" i="0">
                          <a:latin typeface="Cambria Math" panose="02040503050406030204" pitchFamily="18" charset="0"/>
                        </a:rPr>
                        <m:t>1</m:t>
                      </m:r>
                      <m:r>
                        <a:rPr lang="en-US" i="0">
                          <a:latin typeface="Cambria Math" panose="02040503050406030204" pitchFamily="18" charset="0"/>
                        </a:rPr>
                        <m:t>− </m:t>
                      </m:r>
                      <m:f>
                        <m:fPr>
                          <m:ctrlPr>
                            <a:rPr lang="en-US" i="1">
                              <a:latin typeface="Cambria Math" panose="02040503050406030204" pitchFamily="18" charset="0"/>
                            </a:rPr>
                          </m:ctrlPr>
                        </m:fPr>
                        <m:num>
                          <m:nary>
                            <m:naryPr>
                              <m:subHide m:val="on"/>
                              <m:supHide m:val="on"/>
                              <m:ctrlPr>
                                <a:rPr lang="en-US" i="1">
                                  <a:latin typeface="Cambria Math" panose="02040503050406030204" pitchFamily="18" charset="0"/>
                                </a:rPr>
                              </m:ctrlPr>
                            </m:naryPr>
                            <m:sub/>
                            <m:sup/>
                            <m:e>
                              <m:r>
                                <a:rPr lang="en-US" i="1">
                                  <a:latin typeface="Cambria Math" panose="02040503050406030204" pitchFamily="18" charset="0"/>
                                </a:rPr>
                                <m:t>𝑖</m:t>
                              </m:r>
                              <m:r>
                                <a:rPr lang="en-US" i="0">
                                  <a:latin typeface="Cambria Math" panose="02040503050406030204" pitchFamily="18" charset="0"/>
                                </a:rPr>
                                <m:t>.</m:t>
                              </m:r>
                              <m:r>
                                <a:rPr lang="en-US" i="1" smtClean="0">
                                  <a:latin typeface="Cambria Math" panose="02040503050406030204" pitchFamily="18" charset="0"/>
                                  <a:ea typeface="Cambria Math" panose="02040503050406030204" pitchFamily="18" charset="0"/>
                                </a:rPr>
                                <m:t>𝜂</m:t>
                              </m:r>
                              <m:r>
                                <a:rPr lang="en-US" i="1">
                                  <a:latin typeface="Cambria Math" panose="02040503050406030204" pitchFamily="18" charset="0"/>
                                </a:rPr>
                                <m:t>𝑑𝑡</m:t>
                              </m:r>
                            </m:e>
                          </m:nary>
                        </m:num>
                        <m:den>
                          <m:sSub>
                            <m:sSubPr>
                              <m:ctrlPr>
                                <a:rPr lang="en-US" i="1">
                                  <a:latin typeface="Cambria Math" panose="02040503050406030204" pitchFamily="18" charset="0"/>
                                </a:rPr>
                              </m:ctrlPr>
                            </m:sSubPr>
                            <m:e>
                              <m:r>
                                <a:rPr lang="en-US" i="1">
                                  <a:latin typeface="Cambria Math" panose="02040503050406030204" pitchFamily="18" charset="0"/>
                                </a:rPr>
                                <m:t>𝐶</m:t>
                              </m:r>
                            </m:e>
                            <m:sub>
                              <m:r>
                                <a:rPr lang="en-US" i="1">
                                  <a:latin typeface="Cambria Math" panose="02040503050406030204" pitchFamily="18" charset="0"/>
                                </a:rPr>
                                <m:t>𝑛</m:t>
                              </m:r>
                            </m:sub>
                          </m:sSub>
                        </m:den>
                      </m:f>
                    </m:oMath>
                  </m:oMathPara>
                </a14:m>
                <a:endParaRPr lang="en-US" dirty="0"/>
              </a:p>
            </p:txBody>
          </p:sp>
        </mc:Choice>
        <mc:Fallback xmlns="">
          <p:sp>
            <p:nvSpPr>
              <p:cNvPr id="6" name="Rectangle 5"/>
              <p:cNvSpPr>
                <a:spLocks noRot="1" noChangeAspect="1" noMove="1" noResize="1" noEditPoints="1" noAdjustHandles="1" noChangeArrowheads="1" noChangeShapeType="1" noTextEdit="1"/>
              </p:cNvSpPr>
              <p:nvPr/>
            </p:nvSpPr>
            <p:spPr>
              <a:xfrm>
                <a:off x="6269706" y="5482675"/>
                <a:ext cx="2135264" cy="717889"/>
              </a:xfrm>
              <a:prstGeom prst="rect">
                <a:avLst/>
              </a:prstGeom>
              <a:blipFill rotWithShape="0">
                <a:blip r:embed="rId4"/>
                <a:stretch>
                  <a:fillRect/>
                </a:stretch>
              </a:blipFill>
            </p:spPr>
            <p:txBody>
              <a:bodyPr/>
              <a:lstStyle/>
              <a:p>
                <a:r>
                  <a:rPr lang="fa-IR">
                    <a:noFill/>
                  </a:rPr>
                  <a:t> </a:t>
                </a:r>
              </a:p>
            </p:txBody>
          </p:sp>
        </mc:Fallback>
      </mc:AlternateContent>
      <p:pic>
        <p:nvPicPr>
          <p:cNvPr id="9" name="Picture 8"/>
          <p:cNvPicPr>
            <a:picLocks noChangeAspect="1"/>
          </p:cNvPicPr>
          <p:nvPr/>
        </p:nvPicPr>
        <p:blipFill>
          <a:blip r:embed="rId5"/>
          <a:stretch>
            <a:fillRect/>
          </a:stretch>
        </p:blipFill>
        <p:spPr>
          <a:xfrm>
            <a:off x="5871097" y="4038276"/>
            <a:ext cx="2905532" cy="1286055"/>
          </a:xfrm>
          <a:prstGeom prst="rect">
            <a:avLst/>
          </a:prstGeom>
        </p:spPr>
      </p:pic>
      <p:sp>
        <p:nvSpPr>
          <p:cNvPr id="28" name="Rounded Rectangle 175">
            <a:extLst>
              <a:ext uri="{FF2B5EF4-FFF2-40B4-BE49-F238E27FC236}">
                <a16:creationId xmlns="" xmlns:a16="http://schemas.microsoft.com/office/drawing/2014/main" id="{522A954B-B2D4-4C05-9517-FEA90B41B72C}"/>
              </a:ext>
            </a:extLst>
          </p:cNvPr>
          <p:cNvSpPr/>
          <p:nvPr/>
        </p:nvSpPr>
        <p:spPr bwMode="auto">
          <a:xfrm>
            <a:off x="6858000" y="971946"/>
            <a:ext cx="2389094" cy="418072"/>
          </a:xfrm>
          <a:prstGeom prst="roundRect">
            <a:avLst/>
          </a:prstGeom>
          <a:solidFill>
            <a:srgbClr val="3D81BF">
              <a:lumMod val="75000"/>
            </a:srgbClr>
          </a:solidFill>
          <a:ln w="9525" cap="flat" cmpd="sng" algn="ctr">
            <a:solidFill>
              <a:srgbClr val="000000"/>
            </a:solidFill>
            <a:prstDash val="solid"/>
            <a:round/>
            <a:headEnd type="none" w="med" len="med"/>
            <a:tailEnd type="none" w="med" len="med"/>
          </a:ln>
          <a:effectLst>
            <a:reflection blurRad="6350" stA="50000" endA="300" endPos="55000" dir="5400000" sy="-100000" algn="bl" rotWithShape="0"/>
          </a:effectLst>
          <a:scene3d>
            <a:camera prst="isometricOffAxis2Left"/>
            <a:lightRig rig="threePt" dir="t"/>
          </a:scene3d>
        </p:spPr>
        <p:txBody>
          <a:bodyPr vert="horz" wrap="square" lIns="91440" tIns="45720" rIns="91440" bIns="45720" numCol="1" rtlCol="0" anchor="t" anchorCtr="0" compatLnSpc="1">
            <a:prstTxWarp prst="textNoShape">
              <a:avLst/>
            </a:prstTxWarp>
          </a:bodyPr>
          <a:lstStyle/>
          <a:p>
            <a:pPr lvl="0" algn="ctr" fontAlgn="base">
              <a:spcBef>
                <a:spcPct val="0"/>
              </a:spcBef>
              <a:spcAft>
                <a:spcPct val="0"/>
              </a:spcAft>
              <a:defRPr/>
            </a:pPr>
            <a:r>
              <a:rPr lang="fa-IR" sz="2200" b="1" kern="0" dirty="0">
                <a:solidFill>
                  <a:srgbClr val="FFFFFF"/>
                </a:solidFill>
                <a:latin typeface="Times New Roman" panose="02020603050405020304" pitchFamily="18" charset="0"/>
                <a:cs typeface="B Nazanin" pitchFamily="2" charset="-78"/>
              </a:rPr>
              <a:t>سیستم مدیریت باتری</a:t>
            </a:r>
          </a:p>
        </p:txBody>
      </p:sp>
      <p:sp>
        <p:nvSpPr>
          <p:cNvPr id="29" name="AutoShape 12" descr="5 Things That Affect Your Charging Speed | EVgo">
            <a:extLst>
              <a:ext uri="{FF2B5EF4-FFF2-40B4-BE49-F238E27FC236}">
                <a16:creationId xmlns="" xmlns:a16="http://schemas.microsoft.com/office/drawing/2014/main" id="{DA040FC8-D3D2-49BC-B847-070597E04B15}"/>
              </a:ext>
            </a:extLst>
          </p:cNvPr>
          <p:cNvSpPr>
            <a:spLocks noChangeAspect="1" noChangeArrowheads="1"/>
          </p:cNvSpPr>
          <p:nvPr/>
        </p:nvSpPr>
        <p:spPr bwMode="auto">
          <a:xfrm>
            <a:off x="63500" y="-136525"/>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sp>
        <p:nvSpPr>
          <p:cNvPr id="33" name="AutoShape 2" descr="What is the Depth of Discharge (DoD) Estimation of a Lithium Ion Battery?">
            <a:extLst>
              <a:ext uri="{FF2B5EF4-FFF2-40B4-BE49-F238E27FC236}">
                <a16:creationId xmlns="" xmlns:a16="http://schemas.microsoft.com/office/drawing/2014/main" id="{ED16E281-C645-4E9E-AD14-F5ED1803F8E2}"/>
              </a:ext>
            </a:extLst>
          </p:cNvPr>
          <p:cNvSpPr>
            <a:spLocks noChangeAspect="1" noChangeArrowheads="1"/>
          </p:cNvSpPr>
          <p:nvPr/>
        </p:nvSpPr>
        <p:spPr bwMode="auto">
          <a:xfrm>
            <a:off x="215900" y="15875"/>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sp>
        <p:nvSpPr>
          <p:cNvPr id="34" name="AutoShape 10">
            <a:extLst>
              <a:ext uri="{FF2B5EF4-FFF2-40B4-BE49-F238E27FC236}">
                <a16:creationId xmlns="" xmlns:a16="http://schemas.microsoft.com/office/drawing/2014/main" id="{9343FB8D-A833-4C53-BE58-7413121483AB}"/>
              </a:ext>
            </a:extLst>
          </p:cNvPr>
          <p:cNvSpPr>
            <a:spLocks noChangeArrowheads="1"/>
          </p:cNvSpPr>
          <p:nvPr/>
        </p:nvSpPr>
        <p:spPr bwMode="gray">
          <a:xfrm flipH="1">
            <a:off x="6244699" y="57140"/>
            <a:ext cx="2137301" cy="649224"/>
          </a:xfrm>
          <a:prstGeom prst="chevron">
            <a:avLst>
              <a:gd name="adj" fmla="val 17842"/>
            </a:avLst>
          </a:prstGeom>
          <a:gradFill rotWithShape="1">
            <a:gsLst>
              <a:gs pos="0">
                <a:srgbClr val="84B09A">
                  <a:gamma/>
                  <a:shade val="46275"/>
                  <a:invGamma/>
                </a:srgbClr>
              </a:gs>
              <a:gs pos="50000">
                <a:srgbClr val="84B09A"/>
              </a:gs>
              <a:gs pos="100000">
                <a:srgbClr val="84B09A">
                  <a:gamma/>
                  <a:shade val="46275"/>
                  <a:invGamma/>
                </a:srgbClr>
              </a:gs>
            </a:gsLst>
            <a:lin ang="2700000" scaled="1"/>
          </a:gradFill>
          <a:ln w="38100">
            <a:solidFill>
              <a:srgbClr val="EAEAEA"/>
            </a:solidFill>
            <a:miter lim="800000"/>
            <a:headEnd/>
            <a:tailEnd/>
          </a:ln>
          <a:effectLst>
            <a:outerShdw dist="109250" dir="3267739" algn="ctr" rotWithShape="0">
              <a:srgbClr val="333333">
                <a:alpha val="50000"/>
              </a:srgbClr>
            </a:outerShdw>
          </a:effectLst>
        </p:spPr>
        <p:txBody>
          <a:bodyPr wrap="square" anchor="ctr">
            <a:spAutoFit/>
          </a:bodyPr>
          <a:lstStyle/>
          <a:p>
            <a:pPr algn="ctr" fontAlgn="base">
              <a:spcBef>
                <a:spcPct val="0"/>
              </a:spcBef>
              <a:spcAft>
                <a:spcPct val="0"/>
              </a:spcAft>
            </a:pPr>
            <a:endParaRPr lang="en-US" kern="0">
              <a:solidFill>
                <a:srgbClr val="3D81BF"/>
              </a:solidFill>
            </a:endParaRPr>
          </a:p>
        </p:txBody>
      </p:sp>
      <p:sp>
        <p:nvSpPr>
          <p:cNvPr id="35" name="AutoShape 3">
            <a:extLst>
              <a:ext uri="{FF2B5EF4-FFF2-40B4-BE49-F238E27FC236}">
                <a16:creationId xmlns="" xmlns:a16="http://schemas.microsoft.com/office/drawing/2014/main" id="{C7EEE27E-0227-4203-B443-0AF90AAE7FB8}"/>
              </a:ext>
            </a:extLst>
          </p:cNvPr>
          <p:cNvSpPr>
            <a:spLocks noChangeArrowheads="1"/>
          </p:cNvSpPr>
          <p:nvPr/>
        </p:nvSpPr>
        <p:spPr bwMode="gray">
          <a:xfrm flipH="1">
            <a:off x="4188613" y="57140"/>
            <a:ext cx="2056086" cy="649224"/>
          </a:xfrm>
          <a:prstGeom prst="chevron">
            <a:avLst>
              <a:gd name="adj" fmla="val 17009"/>
            </a:avLst>
          </a:prstGeom>
          <a:gradFill rotWithShape="1">
            <a:gsLst>
              <a:gs pos="0">
                <a:srgbClr val="3659EC">
                  <a:gamma/>
                  <a:shade val="46275"/>
                  <a:invGamma/>
                </a:srgbClr>
              </a:gs>
              <a:gs pos="50000">
                <a:srgbClr val="3659EC"/>
              </a:gs>
              <a:gs pos="100000">
                <a:srgbClr val="3659EC">
                  <a:gamma/>
                  <a:shade val="46275"/>
                  <a:invGamma/>
                </a:srgbClr>
              </a:gs>
            </a:gsLst>
            <a:lin ang="2700000" scaled="1"/>
          </a:gradFill>
          <a:ln w="38100">
            <a:solidFill>
              <a:srgbClr val="EAEAEA"/>
            </a:solidFill>
            <a:miter lim="800000"/>
            <a:headEnd/>
            <a:tailEnd/>
          </a:ln>
          <a:effectLst>
            <a:outerShdw dist="109250" dir="3267739" algn="ctr" rotWithShape="0">
              <a:srgbClr val="333333">
                <a:alpha val="50000"/>
              </a:srgbClr>
            </a:outerShdw>
          </a:effectLst>
        </p:spPr>
        <p:txBody>
          <a:bodyPr wrap="square" anchor="ctr">
            <a:spAutoFit/>
          </a:bodyPr>
          <a:lstStyle/>
          <a:p>
            <a:pPr algn="ctr" fontAlgn="base">
              <a:spcBef>
                <a:spcPct val="0"/>
              </a:spcBef>
              <a:spcAft>
                <a:spcPct val="0"/>
              </a:spcAft>
            </a:pPr>
            <a:endParaRPr lang="en-US" kern="0">
              <a:solidFill>
                <a:srgbClr val="3D81BF"/>
              </a:solidFill>
            </a:endParaRPr>
          </a:p>
        </p:txBody>
      </p:sp>
      <p:sp>
        <p:nvSpPr>
          <p:cNvPr id="36" name="AutoShape 3">
            <a:extLst>
              <a:ext uri="{FF2B5EF4-FFF2-40B4-BE49-F238E27FC236}">
                <a16:creationId xmlns="" xmlns:a16="http://schemas.microsoft.com/office/drawing/2014/main" id="{89E4BB67-69A3-4583-A734-D3D64F1BF5A4}"/>
              </a:ext>
            </a:extLst>
          </p:cNvPr>
          <p:cNvSpPr>
            <a:spLocks noChangeArrowheads="1"/>
          </p:cNvSpPr>
          <p:nvPr/>
        </p:nvSpPr>
        <p:spPr bwMode="gray">
          <a:xfrm flipH="1">
            <a:off x="2132529" y="57140"/>
            <a:ext cx="2056085" cy="651510"/>
          </a:xfrm>
          <a:prstGeom prst="chevron">
            <a:avLst>
              <a:gd name="adj" fmla="val 17009"/>
            </a:avLst>
          </a:prstGeom>
          <a:gradFill rotWithShape="1">
            <a:gsLst>
              <a:gs pos="0">
                <a:srgbClr val="84B09A">
                  <a:gamma/>
                  <a:shade val="46275"/>
                  <a:invGamma/>
                </a:srgbClr>
              </a:gs>
              <a:gs pos="50000">
                <a:srgbClr val="84B09A"/>
              </a:gs>
              <a:gs pos="100000">
                <a:srgbClr val="84B09A">
                  <a:gamma/>
                  <a:shade val="46275"/>
                  <a:invGamma/>
                </a:srgbClr>
              </a:gs>
            </a:gsLst>
            <a:lin ang="2700000" scaled="1"/>
          </a:gradFill>
          <a:ln w="38100">
            <a:solidFill>
              <a:srgbClr val="EAEAEA"/>
            </a:solidFill>
            <a:miter lim="800000"/>
            <a:headEnd/>
            <a:tailEnd/>
          </a:ln>
          <a:effectLst>
            <a:outerShdw dist="109250" dir="3267739" algn="ctr" rotWithShape="0">
              <a:srgbClr val="333333">
                <a:alpha val="50000"/>
              </a:srgbClr>
            </a:outerShdw>
          </a:effectLst>
        </p:spPr>
        <p:txBody>
          <a:bodyPr wrap="square" anchor="ctr">
            <a:spAutoFit/>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endParaRPr>
          </a:p>
        </p:txBody>
      </p:sp>
      <p:sp>
        <p:nvSpPr>
          <p:cNvPr id="37" name="AutoShape 3">
            <a:extLst>
              <a:ext uri="{FF2B5EF4-FFF2-40B4-BE49-F238E27FC236}">
                <a16:creationId xmlns="" xmlns:a16="http://schemas.microsoft.com/office/drawing/2014/main" id="{9DFE82B6-F631-4974-9D9E-6845493803BB}"/>
              </a:ext>
            </a:extLst>
          </p:cNvPr>
          <p:cNvSpPr>
            <a:spLocks noChangeArrowheads="1"/>
          </p:cNvSpPr>
          <p:nvPr/>
        </p:nvSpPr>
        <p:spPr bwMode="gray">
          <a:xfrm flipH="1">
            <a:off x="161662" y="57140"/>
            <a:ext cx="1970868" cy="651510"/>
          </a:xfrm>
          <a:prstGeom prst="chevron">
            <a:avLst>
              <a:gd name="adj" fmla="val 17009"/>
            </a:avLst>
          </a:prstGeom>
          <a:gradFill rotWithShape="1">
            <a:gsLst>
              <a:gs pos="0">
                <a:srgbClr val="84B09A">
                  <a:gamma/>
                  <a:shade val="46275"/>
                  <a:invGamma/>
                </a:srgbClr>
              </a:gs>
              <a:gs pos="50000">
                <a:srgbClr val="84B09A"/>
              </a:gs>
              <a:gs pos="100000">
                <a:srgbClr val="84B09A">
                  <a:gamma/>
                  <a:shade val="46275"/>
                  <a:invGamma/>
                </a:srgbClr>
              </a:gs>
            </a:gsLst>
            <a:lin ang="2700000" scaled="1"/>
          </a:gradFill>
          <a:ln w="38100">
            <a:solidFill>
              <a:srgbClr val="EAEAEA"/>
            </a:solidFill>
            <a:miter lim="800000"/>
            <a:headEnd/>
            <a:tailEnd/>
          </a:ln>
          <a:effectLst>
            <a:outerShdw dist="109250" dir="3267739" algn="ctr" rotWithShape="0">
              <a:srgbClr val="333333">
                <a:alpha val="50000"/>
              </a:srgbClr>
            </a:outerShdw>
          </a:effectLst>
        </p:spPr>
        <p:txBody>
          <a:bodyPr wrap="square" anchor="ctr">
            <a:spAutoFit/>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endParaRPr>
          </a:p>
        </p:txBody>
      </p:sp>
      <p:sp>
        <p:nvSpPr>
          <p:cNvPr id="45" name="Rectangle 44">
            <a:extLst>
              <a:ext uri="{FF2B5EF4-FFF2-40B4-BE49-F238E27FC236}">
                <a16:creationId xmlns="" xmlns:a16="http://schemas.microsoft.com/office/drawing/2014/main" id="{044DA41C-2955-4D64-963D-78A5B342086E}"/>
              </a:ext>
            </a:extLst>
          </p:cNvPr>
          <p:cNvSpPr/>
          <p:nvPr/>
        </p:nvSpPr>
        <p:spPr>
          <a:xfrm>
            <a:off x="431672" y="189466"/>
            <a:ext cx="1443038" cy="338554"/>
          </a:xfrm>
          <a:prstGeom prst="rect">
            <a:avLst/>
          </a:prstGeom>
        </p:spPr>
        <p:txBody>
          <a:bodyPr wrap="square">
            <a:spAutoFit/>
          </a:bodyPr>
          <a:lstStyle/>
          <a:p>
            <a:pPr lvl="0" algn="ctr" rtl="1" fontAlgn="base">
              <a:spcBef>
                <a:spcPct val="0"/>
              </a:spcBef>
              <a:spcAft>
                <a:spcPct val="0"/>
              </a:spcAft>
            </a:pPr>
            <a:r>
              <a:rPr lang="fa-IR" sz="1600" b="1" dirty="0">
                <a:solidFill>
                  <a:srgbClr val="FFFFFF"/>
                </a:solidFill>
                <a:latin typeface="Times New Roman" panose="02020603050405020304" pitchFamily="18" charset="0"/>
                <a:cs typeface="B Nazanin" panose="00000400000000000000" pitchFamily="2" charset="-78"/>
              </a:rPr>
              <a:t>مقالات اخیر</a:t>
            </a:r>
            <a:endParaRPr lang="en-US" sz="1600" b="1" dirty="0">
              <a:solidFill>
                <a:srgbClr val="FFFFFF"/>
              </a:solidFill>
              <a:latin typeface="Times New Roman" panose="02020603050405020304" pitchFamily="18" charset="0"/>
              <a:cs typeface="B Nazanin" panose="00000400000000000000" pitchFamily="2" charset="-78"/>
            </a:endParaRPr>
          </a:p>
        </p:txBody>
      </p:sp>
      <p:sp>
        <p:nvSpPr>
          <p:cNvPr id="46" name="Rectangle 45">
            <a:extLst>
              <a:ext uri="{FF2B5EF4-FFF2-40B4-BE49-F238E27FC236}">
                <a16:creationId xmlns="" xmlns:a16="http://schemas.microsoft.com/office/drawing/2014/main" id="{7DF61ADD-3B33-4D1D-B698-10C1117A7588}"/>
              </a:ext>
            </a:extLst>
          </p:cNvPr>
          <p:cNvSpPr/>
          <p:nvPr/>
        </p:nvSpPr>
        <p:spPr>
          <a:xfrm>
            <a:off x="2355191" y="66356"/>
            <a:ext cx="1600200" cy="584775"/>
          </a:xfrm>
          <a:prstGeom prst="rect">
            <a:avLst/>
          </a:prstGeom>
        </p:spPr>
        <p:txBody>
          <a:bodyPr wrap="square">
            <a:spAutoFit/>
          </a:bodyPr>
          <a:lstStyle/>
          <a:p>
            <a:pPr lvl="0" algn="ctr" rtl="1" fontAlgn="base">
              <a:spcBef>
                <a:spcPct val="0"/>
              </a:spcBef>
              <a:spcAft>
                <a:spcPct val="0"/>
              </a:spcAft>
            </a:pPr>
            <a:r>
              <a:rPr lang="fa-IR" sz="1600" b="1" dirty="0">
                <a:solidFill>
                  <a:srgbClr val="FFFFFF"/>
                </a:solidFill>
                <a:latin typeface="Times New Roman" panose="02020603050405020304" pitchFamily="18" charset="0"/>
                <a:cs typeface="B Nazanin" panose="00000400000000000000" pitchFamily="2" charset="-78"/>
              </a:rPr>
              <a:t>سیستم مدیریت همسان سازی</a:t>
            </a:r>
            <a:endParaRPr lang="en-US" sz="1600" b="1" dirty="0">
              <a:solidFill>
                <a:srgbClr val="FFFFFF"/>
              </a:solidFill>
              <a:latin typeface="Times New Roman" panose="02020603050405020304" pitchFamily="18" charset="0"/>
              <a:cs typeface="B Nazanin" panose="00000400000000000000" pitchFamily="2" charset="-78"/>
            </a:endParaRPr>
          </a:p>
        </p:txBody>
      </p:sp>
      <p:sp>
        <p:nvSpPr>
          <p:cNvPr id="47" name="Rectangle 46">
            <a:extLst>
              <a:ext uri="{FF2B5EF4-FFF2-40B4-BE49-F238E27FC236}">
                <a16:creationId xmlns="" xmlns:a16="http://schemas.microsoft.com/office/drawing/2014/main" id="{9B442CD5-1A8F-441D-BAA4-97391F725306}"/>
              </a:ext>
            </a:extLst>
          </p:cNvPr>
          <p:cNvSpPr/>
          <p:nvPr/>
        </p:nvSpPr>
        <p:spPr>
          <a:xfrm>
            <a:off x="4495138" y="91457"/>
            <a:ext cx="1443038" cy="584775"/>
          </a:xfrm>
          <a:prstGeom prst="rect">
            <a:avLst/>
          </a:prstGeom>
        </p:spPr>
        <p:txBody>
          <a:bodyPr wrap="square">
            <a:spAutoFit/>
          </a:bodyPr>
          <a:lstStyle/>
          <a:p>
            <a:pPr lvl="0" algn="ctr" rtl="1" fontAlgn="base">
              <a:spcBef>
                <a:spcPct val="0"/>
              </a:spcBef>
              <a:spcAft>
                <a:spcPct val="0"/>
              </a:spcAft>
            </a:pPr>
            <a:r>
              <a:rPr lang="fa-IR" sz="1600" b="1" dirty="0">
                <a:solidFill>
                  <a:srgbClr val="FFFFFF"/>
                </a:solidFill>
                <a:latin typeface="Times New Roman" panose="02020603050405020304" pitchFamily="18" charset="0"/>
                <a:cs typeface="B Nazanin" panose="00000400000000000000" pitchFamily="2" charset="-78"/>
              </a:rPr>
              <a:t>سیستم مدیریت باتری</a:t>
            </a:r>
            <a:endParaRPr lang="en-US" sz="1600" b="1" dirty="0">
              <a:solidFill>
                <a:srgbClr val="FFFFFF"/>
              </a:solidFill>
              <a:latin typeface="Times New Roman" panose="02020603050405020304" pitchFamily="18" charset="0"/>
              <a:cs typeface="B Nazanin" panose="00000400000000000000" pitchFamily="2" charset="-78"/>
            </a:endParaRPr>
          </a:p>
        </p:txBody>
      </p:sp>
      <p:sp>
        <p:nvSpPr>
          <p:cNvPr id="48" name="Rectangle 47">
            <a:extLst>
              <a:ext uri="{FF2B5EF4-FFF2-40B4-BE49-F238E27FC236}">
                <a16:creationId xmlns="" xmlns:a16="http://schemas.microsoft.com/office/drawing/2014/main" id="{54BB3214-FEBC-45E5-8FC3-4D1484695B06}"/>
              </a:ext>
            </a:extLst>
          </p:cNvPr>
          <p:cNvSpPr/>
          <p:nvPr/>
        </p:nvSpPr>
        <p:spPr>
          <a:xfrm>
            <a:off x="6499957" y="197162"/>
            <a:ext cx="1626786" cy="323165"/>
          </a:xfrm>
          <a:prstGeom prst="rect">
            <a:avLst/>
          </a:prstGeom>
        </p:spPr>
        <p:txBody>
          <a:bodyPr wrap="square">
            <a:spAutoFit/>
          </a:bodyPr>
          <a:lstStyle/>
          <a:p>
            <a:pPr lvl="0" algn="ctr" fontAlgn="base">
              <a:spcBef>
                <a:spcPct val="0"/>
              </a:spcBef>
              <a:spcAft>
                <a:spcPct val="0"/>
              </a:spcAft>
              <a:defRPr/>
            </a:pPr>
            <a:r>
              <a:rPr lang="fa-IR" sz="1500" b="1" kern="0" dirty="0" err="1">
                <a:solidFill>
                  <a:srgbClr val="FFFFFF"/>
                </a:solidFill>
                <a:latin typeface="Times New Roman" panose="02020603050405020304" pitchFamily="18" charset="0"/>
                <a:cs typeface="B Nazanin" pitchFamily="2" charset="-78"/>
              </a:rPr>
              <a:t>باتریها</a:t>
            </a:r>
            <a:endParaRPr lang="en-US" sz="1500" b="1" kern="0" dirty="0">
              <a:solidFill>
                <a:srgbClr val="FFFFFF"/>
              </a:solidFill>
              <a:latin typeface="Times New Roman" panose="02020603050405020304" pitchFamily="18" charset="0"/>
              <a:cs typeface="B Nazanin" pitchFamily="2" charset="-78"/>
            </a:endParaRPr>
          </a:p>
        </p:txBody>
      </p:sp>
      <p:pic>
        <p:nvPicPr>
          <p:cNvPr id="49" name="Picture 48" descr="پرونده:Azad University logo.png - ویکی‌پدیا، دانشنامهٔ آزاد">
            <a:extLst>
              <a:ext uri="{FF2B5EF4-FFF2-40B4-BE49-F238E27FC236}">
                <a16:creationId xmlns="" xmlns:a16="http://schemas.microsoft.com/office/drawing/2014/main" id="{4F35BFF9-43DF-43B3-A58D-860E7E707AA3}"/>
              </a:ext>
            </a:extLst>
          </p:cNvPr>
          <p:cNvPicPr/>
          <p:nvPr/>
        </p:nvPicPr>
        <p:blipFill>
          <a:blip r:embed="rId6" cstate="print">
            <a:extLst>
              <a:ext uri="{28A0092B-C50C-407E-A947-70E740481C1C}">
                <a14:useLocalDpi xmlns:a14="http://schemas.microsoft.com/office/drawing/2010/main" val="0"/>
              </a:ext>
            </a:extLst>
          </a:blip>
          <a:srcRect/>
          <a:stretch>
            <a:fillRect/>
          </a:stretch>
        </p:blipFill>
        <p:spPr bwMode="auto">
          <a:xfrm>
            <a:off x="8610600" y="0"/>
            <a:ext cx="533400" cy="822959"/>
          </a:xfrm>
          <a:prstGeom prst="rect">
            <a:avLst/>
          </a:prstGeom>
          <a:noFill/>
          <a:ln>
            <a:noFill/>
          </a:ln>
        </p:spPr>
      </p:pic>
      <p:sp>
        <p:nvSpPr>
          <p:cNvPr id="64" name="TextBox 63">
            <a:extLst>
              <a:ext uri="{FF2B5EF4-FFF2-40B4-BE49-F238E27FC236}">
                <a16:creationId xmlns="" xmlns:a16="http://schemas.microsoft.com/office/drawing/2014/main" id="{00F5D181-501B-43BE-8881-1E121279D569}"/>
              </a:ext>
            </a:extLst>
          </p:cNvPr>
          <p:cNvSpPr txBox="1"/>
          <p:nvPr/>
        </p:nvSpPr>
        <p:spPr>
          <a:xfrm>
            <a:off x="320146" y="934180"/>
            <a:ext cx="3717685" cy="369332"/>
          </a:xfrm>
          <a:prstGeom prst="rect">
            <a:avLst/>
          </a:prstGeom>
          <a:noFill/>
        </p:spPr>
        <p:txBody>
          <a:bodyPr wrap="none" rtlCol="0">
            <a:spAutoFit/>
          </a:bodyPr>
          <a:lstStyle/>
          <a:p>
            <a:pPr algn="r" rtl="1" fontAlgn="base">
              <a:spcBef>
                <a:spcPct val="0"/>
              </a:spcBef>
              <a:spcAft>
                <a:spcPct val="0"/>
              </a:spcAft>
            </a:pPr>
            <a:r>
              <a:rPr lang="fa-IR" b="1" dirty="0">
                <a:cs typeface="B Nazanin" panose="00000400000000000000" pitchFamily="2" charset="-78"/>
              </a:rPr>
              <a:t>روش های تخمین وضعیت شارژ باتری (</a:t>
            </a:r>
            <a:r>
              <a:rPr lang="en-US" b="1" i="1" dirty="0">
                <a:latin typeface="Times New Roman" panose="02020603050405020304" pitchFamily="18" charset="0"/>
                <a:cs typeface="Times New Roman" panose="02020603050405020304" pitchFamily="18" charset="0"/>
              </a:rPr>
              <a:t>SOC</a:t>
            </a:r>
            <a:r>
              <a:rPr lang="fa-IR" b="1" dirty="0">
                <a:cs typeface="B Nazanin" panose="00000400000000000000" pitchFamily="2" charset="-78"/>
              </a:rPr>
              <a:t>)</a:t>
            </a:r>
            <a:endParaRPr lang="en-US" b="1" dirty="0">
              <a:solidFill>
                <a:srgbClr val="000000"/>
              </a:solidFill>
              <a:latin typeface="Times New Roman" panose="02020603050405020304" pitchFamily="18" charset="0"/>
              <a:cs typeface="B Nazanin" pitchFamily="2" charset="-78"/>
            </a:endParaRPr>
          </a:p>
        </p:txBody>
      </p:sp>
      <p:sp>
        <p:nvSpPr>
          <p:cNvPr id="65" name="TextBox 64">
            <a:extLst>
              <a:ext uri="{FF2B5EF4-FFF2-40B4-BE49-F238E27FC236}">
                <a16:creationId xmlns="" xmlns:a16="http://schemas.microsoft.com/office/drawing/2014/main" id="{848B3226-069D-4ECD-BE80-CD925D666525}"/>
              </a:ext>
            </a:extLst>
          </p:cNvPr>
          <p:cNvSpPr txBox="1"/>
          <p:nvPr/>
        </p:nvSpPr>
        <p:spPr>
          <a:xfrm>
            <a:off x="1104598" y="5754989"/>
            <a:ext cx="3230372" cy="369332"/>
          </a:xfrm>
          <a:prstGeom prst="rect">
            <a:avLst/>
          </a:prstGeom>
          <a:noFill/>
        </p:spPr>
        <p:txBody>
          <a:bodyPr wrap="none" rtlCol="0">
            <a:spAutoFit/>
          </a:bodyPr>
          <a:lstStyle/>
          <a:p>
            <a:pPr algn="r" rtl="1" fontAlgn="base">
              <a:spcBef>
                <a:spcPct val="0"/>
              </a:spcBef>
              <a:spcAft>
                <a:spcPct val="0"/>
              </a:spcAft>
            </a:pPr>
            <a:r>
              <a:rPr lang="fa-IR" dirty="0">
                <a:cs typeface="B Lotus" panose="00000400000000000000" pitchFamily="2" charset="-78"/>
              </a:rPr>
              <a:t>تخمین </a:t>
            </a:r>
            <a:r>
              <a:rPr lang="en-US" dirty="0">
                <a:cs typeface="B Lotus" panose="00000400000000000000" pitchFamily="2" charset="-78"/>
              </a:rPr>
              <a:t>SOC</a:t>
            </a:r>
            <a:r>
              <a:rPr lang="fa-IR" dirty="0">
                <a:cs typeface="B Lotus" panose="00000400000000000000" pitchFamily="2" charset="-78"/>
              </a:rPr>
              <a:t> بر اساس شمارش </a:t>
            </a:r>
            <a:r>
              <a:rPr lang="fa-IR" dirty="0" err="1">
                <a:cs typeface="B Lotus" panose="00000400000000000000" pitchFamily="2" charset="-78"/>
              </a:rPr>
              <a:t>کولن</a:t>
            </a:r>
            <a:r>
              <a:rPr lang="fa-IR" dirty="0">
                <a:cs typeface="B Lotus" panose="00000400000000000000" pitchFamily="2" charset="-78"/>
              </a:rPr>
              <a:t> </a:t>
            </a:r>
            <a:r>
              <a:rPr lang="fa-IR" dirty="0">
                <a:solidFill>
                  <a:srgbClr val="B9EDFF"/>
                </a:solidFill>
                <a:cs typeface="B Lotus" panose="00000400000000000000" pitchFamily="2" charset="-78"/>
              </a:rPr>
              <a:t>[1]</a:t>
            </a:r>
            <a:r>
              <a:rPr lang="fa-IR" dirty="0">
                <a:cs typeface="B Lotus" panose="00000400000000000000" pitchFamily="2" charset="-78"/>
              </a:rPr>
              <a:t>.</a:t>
            </a:r>
            <a:endParaRPr lang="en-US" dirty="0">
              <a:solidFill>
                <a:srgbClr val="B9EDFF"/>
              </a:solidFill>
              <a:cs typeface="B Lotus" panose="00000400000000000000" pitchFamily="2" charset="-78"/>
            </a:endParaRPr>
          </a:p>
        </p:txBody>
      </p:sp>
      <p:sp>
        <p:nvSpPr>
          <p:cNvPr id="31" name="Slide Number Placeholder 3">
            <a:extLst>
              <a:ext uri="{FF2B5EF4-FFF2-40B4-BE49-F238E27FC236}">
                <a16:creationId xmlns="" xmlns:a16="http://schemas.microsoft.com/office/drawing/2014/main" id="{FEFB061F-8AAB-4535-B272-1BA4D5A77191}"/>
              </a:ext>
            </a:extLst>
          </p:cNvPr>
          <p:cNvSpPr txBox="1">
            <a:spLocks/>
          </p:cNvSpPr>
          <p:nvPr/>
        </p:nvSpPr>
        <p:spPr>
          <a:xfrm>
            <a:off x="8965" y="6090313"/>
            <a:ext cx="676835" cy="767687"/>
          </a:xfrm>
          <a:prstGeom prst="rect">
            <a:avLst/>
          </a:prstGeom>
        </p:spPr>
        <p:txBody>
          <a:bodyPr vert="horz" lIns="91440" tIns="45720" rIns="91440" bIns="45720" rtlCol="0" anchor="ctr"/>
          <a:lstStyle>
            <a:defPPr>
              <a:defRPr lang="en-US"/>
            </a:defPPr>
            <a:lvl1pPr marL="0" algn="l" defTabSz="914400" rtl="0" eaLnBrk="1" latinLnBrk="0" hangingPunct="1">
              <a:defRPr sz="1400" b="1" kern="1200">
                <a:solidFill>
                  <a:srgbClr val="FFFFFF"/>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rtl="1"/>
            <a:fld id="{E8ADF199-8047-440E-B02B-E80683B392F2}" type="slidenum">
              <a:rPr lang="fa-IR" sz="1800" smtClean="0">
                <a:solidFill>
                  <a:schemeClr val="tx1"/>
                </a:solidFill>
                <a:cs typeface="B Lotus" panose="00000400000000000000" pitchFamily="2" charset="-78"/>
              </a:rPr>
              <a:pPr rtl="1"/>
              <a:t>77</a:t>
            </a:fld>
            <a:endParaRPr lang="fa-IR" sz="1800" dirty="0">
              <a:solidFill>
                <a:schemeClr val="tx1"/>
              </a:solidFill>
              <a:cs typeface="B Lotus" panose="00000400000000000000" pitchFamily="2" charset="-78"/>
            </a:endParaRPr>
          </a:p>
        </p:txBody>
      </p:sp>
    </p:spTree>
    <p:extLst>
      <p:ext uri="{BB962C8B-B14F-4D97-AF65-F5344CB8AC3E}">
        <p14:creationId xmlns:p14="http://schemas.microsoft.com/office/powerpoint/2010/main" val="3603913633"/>
      </p:ext>
    </p:extLst>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1" name="AutoShape 8">
            <a:extLst>
              <a:ext uri="{FF2B5EF4-FFF2-40B4-BE49-F238E27FC236}">
                <a16:creationId xmlns="" xmlns:a16="http://schemas.microsoft.com/office/drawing/2014/main" id="{CF9E5B87-43A1-4646-AE69-F01C6BAFAD06}"/>
              </a:ext>
            </a:extLst>
          </p:cNvPr>
          <p:cNvSpPr>
            <a:spLocks noChangeAspect="1" noChangeArrowheads="1"/>
          </p:cNvSpPr>
          <p:nvPr/>
        </p:nvSpPr>
        <p:spPr bwMode="gray">
          <a:xfrm>
            <a:off x="6477000" y="2514600"/>
            <a:ext cx="2303465" cy="508000"/>
          </a:xfrm>
          <a:prstGeom prst="roundRect">
            <a:avLst>
              <a:gd name="adj" fmla="val 50000"/>
            </a:avLst>
          </a:prstGeom>
          <a:gradFill flip="none" rotWithShape="1">
            <a:gsLst>
              <a:gs pos="0">
                <a:srgbClr val="B7E7FF">
                  <a:gamma/>
                  <a:tint val="0"/>
                  <a:invGamma/>
                </a:srgbClr>
              </a:gs>
              <a:gs pos="100000">
                <a:srgbClr val="B7E7FF"/>
              </a:gs>
            </a:gsLst>
            <a:lin ang="10800000" scaled="1"/>
            <a:tileRect/>
          </a:gradFill>
          <a:ln w="28575" algn="ctr">
            <a:solidFill>
              <a:srgbClr val="C4E59F"/>
            </a:solidFill>
            <a:round/>
            <a:headEnd/>
            <a:tailEnd/>
          </a:ln>
          <a:effectLst/>
        </p:spPr>
        <p:txBody>
          <a:bodyPr wrap="none" anchor="ctr"/>
          <a:lstStyle/>
          <a:p>
            <a:pPr algn="r" rtl="1" fontAlgn="base">
              <a:spcBef>
                <a:spcPct val="0"/>
              </a:spcBef>
              <a:spcAft>
                <a:spcPct val="0"/>
              </a:spcAft>
            </a:pPr>
            <a:r>
              <a:rPr lang="fa-IR" b="1" dirty="0">
                <a:cs typeface="B Nazanin" panose="00000400000000000000" pitchFamily="2" charset="-78"/>
              </a:rPr>
              <a:t>ولتاژ مدار باز (</a:t>
            </a:r>
            <a:r>
              <a:rPr lang="en-US" b="1" i="1" dirty="0">
                <a:latin typeface="Times New Roman" panose="02020603050405020304" pitchFamily="18" charset="0"/>
                <a:cs typeface="Times New Roman" panose="02020603050405020304" pitchFamily="18" charset="0"/>
              </a:rPr>
              <a:t>OCV</a:t>
            </a:r>
            <a:r>
              <a:rPr lang="fa-IR" b="1" dirty="0">
                <a:cs typeface="B Nazanin" panose="00000400000000000000" pitchFamily="2" charset="-78"/>
              </a:rPr>
              <a:t>)</a:t>
            </a:r>
            <a:endParaRPr lang="en-US" b="1" dirty="0">
              <a:solidFill>
                <a:srgbClr val="000000"/>
              </a:solidFill>
              <a:latin typeface="Times New Roman" panose="02020603050405020304" pitchFamily="18" charset="0"/>
              <a:cs typeface="B Nazanin" pitchFamily="2" charset="-78"/>
            </a:endParaRPr>
          </a:p>
        </p:txBody>
      </p:sp>
      <p:grpSp>
        <p:nvGrpSpPr>
          <p:cNvPr id="38" name="Group 23">
            <a:extLst>
              <a:ext uri="{FF2B5EF4-FFF2-40B4-BE49-F238E27FC236}">
                <a16:creationId xmlns="" xmlns:a16="http://schemas.microsoft.com/office/drawing/2014/main" id="{A77ECBC8-8907-49C6-B868-8715395CD4AB}"/>
              </a:ext>
            </a:extLst>
          </p:cNvPr>
          <p:cNvGrpSpPr>
            <a:grpSpLocks noChangeAspect="1"/>
          </p:cNvGrpSpPr>
          <p:nvPr/>
        </p:nvGrpSpPr>
        <p:grpSpPr bwMode="auto">
          <a:xfrm>
            <a:off x="8737600" y="2590800"/>
            <a:ext cx="381000" cy="381000"/>
            <a:chOff x="2078" y="1680"/>
            <a:chExt cx="1615" cy="1615"/>
          </a:xfrm>
        </p:grpSpPr>
        <p:sp>
          <p:nvSpPr>
            <p:cNvPr id="39" name="Oval 24">
              <a:extLst>
                <a:ext uri="{FF2B5EF4-FFF2-40B4-BE49-F238E27FC236}">
                  <a16:creationId xmlns="" xmlns:a16="http://schemas.microsoft.com/office/drawing/2014/main" id="{1501B9F0-1BD0-4587-A5DA-8504002448CD}"/>
                </a:ext>
              </a:extLst>
            </p:cNvPr>
            <p:cNvSpPr>
              <a:spLocks noChangeArrowheads="1"/>
            </p:cNvSpPr>
            <p:nvPr/>
          </p:nvSpPr>
          <p:spPr bwMode="gray">
            <a:xfrm>
              <a:off x="2078" y="1680"/>
              <a:ext cx="1615" cy="1615"/>
            </a:xfrm>
            <a:prstGeom prst="ellipse">
              <a:avLst/>
            </a:prstGeom>
            <a:gradFill rotWithShape="1">
              <a:gsLst>
                <a:gs pos="0">
                  <a:srgbClr val="FFFFFF">
                    <a:gamma/>
                    <a:shade val="46275"/>
                    <a:invGamma/>
                  </a:srgbClr>
                </a:gs>
                <a:gs pos="50000">
                  <a:srgbClr val="FFFFFF"/>
                </a:gs>
                <a:gs pos="100000">
                  <a:srgbClr val="FFFFFF">
                    <a:gamma/>
                    <a:shade val="46275"/>
                    <a:invGamma/>
                  </a:srgbClr>
                </a:gs>
              </a:gsLst>
              <a:lin ang="5400000" scaled="1"/>
            </a:gradFill>
            <a:ln w="57150" algn="ctr">
              <a:noFill/>
              <a:round/>
              <a:headEnd/>
              <a:tailEnd/>
            </a:ln>
            <a:effectLst/>
          </p:spPr>
          <p:txBody>
            <a:bodyPr wrap="none" anchor="ct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latin typeface="Arial" pitchFamily="34" charset="0"/>
              </a:endParaRPr>
            </a:p>
          </p:txBody>
        </p:sp>
        <p:sp>
          <p:nvSpPr>
            <p:cNvPr id="40" name="Oval 25">
              <a:extLst>
                <a:ext uri="{FF2B5EF4-FFF2-40B4-BE49-F238E27FC236}">
                  <a16:creationId xmlns="" xmlns:a16="http://schemas.microsoft.com/office/drawing/2014/main" id="{909C959D-95E6-47AB-BA03-A36E5558C646}"/>
                </a:ext>
              </a:extLst>
            </p:cNvPr>
            <p:cNvSpPr>
              <a:spLocks noChangeArrowheads="1"/>
            </p:cNvSpPr>
            <p:nvPr/>
          </p:nvSpPr>
          <p:spPr bwMode="gray">
            <a:xfrm>
              <a:off x="2170" y="1771"/>
              <a:ext cx="1430" cy="1430"/>
            </a:xfrm>
            <a:prstGeom prst="ellipse">
              <a:avLst/>
            </a:prstGeom>
            <a:gradFill rotWithShape="1">
              <a:gsLst>
                <a:gs pos="0">
                  <a:srgbClr val="FFFFFF">
                    <a:gamma/>
                    <a:shade val="63529"/>
                    <a:invGamma/>
                  </a:srgbClr>
                </a:gs>
                <a:gs pos="50000">
                  <a:srgbClr val="FFFFFF"/>
                </a:gs>
                <a:gs pos="100000">
                  <a:srgbClr val="FFFFFF">
                    <a:gamma/>
                    <a:shade val="63529"/>
                    <a:invGamma/>
                  </a:srgbClr>
                </a:gs>
              </a:gsLst>
              <a:lin ang="0" scaled="1"/>
            </a:gradFill>
            <a:ln w="9525" algn="ctr">
              <a:noFill/>
              <a:round/>
              <a:headEnd/>
              <a:tailEnd/>
            </a:ln>
            <a:effectLst/>
          </p:spPr>
          <p:txBody>
            <a:bodyPr wrap="none" anchor="ct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latin typeface="Arial" pitchFamily="34" charset="0"/>
              </a:endParaRPr>
            </a:p>
          </p:txBody>
        </p:sp>
        <p:sp>
          <p:nvSpPr>
            <p:cNvPr id="41" name="Oval 26">
              <a:extLst>
                <a:ext uri="{FF2B5EF4-FFF2-40B4-BE49-F238E27FC236}">
                  <a16:creationId xmlns="" xmlns:a16="http://schemas.microsoft.com/office/drawing/2014/main" id="{DBE4DAAC-D3AA-4C03-8635-E677788322CA}"/>
                </a:ext>
              </a:extLst>
            </p:cNvPr>
            <p:cNvSpPr>
              <a:spLocks noChangeArrowheads="1"/>
            </p:cNvSpPr>
            <p:nvPr/>
          </p:nvSpPr>
          <p:spPr bwMode="gray">
            <a:xfrm>
              <a:off x="2254" y="1856"/>
              <a:ext cx="1262" cy="1264"/>
            </a:xfrm>
            <a:prstGeom prst="ellipse">
              <a:avLst/>
            </a:prstGeom>
            <a:gradFill rotWithShape="1">
              <a:gsLst>
                <a:gs pos="0">
                  <a:srgbClr val="8AD4CD">
                    <a:gamma/>
                    <a:tint val="0"/>
                    <a:invGamma/>
                  </a:srgbClr>
                </a:gs>
                <a:gs pos="50000">
                  <a:srgbClr val="8AD4CD"/>
                </a:gs>
                <a:gs pos="100000">
                  <a:srgbClr val="8AD4CD">
                    <a:gamma/>
                    <a:tint val="0"/>
                    <a:invGamma/>
                  </a:srgbClr>
                </a:gs>
              </a:gsLst>
              <a:lin ang="2700000" scaled="1"/>
            </a:gradFill>
            <a:ln w="38100" algn="ctr">
              <a:noFill/>
              <a:round/>
              <a:headEnd/>
              <a:tailEnd/>
            </a:ln>
            <a:effectLst/>
          </p:spPr>
          <p:txBody>
            <a:bodyPr wrap="none" anchor="ctr">
              <a:spAutoFit/>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latin typeface="Arial" pitchFamily="34" charset="0"/>
              </a:endParaRPr>
            </a:p>
          </p:txBody>
        </p:sp>
        <p:sp>
          <p:nvSpPr>
            <p:cNvPr id="42" name="Oval 27">
              <a:extLst>
                <a:ext uri="{FF2B5EF4-FFF2-40B4-BE49-F238E27FC236}">
                  <a16:creationId xmlns="" xmlns:a16="http://schemas.microsoft.com/office/drawing/2014/main" id="{503A22F7-588D-4C3B-990F-521D103C8785}"/>
                </a:ext>
              </a:extLst>
            </p:cNvPr>
            <p:cNvSpPr>
              <a:spLocks noChangeArrowheads="1"/>
            </p:cNvSpPr>
            <p:nvPr/>
          </p:nvSpPr>
          <p:spPr bwMode="gray">
            <a:xfrm>
              <a:off x="2254" y="1856"/>
              <a:ext cx="1262" cy="1264"/>
            </a:xfrm>
            <a:prstGeom prst="ellipse">
              <a:avLst/>
            </a:prstGeom>
            <a:gradFill rotWithShape="1">
              <a:gsLst>
                <a:gs pos="0">
                  <a:srgbClr val="21B3E1"/>
                </a:gs>
                <a:gs pos="100000">
                  <a:srgbClr val="21B3E1">
                    <a:gamma/>
                    <a:shade val="46275"/>
                    <a:invGamma/>
                  </a:srgbClr>
                </a:gs>
              </a:gsLst>
              <a:lin ang="5400000" scaled="1"/>
            </a:gradFill>
            <a:ln w="38100" algn="ctr">
              <a:noFill/>
              <a:round/>
              <a:headEnd/>
              <a:tailEnd/>
            </a:ln>
            <a:effectLst/>
          </p:spPr>
          <p:txBody>
            <a:bodyPr wrap="none" anchor="ctr">
              <a:spAutoFit/>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latin typeface="Arial" pitchFamily="34" charset="0"/>
              </a:endParaRPr>
            </a:p>
          </p:txBody>
        </p:sp>
        <p:sp>
          <p:nvSpPr>
            <p:cNvPr id="43" name="Oval 28">
              <a:extLst>
                <a:ext uri="{FF2B5EF4-FFF2-40B4-BE49-F238E27FC236}">
                  <a16:creationId xmlns="" xmlns:a16="http://schemas.microsoft.com/office/drawing/2014/main" id="{DB14B947-3B24-4D3C-8BA6-1CDE3B23E877}"/>
                </a:ext>
              </a:extLst>
            </p:cNvPr>
            <p:cNvSpPr>
              <a:spLocks noChangeArrowheads="1"/>
            </p:cNvSpPr>
            <p:nvPr/>
          </p:nvSpPr>
          <p:spPr bwMode="gray">
            <a:xfrm>
              <a:off x="2337" y="1939"/>
              <a:ext cx="1096" cy="1098"/>
            </a:xfrm>
            <a:prstGeom prst="ellipse">
              <a:avLst/>
            </a:prstGeom>
            <a:gradFill rotWithShape="1">
              <a:gsLst>
                <a:gs pos="0">
                  <a:srgbClr val="8AD4CD">
                    <a:gamma/>
                    <a:shade val="54118"/>
                    <a:invGamma/>
                  </a:srgbClr>
                </a:gs>
                <a:gs pos="50000">
                  <a:srgbClr val="8AD4CD"/>
                </a:gs>
                <a:gs pos="100000">
                  <a:srgbClr val="8AD4CD">
                    <a:gamma/>
                    <a:shade val="54118"/>
                    <a:invGamma/>
                  </a:srgbClr>
                </a:gs>
              </a:gsLst>
              <a:lin ang="18900000" scaled="1"/>
            </a:gradFill>
            <a:ln w="38100" algn="ctr">
              <a:noFill/>
              <a:round/>
              <a:headEnd/>
              <a:tailEnd/>
            </a:ln>
            <a:effectLst/>
          </p:spPr>
          <p:txBody>
            <a:bodyPr anchor="ctr">
              <a:spAutoFit/>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latin typeface="Arial" pitchFamily="34" charset="0"/>
              </a:endParaRPr>
            </a:p>
          </p:txBody>
        </p:sp>
        <p:sp>
          <p:nvSpPr>
            <p:cNvPr id="44" name="Oval 29">
              <a:extLst>
                <a:ext uri="{FF2B5EF4-FFF2-40B4-BE49-F238E27FC236}">
                  <a16:creationId xmlns="" xmlns:a16="http://schemas.microsoft.com/office/drawing/2014/main" id="{EC52A3D0-6BC6-4E5D-88F2-AA4F423555B2}"/>
                </a:ext>
              </a:extLst>
            </p:cNvPr>
            <p:cNvSpPr>
              <a:spLocks noChangeArrowheads="1"/>
            </p:cNvSpPr>
            <p:nvPr/>
          </p:nvSpPr>
          <p:spPr bwMode="gray">
            <a:xfrm>
              <a:off x="2337" y="1939"/>
              <a:ext cx="1096" cy="1098"/>
            </a:xfrm>
            <a:prstGeom prst="ellipse">
              <a:avLst/>
            </a:prstGeom>
            <a:gradFill rotWithShape="1">
              <a:gsLst>
                <a:gs pos="0">
                  <a:srgbClr val="21B3E1"/>
                </a:gs>
                <a:gs pos="100000">
                  <a:srgbClr val="21B3E1">
                    <a:gamma/>
                    <a:shade val="48627"/>
                    <a:invGamma/>
                  </a:srgbClr>
                </a:gs>
              </a:gsLst>
              <a:lin ang="2700000" scaled="1"/>
            </a:gradFill>
            <a:ln w="38100" algn="ctr">
              <a:noFill/>
              <a:round/>
              <a:headEnd/>
              <a:tailEnd/>
            </a:ln>
            <a:effectLst/>
          </p:spPr>
          <p:txBody>
            <a:bodyPr anchor="ctr">
              <a:spAutoFit/>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latin typeface="Arial" pitchFamily="34" charset="0"/>
              </a:endParaRPr>
            </a:p>
          </p:txBody>
        </p:sp>
      </p:grpSp>
      <p:sp>
        <p:nvSpPr>
          <p:cNvPr id="52" name="TextBox 51">
            <a:extLst>
              <a:ext uri="{FF2B5EF4-FFF2-40B4-BE49-F238E27FC236}">
                <a16:creationId xmlns="" xmlns:a16="http://schemas.microsoft.com/office/drawing/2014/main" id="{0D7C9433-5674-4BC9-A282-6D982E5B3065}"/>
              </a:ext>
            </a:extLst>
          </p:cNvPr>
          <p:cNvSpPr txBox="1"/>
          <p:nvPr/>
        </p:nvSpPr>
        <p:spPr>
          <a:xfrm>
            <a:off x="4855882" y="2895600"/>
            <a:ext cx="65" cy="276999"/>
          </a:xfrm>
          <a:prstGeom prst="rect">
            <a:avLst/>
          </a:prstGeom>
          <a:noFill/>
        </p:spPr>
        <p:txBody>
          <a:bodyPr wrap="none" lIns="0" tIns="0" rIns="0" bIns="0" rtlCol="0">
            <a:spAutoFit/>
          </a:bodyPr>
          <a:lstStyle/>
          <a:p>
            <a:endParaRPr lang="en-US" dirty="0"/>
          </a:p>
        </p:txBody>
      </p:sp>
      <p:sp>
        <p:nvSpPr>
          <p:cNvPr id="24" name="TextBox 23"/>
          <p:cNvSpPr txBox="1"/>
          <p:nvPr/>
        </p:nvSpPr>
        <p:spPr>
          <a:xfrm>
            <a:off x="320146" y="934180"/>
            <a:ext cx="3717685" cy="369332"/>
          </a:xfrm>
          <a:prstGeom prst="rect">
            <a:avLst/>
          </a:prstGeom>
          <a:noFill/>
        </p:spPr>
        <p:txBody>
          <a:bodyPr wrap="none" rtlCol="0">
            <a:spAutoFit/>
          </a:bodyPr>
          <a:lstStyle/>
          <a:p>
            <a:pPr algn="r" rtl="1" fontAlgn="base">
              <a:spcBef>
                <a:spcPct val="0"/>
              </a:spcBef>
              <a:spcAft>
                <a:spcPct val="0"/>
              </a:spcAft>
            </a:pPr>
            <a:r>
              <a:rPr lang="fa-IR" b="1" dirty="0">
                <a:cs typeface="B Nazanin" panose="00000400000000000000" pitchFamily="2" charset="-78"/>
              </a:rPr>
              <a:t>روش های تخمین وضعیت شارژ باتری (</a:t>
            </a:r>
            <a:r>
              <a:rPr lang="en-US" b="1" i="1" dirty="0">
                <a:latin typeface="Times New Roman" panose="02020603050405020304" pitchFamily="18" charset="0"/>
                <a:cs typeface="Times New Roman" panose="02020603050405020304" pitchFamily="18" charset="0"/>
              </a:rPr>
              <a:t>SOC</a:t>
            </a:r>
            <a:r>
              <a:rPr lang="fa-IR" b="1" dirty="0">
                <a:cs typeface="B Nazanin" panose="00000400000000000000" pitchFamily="2" charset="-78"/>
              </a:rPr>
              <a:t>)</a:t>
            </a:r>
            <a:endParaRPr lang="en-US" b="1" dirty="0">
              <a:solidFill>
                <a:srgbClr val="000000"/>
              </a:solidFill>
              <a:latin typeface="Times New Roman" panose="02020603050405020304" pitchFamily="18" charset="0"/>
              <a:cs typeface="B Nazanin" pitchFamily="2" charset="-78"/>
            </a:endParaRPr>
          </a:p>
        </p:txBody>
      </p:sp>
      <p:pic>
        <p:nvPicPr>
          <p:cNvPr id="3" name="Picture 2"/>
          <p:cNvPicPr>
            <a:picLocks noChangeAspect="1"/>
          </p:cNvPicPr>
          <p:nvPr/>
        </p:nvPicPr>
        <p:blipFill>
          <a:blip r:embed="rId3"/>
          <a:stretch>
            <a:fillRect/>
          </a:stretch>
        </p:blipFill>
        <p:spPr>
          <a:xfrm>
            <a:off x="6269607" y="3505200"/>
            <a:ext cx="1841042" cy="1893992"/>
          </a:xfrm>
          <a:prstGeom prst="rect">
            <a:avLst/>
          </a:prstGeom>
        </p:spPr>
      </p:pic>
      <p:sp>
        <p:nvSpPr>
          <p:cNvPr id="25" name="Rounded Rectangle 175">
            <a:extLst>
              <a:ext uri="{FF2B5EF4-FFF2-40B4-BE49-F238E27FC236}">
                <a16:creationId xmlns="" xmlns:a16="http://schemas.microsoft.com/office/drawing/2014/main" id="{B0A9F86E-7CF0-432E-AA46-04AFCEFE037D}"/>
              </a:ext>
            </a:extLst>
          </p:cNvPr>
          <p:cNvSpPr/>
          <p:nvPr/>
        </p:nvSpPr>
        <p:spPr bwMode="auto">
          <a:xfrm>
            <a:off x="6858000" y="971946"/>
            <a:ext cx="2389094" cy="418072"/>
          </a:xfrm>
          <a:prstGeom prst="roundRect">
            <a:avLst/>
          </a:prstGeom>
          <a:solidFill>
            <a:srgbClr val="3D81BF">
              <a:lumMod val="75000"/>
            </a:srgbClr>
          </a:solidFill>
          <a:ln w="9525" cap="flat" cmpd="sng" algn="ctr">
            <a:solidFill>
              <a:srgbClr val="000000"/>
            </a:solidFill>
            <a:prstDash val="solid"/>
            <a:round/>
            <a:headEnd type="none" w="med" len="med"/>
            <a:tailEnd type="none" w="med" len="med"/>
          </a:ln>
          <a:effectLst>
            <a:reflection blurRad="6350" stA="50000" endA="300" endPos="55000" dir="5400000" sy="-100000" algn="bl" rotWithShape="0"/>
          </a:effectLst>
          <a:scene3d>
            <a:camera prst="isometricOffAxis2Left"/>
            <a:lightRig rig="threePt" dir="t"/>
          </a:scene3d>
        </p:spPr>
        <p:txBody>
          <a:bodyPr vert="horz" wrap="square" lIns="91440" tIns="45720" rIns="91440" bIns="45720" numCol="1" rtlCol="0" anchor="t" anchorCtr="0" compatLnSpc="1">
            <a:prstTxWarp prst="textNoShape">
              <a:avLst/>
            </a:prstTxWarp>
          </a:bodyPr>
          <a:lstStyle/>
          <a:p>
            <a:pPr lvl="0" algn="ctr" fontAlgn="base">
              <a:spcBef>
                <a:spcPct val="0"/>
              </a:spcBef>
              <a:spcAft>
                <a:spcPct val="0"/>
              </a:spcAft>
              <a:defRPr/>
            </a:pPr>
            <a:r>
              <a:rPr lang="fa-IR" sz="2200" b="1" kern="0" dirty="0">
                <a:solidFill>
                  <a:srgbClr val="FFFFFF"/>
                </a:solidFill>
                <a:latin typeface="Times New Roman" panose="02020603050405020304" pitchFamily="18" charset="0"/>
                <a:cs typeface="B Nazanin" pitchFamily="2" charset="-78"/>
              </a:rPr>
              <a:t>سیستم مدیریت باتری</a:t>
            </a:r>
          </a:p>
        </p:txBody>
      </p:sp>
      <p:sp>
        <p:nvSpPr>
          <p:cNvPr id="26" name="AutoShape 12" descr="5 Things That Affect Your Charging Speed | EVgo">
            <a:extLst>
              <a:ext uri="{FF2B5EF4-FFF2-40B4-BE49-F238E27FC236}">
                <a16:creationId xmlns="" xmlns:a16="http://schemas.microsoft.com/office/drawing/2014/main" id="{0E95D3DA-FDB6-4FE2-AAEB-3AB05E0ED1A3}"/>
              </a:ext>
            </a:extLst>
          </p:cNvPr>
          <p:cNvSpPr>
            <a:spLocks noChangeAspect="1" noChangeArrowheads="1"/>
          </p:cNvSpPr>
          <p:nvPr/>
        </p:nvSpPr>
        <p:spPr bwMode="auto">
          <a:xfrm>
            <a:off x="63500" y="-136525"/>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sp>
        <p:nvSpPr>
          <p:cNvPr id="27" name="AutoShape 2" descr="What is the Depth of Discharge (DoD) Estimation of a Lithium Ion Battery?">
            <a:extLst>
              <a:ext uri="{FF2B5EF4-FFF2-40B4-BE49-F238E27FC236}">
                <a16:creationId xmlns="" xmlns:a16="http://schemas.microsoft.com/office/drawing/2014/main" id="{8D1E0A22-85B7-4ADB-A481-FA35F1D222B4}"/>
              </a:ext>
            </a:extLst>
          </p:cNvPr>
          <p:cNvSpPr>
            <a:spLocks noChangeAspect="1" noChangeArrowheads="1"/>
          </p:cNvSpPr>
          <p:nvPr/>
        </p:nvSpPr>
        <p:spPr bwMode="auto">
          <a:xfrm>
            <a:off x="215900" y="15875"/>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sp>
        <p:nvSpPr>
          <p:cNvPr id="28" name="AutoShape 10">
            <a:extLst>
              <a:ext uri="{FF2B5EF4-FFF2-40B4-BE49-F238E27FC236}">
                <a16:creationId xmlns="" xmlns:a16="http://schemas.microsoft.com/office/drawing/2014/main" id="{AEBA6AC3-ACC4-4CDF-85DB-632B7198D7FE}"/>
              </a:ext>
            </a:extLst>
          </p:cNvPr>
          <p:cNvSpPr>
            <a:spLocks noChangeArrowheads="1"/>
          </p:cNvSpPr>
          <p:nvPr/>
        </p:nvSpPr>
        <p:spPr bwMode="gray">
          <a:xfrm flipH="1">
            <a:off x="6244699" y="57140"/>
            <a:ext cx="2137301" cy="649224"/>
          </a:xfrm>
          <a:prstGeom prst="chevron">
            <a:avLst>
              <a:gd name="adj" fmla="val 17842"/>
            </a:avLst>
          </a:prstGeom>
          <a:gradFill rotWithShape="1">
            <a:gsLst>
              <a:gs pos="0">
                <a:srgbClr val="84B09A">
                  <a:gamma/>
                  <a:shade val="46275"/>
                  <a:invGamma/>
                </a:srgbClr>
              </a:gs>
              <a:gs pos="50000">
                <a:srgbClr val="84B09A"/>
              </a:gs>
              <a:gs pos="100000">
                <a:srgbClr val="84B09A">
                  <a:gamma/>
                  <a:shade val="46275"/>
                  <a:invGamma/>
                </a:srgbClr>
              </a:gs>
            </a:gsLst>
            <a:lin ang="2700000" scaled="1"/>
          </a:gradFill>
          <a:ln w="38100">
            <a:solidFill>
              <a:srgbClr val="EAEAEA"/>
            </a:solidFill>
            <a:miter lim="800000"/>
            <a:headEnd/>
            <a:tailEnd/>
          </a:ln>
          <a:effectLst>
            <a:outerShdw dist="109250" dir="3267739" algn="ctr" rotWithShape="0">
              <a:srgbClr val="333333">
                <a:alpha val="50000"/>
              </a:srgbClr>
            </a:outerShdw>
          </a:effectLst>
        </p:spPr>
        <p:txBody>
          <a:bodyPr wrap="square" anchor="ctr">
            <a:spAutoFit/>
          </a:bodyPr>
          <a:lstStyle/>
          <a:p>
            <a:pPr algn="ctr" fontAlgn="base">
              <a:spcBef>
                <a:spcPct val="0"/>
              </a:spcBef>
              <a:spcAft>
                <a:spcPct val="0"/>
              </a:spcAft>
            </a:pPr>
            <a:endParaRPr lang="en-US" kern="0">
              <a:solidFill>
                <a:srgbClr val="3D81BF"/>
              </a:solidFill>
            </a:endParaRPr>
          </a:p>
        </p:txBody>
      </p:sp>
      <p:sp>
        <p:nvSpPr>
          <p:cNvPr id="29" name="AutoShape 3">
            <a:extLst>
              <a:ext uri="{FF2B5EF4-FFF2-40B4-BE49-F238E27FC236}">
                <a16:creationId xmlns="" xmlns:a16="http://schemas.microsoft.com/office/drawing/2014/main" id="{42693DFD-3480-4F7A-AD10-E4259BDB5FD8}"/>
              </a:ext>
            </a:extLst>
          </p:cNvPr>
          <p:cNvSpPr>
            <a:spLocks noChangeArrowheads="1"/>
          </p:cNvSpPr>
          <p:nvPr/>
        </p:nvSpPr>
        <p:spPr bwMode="gray">
          <a:xfrm flipH="1">
            <a:off x="4188613" y="57140"/>
            <a:ext cx="2056086" cy="649224"/>
          </a:xfrm>
          <a:prstGeom prst="chevron">
            <a:avLst>
              <a:gd name="adj" fmla="val 17009"/>
            </a:avLst>
          </a:prstGeom>
          <a:gradFill rotWithShape="1">
            <a:gsLst>
              <a:gs pos="0">
                <a:srgbClr val="3659EC">
                  <a:gamma/>
                  <a:shade val="46275"/>
                  <a:invGamma/>
                </a:srgbClr>
              </a:gs>
              <a:gs pos="50000">
                <a:srgbClr val="3659EC"/>
              </a:gs>
              <a:gs pos="100000">
                <a:srgbClr val="3659EC">
                  <a:gamma/>
                  <a:shade val="46275"/>
                  <a:invGamma/>
                </a:srgbClr>
              </a:gs>
            </a:gsLst>
            <a:lin ang="2700000" scaled="1"/>
          </a:gradFill>
          <a:ln w="38100">
            <a:solidFill>
              <a:srgbClr val="EAEAEA"/>
            </a:solidFill>
            <a:miter lim="800000"/>
            <a:headEnd/>
            <a:tailEnd/>
          </a:ln>
          <a:effectLst>
            <a:outerShdw dist="109250" dir="3267739" algn="ctr" rotWithShape="0">
              <a:srgbClr val="333333">
                <a:alpha val="50000"/>
              </a:srgbClr>
            </a:outerShdw>
          </a:effectLst>
        </p:spPr>
        <p:txBody>
          <a:bodyPr wrap="square" anchor="ctr">
            <a:spAutoFit/>
          </a:bodyPr>
          <a:lstStyle/>
          <a:p>
            <a:pPr algn="ctr" fontAlgn="base">
              <a:spcBef>
                <a:spcPct val="0"/>
              </a:spcBef>
              <a:spcAft>
                <a:spcPct val="0"/>
              </a:spcAft>
            </a:pPr>
            <a:endParaRPr lang="en-US" kern="0">
              <a:solidFill>
                <a:srgbClr val="3D81BF"/>
              </a:solidFill>
            </a:endParaRPr>
          </a:p>
        </p:txBody>
      </p:sp>
      <p:sp>
        <p:nvSpPr>
          <p:cNvPr id="32" name="AutoShape 3">
            <a:extLst>
              <a:ext uri="{FF2B5EF4-FFF2-40B4-BE49-F238E27FC236}">
                <a16:creationId xmlns="" xmlns:a16="http://schemas.microsoft.com/office/drawing/2014/main" id="{AA1E5CE9-3038-43CE-8A56-960100E579DF}"/>
              </a:ext>
            </a:extLst>
          </p:cNvPr>
          <p:cNvSpPr>
            <a:spLocks noChangeArrowheads="1"/>
          </p:cNvSpPr>
          <p:nvPr/>
        </p:nvSpPr>
        <p:spPr bwMode="gray">
          <a:xfrm flipH="1">
            <a:off x="2132529" y="57140"/>
            <a:ext cx="2056085" cy="651510"/>
          </a:xfrm>
          <a:prstGeom prst="chevron">
            <a:avLst>
              <a:gd name="adj" fmla="val 17009"/>
            </a:avLst>
          </a:prstGeom>
          <a:gradFill rotWithShape="1">
            <a:gsLst>
              <a:gs pos="0">
                <a:srgbClr val="84B09A">
                  <a:gamma/>
                  <a:shade val="46275"/>
                  <a:invGamma/>
                </a:srgbClr>
              </a:gs>
              <a:gs pos="50000">
                <a:srgbClr val="84B09A"/>
              </a:gs>
              <a:gs pos="100000">
                <a:srgbClr val="84B09A">
                  <a:gamma/>
                  <a:shade val="46275"/>
                  <a:invGamma/>
                </a:srgbClr>
              </a:gs>
            </a:gsLst>
            <a:lin ang="2700000" scaled="1"/>
          </a:gradFill>
          <a:ln w="38100">
            <a:solidFill>
              <a:srgbClr val="EAEAEA"/>
            </a:solidFill>
            <a:miter lim="800000"/>
            <a:headEnd/>
            <a:tailEnd/>
          </a:ln>
          <a:effectLst>
            <a:outerShdw dist="109250" dir="3267739" algn="ctr" rotWithShape="0">
              <a:srgbClr val="333333">
                <a:alpha val="50000"/>
              </a:srgbClr>
            </a:outerShdw>
          </a:effectLst>
        </p:spPr>
        <p:txBody>
          <a:bodyPr wrap="square" anchor="ctr">
            <a:spAutoFit/>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endParaRPr>
          </a:p>
        </p:txBody>
      </p:sp>
      <p:sp>
        <p:nvSpPr>
          <p:cNvPr id="33" name="AutoShape 3">
            <a:extLst>
              <a:ext uri="{FF2B5EF4-FFF2-40B4-BE49-F238E27FC236}">
                <a16:creationId xmlns="" xmlns:a16="http://schemas.microsoft.com/office/drawing/2014/main" id="{0B0A0D4A-F5BD-40F7-94C7-288844499923}"/>
              </a:ext>
            </a:extLst>
          </p:cNvPr>
          <p:cNvSpPr>
            <a:spLocks noChangeArrowheads="1"/>
          </p:cNvSpPr>
          <p:nvPr/>
        </p:nvSpPr>
        <p:spPr bwMode="gray">
          <a:xfrm flipH="1">
            <a:off x="161662" y="57140"/>
            <a:ext cx="1970868" cy="651510"/>
          </a:xfrm>
          <a:prstGeom prst="chevron">
            <a:avLst>
              <a:gd name="adj" fmla="val 17009"/>
            </a:avLst>
          </a:prstGeom>
          <a:gradFill rotWithShape="1">
            <a:gsLst>
              <a:gs pos="0">
                <a:srgbClr val="84B09A">
                  <a:gamma/>
                  <a:shade val="46275"/>
                  <a:invGamma/>
                </a:srgbClr>
              </a:gs>
              <a:gs pos="50000">
                <a:srgbClr val="84B09A"/>
              </a:gs>
              <a:gs pos="100000">
                <a:srgbClr val="84B09A">
                  <a:gamma/>
                  <a:shade val="46275"/>
                  <a:invGamma/>
                </a:srgbClr>
              </a:gs>
            </a:gsLst>
            <a:lin ang="2700000" scaled="1"/>
          </a:gradFill>
          <a:ln w="38100">
            <a:solidFill>
              <a:srgbClr val="EAEAEA"/>
            </a:solidFill>
            <a:miter lim="800000"/>
            <a:headEnd/>
            <a:tailEnd/>
          </a:ln>
          <a:effectLst>
            <a:outerShdw dist="109250" dir="3267739" algn="ctr" rotWithShape="0">
              <a:srgbClr val="333333">
                <a:alpha val="50000"/>
              </a:srgbClr>
            </a:outerShdw>
          </a:effectLst>
        </p:spPr>
        <p:txBody>
          <a:bodyPr wrap="square" anchor="ctr">
            <a:spAutoFit/>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endParaRPr>
          </a:p>
        </p:txBody>
      </p:sp>
      <p:sp>
        <p:nvSpPr>
          <p:cNvPr id="34" name="Rectangle 33">
            <a:extLst>
              <a:ext uri="{FF2B5EF4-FFF2-40B4-BE49-F238E27FC236}">
                <a16:creationId xmlns="" xmlns:a16="http://schemas.microsoft.com/office/drawing/2014/main" id="{212830D6-2ED2-4407-AE97-06E3B18D3B95}"/>
              </a:ext>
            </a:extLst>
          </p:cNvPr>
          <p:cNvSpPr/>
          <p:nvPr/>
        </p:nvSpPr>
        <p:spPr>
          <a:xfrm>
            <a:off x="431672" y="189466"/>
            <a:ext cx="1443038" cy="338554"/>
          </a:xfrm>
          <a:prstGeom prst="rect">
            <a:avLst/>
          </a:prstGeom>
        </p:spPr>
        <p:txBody>
          <a:bodyPr wrap="square">
            <a:spAutoFit/>
          </a:bodyPr>
          <a:lstStyle/>
          <a:p>
            <a:pPr lvl="0" algn="ctr" rtl="1" fontAlgn="base">
              <a:spcBef>
                <a:spcPct val="0"/>
              </a:spcBef>
              <a:spcAft>
                <a:spcPct val="0"/>
              </a:spcAft>
            </a:pPr>
            <a:r>
              <a:rPr lang="fa-IR" sz="1600" b="1" dirty="0">
                <a:solidFill>
                  <a:srgbClr val="FFFFFF"/>
                </a:solidFill>
                <a:latin typeface="Times New Roman" panose="02020603050405020304" pitchFamily="18" charset="0"/>
                <a:cs typeface="B Nazanin" panose="00000400000000000000" pitchFamily="2" charset="-78"/>
              </a:rPr>
              <a:t>مقالات اخیر</a:t>
            </a:r>
            <a:endParaRPr lang="en-US" sz="1600" b="1" dirty="0">
              <a:solidFill>
                <a:srgbClr val="FFFFFF"/>
              </a:solidFill>
              <a:latin typeface="Times New Roman" panose="02020603050405020304" pitchFamily="18" charset="0"/>
              <a:cs typeface="B Nazanin" panose="00000400000000000000" pitchFamily="2" charset="-78"/>
            </a:endParaRPr>
          </a:p>
        </p:txBody>
      </p:sp>
      <p:sp>
        <p:nvSpPr>
          <p:cNvPr id="35" name="Rectangle 34">
            <a:extLst>
              <a:ext uri="{FF2B5EF4-FFF2-40B4-BE49-F238E27FC236}">
                <a16:creationId xmlns="" xmlns:a16="http://schemas.microsoft.com/office/drawing/2014/main" id="{0F116B75-4B6F-4ACF-ACC9-B05EFD88E56D}"/>
              </a:ext>
            </a:extLst>
          </p:cNvPr>
          <p:cNvSpPr/>
          <p:nvPr/>
        </p:nvSpPr>
        <p:spPr>
          <a:xfrm>
            <a:off x="2355191" y="66356"/>
            <a:ext cx="1600200" cy="584775"/>
          </a:xfrm>
          <a:prstGeom prst="rect">
            <a:avLst/>
          </a:prstGeom>
        </p:spPr>
        <p:txBody>
          <a:bodyPr wrap="square">
            <a:spAutoFit/>
          </a:bodyPr>
          <a:lstStyle/>
          <a:p>
            <a:pPr lvl="0" algn="ctr" rtl="1" fontAlgn="base">
              <a:spcBef>
                <a:spcPct val="0"/>
              </a:spcBef>
              <a:spcAft>
                <a:spcPct val="0"/>
              </a:spcAft>
            </a:pPr>
            <a:r>
              <a:rPr lang="fa-IR" sz="1600" b="1" dirty="0">
                <a:solidFill>
                  <a:srgbClr val="FFFFFF"/>
                </a:solidFill>
                <a:latin typeface="Times New Roman" panose="02020603050405020304" pitchFamily="18" charset="0"/>
                <a:cs typeface="B Nazanin" panose="00000400000000000000" pitchFamily="2" charset="-78"/>
              </a:rPr>
              <a:t>سیستم مدیریت همسان سازی</a:t>
            </a:r>
            <a:endParaRPr lang="en-US" sz="1600" b="1" dirty="0">
              <a:solidFill>
                <a:srgbClr val="FFFFFF"/>
              </a:solidFill>
              <a:latin typeface="Times New Roman" panose="02020603050405020304" pitchFamily="18" charset="0"/>
              <a:cs typeface="B Nazanin" panose="00000400000000000000" pitchFamily="2" charset="-78"/>
            </a:endParaRPr>
          </a:p>
        </p:txBody>
      </p:sp>
      <p:sp>
        <p:nvSpPr>
          <p:cNvPr id="36" name="Rectangle 35">
            <a:extLst>
              <a:ext uri="{FF2B5EF4-FFF2-40B4-BE49-F238E27FC236}">
                <a16:creationId xmlns="" xmlns:a16="http://schemas.microsoft.com/office/drawing/2014/main" id="{718F4A34-B33A-4C4D-B937-20ACD46108E9}"/>
              </a:ext>
            </a:extLst>
          </p:cNvPr>
          <p:cNvSpPr/>
          <p:nvPr/>
        </p:nvSpPr>
        <p:spPr>
          <a:xfrm>
            <a:off x="4495138" y="91457"/>
            <a:ext cx="1443038" cy="584775"/>
          </a:xfrm>
          <a:prstGeom prst="rect">
            <a:avLst/>
          </a:prstGeom>
        </p:spPr>
        <p:txBody>
          <a:bodyPr wrap="square">
            <a:spAutoFit/>
          </a:bodyPr>
          <a:lstStyle/>
          <a:p>
            <a:pPr lvl="0" algn="ctr" rtl="1" fontAlgn="base">
              <a:spcBef>
                <a:spcPct val="0"/>
              </a:spcBef>
              <a:spcAft>
                <a:spcPct val="0"/>
              </a:spcAft>
            </a:pPr>
            <a:r>
              <a:rPr lang="fa-IR" sz="1600" b="1" dirty="0">
                <a:solidFill>
                  <a:srgbClr val="FFFFFF"/>
                </a:solidFill>
                <a:latin typeface="Times New Roman" panose="02020603050405020304" pitchFamily="18" charset="0"/>
                <a:cs typeface="B Nazanin" panose="00000400000000000000" pitchFamily="2" charset="-78"/>
              </a:rPr>
              <a:t>سیستم مدیریت باتری</a:t>
            </a:r>
            <a:endParaRPr lang="en-US" sz="1600" b="1" dirty="0">
              <a:solidFill>
                <a:srgbClr val="FFFFFF"/>
              </a:solidFill>
              <a:latin typeface="Times New Roman" panose="02020603050405020304" pitchFamily="18" charset="0"/>
              <a:cs typeface="B Nazanin" panose="00000400000000000000" pitchFamily="2" charset="-78"/>
            </a:endParaRPr>
          </a:p>
        </p:txBody>
      </p:sp>
      <p:sp>
        <p:nvSpPr>
          <p:cNvPr id="37" name="Rectangle 36">
            <a:extLst>
              <a:ext uri="{FF2B5EF4-FFF2-40B4-BE49-F238E27FC236}">
                <a16:creationId xmlns="" xmlns:a16="http://schemas.microsoft.com/office/drawing/2014/main" id="{38231380-D284-47B7-8807-DD698AA4AAA7}"/>
              </a:ext>
            </a:extLst>
          </p:cNvPr>
          <p:cNvSpPr/>
          <p:nvPr/>
        </p:nvSpPr>
        <p:spPr>
          <a:xfrm>
            <a:off x="6499957" y="197162"/>
            <a:ext cx="1626786" cy="323165"/>
          </a:xfrm>
          <a:prstGeom prst="rect">
            <a:avLst/>
          </a:prstGeom>
        </p:spPr>
        <p:txBody>
          <a:bodyPr wrap="square">
            <a:spAutoFit/>
          </a:bodyPr>
          <a:lstStyle/>
          <a:p>
            <a:pPr lvl="0" algn="ctr" fontAlgn="base">
              <a:spcBef>
                <a:spcPct val="0"/>
              </a:spcBef>
              <a:spcAft>
                <a:spcPct val="0"/>
              </a:spcAft>
              <a:defRPr/>
            </a:pPr>
            <a:r>
              <a:rPr lang="fa-IR" sz="1500" b="1" kern="0" dirty="0" err="1">
                <a:solidFill>
                  <a:srgbClr val="FFFFFF"/>
                </a:solidFill>
                <a:latin typeface="Times New Roman" panose="02020603050405020304" pitchFamily="18" charset="0"/>
                <a:cs typeface="B Nazanin" pitchFamily="2" charset="-78"/>
              </a:rPr>
              <a:t>باتریها</a:t>
            </a:r>
            <a:endParaRPr lang="en-US" sz="1500" b="1" kern="0" dirty="0">
              <a:solidFill>
                <a:srgbClr val="FFFFFF"/>
              </a:solidFill>
              <a:latin typeface="Times New Roman" panose="02020603050405020304" pitchFamily="18" charset="0"/>
              <a:cs typeface="B Nazanin" pitchFamily="2" charset="-78"/>
            </a:endParaRPr>
          </a:p>
        </p:txBody>
      </p:sp>
      <p:pic>
        <p:nvPicPr>
          <p:cNvPr id="45" name="Picture 44" descr="پرونده:Azad University logo.png - ویکی‌پدیا، دانشنامهٔ آزاد">
            <a:extLst>
              <a:ext uri="{FF2B5EF4-FFF2-40B4-BE49-F238E27FC236}">
                <a16:creationId xmlns="" xmlns:a16="http://schemas.microsoft.com/office/drawing/2014/main" id="{2AEE2930-8E3A-4897-9A34-A5ACD1D5820A}"/>
              </a:ext>
            </a:extLst>
          </p:cNvPr>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8610600" y="0"/>
            <a:ext cx="533400" cy="822959"/>
          </a:xfrm>
          <a:prstGeom prst="rect">
            <a:avLst/>
          </a:prstGeom>
          <a:noFill/>
          <a:ln>
            <a:noFill/>
          </a:ln>
        </p:spPr>
      </p:pic>
      <p:sp>
        <p:nvSpPr>
          <p:cNvPr id="48" name="TextBox 47">
            <a:extLst>
              <a:ext uri="{FF2B5EF4-FFF2-40B4-BE49-F238E27FC236}">
                <a16:creationId xmlns="" xmlns:a16="http://schemas.microsoft.com/office/drawing/2014/main" id="{8F6CBAFA-95C7-46DC-A05B-FEA9F2BF6ED2}"/>
              </a:ext>
            </a:extLst>
          </p:cNvPr>
          <p:cNvSpPr txBox="1"/>
          <p:nvPr/>
        </p:nvSpPr>
        <p:spPr>
          <a:xfrm>
            <a:off x="1746892" y="5867400"/>
            <a:ext cx="3267241" cy="369332"/>
          </a:xfrm>
          <a:prstGeom prst="rect">
            <a:avLst/>
          </a:prstGeom>
          <a:noFill/>
        </p:spPr>
        <p:txBody>
          <a:bodyPr wrap="none" rtlCol="0">
            <a:spAutoFit/>
          </a:bodyPr>
          <a:lstStyle/>
          <a:p>
            <a:pPr algn="r" rtl="1" fontAlgn="base">
              <a:spcBef>
                <a:spcPct val="0"/>
              </a:spcBef>
              <a:spcAft>
                <a:spcPct val="0"/>
              </a:spcAft>
            </a:pPr>
            <a:r>
              <a:rPr lang="fa-IR" dirty="0">
                <a:cs typeface="B Lotus" panose="00000400000000000000" pitchFamily="2" charset="-78"/>
              </a:rPr>
              <a:t>نمودار </a:t>
            </a:r>
            <a:r>
              <a:rPr lang="en-US" dirty="0">
                <a:cs typeface="B Lotus" panose="00000400000000000000" pitchFamily="2" charset="-78"/>
              </a:rPr>
              <a:t> SOC/OCV</a:t>
            </a:r>
            <a:r>
              <a:rPr lang="fa-IR" dirty="0">
                <a:cs typeface="B Lotus" panose="00000400000000000000" pitchFamily="2" charset="-78"/>
              </a:rPr>
              <a:t>یک نمونه باتری </a:t>
            </a:r>
            <a:r>
              <a:rPr lang="fa-IR" dirty="0">
                <a:solidFill>
                  <a:srgbClr val="B9EDFF"/>
                </a:solidFill>
                <a:cs typeface="B Lotus" panose="00000400000000000000" pitchFamily="2" charset="-78"/>
              </a:rPr>
              <a:t>[1]</a:t>
            </a:r>
            <a:r>
              <a:rPr lang="fa-IR" dirty="0">
                <a:cs typeface="B Lotus" panose="00000400000000000000" pitchFamily="2" charset="-78"/>
              </a:rPr>
              <a:t>.</a:t>
            </a:r>
            <a:endParaRPr lang="en-US" dirty="0">
              <a:solidFill>
                <a:srgbClr val="B9EDFF"/>
              </a:solidFill>
              <a:cs typeface="B Lotus" panose="00000400000000000000" pitchFamily="2" charset="-78"/>
            </a:endParaRPr>
          </a:p>
        </p:txBody>
      </p:sp>
      <p:sp>
        <p:nvSpPr>
          <p:cNvPr id="30" name="Slide Number Placeholder 3">
            <a:extLst>
              <a:ext uri="{FF2B5EF4-FFF2-40B4-BE49-F238E27FC236}">
                <a16:creationId xmlns="" xmlns:a16="http://schemas.microsoft.com/office/drawing/2014/main" id="{FEFB061F-8AAB-4535-B272-1BA4D5A77191}"/>
              </a:ext>
            </a:extLst>
          </p:cNvPr>
          <p:cNvSpPr txBox="1">
            <a:spLocks/>
          </p:cNvSpPr>
          <p:nvPr/>
        </p:nvSpPr>
        <p:spPr>
          <a:xfrm>
            <a:off x="8965" y="6090313"/>
            <a:ext cx="676835" cy="767687"/>
          </a:xfrm>
          <a:prstGeom prst="rect">
            <a:avLst/>
          </a:prstGeom>
        </p:spPr>
        <p:txBody>
          <a:bodyPr vert="horz" lIns="91440" tIns="45720" rIns="91440" bIns="45720" rtlCol="0" anchor="ctr"/>
          <a:lstStyle>
            <a:defPPr>
              <a:defRPr lang="en-US"/>
            </a:defPPr>
            <a:lvl1pPr marL="0" algn="l" defTabSz="914400" rtl="0" eaLnBrk="1" latinLnBrk="0" hangingPunct="1">
              <a:defRPr sz="1400" b="1" kern="1200">
                <a:solidFill>
                  <a:srgbClr val="FFFFFF"/>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rtl="1"/>
            <a:fld id="{E8ADF199-8047-440E-B02B-E80683B392F2}" type="slidenum">
              <a:rPr lang="fa-IR" sz="1800" smtClean="0">
                <a:solidFill>
                  <a:schemeClr val="tx1"/>
                </a:solidFill>
                <a:cs typeface="B Lotus" panose="00000400000000000000" pitchFamily="2" charset="-78"/>
              </a:rPr>
              <a:pPr rtl="1"/>
              <a:t>78</a:t>
            </a:fld>
            <a:endParaRPr lang="fa-IR" sz="1800" dirty="0">
              <a:solidFill>
                <a:schemeClr val="tx1"/>
              </a:solidFill>
              <a:cs typeface="B Lotus" panose="00000400000000000000" pitchFamily="2" charset="-78"/>
            </a:endParaRPr>
          </a:p>
        </p:txBody>
      </p:sp>
      <p:pic>
        <p:nvPicPr>
          <p:cNvPr id="2" name="Picture 1"/>
          <p:cNvPicPr>
            <a:picLocks noChangeAspect="1"/>
          </p:cNvPicPr>
          <p:nvPr/>
        </p:nvPicPr>
        <p:blipFill>
          <a:blip r:embed="rId5"/>
          <a:stretch>
            <a:fillRect/>
          </a:stretch>
        </p:blipFill>
        <p:spPr>
          <a:xfrm>
            <a:off x="161662" y="1303512"/>
            <a:ext cx="5956300" cy="4554470"/>
          </a:xfrm>
          <a:prstGeom prst="rect">
            <a:avLst/>
          </a:prstGeom>
        </p:spPr>
      </p:pic>
    </p:spTree>
    <p:extLst>
      <p:ext uri="{BB962C8B-B14F-4D97-AF65-F5344CB8AC3E}">
        <p14:creationId xmlns:p14="http://schemas.microsoft.com/office/powerpoint/2010/main" val="159632992"/>
      </p:ext>
    </p:extLst>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2" name="TextBox 51">
            <a:extLst>
              <a:ext uri="{FF2B5EF4-FFF2-40B4-BE49-F238E27FC236}">
                <a16:creationId xmlns="" xmlns:a16="http://schemas.microsoft.com/office/drawing/2014/main" id="{0D7C9433-5674-4BC9-A282-6D982E5B3065}"/>
              </a:ext>
            </a:extLst>
          </p:cNvPr>
          <p:cNvSpPr txBox="1"/>
          <p:nvPr/>
        </p:nvSpPr>
        <p:spPr>
          <a:xfrm>
            <a:off x="4883132" y="3660199"/>
            <a:ext cx="65" cy="276999"/>
          </a:xfrm>
          <a:prstGeom prst="rect">
            <a:avLst/>
          </a:prstGeom>
          <a:noFill/>
        </p:spPr>
        <p:txBody>
          <a:bodyPr wrap="none" lIns="0" tIns="0" rIns="0" bIns="0" rtlCol="0">
            <a:spAutoFit/>
          </a:bodyPr>
          <a:lstStyle/>
          <a:p>
            <a:endParaRPr lang="en-US" dirty="0"/>
          </a:p>
        </p:txBody>
      </p:sp>
      <p:sp>
        <p:nvSpPr>
          <p:cNvPr id="4" name="AutoShape 2" descr="Lithium-Ion State of Charge (SoC) measurement - Coulomb Counter method - OCV"/>
          <p:cNvSpPr>
            <a:spLocks noChangeAspect="1" noChangeArrowheads="1"/>
          </p:cNvSpPr>
          <p:nvPr/>
        </p:nvSpPr>
        <p:spPr bwMode="auto">
          <a:xfrm>
            <a:off x="63500" y="-136525"/>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sp>
        <p:nvSpPr>
          <p:cNvPr id="6" name="AutoShape 2" descr="Lithium-ion Battery Internal Resistance Testing | Manufacturing &amp;  Inspection | Hioki"/>
          <p:cNvSpPr>
            <a:spLocks noChangeAspect="1" noChangeArrowheads="1"/>
          </p:cNvSpPr>
          <p:nvPr/>
        </p:nvSpPr>
        <p:spPr bwMode="auto">
          <a:xfrm>
            <a:off x="215900" y="15875"/>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pic>
        <p:nvPicPr>
          <p:cNvPr id="5" name="Picture 4"/>
          <p:cNvPicPr>
            <a:picLocks noChangeAspect="1"/>
          </p:cNvPicPr>
          <p:nvPr/>
        </p:nvPicPr>
        <p:blipFill>
          <a:blip r:embed="rId3"/>
          <a:stretch>
            <a:fillRect/>
          </a:stretch>
        </p:blipFill>
        <p:spPr>
          <a:xfrm>
            <a:off x="63500" y="1303512"/>
            <a:ext cx="6238176" cy="5024121"/>
          </a:xfrm>
          <a:prstGeom prst="rect">
            <a:avLst/>
          </a:prstGeom>
        </p:spPr>
      </p:pic>
      <p:sp>
        <p:nvSpPr>
          <p:cNvPr id="27" name="AutoShape 2" descr="Lithium-Ion State of Charge (SoC) measurement - Coulomb Counter method - OCV">
            <a:extLst>
              <a:ext uri="{FF2B5EF4-FFF2-40B4-BE49-F238E27FC236}">
                <a16:creationId xmlns="" xmlns:a16="http://schemas.microsoft.com/office/drawing/2014/main" id="{B70C6DFB-1A02-4744-A983-E9910E9867E6}"/>
              </a:ext>
            </a:extLst>
          </p:cNvPr>
          <p:cNvSpPr>
            <a:spLocks noChangeAspect="1" noChangeArrowheads="1"/>
          </p:cNvSpPr>
          <p:nvPr/>
        </p:nvSpPr>
        <p:spPr bwMode="auto">
          <a:xfrm>
            <a:off x="63500" y="-136525"/>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sp>
        <p:nvSpPr>
          <p:cNvPr id="28" name="Rounded Rectangle 175">
            <a:extLst>
              <a:ext uri="{FF2B5EF4-FFF2-40B4-BE49-F238E27FC236}">
                <a16:creationId xmlns="" xmlns:a16="http://schemas.microsoft.com/office/drawing/2014/main" id="{32885676-30C8-4DEE-B74C-88FB1B127E46}"/>
              </a:ext>
            </a:extLst>
          </p:cNvPr>
          <p:cNvSpPr/>
          <p:nvPr/>
        </p:nvSpPr>
        <p:spPr bwMode="auto">
          <a:xfrm>
            <a:off x="6858000" y="971946"/>
            <a:ext cx="2389094" cy="418072"/>
          </a:xfrm>
          <a:prstGeom prst="roundRect">
            <a:avLst/>
          </a:prstGeom>
          <a:solidFill>
            <a:srgbClr val="3D81BF">
              <a:lumMod val="75000"/>
            </a:srgbClr>
          </a:solidFill>
          <a:ln w="9525" cap="flat" cmpd="sng" algn="ctr">
            <a:solidFill>
              <a:srgbClr val="000000"/>
            </a:solidFill>
            <a:prstDash val="solid"/>
            <a:round/>
            <a:headEnd type="none" w="med" len="med"/>
            <a:tailEnd type="none" w="med" len="med"/>
          </a:ln>
          <a:effectLst>
            <a:reflection blurRad="6350" stA="50000" endA="300" endPos="55000" dir="5400000" sy="-100000" algn="bl" rotWithShape="0"/>
          </a:effectLst>
          <a:scene3d>
            <a:camera prst="isometricOffAxis2Left"/>
            <a:lightRig rig="threePt" dir="t"/>
          </a:scene3d>
        </p:spPr>
        <p:txBody>
          <a:bodyPr vert="horz" wrap="square" lIns="91440" tIns="45720" rIns="91440" bIns="45720" numCol="1" rtlCol="0" anchor="t" anchorCtr="0" compatLnSpc="1">
            <a:prstTxWarp prst="textNoShape">
              <a:avLst/>
            </a:prstTxWarp>
          </a:bodyPr>
          <a:lstStyle/>
          <a:p>
            <a:pPr lvl="0" algn="ctr" fontAlgn="base">
              <a:spcBef>
                <a:spcPct val="0"/>
              </a:spcBef>
              <a:spcAft>
                <a:spcPct val="0"/>
              </a:spcAft>
              <a:defRPr/>
            </a:pPr>
            <a:r>
              <a:rPr lang="fa-IR" sz="2200" b="1" kern="0" dirty="0">
                <a:solidFill>
                  <a:srgbClr val="FFFFFF"/>
                </a:solidFill>
                <a:latin typeface="Times New Roman" panose="02020603050405020304" pitchFamily="18" charset="0"/>
                <a:cs typeface="B Nazanin" pitchFamily="2" charset="-78"/>
              </a:rPr>
              <a:t>سیستم مدیریت باتری</a:t>
            </a:r>
          </a:p>
        </p:txBody>
      </p:sp>
      <p:sp>
        <p:nvSpPr>
          <p:cNvPr id="29" name="AutoShape 12" descr="5 Things That Affect Your Charging Speed | EVgo">
            <a:extLst>
              <a:ext uri="{FF2B5EF4-FFF2-40B4-BE49-F238E27FC236}">
                <a16:creationId xmlns="" xmlns:a16="http://schemas.microsoft.com/office/drawing/2014/main" id="{25333ABC-CE3B-4D84-8828-12F19CA94138}"/>
              </a:ext>
            </a:extLst>
          </p:cNvPr>
          <p:cNvSpPr>
            <a:spLocks noChangeAspect="1" noChangeArrowheads="1"/>
          </p:cNvSpPr>
          <p:nvPr/>
        </p:nvSpPr>
        <p:spPr bwMode="auto">
          <a:xfrm>
            <a:off x="63500" y="-136525"/>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sp>
        <p:nvSpPr>
          <p:cNvPr id="32" name="AutoShape 2" descr="What is the Depth of Discharge (DoD) Estimation of a Lithium Ion Battery?">
            <a:extLst>
              <a:ext uri="{FF2B5EF4-FFF2-40B4-BE49-F238E27FC236}">
                <a16:creationId xmlns="" xmlns:a16="http://schemas.microsoft.com/office/drawing/2014/main" id="{3E06600B-A8F7-4969-8D15-D641A6B512E5}"/>
              </a:ext>
            </a:extLst>
          </p:cNvPr>
          <p:cNvSpPr>
            <a:spLocks noChangeAspect="1" noChangeArrowheads="1"/>
          </p:cNvSpPr>
          <p:nvPr/>
        </p:nvSpPr>
        <p:spPr bwMode="auto">
          <a:xfrm>
            <a:off x="215900" y="15875"/>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sp>
        <p:nvSpPr>
          <p:cNvPr id="33" name="AutoShape 10">
            <a:extLst>
              <a:ext uri="{FF2B5EF4-FFF2-40B4-BE49-F238E27FC236}">
                <a16:creationId xmlns="" xmlns:a16="http://schemas.microsoft.com/office/drawing/2014/main" id="{06F59F1F-331F-4DA4-817A-701F3E87A87E}"/>
              </a:ext>
            </a:extLst>
          </p:cNvPr>
          <p:cNvSpPr>
            <a:spLocks noChangeArrowheads="1"/>
          </p:cNvSpPr>
          <p:nvPr/>
        </p:nvSpPr>
        <p:spPr bwMode="gray">
          <a:xfrm flipH="1">
            <a:off x="6244699" y="57140"/>
            <a:ext cx="2137301" cy="649224"/>
          </a:xfrm>
          <a:prstGeom prst="chevron">
            <a:avLst>
              <a:gd name="adj" fmla="val 17842"/>
            </a:avLst>
          </a:prstGeom>
          <a:gradFill rotWithShape="1">
            <a:gsLst>
              <a:gs pos="0">
                <a:srgbClr val="84B09A">
                  <a:gamma/>
                  <a:shade val="46275"/>
                  <a:invGamma/>
                </a:srgbClr>
              </a:gs>
              <a:gs pos="50000">
                <a:srgbClr val="84B09A"/>
              </a:gs>
              <a:gs pos="100000">
                <a:srgbClr val="84B09A">
                  <a:gamma/>
                  <a:shade val="46275"/>
                  <a:invGamma/>
                </a:srgbClr>
              </a:gs>
            </a:gsLst>
            <a:lin ang="2700000" scaled="1"/>
          </a:gradFill>
          <a:ln w="38100">
            <a:solidFill>
              <a:srgbClr val="EAEAEA"/>
            </a:solidFill>
            <a:miter lim="800000"/>
            <a:headEnd/>
            <a:tailEnd/>
          </a:ln>
          <a:effectLst>
            <a:outerShdw dist="109250" dir="3267739" algn="ctr" rotWithShape="0">
              <a:srgbClr val="333333">
                <a:alpha val="50000"/>
              </a:srgbClr>
            </a:outerShdw>
          </a:effectLst>
        </p:spPr>
        <p:txBody>
          <a:bodyPr wrap="square" anchor="ctr">
            <a:spAutoFit/>
          </a:bodyPr>
          <a:lstStyle/>
          <a:p>
            <a:pPr algn="ctr" fontAlgn="base">
              <a:spcBef>
                <a:spcPct val="0"/>
              </a:spcBef>
              <a:spcAft>
                <a:spcPct val="0"/>
              </a:spcAft>
            </a:pPr>
            <a:endParaRPr lang="en-US" kern="0">
              <a:solidFill>
                <a:srgbClr val="3D81BF"/>
              </a:solidFill>
            </a:endParaRPr>
          </a:p>
        </p:txBody>
      </p:sp>
      <p:sp>
        <p:nvSpPr>
          <p:cNvPr id="34" name="AutoShape 3">
            <a:extLst>
              <a:ext uri="{FF2B5EF4-FFF2-40B4-BE49-F238E27FC236}">
                <a16:creationId xmlns="" xmlns:a16="http://schemas.microsoft.com/office/drawing/2014/main" id="{3C314289-9097-4E98-80D5-E76C61F61573}"/>
              </a:ext>
            </a:extLst>
          </p:cNvPr>
          <p:cNvSpPr>
            <a:spLocks noChangeArrowheads="1"/>
          </p:cNvSpPr>
          <p:nvPr/>
        </p:nvSpPr>
        <p:spPr bwMode="gray">
          <a:xfrm flipH="1">
            <a:off x="4188613" y="57140"/>
            <a:ext cx="2056086" cy="649224"/>
          </a:xfrm>
          <a:prstGeom prst="chevron">
            <a:avLst>
              <a:gd name="adj" fmla="val 17009"/>
            </a:avLst>
          </a:prstGeom>
          <a:gradFill rotWithShape="1">
            <a:gsLst>
              <a:gs pos="0">
                <a:srgbClr val="3659EC">
                  <a:gamma/>
                  <a:shade val="46275"/>
                  <a:invGamma/>
                </a:srgbClr>
              </a:gs>
              <a:gs pos="50000">
                <a:srgbClr val="3659EC"/>
              </a:gs>
              <a:gs pos="100000">
                <a:srgbClr val="3659EC">
                  <a:gamma/>
                  <a:shade val="46275"/>
                  <a:invGamma/>
                </a:srgbClr>
              </a:gs>
            </a:gsLst>
            <a:lin ang="2700000" scaled="1"/>
          </a:gradFill>
          <a:ln w="38100">
            <a:solidFill>
              <a:srgbClr val="EAEAEA"/>
            </a:solidFill>
            <a:miter lim="800000"/>
            <a:headEnd/>
            <a:tailEnd/>
          </a:ln>
          <a:effectLst>
            <a:outerShdw dist="109250" dir="3267739" algn="ctr" rotWithShape="0">
              <a:srgbClr val="333333">
                <a:alpha val="50000"/>
              </a:srgbClr>
            </a:outerShdw>
          </a:effectLst>
        </p:spPr>
        <p:txBody>
          <a:bodyPr wrap="square" anchor="ctr">
            <a:spAutoFit/>
          </a:bodyPr>
          <a:lstStyle/>
          <a:p>
            <a:pPr algn="ctr" fontAlgn="base">
              <a:spcBef>
                <a:spcPct val="0"/>
              </a:spcBef>
              <a:spcAft>
                <a:spcPct val="0"/>
              </a:spcAft>
            </a:pPr>
            <a:endParaRPr lang="en-US" kern="0">
              <a:solidFill>
                <a:srgbClr val="3D81BF"/>
              </a:solidFill>
            </a:endParaRPr>
          </a:p>
        </p:txBody>
      </p:sp>
      <p:sp>
        <p:nvSpPr>
          <p:cNvPr id="35" name="AutoShape 3">
            <a:extLst>
              <a:ext uri="{FF2B5EF4-FFF2-40B4-BE49-F238E27FC236}">
                <a16:creationId xmlns="" xmlns:a16="http://schemas.microsoft.com/office/drawing/2014/main" id="{96AFC566-52A9-4352-8643-4061376F0B03}"/>
              </a:ext>
            </a:extLst>
          </p:cNvPr>
          <p:cNvSpPr>
            <a:spLocks noChangeArrowheads="1"/>
          </p:cNvSpPr>
          <p:nvPr/>
        </p:nvSpPr>
        <p:spPr bwMode="gray">
          <a:xfrm flipH="1">
            <a:off x="2132529" y="57140"/>
            <a:ext cx="2056085" cy="651510"/>
          </a:xfrm>
          <a:prstGeom prst="chevron">
            <a:avLst>
              <a:gd name="adj" fmla="val 17009"/>
            </a:avLst>
          </a:prstGeom>
          <a:gradFill rotWithShape="1">
            <a:gsLst>
              <a:gs pos="0">
                <a:srgbClr val="84B09A">
                  <a:gamma/>
                  <a:shade val="46275"/>
                  <a:invGamma/>
                </a:srgbClr>
              </a:gs>
              <a:gs pos="50000">
                <a:srgbClr val="84B09A"/>
              </a:gs>
              <a:gs pos="100000">
                <a:srgbClr val="84B09A">
                  <a:gamma/>
                  <a:shade val="46275"/>
                  <a:invGamma/>
                </a:srgbClr>
              </a:gs>
            </a:gsLst>
            <a:lin ang="2700000" scaled="1"/>
          </a:gradFill>
          <a:ln w="38100">
            <a:solidFill>
              <a:srgbClr val="EAEAEA"/>
            </a:solidFill>
            <a:miter lim="800000"/>
            <a:headEnd/>
            <a:tailEnd/>
          </a:ln>
          <a:effectLst>
            <a:outerShdw dist="109250" dir="3267739" algn="ctr" rotWithShape="0">
              <a:srgbClr val="333333">
                <a:alpha val="50000"/>
              </a:srgbClr>
            </a:outerShdw>
          </a:effectLst>
        </p:spPr>
        <p:txBody>
          <a:bodyPr wrap="square" anchor="ctr">
            <a:spAutoFit/>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endParaRPr>
          </a:p>
        </p:txBody>
      </p:sp>
      <p:sp>
        <p:nvSpPr>
          <p:cNvPr id="36" name="AutoShape 3">
            <a:extLst>
              <a:ext uri="{FF2B5EF4-FFF2-40B4-BE49-F238E27FC236}">
                <a16:creationId xmlns="" xmlns:a16="http://schemas.microsoft.com/office/drawing/2014/main" id="{C8EE1CC3-8069-4DB7-980E-00B48DFEEBB5}"/>
              </a:ext>
            </a:extLst>
          </p:cNvPr>
          <p:cNvSpPr>
            <a:spLocks noChangeArrowheads="1"/>
          </p:cNvSpPr>
          <p:nvPr/>
        </p:nvSpPr>
        <p:spPr bwMode="gray">
          <a:xfrm flipH="1">
            <a:off x="161662" y="57140"/>
            <a:ext cx="1970868" cy="651510"/>
          </a:xfrm>
          <a:prstGeom prst="chevron">
            <a:avLst>
              <a:gd name="adj" fmla="val 17009"/>
            </a:avLst>
          </a:prstGeom>
          <a:gradFill rotWithShape="1">
            <a:gsLst>
              <a:gs pos="0">
                <a:srgbClr val="84B09A">
                  <a:gamma/>
                  <a:shade val="46275"/>
                  <a:invGamma/>
                </a:srgbClr>
              </a:gs>
              <a:gs pos="50000">
                <a:srgbClr val="84B09A"/>
              </a:gs>
              <a:gs pos="100000">
                <a:srgbClr val="84B09A">
                  <a:gamma/>
                  <a:shade val="46275"/>
                  <a:invGamma/>
                </a:srgbClr>
              </a:gs>
            </a:gsLst>
            <a:lin ang="2700000" scaled="1"/>
          </a:gradFill>
          <a:ln w="38100">
            <a:solidFill>
              <a:srgbClr val="EAEAEA"/>
            </a:solidFill>
            <a:miter lim="800000"/>
            <a:headEnd/>
            <a:tailEnd/>
          </a:ln>
          <a:effectLst>
            <a:outerShdw dist="109250" dir="3267739" algn="ctr" rotWithShape="0">
              <a:srgbClr val="333333">
                <a:alpha val="50000"/>
              </a:srgbClr>
            </a:outerShdw>
          </a:effectLst>
        </p:spPr>
        <p:txBody>
          <a:bodyPr wrap="square" anchor="ctr">
            <a:spAutoFit/>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endParaRPr>
          </a:p>
        </p:txBody>
      </p:sp>
      <p:sp>
        <p:nvSpPr>
          <p:cNvPr id="37" name="Rectangle 36">
            <a:extLst>
              <a:ext uri="{FF2B5EF4-FFF2-40B4-BE49-F238E27FC236}">
                <a16:creationId xmlns="" xmlns:a16="http://schemas.microsoft.com/office/drawing/2014/main" id="{23D3162C-E04A-43B8-B0EC-4CD4DAF8F701}"/>
              </a:ext>
            </a:extLst>
          </p:cNvPr>
          <p:cNvSpPr/>
          <p:nvPr/>
        </p:nvSpPr>
        <p:spPr>
          <a:xfrm>
            <a:off x="431672" y="189466"/>
            <a:ext cx="1443038" cy="338554"/>
          </a:xfrm>
          <a:prstGeom prst="rect">
            <a:avLst/>
          </a:prstGeom>
        </p:spPr>
        <p:txBody>
          <a:bodyPr wrap="square">
            <a:spAutoFit/>
          </a:bodyPr>
          <a:lstStyle/>
          <a:p>
            <a:pPr lvl="0" algn="ctr" rtl="1" fontAlgn="base">
              <a:spcBef>
                <a:spcPct val="0"/>
              </a:spcBef>
              <a:spcAft>
                <a:spcPct val="0"/>
              </a:spcAft>
            </a:pPr>
            <a:r>
              <a:rPr lang="fa-IR" sz="1600" b="1" dirty="0">
                <a:solidFill>
                  <a:srgbClr val="FFFFFF"/>
                </a:solidFill>
                <a:latin typeface="Times New Roman" panose="02020603050405020304" pitchFamily="18" charset="0"/>
                <a:cs typeface="B Nazanin" panose="00000400000000000000" pitchFamily="2" charset="-78"/>
              </a:rPr>
              <a:t>مقالات اخیر</a:t>
            </a:r>
            <a:endParaRPr lang="en-US" sz="1600" b="1" dirty="0">
              <a:solidFill>
                <a:srgbClr val="FFFFFF"/>
              </a:solidFill>
              <a:latin typeface="Times New Roman" panose="02020603050405020304" pitchFamily="18" charset="0"/>
              <a:cs typeface="B Nazanin" panose="00000400000000000000" pitchFamily="2" charset="-78"/>
            </a:endParaRPr>
          </a:p>
        </p:txBody>
      </p:sp>
      <p:sp>
        <p:nvSpPr>
          <p:cNvPr id="45" name="Rectangle 44">
            <a:extLst>
              <a:ext uri="{FF2B5EF4-FFF2-40B4-BE49-F238E27FC236}">
                <a16:creationId xmlns="" xmlns:a16="http://schemas.microsoft.com/office/drawing/2014/main" id="{42D142D5-65DE-496F-8FC5-EC401D53DA29}"/>
              </a:ext>
            </a:extLst>
          </p:cNvPr>
          <p:cNvSpPr/>
          <p:nvPr/>
        </p:nvSpPr>
        <p:spPr>
          <a:xfrm>
            <a:off x="2355191" y="66356"/>
            <a:ext cx="1600200" cy="584775"/>
          </a:xfrm>
          <a:prstGeom prst="rect">
            <a:avLst/>
          </a:prstGeom>
        </p:spPr>
        <p:txBody>
          <a:bodyPr wrap="square">
            <a:spAutoFit/>
          </a:bodyPr>
          <a:lstStyle/>
          <a:p>
            <a:pPr lvl="0" algn="ctr" rtl="1" fontAlgn="base">
              <a:spcBef>
                <a:spcPct val="0"/>
              </a:spcBef>
              <a:spcAft>
                <a:spcPct val="0"/>
              </a:spcAft>
            </a:pPr>
            <a:r>
              <a:rPr lang="fa-IR" sz="1600" b="1" dirty="0">
                <a:solidFill>
                  <a:srgbClr val="FFFFFF"/>
                </a:solidFill>
                <a:latin typeface="Times New Roman" panose="02020603050405020304" pitchFamily="18" charset="0"/>
                <a:cs typeface="B Nazanin" panose="00000400000000000000" pitchFamily="2" charset="-78"/>
              </a:rPr>
              <a:t>سیستم مدیریت همسان سازی</a:t>
            </a:r>
            <a:endParaRPr lang="en-US" sz="1600" b="1" dirty="0">
              <a:solidFill>
                <a:srgbClr val="FFFFFF"/>
              </a:solidFill>
              <a:latin typeface="Times New Roman" panose="02020603050405020304" pitchFamily="18" charset="0"/>
              <a:cs typeface="B Nazanin" panose="00000400000000000000" pitchFamily="2" charset="-78"/>
            </a:endParaRPr>
          </a:p>
        </p:txBody>
      </p:sp>
      <p:sp>
        <p:nvSpPr>
          <p:cNvPr id="46" name="Rectangle 45">
            <a:extLst>
              <a:ext uri="{FF2B5EF4-FFF2-40B4-BE49-F238E27FC236}">
                <a16:creationId xmlns="" xmlns:a16="http://schemas.microsoft.com/office/drawing/2014/main" id="{796D06F0-D8E6-4E84-9854-A9DE23F4D0CD}"/>
              </a:ext>
            </a:extLst>
          </p:cNvPr>
          <p:cNvSpPr/>
          <p:nvPr/>
        </p:nvSpPr>
        <p:spPr>
          <a:xfrm>
            <a:off x="4495138" y="91457"/>
            <a:ext cx="1443038" cy="584775"/>
          </a:xfrm>
          <a:prstGeom prst="rect">
            <a:avLst/>
          </a:prstGeom>
        </p:spPr>
        <p:txBody>
          <a:bodyPr wrap="square">
            <a:spAutoFit/>
          </a:bodyPr>
          <a:lstStyle/>
          <a:p>
            <a:pPr lvl="0" algn="ctr" rtl="1" fontAlgn="base">
              <a:spcBef>
                <a:spcPct val="0"/>
              </a:spcBef>
              <a:spcAft>
                <a:spcPct val="0"/>
              </a:spcAft>
            </a:pPr>
            <a:r>
              <a:rPr lang="fa-IR" sz="1600" b="1" dirty="0">
                <a:solidFill>
                  <a:srgbClr val="FFFFFF"/>
                </a:solidFill>
                <a:latin typeface="Times New Roman" panose="02020603050405020304" pitchFamily="18" charset="0"/>
                <a:cs typeface="B Nazanin" panose="00000400000000000000" pitchFamily="2" charset="-78"/>
              </a:rPr>
              <a:t>سیستم مدیریت باتری</a:t>
            </a:r>
            <a:endParaRPr lang="en-US" sz="1600" b="1" dirty="0">
              <a:solidFill>
                <a:srgbClr val="FFFFFF"/>
              </a:solidFill>
              <a:latin typeface="Times New Roman" panose="02020603050405020304" pitchFamily="18" charset="0"/>
              <a:cs typeface="B Nazanin" panose="00000400000000000000" pitchFamily="2" charset="-78"/>
            </a:endParaRPr>
          </a:p>
        </p:txBody>
      </p:sp>
      <p:sp>
        <p:nvSpPr>
          <p:cNvPr id="47" name="Rectangle 46">
            <a:extLst>
              <a:ext uri="{FF2B5EF4-FFF2-40B4-BE49-F238E27FC236}">
                <a16:creationId xmlns="" xmlns:a16="http://schemas.microsoft.com/office/drawing/2014/main" id="{7A40CFFB-68C7-410B-84C1-B7CF46C17C9B}"/>
              </a:ext>
            </a:extLst>
          </p:cNvPr>
          <p:cNvSpPr/>
          <p:nvPr/>
        </p:nvSpPr>
        <p:spPr>
          <a:xfrm>
            <a:off x="6499957" y="197162"/>
            <a:ext cx="1626786" cy="323165"/>
          </a:xfrm>
          <a:prstGeom prst="rect">
            <a:avLst/>
          </a:prstGeom>
        </p:spPr>
        <p:txBody>
          <a:bodyPr wrap="square">
            <a:spAutoFit/>
          </a:bodyPr>
          <a:lstStyle/>
          <a:p>
            <a:pPr lvl="0" algn="ctr" fontAlgn="base">
              <a:spcBef>
                <a:spcPct val="0"/>
              </a:spcBef>
              <a:spcAft>
                <a:spcPct val="0"/>
              </a:spcAft>
              <a:defRPr/>
            </a:pPr>
            <a:r>
              <a:rPr lang="fa-IR" sz="1500" b="1" kern="0" dirty="0" err="1">
                <a:solidFill>
                  <a:srgbClr val="FFFFFF"/>
                </a:solidFill>
                <a:latin typeface="Times New Roman" panose="02020603050405020304" pitchFamily="18" charset="0"/>
                <a:cs typeface="B Nazanin" pitchFamily="2" charset="-78"/>
              </a:rPr>
              <a:t>باتریها</a:t>
            </a:r>
            <a:endParaRPr lang="en-US" sz="1500" b="1" kern="0" dirty="0">
              <a:solidFill>
                <a:srgbClr val="FFFFFF"/>
              </a:solidFill>
              <a:latin typeface="Times New Roman" panose="02020603050405020304" pitchFamily="18" charset="0"/>
              <a:cs typeface="B Nazanin" pitchFamily="2" charset="-78"/>
            </a:endParaRPr>
          </a:p>
        </p:txBody>
      </p:sp>
      <p:pic>
        <p:nvPicPr>
          <p:cNvPr id="48" name="Picture 47" descr="پرونده:Azad University logo.png - ویکی‌پدیا، دانشنامهٔ آزاد">
            <a:extLst>
              <a:ext uri="{FF2B5EF4-FFF2-40B4-BE49-F238E27FC236}">
                <a16:creationId xmlns="" xmlns:a16="http://schemas.microsoft.com/office/drawing/2014/main" id="{E8E26B7E-4943-4452-A8C3-5DFBCB9CE7BE}"/>
              </a:ext>
            </a:extLst>
          </p:cNvPr>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8610600" y="0"/>
            <a:ext cx="533400" cy="822959"/>
          </a:xfrm>
          <a:prstGeom prst="rect">
            <a:avLst/>
          </a:prstGeom>
          <a:noFill/>
          <a:ln>
            <a:noFill/>
          </a:ln>
        </p:spPr>
      </p:pic>
      <p:sp>
        <p:nvSpPr>
          <p:cNvPr id="50" name="TextBox 49">
            <a:extLst>
              <a:ext uri="{FF2B5EF4-FFF2-40B4-BE49-F238E27FC236}">
                <a16:creationId xmlns="" xmlns:a16="http://schemas.microsoft.com/office/drawing/2014/main" id="{A9502E4B-C172-463C-8653-0651C349F4E8}"/>
              </a:ext>
            </a:extLst>
          </p:cNvPr>
          <p:cNvSpPr txBox="1"/>
          <p:nvPr/>
        </p:nvSpPr>
        <p:spPr>
          <a:xfrm>
            <a:off x="320146" y="934180"/>
            <a:ext cx="3717685" cy="369332"/>
          </a:xfrm>
          <a:prstGeom prst="rect">
            <a:avLst/>
          </a:prstGeom>
          <a:noFill/>
        </p:spPr>
        <p:txBody>
          <a:bodyPr wrap="none" rtlCol="0">
            <a:spAutoFit/>
          </a:bodyPr>
          <a:lstStyle/>
          <a:p>
            <a:pPr algn="r" rtl="1" fontAlgn="base">
              <a:spcBef>
                <a:spcPct val="0"/>
              </a:spcBef>
              <a:spcAft>
                <a:spcPct val="0"/>
              </a:spcAft>
            </a:pPr>
            <a:r>
              <a:rPr lang="fa-IR" b="1" dirty="0">
                <a:cs typeface="B Nazanin" panose="00000400000000000000" pitchFamily="2" charset="-78"/>
              </a:rPr>
              <a:t>روش های تخمین وضعیت شارژ باتری (</a:t>
            </a:r>
            <a:r>
              <a:rPr lang="en-US" b="1" i="1" dirty="0">
                <a:latin typeface="Times New Roman" panose="02020603050405020304" pitchFamily="18" charset="0"/>
                <a:cs typeface="Times New Roman" panose="02020603050405020304" pitchFamily="18" charset="0"/>
              </a:rPr>
              <a:t>SOC</a:t>
            </a:r>
            <a:r>
              <a:rPr lang="fa-IR" b="1" dirty="0">
                <a:cs typeface="B Nazanin" panose="00000400000000000000" pitchFamily="2" charset="-78"/>
              </a:rPr>
              <a:t>)</a:t>
            </a:r>
            <a:endParaRPr lang="en-US" b="1" dirty="0">
              <a:solidFill>
                <a:srgbClr val="000000"/>
              </a:solidFill>
              <a:latin typeface="Times New Roman" panose="02020603050405020304" pitchFamily="18" charset="0"/>
              <a:cs typeface="B Nazanin" pitchFamily="2" charset="-78"/>
            </a:endParaRPr>
          </a:p>
        </p:txBody>
      </p:sp>
      <p:sp>
        <p:nvSpPr>
          <p:cNvPr id="51" name="TextBox 50">
            <a:extLst>
              <a:ext uri="{FF2B5EF4-FFF2-40B4-BE49-F238E27FC236}">
                <a16:creationId xmlns="" xmlns:a16="http://schemas.microsoft.com/office/drawing/2014/main" id="{276660C7-12E0-496C-9DDE-89D8F2D4D4AF}"/>
              </a:ext>
            </a:extLst>
          </p:cNvPr>
          <p:cNvSpPr txBox="1"/>
          <p:nvPr/>
        </p:nvSpPr>
        <p:spPr>
          <a:xfrm>
            <a:off x="1062597" y="6223484"/>
            <a:ext cx="4618572" cy="369332"/>
          </a:xfrm>
          <a:prstGeom prst="rect">
            <a:avLst/>
          </a:prstGeom>
          <a:noFill/>
        </p:spPr>
        <p:txBody>
          <a:bodyPr wrap="none" rtlCol="0">
            <a:spAutoFit/>
          </a:bodyPr>
          <a:lstStyle/>
          <a:p>
            <a:pPr algn="r" rtl="1" fontAlgn="base">
              <a:spcBef>
                <a:spcPct val="0"/>
              </a:spcBef>
              <a:spcAft>
                <a:spcPct val="0"/>
              </a:spcAft>
            </a:pPr>
            <a:r>
              <a:rPr lang="fa-IR" dirty="0">
                <a:cs typeface="B Lotus" panose="00000400000000000000" pitchFamily="2" charset="-78"/>
              </a:rPr>
              <a:t>استخراج خواص الکتریکی باتری توسط نمودار پاسخ پالس </a:t>
            </a:r>
            <a:r>
              <a:rPr lang="fa-IR" dirty="0">
                <a:solidFill>
                  <a:srgbClr val="B9EDFF"/>
                </a:solidFill>
                <a:cs typeface="B Lotus" panose="00000400000000000000" pitchFamily="2" charset="-78"/>
              </a:rPr>
              <a:t>[1]</a:t>
            </a:r>
            <a:r>
              <a:rPr lang="fa-IR" dirty="0">
                <a:cs typeface="B Lotus" panose="00000400000000000000" pitchFamily="2" charset="-78"/>
              </a:rPr>
              <a:t>.</a:t>
            </a:r>
            <a:endParaRPr lang="en-US" dirty="0">
              <a:solidFill>
                <a:srgbClr val="B9EDFF"/>
              </a:solidFill>
              <a:cs typeface="B Lotus" panose="00000400000000000000" pitchFamily="2" charset="-78"/>
            </a:endParaRPr>
          </a:p>
        </p:txBody>
      </p:sp>
      <p:sp>
        <p:nvSpPr>
          <p:cNvPr id="30" name="AutoShape 8">
            <a:extLst>
              <a:ext uri="{FF2B5EF4-FFF2-40B4-BE49-F238E27FC236}">
                <a16:creationId xmlns="" xmlns:a16="http://schemas.microsoft.com/office/drawing/2014/main" id="{CF9E5B87-43A1-4646-AE69-F01C6BAFAD06}"/>
              </a:ext>
            </a:extLst>
          </p:cNvPr>
          <p:cNvSpPr>
            <a:spLocks noChangeAspect="1" noChangeArrowheads="1"/>
          </p:cNvSpPr>
          <p:nvPr/>
        </p:nvSpPr>
        <p:spPr bwMode="gray">
          <a:xfrm>
            <a:off x="6494325" y="1866180"/>
            <a:ext cx="2303465" cy="508000"/>
          </a:xfrm>
          <a:prstGeom prst="roundRect">
            <a:avLst>
              <a:gd name="adj" fmla="val 50000"/>
            </a:avLst>
          </a:prstGeom>
          <a:gradFill flip="none" rotWithShape="1">
            <a:gsLst>
              <a:gs pos="0">
                <a:srgbClr val="B7E7FF">
                  <a:gamma/>
                  <a:tint val="0"/>
                  <a:invGamma/>
                </a:srgbClr>
              </a:gs>
              <a:gs pos="100000">
                <a:srgbClr val="B7E7FF"/>
              </a:gs>
            </a:gsLst>
            <a:lin ang="10800000" scaled="1"/>
            <a:tileRect/>
          </a:gradFill>
          <a:ln w="28575" algn="ctr">
            <a:solidFill>
              <a:srgbClr val="C4E59F"/>
            </a:solidFill>
            <a:round/>
            <a:headEnd/>
            <a:tailEnd/>
          </a:ln>
          <a:effectLst/>
        </p:spPr>
        <p:txBody>
          <a:bodyPr wrap="none" anchor="ctr"/>
          <a:lstStyle/>
          <a:p>
            <a:pPr algn="r" rtl="1" fontAlgn="base">
              <a:spcBef>
                <a:spcPct val="0"/>
              </a:spcBef>
              <a:spcAft>
                <a:spcPct val="0"/>
              </a:spcAft>
            </a:pPr>
            <a:r>
              <a:rPr lang="fa-IR" b="1" dirty="0">
                <a:solidFill>
                  <a:srgbClr val="000000"/>
                </a:solidFill>
                <a:latin typeface="Times New Roman" panose="02020603050405020304" pitchFamily="18" charset="0"/>
                <a:cs typeface="B Nazanin" pitchFamily="2" charset="-78"/>
              </a:rPr>
              <a:t>مبتنی بر مدل</a:t>
            </a:r>
            <a:endParaRPr lang="en-US" b="1" dirty="0">
              <a:solidFill>
                <a:srgbClr val="000000"/>
              </a:solidFill>
              <a:latin typeface="Times New Roman" panose="02020603050405020304" pitchFamily="18" charset="0"/>
              <a:cs typeface="B Nazanin" pitchFamily="2" charset="-78"/>
            </a:endParaRPr>
          </a:p>
        </p:txBody>
      </p:sp>
      <p:grpSp>
        <p:nvGrpSpPr>
          <p:cNvPr id="31" name="Group 23">
            <a:extLst>
              <a:ext uri="{FF2B5EF4-FFF2-40B4-BE49-F238E27FC236}">
                <a16:creationId xmlns="" xmlns:a16="http://schemas.microsoft.com/office/drawing/2014/main" id="{A77ECBC8-8907-49C6-B868-8715395CD4AB}"/>
              </a:ext>
            </a:extLst>
          </p:cNvPr>
          <p:cNvGrpSpPr>
            <a:grpSpLocks noChangeAspect="1"/>
          </p:cNvGrpSpPr>
          <p:nvPr/>
        </p:nvGrpSpPr>
        <p:grpSpPr bwMode="auto">
          <a:xfrm>
            <a:off x="8754925" y="1942380"/>
            <a:ext cx="381000" cy="381000"/>
            <a:chOff x="2078" y="1680"/>
            <a:chExt cx="1615" cy="1615"/>
          </a:xfrm>
        </p:grpSpPr>
        <p:sp>
          <p:nvSpPr>
            <p:cNvPr id="53" name="Oval 24">
              <a:extLst>
                <a:ext uri="{FF2B5EF4-FFF2-40B4-BE49-F238E27FC236}">
                  <a16:creationId xmlns="" xmlns:a16="http://schemas.microsoft.com/office/drawing/2014/main" id="{1501B9F0-1BD0-4587-A5DA-8504002448CD}"/>
                </a:ext>
              </a:extLst>
            </p:cNvPr>
            <p:cNvSpPr>
              <a:spLocks noChangeArrowheads="1"/>
            </p:cNvSpPr>
            <p:nvPr/>
          </p:nvSpPr>
          <p:spPr bwMode="gray">
            <a:xfrm>
              <a:off x="2078" y="1680"/>
              <a:ext cx="1615" cy="1615"/>
            </a:xfrm>
            <a:prstGeom prst="ellipse">
              <a:avLst/>
            </a:prstGeom>
            <a:gradFill rotWithShape="1">
              <a:gsLst>
                <a:gs pos="0">
                  <a:srgbClr val="FFFFFF">
                    <a:gamma/>
                    <a:shade val="46275"/>
                    <a:invGamma/>
                  </a:srgbClr>
                </a:gs>
                <a:gs pos="50000">
                  <a:srgbClr val="FFFFFF"/>
                </a:gs>
                <a:gs pos="100000">
                  <a:srgbClr val="FFFFFF">
                    <a:gamma/>
                    <a:shade val="46275"/>
                    <a:invGamma/>
                  </a:srgbClr>
                </a:gs>
              </a:gsLst>
              <a:lin ang="5400000" scaled="1"/>
            </a:gradFill>
            <a:ln w="57150" algn="ctr">
              <a:noFill/>
              <a:round/>
              <a:headEnd/>
              <a:tailEnd/>
            </a:ln>
            <a:effectLst/>
          </p:spPr>
          <p:txBody>
            <a:bodyPr wrap="none" anchor="ct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latin typeface="Arial" pitchFamily="34" charset="0"/>
              </a:endParaRPr>
            </a:p>
          </p:txBody>
        </p:sp>
        <p:sp>
          <p:nvSpPr>
            <p:cNvPr id="54" name="Oval 25">
              <a:extLst>
                <a:ext uri="{FF2B5EF4-FFF2-40B4-BE49-F238E27FC236}">
                  <a16:creationId xmlns="" xmlns:a16="http://schemas.microsoft.com/office/drawing/2014/main" id="{909C959D-95E6-47AB-BA03-A36E5558C646}"/>
                </a:ext>
              </a:extLst>
            </p:cNvPr>
            <p:cNvSpPr>
              <a:spLocks noChangeArrowheads="1"/>
            </p:cNvSpPr>
            <p:nvPr/>
          </p:nvSpPr>
          <p:spPr bwMode="gray">
            <a:xfrm>
              <a:off x="2170" y="1771"/>
              <a:ext cx="1430" cy="1430"/>
            </a:xfrm>
            <a:prstGeom prst="ellipse">
              <a:avLst/>
            </a:prstGeom>
            <a:gradFill rotWithShape="1">
              <a:gsLst>
                <a:gs pos="0">
                  <a:srgbClr val="FFFFFF">
                    <a:gamma/>
                    <a:shade val="63529"/>
                    <a:invGamma/>
                  </a:srgbClr>
                </a:gs>
                <a:gs pos="50000">
                  <a:srgbClr val="FFFFFF"/>
                </a:gs>
                <a:gs pos="100000">
                  <a:srgbClr val="FFFFFF">
                    <a:gamma/>
                    <a:shade val="63529"/>
                    <a:invGamma/>
                  </a:srgbClr>
                </a:gs>
              </a:gsLst>
              <a:lin ang="0" scaled="1"/>
            </a:gradFill>
            <a:ln w="9525" algn="ctr">
              <a:noFill/>
              <a:round/>
              <a:headEnd/>
              <a:tailEnd/>
            </a:ln>
            <a:effectLst/>
          </p:spPr>
          <p:txBody>
            <a:bodyPr wrap="none" anchor="ct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latin typeface="Arial" pitchFamily="34" charset="0"/>
              </a:endParaRPr>
            </a:p>
          </p:txBody>
        </p:sp>
        <p:sp>
          <p:nvSpPr>
            <p:cNvPr id="55" name="Oval 26">
              <a:extLst>
                <a:ext uri="{FF2B5EF4-FFF2-40B4-BE49-F238E27FC236}">
                  <a16:creationId xmlns="" xmlns:a16="http://schemas.microsoft.com/office/drawing/2014/main" id="{DBE4DAAC-D3AA-4C03-8635-E677788322CA}"/>
                </a:ext>
              </a:extLst>
            </p:cNvPr>
            <p:cNvSpPr>
              <a:spLocks noChangeArrowheads="1"/>
            </p:cNvSpPr>
            <p:nvPr/>
          </p:nvSpPr>
          <p:spPr bwMode="gray">
            <a:xfrm>
              <a:off x="2254" y="1856"/>
              <a:ext cx="1262" cy="1264"/>
            </a:xfrm>
            <a:prstGeom prst="ellipse">
              <a:avLst/>
            </a:prstGeom>
            <a:gradFill rotWithShape="1">
              <a:gsLst>
                <a:gs pos="0">
                  <a:srgbClr val="8AD4CD">
                    <a:gamma/>
                    <a:tint val="0"/>
                    <a:invGamma/>
                  </a:srgbClr>
                </a:gs>
                <a:gs pos="50000">
                  <a:srgbClr val="8AD4CD"/>
                </a:gs>
                <a:gs pos="100000">
                  <a:srgbClr val="8AD4CD">
                    <a:gamma/>
                    <a:tint val="0"/>
                    <a:invGamma/>
                  </a:srgbClr>
                </a:gs>
              </a:gsLst>
              <a:lin ang="2700000" scaled="1"/>
            </a:gradFill>
            <a:ln w="38100" algn="ctr">
              <a:noFill/>
              <a:round/>
              <a:headEnd/>
              <a:tailEnd/>
            </a:ln>
            <a:effectLst/>
          </p:spPr>
          <p:txBody>
            <a:bodyPr wrap="none" anchor="ctr">
              <a:spAutoFit/>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latin typeface="Arial" pitchFamily="34" charset="0"/>
              </a:endParaRPr>
            </a:p>
          </p:txBody>
        </p:sp>
        <p:sp>
          <p:nvSpPr>
            <p:cNvPr id="56" name="Oval 27">
              <a:extLst>
                <a:ext uri="{FF2B5EF4-FFF2-40B4-BE49-F238E27FC236}">
                  <a16:creationId xmlns="" xmlns:a16="http://schemas.microsoft.com/office/drawing/2014/main" id="{503A22F7-588D-4C3B-990F-521D103C8785}"/>
                </a:ext>
              </a:extLst>
            </p:cNvPr>
            <p:cNvSpPr>
              <a:spLocks noChangeArrowheads="1"/>
            </p:cNvSpPr>
            <p:nvPr/>
          </p:nvSpPr>
          <p:spPr bwMode="gray">
            <a:xfrm>
              <a:off x="2254" y="1856"/>
              <a:ext cx="1262" cy="1264"/>
            </a:xfrm>
            <a:prstGeom prst="ellipse">
              <a:avLst/>
            </a:prstGeom>
            <a:gradFill rotWithShape="1">
              <a:gsLst>
                <a:gs pos="0">
                  <a:srgbClr val="21B3E1"/>
                </a:gs>
                <a:gs pos="100000">
                  <a:srgbClr val="21B3E1">
                    <a:gamma/>
                    <a:shade val="46275"/>
                    <a:invGamma/>
                  </a:srgbClr>
                </a:gs>
              </a:gsLst>
              <a:lin ang="5400000" scaled="1"/>
            </a:gradFill>
            <a:ln w="38100" algn="ctr">
              <a:noFill/>
              <a:round/>
              <a:headEnd/>
              <a:tailEnd/>
            </a:ln>
            <a:effectLst/>
          </p:spPr>
          <p:txBody>
            <a:bodyPr wrap="none" anchor="ctr">
              <a:spAutoFit/>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latin typeface="Arial" pitchFamily="34" charset="0"/>
              </a:endParaRPr>
            </a:p>
          </p:txBody>
        </p:sp>
        <p:sp>
          <p:nvSpPr>
            <p:cNvPr id="57" name="Oval 28">
              <a:extLst>
                <a:ext uri="{FF2B5EF4-FFF2-40B4-BE49-F238E27FC236}">
                  <a16:creationId xmlns="" xmlns:a16="http://schemas.microsoft.com/office/drawing/2014/main" id="{DB14B947-3B24-4D3C-8BA6-1CDE3B23E877}"/>
                </a:ext>
              </a:extLst>
            </p:cNvPr>
            <p:cNvSpPr>
              <a:spLocks noChangeArrowheads="1"/>
            </p:cNvSpPr>
            <p:nvPr/>
          </p:nvSpPr>
          <p:spPr bwMode="gray">
            <a:xfrm>
              <a:off x="2337" y="1939"/>
              <a:ext cx="1096" cy="1098"/>
            </a:xfrm>
            <a:prstGeom prst="ellipse">
              <a:avLst/>
            </a:prstGeom>
            <a:gradFill rotWithShape="1">
              <a:gsLst>
                <a:gs pos="0">
                  <a:srgbClr val="8AD4CD">
                    <a:gamma/>
                    <a:shade val="54118"/>
                    <a:invGamma/>
                  </a:srgbClr>
                </a:gs>
                <a:gs pos="50000">
                  <a:srgbClr val="8AD4CD"/>
                </a:gs>
                <a:gs pos="100000">
                  <a:srgbClr val="8AD4CD">
                    <a:gamma/>
                    <a:shade val="54118"/>
                    <a:invGamma/>
                  </a:srgbClr>
                </a:gs>
              </a:gsLst>
              <a:lin ang="18900000" scaled="1"/>
            </a:gradFill>
            <a:ln w="38100" algn="ctr">
              <a:noFill/>
              <a:round/>
              <a:headEnd/>
              <a:tailEnd/>
            </a:ln>
            <a:effectLst/>
          </p:spPr>
          <p:txBody>
            <a:bodyPr anchor="ctr">
              <a:spAutoFit/>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latin typeface="Arial" pitchFamily="34" charset="0"/>
              </a:endParaRPr>
            </a:p>
          </p:txBody>
        </p:sp>
        <p:sp>
          <p:nvSpPr>
            <p:cNvPr id="58" name="Oval 29">
              <a:extLst>
                <a:ext uri="{FF2B5EF4-FFF2-40B4-BE49-F238E27FC236}">
                  <a16:creationId xmlns="" xmlns:a16="http://schemas.microsoft.com/office/drawing/2014/main" id="{EC52A3D0-6BC6-4E5D-88F2-AA4F423555B2}"/>
                </a:ext>
              </a:extLst>
            </p:cNvPr>
            <p:cNvSpPr>
              <a:spLocks noChangeArrowheads="1"/>
            </p:cNvSpPr>
            <p:nvPr/>
          </p:nvSpPr>
          <p:spPr bwMode="gray">
            <a:xfrm>
              <a:off x="2337" y="1939"/>
              <a:ext cx="1096" cy="1098"/>
            </a:xfrm>
            <a:prstGeom prst="ellipse">
              <a:avLst/>
            </a:prstGeom>
            <a:gradFill rotWithShape="1">
              <a:gsLst>
                <a:gs pos="0">
                  <a:srgbClr val="21B3E1"/>
                </a:gs>
                <a:gs pos="100000">
                  <a:srgbClr val="21B3E1">
                    <a:gamma/>
                    <a:shade val="48627"/>
                    <a:invGamma/>
                  </a:srgbClr>
                </a:gs>
              </a:gsLst>
              <a:lin ang="2700000" scaled="1"/>
            </a:gradFill>
            <a:ln w="38100" algn="ctr">
              <a:noFill/>
              <a:round/>
              <a:headEnd/>
              <a:tailEnd/>
            </a:ln>
            <a:effectLst/>
          </p:spPr>
          <p:txBody>
            <a:bodyPr anchor="ctr">
              <a:spAutoFit/>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latin typeface="Arial" pitchFamily="34" charset="0"/>
              </a:endParaRPr>
            </a:p>
          </p:txBody>
        </p:sp>
      </p:grpSp>
      <p:sp>
        <p:nvSpPr>
          <p:cNvPr id="38" name="Slide Number Placeholder 3">
            <a:extLst>
              <a:ext uri="{FF2B5EF4-FFF2-40B4-BE49-F238E27FC236}">
                <a16:creationId xmlns="" xmlns:a16="http://schemas.microsoft.com/office/drawing/2014/main" id="{FEFB061F-8AAB-4535-B272-1BA4D5A77191}"/>
              </a:ext>
            </a:extLst>
          </p:cNvPr>
          <p:cNvSpPr txBox="1">
            <a:spLocks/>
          </p:cNvSpPr>
          <p:nvPr/>
        </p:nvSpPr>
        <p:spPr>
          <a:xfrm>
            <a:off x="8965" y="6090313"/>
            <a:ext cx="676835" cy="767687"/>
          </a:xfrm>
          <a:prstGeom prst="rect">
            <a:avLst/>
          </a:prstGeom>
        </p:spPr>
        <p:txBody>
          <a:bodyPr vert="horz" lIns="91440" tIns="45720" rIns="91440" bIns="45720" rtlCol="0" anchor="ctr"/>
          <a:lstStyle>
            <a:defPPr>
              <a:defRPr lang="en-US"/>
            </a:defPPr>
            <a:lvl1pPr marL="0" algn="l" defTabSz="914400" rtl="0" eaLnBrk="1" latinLnBrk="0" hangingPunct="1">
              <a:defRPr sz="1400" b="1" kern="1200">
                <a:solidFill>
                  <a:srgbClr val="FFFFFF"/>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rtl="1"/>
            <a:fld id="{E8ADF199-8047-440E-B02B-E80683B392F2}" type="slidenum">
              <a:rPr lang="fa-IR" sz="1800" smtClean="0">
                <a:solidFill>
                  <a:schemeClr val="tx1"/>
                </a:solidFill>
                <a:cs typeface="B Lotus" panose="00000400000000000000" pitchFamily="2" charset="-78"/>
              </a:rPr>
              <a:pPr rtl="1"/>
              <a:t>79</a:t>
            </a:fld>
            <a:endParaRPr lang="fa-IR" sz="1800" dirty="0">
              <a:solidFill>
                <a:schemeClr val="tx1"/>
              </a:solidFill>
              <a:cs typeface="B Lotus" panose="00000400000000000000" pitchFamily="2" charset="-78"/>
            </a:endParaRPr>
          </a:p>
        </p:txBody>
      </p:sp>
    </p:spTree>
    <p:extLst>
      <p:ext uri="{BB962C8B-B14F-4D97-AF65-F5344CB8AC3E}">
        <p14:creationId xmlns:p14="http://schemas.microsoft.com/office/powerpoint/2010/main" val="2406427860"/>
      </p:ext>
    </p:extLst>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1" name="AutoShape 8">
            <a:extLst>
              <a:ext uri="{FF2B5EF4-FFF2-40B4-BE49-F238E27FC236}">
                <a16:creationId xmlns="" xmlns:a16="http://schemas.microsoft.com/office/drawing/2014/main" id="{CF9E5B87-43A1-4646-AE69-F01C6BAFAD06}"/>
              </a:ext>
            </a:extLst>
          </p:cNvPr>
          <p:cNvSpPr>
            <a:spLocks noChangeAspect="1" noChangeArrowheads="1"/>
          </p:cNvSpPr>
          <p:nvPr/>
        </p:nvSpPr>
        <p:spPr bwMode="gray">
          <a:xfrm>
            <a:off x="6078535" y="2210332"/>
            <a:ext cx="2303465" cy="508000"/>
          </a:xfrm>
          <a:prstGeom prst="roundRect">
            <a:avLst>
              <a:gd name="adj" fmla="val 50000"/>
            </a:avLst>
          </a:prstGeom>
          <a:gradFill flip="none" rotWithShape="1">
            <a:gsLst>
              <a:gs pos="0">
                <a:srgbClr val="B7E7FF">
                  <a:gamma/>
                  <a:tint val="0"/>
                  <a:invGamma/>
                </a:srgbClr>
              </a:gs>
              <a:gs pos="100000">
                <a:srgbClr val="B7E7FF"/>
              </a:gs>
            </a:gsLst>
            <a:lin ang="10800000" scaled="1"/>
            <a:tileRect/>
          </a:gradFill>
          <a:ln w="28575" algn="ctr">
            <a:solidFill>
              <a:srgbClr val="C4E59F"/>
            </a:solidFill>
            <a:round/>
            <a:headEnd/>
            <a:tailEnd/>
          </a:ln>
          <a:effectLst/>
        </p:spPr>
        <p:txBody>
          <a:bodyPr wrap="none" anchor="ctr"/>
          <a:lstStyle/>
          <a:p>
            <a:pPr algn="r" rtl="1" fontAlgn="base">
              <a:spcBef>
                <a:spcPct val="0"/>
              </a:spcBef>
              <a:spcAft>
                <a:spcPct val="0"/>
              </a:spcAft>
            </a:pPr>
            <a:r>
              <a:rPr lang="fa-IR" b="1" dirty="0">
                <a:solidFill>
                  <a:srgbClr val="000000"/>
                </a:solidFill>
                <a:latin typeface="Times New Roman" panose="02020603050405020304" pitchFamily="18" charset="0"/>
                <a:cs typeface="B Nazanin" pitchFamily="2" charset="-78"/>
              </a:rPr>
              <a:t>مبتنی بر مدل</a:t>
            </a:r>
            <a:endParaRPr lang="en-US" b="1" dirty="0">
              <a:solidFill>
                <a:srgbClr val="000000"/>
              </a:solidFill>
              <a:latin typeface="Times New Roman" panose="02020603050405020304" pitchFamily="18" charset="0"/>
              <a:cs typeface="B Nazanin" pitchFamily="2" charset="-78"/>
            </a:endParaRPr>
          </a:p>
        </p:txBody>
      </p:sp>
      <p:grpSp>
        <p:nvGrpSpPr>
          <p:cNvPr id="38" name="Group 23">
            <a:extLst>
              <a:ext uri="{FF2B5EF4-FFF2-40B4-BE49-F238E27FC236}">
                <a16:creationId xmlns="" xmlns:a16="http://schemas.microsoft.com/office/drawing/2014/main" id="{A77ECBC8-8907-49C6-B868-8715395CD4AB}"/>
              </a:ext>
            </a:extLst>
          </p:cNvPr>
          <p:cNvGrpSpPr>
            <a:grpSpLocks noChangeAspect="1"/>
          </p:cNvGrpSpPr>
          <p:nvPr/>
        </p:nvGrpSpPr>
        <p:grpSpPr bwMode="auto">
          <a:xfrm>
            <a:off x="8339135" y="2286532"/>
            <a:ext cx="381000" cy="381000"/>
            <a:chOff x="2078" y="1680"/>
            <a:chExt cx="1615" cy="1615"/>
          </a:xfrm>
        </p:grpSpPr>
        <p:sp>
          <p:nvSpPr>
            <p:cNvPr id="39" name="Oval 24">
              <a:extLst>
                <a:ext uri="{FF2B5EF4-FFF2-40B4-BE49-F238E27FC236}">
                  <a16:creationId xmlns="" xmlns:a16="http://schemas.microsoft.com/office/drawing/2014/main" id="{1501B9F0-1BD0-4587-A5DA-8504002448CD}"/>
                </a:ext>
              </a:extLst>
            </p:cNvPr>
            <p:cNvSpPr>
              <a:spLocks noChangeArrowheads="1"/>
            </p:cNvSpPr>
            <p:nvPr/>
          </p:nvSpPr>
          <p:spPr bwMode="gray">
            <a:xfrm>
              <a:off x="2078" y="1680"/>
              <a:ext cx="1615" cy="1615"/>
            </a:xfrm>
            <a:prstGeom prst="ellipse">
              <a:avLst/>
            </a:prstGeom>
            <a:gradFill rotWithShape="1">
              <a:gsLst>
                <a:gs pos="0">
                  <a:srgbClr val="FFFFFF">
                    <a:gamma/>
                    <a:shade val="46275"/>
                    <a:invGamma/>
                  </a:srgbClr>
                </a:gs>
                <a:gs pos="50000">
                  <a:srgbClr val="FFFFFF"/>
                </a:gs>
                <a:gs pos="100000">
                  <a:srgbClr val="FFFFFF">
                    <a:gamma/>
                    <a:shade val="46275"/>
                    <a:invGamma/>
                  </a:srgbClr>
                </a:gs>
              </a:gsLst>
              <a:lin ang="5400000" scaled="1"/>
            </a:gradFill>
            <a:ln w="57150" algn="ctr">
              <a:noFill/>
              <a:round/>
              <a:headEnd/>
              <a:tailEnd/>
            </a:ln>
            <a:effectLst/>
          </p:spPr>
          <p:txBody>
            <a:bodyPr wrap="none" anchor="ct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latin typeface="Arial" pitchFamily="34" charset="0"/>
              </a:endParaRPr>
            </a:p>
          </p:txBody>
        </p:sp>
        <p:sp>
          <p:nvSpPr>
            <p:cNvPr id="40" name="Oval 25">
              <a:extLst>
                <a:ext uri="{FF2B5EF4-FFF2-40B4-BE49-F238E27FC236}">
                  <a16:creationId xmlns="" xmlns:a16="http://schemas.microsoft.com/office/drawing/2014/main" id="{909C959D-95E6-47AB-BA03-A36E5558C646}"/>
                </a:ext>
              </a:extLst>
            </p:cNvPr>
            <p:cNvSpPr>
              <a:spLocks noChangeArrowheads="1"/>
            </p:cNvSpPr>
            <p:nvPr/>
          </p:nvSpPr>
          <p:spPr bwMode="gray">
            <a:xfrm>
              <a:off x="2170" y="1771"/>
              <a:ext cx="1430" cy="1430"/>
            </a:xfrm>
            <a:prstGeom prst="ellipse">
              <a:avLst/>
            </a:prstGeom>
            <a:gradFill rotWithShape="1">
              <a:gsLst>
                <a:gs pos="0">
                  <a:srgbClr val="FFFFFF">
                    <a:gamma/>
                    <a:shade val="63529"/>
                    <a:invGamma/>
                  </a:srgbClr>
                </a:gs>
                <a:gs pos="50000">
                  <a:srgbClr val="FFFFFF"/>
                </a:gs>
                <a:gs pos="100000">
                  <a:srgbClr val="FFFFFF">
                    <a:gamma/>
                    <a:shade val="63529"/>
                    <a:invGamma/>
                  </a:srgbClr>
                </a:gs>
              </a:gsLst>
              <a:lin ang="0" scaled="1"/>
            </a:gradFill>
            <a:ln w="9525" algn="ctr">
              <a:noFill/>
              <a:round/>
              <a:headEnd/>
              <a:tailEnd/>
            </a:ln>
            <a:effectLst/>
          </p:spPr>
          <p:txBody>
            <a:bodyPr wrap="none" anchor="ct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latin typeface="Arial" pitchFamily="34" charset="0"/>
              </a:endParaRPr>
            </a:p>
          </p:txBody>
        </p:sp>
        <p:sp>
          <p:nvSpPr>
            <p:cNvPr id="41" name="Oval 26">
              <a:extLst>
                <a:ext uri="{FF2B5EF4-FFF2-40B4-BE49-F238E27FC236}">
                  <a16:creationId xmlns="" xmlns:a16="http://schemas.microsoft.com/office/drawing/2014/main" id="{DBE4DAAC-D3AA-4C03-8635-E677788322CA}"/>
                </a:ext>
              </a:extLst>
            </p:cNvPr>
            <p:cNvSpPr>
              <a:spLocks noChangeArrowheads="1"/>
            </p:cNvSpPr>
            <p:nvPr/>
          </p:nvSpPr>
          <p:spPr bwMode="gray">
            <a:xfrm>
              <a:off x="2254" y="1856"/>
              <a:ext cx="1262" cy="1264"/>
            </a:xfrm>
            <a:prstGeom prst="ellipse">
              <a:avLst/>
            </a:prstGeom>
            <a:gradFill rotWithShape="1">
              <a:gsLst>
                <a:gs pos="0">
                  <a:srgbClr val="8AD4CD">
                    <a:gamma/>
                    <a:tint val="0"/>
                    <a:invGamma/>
                  </a:srgbClr>
                </a:gs>
                <a:gs pos="50000">
                  <a:srgbClr val="8AD4CD"/>
                </a:gs>
                <a:gs pos="100000">
                  <a:srgbClr val="8AD4CD">
                    <a:gamma/>
                    <a:tint val="0"/>
                    <a:invGamma/>
                  </a:srgbClr>
                </a:gs>
              </a:gsLst>
              <a:lin ang="2700000" scaled="1"/>
            </a:gradFill>
            <a:ln w="38100" algn="ctr">
              <a:noFill/>
              <a:round/>
              <a:headEnd/>
              <a:tailEnd/>
            </a:ln>
            <a:effectLst/>
          </p:spPr>
          <p:txBody>
            <a:bodyPr wrap="none" anchor="ctr">
              <a:spAutoFit/>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latin typeface="Arial" pitchFamily="34" charset="0"/>
              </a:endParaRPr>
            </a:p>
          </p:txBody>
        </p:sp>
        <p:sp>
          <p:nvSpPr>
            <p:cNvPr id="42" name="Oval 27">
              <a:extLst>
                <a:ext uri="{FF2B5EF4-FFF2-40B4-BE49-F238E27FC236}">
                  <a16:creationId xmlns="" xmlns:a16="http://schemas.microsoft.com/office/drawing/2014/main" id="{503A22F7-588D-4C3B-990F-521D103C8785}"/>
                </a:ext>
              </a:extLst>
            </p:cNvPr>
            <p:cNvSpPr>
              <a:spLocks noChangeArrowheads="1"/>
            </p:cNvSpPr>
            <p:nvPr/>
          </p:nvSpPr>
          <p:spPr bwMode="gray">
            <a:xfrm>
              <a:off x="2254" y="1856"/>
              <a:ext cx="1262" cy="1264"/>
            </a:xfrm>
            <a:prstGeom prst="ellipse">
              <a:avLst/>
            </a:prstGeom>
            <a:gradFill rotWithShape="1">
              <a:gsLst>
                <a:gs pos="0">
                  <a:srgbClr val="21B3E1"/>
                </a:gs>
                <a:gs pos="100000">
                  <a:srgbClr val="21B3E1">
                    <a:gamma/>
                    <a:shade val="46275"/>
                    <a:invGamma/>
                  </a:srgbClr>
                </a:gs>
              </a:gsLst>
              <a:lin ang="5400000" scaled="1"/>
            </a:gradFill>
            <a:ln w="38100" algn="ctr">
              <a:noFill/>
              <a:round/>
              <a:headEnd/>
              <a:tailEnd/>
            </a:ln>
            <a:effectLst/>
          </p:spPr>
          <p:txBody>
            <a:bodyPr wrap="none" anchor="ctr">
              <a:spAutoFit/>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latin typeface="Arial" pitchFamily="34" charset="0"/>
              </a:endParaRPr>
            </a:p>
          </p:txBody>
        </p:sp>
        <p:sp>
          <p:nvSpPr>
            <p:cNvPr id="43" name="Oval 28">
              <a:extLst>
                <a:ext uri="{FF2B5EF4-FFF2-40B4-BE49-F238E27FC236}">
                  <a16:creationId xmlns="" xmlns:a16="http://schemas.microsoft.com/office/drawing/2014/main" id="{DB14B947-3B24-4D3C-8BA6-1CDE3B23E877}"/>
                </a:ext>
              </a:extLst>
            </p:cNvPr>
            <p:cNvSpPr>
              <a:spLocks noChangeArrowheads="1"/>
            </p:cNvSpPr>
            <p:nvPr/>
          </p:nvSpPr>
          <p:spPr bwMode="gray">
            <a:xfrm>
              <a:off x="2337" y="1939"/>
              <a:ext cx="1096" cy="1098"/>
            </a:xfrm>
            <a:prstGeom prst="ellipse">
              <a:avLst/>
            </a:prstGeom>
            <a:gradFill rotWithShape="1">
              <a:gsLst>
                <a:gs pos="0">
                  <a:srgbClr val="8AD4CD">
                    <a:gamma/>
                    <a:shade val="54118"/>
                    <a:invGamma/>
                  </a:srgbClr>
                </a:gs>
                <a:gs pos="50000">
                  <a:srgbClr val="8AD4CD"/>
                </a:gs>
                <a:gs pos="100000">
                  <a:srgbClr val="8AD4CD">
                    <a:gamma/>
                    <a:shade val="54118"/>
                    <a:invGamma/>
                  </a:srgbClr>
                </a:gs>
              </a:gsLst>
              <a:lin ang="18900000" scaled="1"/>
            </a:gradFill>
            <a:ln w="38100" algn="ctr">
              <a:noFill/>
              <a:round/>
              <a:headEnd/>
              <a:tailEnd/>
            </a:ln>
            <a:effectLst/>
          </p:spPr>
          <p:txBody>
            <a:bodyPr anchor="ctr">
              <a:spAutoFit/>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latin typeface="Arial" pitchFamily="34" charset="0"/>
              </a:endParaRPr>
            </a:p>
          </p:txBody>
        </p:sp>
        <p:sp>
          <p:nvSpPr>
            <p:cNvPr id="44" name="Oval 29">
              <a:extLst>
                <a:ext uri="{FF2B5EF4-FFF2-40B4-BE49-F238E27FC236}">
                  <a16:creationId xmlns="" xmlns:a16="http://schemas.microsoft.com/office/drawing/2014/main" id="{EC52A3D0-6BC6-4E5D-88F2-AA4F423555B2}"/>
                </a:ext>
              </a:extLst>
            </p:cNvPr>
            <p:cNvSpPr>
              <a:spLocks noChangeArrowheads="1"/>
            </p:cNvSpPr>
            <p:nvPr/>
          </p:nvSpPr>
          <p:spPr bwMode="gray">
            <a:xfrm>
              <a:off x="2337" y="1939"/>
              <a:ext cx="1096" cy="1098"/>
            </a:xfrm>
            <a:prstGeom prst="ellipse">
              <a:avLst/>
            </a:prstGeom>
            <a:gradFill rotWithShape="1">
              <a:gsLst>
                <a:gs pos="0">
                  <a:srgbClr val="21B3E1"/>
                </a:gs>
                <a:gs pos="100000">
                  <a:srgbClr val="21B3E1">
                    <a:gamma/>
                    <a:shade val="48627"/>
                    <a:invGamma/>
                  </a:srgbClr>
                </a:gs>
              </a:gsLst>
              <a:lin ang="2700000" scaled="1"/>
            </a:gradFill>
            <a:ln w="38100" algn="ctr">
              <a:noFill/>
              <a:round/>
              <a:headEnd/>
              <a:tailEnd/>
            </a:ln>
            <a:effectLst/>
          </p:spPr>
          <p:txBody>
            <a:bodyPr anchor="ctr">
              <a:spAutoFit/>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latin typeface="Arial" pitchFamily="34" charset="0"/>
              </a:endParaRPr>
            </a:p>
          </p:txBody>
        </p:sp>
      </p:grpSp>
      <p:sp>
        <p:nvSpPr>
          <p:cNvPr id="52" name="TextBox 51">
            <a:extLst>
              <a:ext uri="{FF2B5EF4-FFF2-40B4-BE49-F238E27FC236}">
                <a16:creationId xmlns="" xmlns:a16="http://schemas.microsoft.com/office/drawing/2014/main" id="{0D7C9433-5674-4BC9-A282-6D982E5B3065}"/>
              </a:ext>
            </a:extLst>
          </p:cNvPr>
          <p:cNvSpPr txBox="1"/>
          <p:nvPr/>
        </p:nvSpPr>
        <p:spPr>
          <a:xfrm>
            <a:off x="4855882" y="2895600"/>
            <a:ext cx="65" cy="276999"/>
          </a:xfrm>
          <a:prstGeom prst="rect">
            <a:avLst/>
          </a:prstGeom>
          <a:noFill/>
        </p:spPr>
        <p:txBody>
          <a:bodyPr wrap="none" lIns="0" tIns="0" rIns="0" bIns="0" rtlCol="0">
            <a:spAutoFit/>
          </a:bodyPr>
          <a:lstStyle/>
          <a:p>
            <a:endParaRPr lang="en-US" dirty="0"/>
          </a:p>
        </p:txBody>
      </p:sp>
      <p:sp>
        <p:nvSpPr>
          <p:cNvPr id="4" name="AutoShape 2" descr="Lithium-Ion State of Charge (SoC) measurement - Coulomb Counter method - OCV"/>
          <p:cNvSpPr>
            <a:spLocks noChangeAspect="1" noChangeArrowheads="1"/>
          </p:cNvSpPr>
          <p:nvPr/>
        </p:nvSpPr>
        <p:spPr bwMode="auto">
          <a:xfrm>
            <a:off x="63500" y="-136525"/>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sp>
        <p:nvSpPr>
          <p:cNvPr id="6" name="AutoShape 2" descr="Lithium-ion Battery Internal Resistance Testing | Manufacturing &amp;  Inspection | Hioki"/>
          <p:cNvSpPr>
            <a:spLocks noChangeAspect="1" noChangeArrowheads="1"/>
          </p:cNvSpPr>
          <p:nvPr/>
        </p:nvSpPr>
        <p:spPr bwMode="auto">
          <a:xfrm>
            <a:off x="215900" y="15875"/>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pic>
        <p:nvPicPr>
          <p:cNvPr id="26" name="Picture 25"/>
          <p:cNvPicPr/>
          <p:nvPr/>
        </p:nvPicPr>
        <p:blipFill rotWithShape="1">
          <a:blip r:embed="rId3">
            <a:extLst>
              <a:ext uri="{28A0092B-C50C-407E-A947-70E740481C1C}">
                <a14:useLocalDpi xmlns:a14="http://schemas.microsoft.com/office/drawing/2010/main" val="0"/>
              </a:ext>
            </a:extLst>
          </a:blip>
          <a:srcRect t="-1" b="1775"/>
          <a:stretch/>
        </p:blipFill>
        <p:spPr>
          <a:xfrm>
            <a:off x="134768" y="1321441"/>
            <a:ext cx="4876800" cy="2619652"/>
          </a:xfrm>
          <a:prstGeom prst="rect">
            <a:avLst/>
          </a:prstGeom>
        </p:spPr>
      </p:pic>
      <p:sp>
        <p:nvSpPr>
          <p:cNvPr id="3" name="Rectangle 2"/>
          <p:cNvSpPr/>
          <p:nvPr/>
        </p:nvSpPr>
        <p:spPr>
          <a:xfrm>
            <a:off x="1104643" y="3912241"/>
            <a:ext cx="2959465" cy="369332"/>
          </a:xfrm>
          <a:prstGeom prst="rect">
            <a:avLst/>
          </a:prstGeom>
        </p:spPr>
        <p:txBody>
          <a:bodyPr wrap="none">
            <a:spAutoFit/>
          </a:bodyPr>
          <a:lstStyle/>
          <a:p>
            <a:pPr algn="ctr" rtl="1"/>
            <a:r>
              <a:rPr lang="fa-IR" dirty="0" err="1">
                <a:latin typeface="Times New Roman" panose="02020603050405020304" pitchFamily="18" charset="0"/>
                <a:ea typeface="Calibri" panose="020F0502020204030204" pitchFamily="34" charset="0"/>
                <a:cs typeface="B Lotus" panose="00000400000000000000" pitchFamily="2" charset="-78"/>
              </a:rPr>
              <a:t>مشخصه‌یابی</a:t>
            </a:r>
            <a:r>
              <a:rPr lang="fa-IR" dirty="0">
                <a:latin typeface="Times New Roman" panose="02020603050405020304" pitchFamily="18" charset="0"/>
                <a:ea typeface="Calibri" panose="020F0502020204030204" pitchFamily="34" charset="0"/>
                <a:cs typeface="B Lotus" panose="00000400000000000000" pitchFamily="2" charset="-78"/>
              </a:rPr>
              <a:t> ترکیبی با پالس پرتوان </a:t>
            </a:r>
            <a:r>
              <a:rPr lang="fa-IR" dirty="0">
                <a:solidFill>
                  <a:srgbClr val="B9EDFF"/>
                </a:solidFill>
                <a:latin typeface="Times New Roman" panose="02020603050405020304" pitchFamily="18" charset="0"/>
                <a:ea typeface="Calibri" panose="020F0502020204030204" pitchFamily="34" charset="0"/>
                <a:cs typeface="B Lotus" panose="00000400000000000000" pitchFamily="2" charset="-78"/>
              </a:rPr>
              <a:t>[1]</a:t>
            </a:r>
            <a:r>
              <a:rPr lang="fa-IR" dirty="0">
                <a:latin typeface="Times New Roman" panose="02020603050405020304" pitchFamily="18" charset="0"/>
                <a:ea typeface="Calibri" panose="020F0502020204030204" pitchFamily="34" charset="0"/>
                <a:cs typeface="B Lotus" panose="00000400000000000000" pitchFamily="2" charset="-78"/>
              </a:rPr>
              <a:t>.</a:t>
            </a:r>
            <a:endParaRPr lang="en-US" dirty="0"/>
          </a:p>
        </p:txBody>
      </p:sp>
      <p:pic>
        <p:nvPicPr>
          <p:cNvPr id="27" name="Picture 26"/>
          <p:cNvPicPr/>
          <p:nvPr/>
        </p:nvPicPr>
        <p:blipFill>
          <a:blip r:embed="rId4">
            <a:extLst>
              <a:ext uri="{28A0092B-C50C-407E-A947-70E740481C1C}">
                <a14:useLocalDpi xmlns:a14="http://schemas.microsoft.com/office/drawing/2010/main" val="0"/>
              </a:ext>
            </a:extLst>
          </a:blip>
          <a:stretch>
            <a:fillRect/>
          </a:stretch>
        </p:blipFill>
        <p:spPr>
          <a:xfrm>
            <a:off x="477668" y="4297193"/>
            <a:ext cx="4191000" cy="2133600"/>
          </a:xfrm>
          <a:prstGeom prst="rect">
            <a:avLst/>
          </a:prstGeom>
        </p:spPr>
      </p:pic>
      <p:sp>
        <p:nvSpPr>
          <p:cNvPr id="28" name="Rectangle 27"/>
          <p:cNvSpPr/>
          <p:nvPr/>
        </p:nvSpPr>
        <p:spPr>
          <a:xfrm>
            <a:off x="520700" y="6417561"/>
            <a:ext cx="3885734" cy="369332"/>
          </a:xfrm>
          <a:prstGeom prst="rect">
            <a:avLst/>
          </a:prstGeom>
        </p:spPr>
        <p:txBody>
          <a:bodyPr wrap="square">
            <a:spAutoFit/>
          </a:bodyPr>
          <a:lstStyle/>
          <a:p>
            <a:pPr algn="ctr" rtl="1"/>
            <a:r>
              <a:rPr lang="fa-IR" dirty="0">
                <a:latin typeface="Times New Roman" panose="02020603050405020304" pitchFamily="18" charset="0"/>
                <a:ea typeface="Calibri" panose="020F0502020204030204" pitchFamily="34" charset="0"/>
                <a:cs typeface="B Lotus" panose="00000400000000000000" pitchFamily="2" charset="-78"/>
              </a:rPr>
              <a:t>نمودار </a:t>
            </a:r>
            <a:r>
              <a:rPr lang="en-US" dirty="0">
                <a:latin typeface="Times New Roman" panose="02020603050405020304" pitchFamily="18" charset="0"/>
                <a:ea typeface="Calibri" panose="020F0502020204030204" pitchFamily="34" charset="0"/>
                <a:cs typeface="B Lotus" panose="00000400000000000000" pitchFamily="2" charset="-78"/>
              </a:rPr>
              <a:t>SOC/OCV</a:t>
            </a:r>
            <a:r>
              <a:rPr lang="fa-IR" dirty="0">
                <a:latin typeface="Times New Roman" panose="02020603050405020304" pitchFamily="18" charset="0"/>
                <a:ea typeface="Calibri" panose="020F0502020204030204" pitchFamily="34" charset="0"/>
                <a:cs typeface="B Lotus" panose="00000400000000000000" pitchFamily="2" charset="-78"/>
              </a:rPr>
              <a:t> در دماهای مختلف </a:t>
            </a:r>
            <a:r>
              <a:rPr lang="fa-IR" dirty="0">
                <a:solidFill>
                  <a:srgbClr val="B9EDFF"/>
                </a:solidFill>
                <a:latin typeface="Times New Roman" panose="02020603050405020304" pitchFamily="18" charset="0"/>
                <a:ea typeface="Calibri" panose="020F0502020204030204" pitchFamily="34" charset="0"/>
                <a:cs typeface="B Lotus" panose="00000400000000000000" pitchFamily="2" charset="-78"/>
              </a:rPr>
              <a:t>[1]</a:t>
            </a:r>
            <a:r>
              <a:rPr lang="fa-IR" dirty="0">
                <a:latin typeface="Times New Roman" panose="02020603050405020304" pitchFamily="18" charset="0"/>
                <a:ea typeface="Calibri" panose="020F0502020204030204" pitchFamily="34" charset="0"/>
                <a:cs typeface="B Lotus" panose="00000400000000000000" pitchFamily="2" charset="-78"/>
              </a:rPr>
              <a:t>.</a:t>
            </a:r>
            <a:endParaRPr lang="en-US" dirty="0"/>
          </a:p>
        </p:txBody>
      </p:sp>
      <p:pic>
        <p:nvPicPr>
          <p:cNvPr id="7" name="Picture 6"/>
          <p:cNvPicPr>
            <a:picLocks noChangeAspect="1"/>
          </p:cNvPicPr>
          <p:nvPr/>
        </p:nvPicPr>
        <p:blipFill>
          <a:blip r:embed="rId5"/>
          <a:stretch>
            <a:fillRect/>
          </a:stretch>
        </p:blipFill>
        <p:spPr>
          <a:xfrm>
            <a:off x="5686179" y="2893986"/>
            <a:ext cx="3191121" cy="1832461"/>
          </a:xfrm>
          <a:prstGeom prst="rect">
            <a:avLst/>
          </a:prstGeom>
        </p:spPr>
      </p:pic>
      <p:sp>
        <p:nvSpPr>
          <p:cNvPr id="32" name="AutoShape 2" descr="Lithium-Ion State of Charge (SoC) measurement - Coulomb Counter method - OCV">
            <a:extLst>
              <a:ext uri="{FF2B5EF4-FFF2-40B4-BE49-F238E27FC236}">
                <a16:creationId xmlns="" xmlns:a16="http://schemas.microsoft.com/office/drawing/2014/main" id="{6A548917-3C9E-45D6-A811-9781D884A2F1}"/>
              </a:ext>
            </a:extLst>
          </p:cNvPr>
          <p:cNvSpPr>
            <a:spLocks noChangeAspect="1" noChangeArrowheads="1"/>
          </p:cNvSpPr>
          <p:nvPr/>
        </p:nvSpPr>
        <p:spPr bwMode="auto">
          <a:xfrm>
            <a:off x="63500" y="-136525"/>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sp>
        <p:nvSpPr>
          <p:cNvPr id="33" name="AutoShape 2" descr="Lithium-ion Battery Internal Resistance Testing | Manufacturing &amp;  Inspection | Hioki">
            <a:extLst>
              <a:ext uri="{FF2B5EF4-FFF2-40B4-BE49-F238E27FC236}">
                <a16:creationId xmlns="" xmlns:a16="http://schemas.microsoft.com/office/drawing/2014/main" id="{4BA4AC28-1458-4CBE-A989-D0D4811D6F3B}"/>
              </a:ext>
            </a:extLst>
          </p:cNvPr>
          <p:cNvSpPr>
            <a:spLocks noChangeAspect="1" noChangeArrowheads="1"/>
          </p:cNvSpPr>
          <p:nvPr/>
        </p:nvSpPr>
        <p:spPr bwMode="auto">
          <a:xfrm>
            <a:off x="215900" y="15875"/>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sp>
        <p:nvSpPr>
          <p:cNvPr id="34" name="AutoShape 2" descr="Lithium-Ion State of Charge (SoC) measurement - Coulomb Counter method - OCV">
            <a:extLst>
              <a:ext uri="{FF2B5EF4-FFF2-40B4-BE49-F238E27FC236}">
                <a16:creationId xmlns="" xmlns:a16="http://schemas.microsoft.com/office/drawing/2014/main" id="{85BFF5CC-8780-4C7F-AD41-C610979AB89A}"/>
              </a:ext>
            </a:extLst>
          </p:cNvPr>
          <p:cNvSpPr>
            <a:spLocks noChangeAspect="1" noChangeArrowheads="1"/>
          </p:cNvSpPr>
          <p:nvPr/>
        </p:nvSpPr>
        <p:spPr bwMode="auto">
          <a:xfrm>
            <a:off x="63500" y="-136525"/>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sp>
        <p:nvSpPr>
          <p:cNvPr id="35" name="Rounded Rectangle 175">
            <a:extLst>
              <a:ext uri="{FF2B5EF4-FFF2-40B4-BE49-F238E27FC236}">
                <a16:creationId xmlns="" xmlns:a16="http://schemas.microsoft.com/office/drawing/2014/main" id="{D8E27344-2AB1-4A61-B14B-D9C7962F785E}"/>
              </a:ext>
            </a:extLst>
          </p:cNvPr>
          <p:cNvSpPr/>
          <p:nvPr/>
        </p:nvSpPr>
        <p:spPr bwMode="auto">
          <a:xfrm>
            <a:off x="6858000" y="971946"/>
            <a:ext cx="2389094" cy="418072"/>
          </a:xfrm>
          <a:prstGeom prst="roundRect">
            <a:avLst/>
          </a:prstGeom>
          <a:solidFill>
            <a:srgbClr val="3D81BF">
              <a:lumMod val="75000"/>
            </a:srgbClr>
          </a:solidFill>
          <a:ln w="9525" cap="flat" cmpd="sng" algn="ctr">
            <a:solidFill>
              <a:srgbClr val="000000"/>
            </a:solidFill>
            <a:prstDash val="solid"/>
            <a:round/>
            <a:headEnd type="none" w="med" len="med"/>
            <a:tailEnd type="none" w="med" len="med"/>
          </a:ln>
          <a:effectLst>
            <a:reflection blurRad="6350" stA="50000" endA="300" endPos="55000" dir="5400000" sy="-100000" algn="bl" rotWithShape="0"/>
          </a:effectLst>
          <a:scene3d>
            <a:camera prst="isometricOffAxis2Left"/>
            <a:lightRig rig="threePt" dir="t"/>
          </a:scene3d>
        </p:spPr>
        <p:txBody>
          <a:bodyPr vert="horz" wrap="square" lIns="91440" tIns="45720" rIns="91440" bIns="45720" numCol="1" rtlCol="0" anchor="t" anchorCtr="0" compatLnSpc="1">
            <a:prstTxWarp prst="textNoShape">
              <a:avLst/>
            </a:prstTxWarp>
          </a:bodyPr>
          <a:lstStyle/>
          <a:p>
            <a:pPr lvl="0" algn="ctr" fontAlgn="base">
              <a:spcBef>
                <a:spcPct val="0"/>
              </a:spcBef>
              <a:spcAft>
                <a:spcPct val="0"/>
              </a:spcAft>
              <a:defRPr/>
            </a:pPr>
            <a:r>
              <a:rPr lang="fa-IR" sz="2200" b="1" kern="0" dirty="0">
                <a:solidFill>
                  <a:srgbClr val="FFFFFF"/>
                </a:solidFill>
                <a:latin typeface="Times New Roman" panose="02020603050405020304" pitchFamily="18" charset="0"/>
                <a:cs typeface="B Nazanin" pitchFamily="2" charset="-78"/>
              </a:rPr>
              <a:t>سیستم مدیریت باتری</a:t>
            </a:r>
          </a:p>
        </p:txBody>
      </p:sp>
      <p:sp>
        <p:nvSpPr>
          <p:cNvPr id="36" name="AutoShape 12" descr="5 Things That Affect Your Charging Speed | EVgo">
            <a:extLst>
              <a:ext uri="{FF2B5EF4-FFF2-40B4-BE49-F238E27FC236}">
                <a16:creationId xmlns="" xmlns:a16="http://schemas.microsoft.com/office/drawing/2014/main" id="{3C8FD39E-D0A5-47C7-8912-540FCB6E5A36}"/>
              </a:ext>
            </a:extLst>
          </p:cNvPr>
          <p:cNvSpPr>
            <a:spLocks noChangeAspect="1" noChangeArrowheads="1"/>
          </p:cNvSpPr>
          <p:nvPr/>
        </p:nvSpPr>
        <p:spPr bwMode="auto">
          <a:xfrm>
            <a:off x="63500" y="-136525"/>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sp>
        <p:nvSpPr>
          <p:cNvPr id="37" name="AutoShape 2" descr="What is the Depth of Discharge (DoD) Estimation of a Lithium Ion Battery?">
            <a:extLst>
              <a:ext uri="{FF2B5EF4-FFF2-40B4-BE49-F238E27FC236}">
                <a16:creationId xmlns="" xmlns:a16="http://schemas.microsoft.com/office/drawing/2014/main" id="{C039CC4D-0D66-496A-9EBE-F7BFD36609D5}"/>
              </a:ext>
            </a:extLst>
          </p:cNvPr>
          <p:cNvSpPr>
            <a:spLocks noChangeAspect="1" noChangeArrowheads="1"/>
          </p:cNvSpPr>
          <p:nvPr/>
        </p:nvSpPr>
        <p:spPr bwMode="auto">
          <a:xfrm>
            <a:off x="215900" y="15875"/>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sp>
        <p:nvSpPr>
          <p:cNvPr id="45" name="AutoShape 10">
            <a:extLst>
              <a:ext uri="{FF2B5EF4-FFF2-40B4-BE49-F238E27FC236}">
                <a16:creationId xmlns="" xmlns:a16="http://schemas.microsoft.com/office/drawing/2014/main" id="{96E6A76C-5024-445C-8373-4A127C8598B1}"/>
              </a:ext>
            </a:extLst>
          </p:cNvPr>
          <p:cNvSpPr>
            <a:spLocks noChangeArrowheads="1"/>
          </p:cNvSpPr>
          <p:nvPr/>
        </p:nvSpPr>
        <p:spPr bwMode="gray">
          <a:xfrm flipH="1">
            <a:off x="6244699" y="57140"/>
            <a:ext cx="2137301" cy="649224"/>
          </a:xfrm>
          <a:prstGeom prst="chevron">
            <a:avLst>
              <a:gd name="adj" fmla="val 17842"/>
            </a:avLst>
          </a:prstGeom>
          <a:gradFill rotWithShape="1">
            <a:gsLst>
              <a:gs pos="0">
                <a:srgbClr val="84B09A">
                  <a:gamma/>
                  <a:shade val="46275"/>
                  <a:invGamma/>
                </a:srgbClr>
              </a:gs>
              <a:gs pos="50000">
                <a:srgbClr val="84B09A"/>
              </a:gs>
              <a:gs pos="100000">
                <a:srgbClr val="84B09A">
                  <a:gamma/>
                  <a:shade val="46275"/>
                  <a:invGamma/>
                </a:srgbClr>
              </a:gs>
            </a:gsLst>
            <a:lin ang="2700000" scaled="1"/>
          </a:gradFill>
          <a:ln w="38100">
            <a:solidFill>
              <a:srgbClr val="EAEAEA"/>
            </a:solidFill>
            <a:miter lim="800000"/>
            <a:headEnd/>
            <a:tailEnd/>
          </a:ln>
          <a:effectLst>
            <a:outerShdw dist="109250" dir="3267739" algn="ctr" rotWithShape="0">
              <a:srgbClr val="333333">
                <a:alpha val="50000"/>
              </a:srgbClr>
            </a:outerShdw>
          </a:effectLst>
        </p:spPr>
        <p:txBody>
          <a:bodyPr wrap="square" anchor="ctr">
            <a:spAutoFit/>
          </a:bodyPr>
          <a:lstStyle/>
          <a:p>
            <a:pPr algn="ctr" fontAlgn="base">
              <a:spcBef>
                <a:spcPct val="0"/>
              </a:spcBef>
              <a:spcAft>
                <a:spcPct val="0"/>
              </a:spcAft>
            </a:pPr>
            <a:endParaRPr lang="en-US" kern="0">
              <a:solidFill>
                <a:srgbClr val="3D81BF"/>
              </a:solidFill>
            </a:endParaRPr>
          </a:p>
        </p:txBody>
      </p:sp>
      <p:sp>
        <p:nvSpPr>
          <p:cNvPr id="46" name="AutoShape 3">
            <a:extLst>
              <a:ext uri="{FF2B5EF4-FFF2-40B4-BE49-F238E27FC236}">
                <a16:creationId xmlns="" xmlns:a16="http://schemas.microsoft.com/office/drawing/2014/main" id="{5897B420-8EC3-4623-B9CD-873BD50E14B7}"/>
              </a:ext>
            </a:extLst>
          </p:cNvPr>
          <p:cNvSpPr>
            <a:spLocks noChangeArrowheads="1"/>
          </p:cNvSpPr>
          <p:nvPr/>
        </p:nvSpPr>
        <p:spPr bwMode="gray">
          <a:xfrm flipH="1">
            <a:off x="4188613" y="57140"/>
            <a:ext cx="2056086" cy="649224"/>
          </a:xfrm>
          <a:prstGeom prst="chevron">
            <a:avLst>
              <a:gd name="adj" fmla="val 17009"/>
            </a:avLst>
          </a:prstGeom>
          <a:gradFill rotWithShape="1">
            <a:gsLst>
              <a:gs pos="0">
                <a:srgbClr val="3659EC">
                  <a:gamma/>
                  <a:shade val="46275"/>
                  <a:invGamma/>
                </a:srgbClr>
              </a:gs>
              <a:gs pos="50000">
                <a:srgbClr val="3659EC"/>
              </a:gs>
              <a:gs pos="100000">
                <a:srgbClr val="3659EC">
                  <a:gamma/>
                  <a:shade val="46275"/>
                  <a:invGamma/>
                </a:srgbClr>
              </a:gs>
            </a:gsLst>
            <a:lin ang="2700000" scaled="1"/>
          </a:gradFill>
          <a:ln w="38100">
            <a:solidFill>
              <a:srgbClr val="EAEAEA"/>
            </a:solidFill>
            <a:miter lim="800000"/>
            <a:headEnd/>
            <a:tailEnd/>
          </a:ln>
          <a:effectLst>
            <a:outerShdw dist="109250" dir="3267739" algn="ctr" rotWithShape="0">
              <a:srgbClr val="333333">
                <a:alpha val="50000"/>
              </a:srgbClr>
            </a:outerShdw>
          </a:effectLst>
        </p:spPr>
        <p:txBody>
          <a:bodyPr wrap="square" anchor="ctr">
            <a:spAutoFit/>
          </a:bodyPr>
          <a:lstStyle/>
          <a:p>
            <a:pPr algn="ctr" fontAlgn="base">
              <a:spcBef>
                <a:spcPct val="0"/>
              </a:spcBef>
              <a:spcAft>
                <a:spcPct val="0"/>
              </a:spcAft>
            </a:pPr>
            <a:endParaRPr lang="en-US" kern="0">
              <a:solidFill>
                <a:srgbClr val="3D81BF"/>
              </a:solidFill>
            </a:endParaRPr>
          </a:p>
        </p:txBody>
      </p:sp>
      <p:sp>
        <p:nvSpPr>
          <p:cNvPr id="47" name="AutoShape 3">
            <a:extLst>
              <a:ext uri="{FF2B5EF4-FFF2-40B4-BE49-F238E27FC236}">
                <a16:creationId xmlns="" xmlns:a16="http://schemas.microsoft.com/office/drawing/2014/main" id="{29058428-9548-4415-A786-99DB42D1499B}"/>
              </a:ext>
            </a:extLst>
          </p:cNvPr>
          <p:cNvSpPr>
            <a:spLocks noChangeArrowheads="1"/>
          </p:cNvSpPr>
          <p:nvPr/>
        </p:nvSpPr>
        <p:spPr bwMode="gray">
          <a:xfrm flipH="1">
            <a:off x="2132529" y="57140"/>
            <a:ext cx="2056085" cy="651510"/>
          </a:xfrm>
          <a:prstGeom prst="chevron">
            <a:avLst>
              <a:gd name="adj" fmla="val 17009"/>
            </a:avLst>
          </a:prstGeom>
          <a:gradFill rotWithShape="1">
            <a:gsLst>
              <a:gs pos="0">
                <a:srgbClr val="84B09A">
                  <a:gamma/>
                  <a:shade val="46275"/>
                  <a:invGamma/>
                </a:srgbClr>
              </a:gs>
              <a:gs pos="50000">
                <a:srgbClr val="84B09A"/>
              </a:gs>
              <a:gs pos="100000">
                <a:srgbClr val="84B09A">
                  <a:gamma/>
                  <a:shade val="46275"/>
                  <a:invGamma/>
                </a:srgbClr>
              </a:gs>
            </a:gsLst>
            <a:lin ang="2700000" scaled="1"/>
          </a:gradFill>
          <a:ln w="38100">
            <a:solidFill>
              <a:srgbClr val="EAEAEA"/>
            </a:solidFill>
            <a:miter lim="800000"/>
            <a:headEnd/>
            <a:tailEnd/>
          </a:ln>
          <a:effectLst>
            <a:outerShdw dist="109250" dir="3267739" algn="ctr" rotWithShape="0">
              <a:srgbClr val="333333">
                <a:alpha val="50000"/>
              </a:srgbClr>
            </a:outerShdw>
          </a:effectLst>
        </p:spPr>
        <p:txBody>
          <a:bodyPr wrap="square" anchor="ctr">
            <a:spAutoFit/>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endParaRPr>
          </a:p>
        </p:txBody>
      </p:sp>
      <p:sp>
        <p:nvSpPr>
          <p:cNvPr id="48" name="AutoShape 3">
            <a:extLst>
              <a:ext uri="{FF2B5EF4-FFF2-40B4-BE49-F238E27FC236}">
                <a16:creationId xmlns="" xmlns:a16="http://schemas.microsoft.com/office/drawing/2014/main" id="{C71EB997-3681-42CE-8D12-DC0BC893643A}"/>
              </a:ext>
            </a:extLst>
          </p:cNvPr>
          <p:cNvSpPr>
            <a:spLocks noChangeArrowheads="1"/>
          </p:cNvSpPr>
          <p:nvPr/>
        </p:nvSpPr>
        <p:spPr bwMode="gray">
          <a:xfrm flipH="1">
            <a:off x="161662" y="57140"/>
            <a:ext cx="1970868" cy="651510"/>
          </a:xfrm>
          <a:prstGeom prst="chevron">
            <a:avLst>
              <a:gd name="adj" fmla="val 17009"/>
            </a:avLst>
          </a:prstGeom>
          <a:gradFill rotWithShape="1">
            <a:gsLst>
              <a:gs pos="0">
                <a:srgbClr val="84B09A">
                  <a:gamma/>
                  <a:shade val="46275"/>
                  <a:invGamma/>
                </a:srgbClr>
              </a:gs>
              <a:gs pos="50000">
                <a:srgbClr val="84B09A"/>
              </a:gs>
              <a:gs pos="100000">
                <a:srgbClr val="84B09A">
                  <a:gamma/>
                  <a:shade val="46275"/>
                  <a:invGamma/>
                </a:srgbClr>
              </a:gs>
            </a:gsLst>
            <a:lin ang="2700000" scaled="1"/>
          </a:gradFill>
          <a:ln w="38100">
            <a:solidFill>
              <a:srgbClr val="EAEAEA"/>
            </a:solidFill>
            <a:miter lim="800000"/>
            <a:headEnd/>
            <a:tailEnd/>
          </a:ln>
          <a:effectLst>
            <a:outerShdw dist="109250" dir="3267739" algn="ctr" rotWithShape="0">
              <a:srgbClr val="333333">
                <a:alpha val="50000"/>
              </a:srgbClr>
            </a:outerShdw>
          </a:effectLst>
        </p:spPr>
        <p:txBody>
          <a:bodyPr wrap="square" anchor="ctr">
            <a:spAutoFit/>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endParaRPr>
          </a:p>
        </p:txBody>
      </p:sp>
      <p:sp>
        <p:nvSpPr>
          <p:cNvPr id="49" name="Rectangle 48">
            <a:extLst>
              <a:ext uri="{FF2B5EF4-FFF2-40B4-BE49-F238E27FC236}">
                <a16:creationId xmlns="" xmlns:a16="http://schemas.microsoft.com/office/drawing/2014/main" id="{C48087A2-0F0F-40A0-A837-05942D40B928}"/>
              </a:ext>
            </a:extLst>
          </p:cNvPr>
          <p:cNvSpPr/>
          <p:nvPr/>
        </p:nvSpPr>
        <p:spPr>
          <a:xfrm>
            <a:off x="431672" y="189466"/>
            <a:ext cx="1443038" cy="338554"/>
          </a:xfrm>
          <a:prstGeom prst="rect">
            <a:avLst/>
          </a:prstGeom>
        </p:spPr>
        <p:txBody>
          <a:bodyPr wrap="square">
            <a:spAutoFit/>
          </a:bodyPr>
          <a:lstStyle/>
          <a:p>
            <a:pPr lvl="0" algn="ctr" rtl="1" fontAlgn="base">
              <a:spcBef>
                <a:spcPct val="0"/>
              </a:spcBef>
              <a:spcAft>
                <a:spcPct val="0"/>
              </a:spcAft>
            </a:pPr>
            <a:r>
              <a:rPr lang="fa-IR" sz="1600" b="1" dirty="0">
                <a:solidFill>
                  <a:srgbClr val="FFFFFF"/>
                </a:solidFill>
                <a:latin typeface="Times New Roman" panose="02020603050405020304" pitchFamily="18" charset="0"/>
                <a:cs typeface="B Nazanin" panose="00000400000000000000" pitchFamily="2" charset="-78"/>
              </a:rPr>
              <a:t>مقالات اخیر</a:t>
            </a:r>
            <a:endParaRPr lang="en-US" sz="1600" b="1" dirty="0">
              <a:solidFill>
                <a:srgbClr val="FFFFFF"/>
              </a:solidFill>
              <a:latin typeface="Times New Roman" panose="02020603050405020304" pitchFamily="18" charset="0"/>
              <a:cs typeface="B Nazanin" panose="00000400000000000000" pitchFamily="2" charset="-78"/>
            </a:endParaRPr>
          </a:p>
        </p:txBody>
      </p:sp>
      <p:sp>
        <p:nvSpPr>
          <p:cNvPr id="50" name="Rectangle 49">
            <a:extLst>
              <a:ext uri="{FF2B5EF4-FFF2-40B4-BE49-F238E27FC236}">
                <a16:creationId xmlns="" xmlns:a16="http://schemas.microsoft.com/office/drawing/2014/main" id="{029B7FF5-A50E-4253-B09E-E39EEA90B68F}"/>
              </a:ext>
            </a:extLst>
          </p:cNvPr>
          <p:cNvSpPr/>
          <p:nvPr/>
        </p:nvSpPr>
        <p:spPr>
          <a:xfrm>
            <a:off x="2355191" y="66356"/>
            <a:ext cx="1600200" cy="584775"/>
          </a:xfrm>
          <a:prstGeom prst="rect">
            <a:avLst/>
          </a:prstGeom>
        </p:spPr>
        <p:txBody>
          <a:bodyPr wrap="square">
            <a:spAutoFit/>
          </a:bodyPr>
          <a:lstStyle/>
          <a:p>
            <a:pPr lvl="0" algn="ctr" rtl="1" fontAlgn="base">
              <a:spcBef>
                <a:spcPct val="0"/>
              </a:spcBef>
              <a:spcAft>
                <a:spcPct val="0"/>
              </a:spcAft>
            </a:pPr>
            <a:r>
              <a:rPr lang="fa-IR" sz="1600" b="1" dirty="0">
                <a:solidFill>
                  <a:srgbClr val="FFFFFF"/>
                </a:solidFill>
                <a:latin typeface="Times New Roman" panose="02020603050405020304" pitchFamily="18" charset="0"/>
                <a:cs typeface="B Nazanin" panose="00000400000000000000" pitchFamily="2" charset="-78"/>
              </a:rPr>
              <a:t>سیستم مدیریت همسان سازی</a:t>
            </a:r>
            <a:endParaRPr lang="en-US" sz="1600" b="1" dirty="0">
              <a:solidFill>
                <a:srgbClr val="FFFFFF"/>
              </a:solidFill>
              <a:latin typeface="Times New Roman" panose="02020603050405020304" pitchFamily="18" charset="0"/>
              <a:cs typeface="B Nazanin" panose="00000400000000000000" pitchFamily="2" charset="-78"/>
            </a:endParaRPr>
          </a:p>
        </p:txBody>
      </p:sp>
      <p:sp>
        <p:nvSpPr>
          <p:cNvPr id="51" name="Rectangle 50">
            <a:extLst>
              <a:ext uri="{FF2B5EF4-FFF2-40B4-BE49-F238E27FC236}">
                <a16:creationId xmlns="" xmlns:a16="http://schemas.microsoft.com/office/drawing/2014/main" id="{F2576E55-27E7-4A07-95C2-3356380EB505}"/>
              </a:ext>
            </a:extLst>
          </p:cNvPr>
          <p:cNvSpPr/>
          <p:nvPr/>
        </p:nvSpPr>
        <p:spPr>
          <a:xfrm>
            <a:off x="4495138" y="91457"/>
            <a:ext cx="1443038" cy="584775"/>
          </a:xfrm>
          <a:prstGeom prst="rect">
            <a:avLst/>
          </a:prstGeom>
        </p:spPr>
        <p:txBody>
          <a:bodyPr wrap="square">
            <a:spAutoFit/>
          </a:bodyPr>
          <a:lstStyle/>
          <a:p>
            <a:pPr lvl="0" algn="ctr" rtl="1" fontAlgn="base">
              <a:spcBef>
                <a:spcPct val="0"/>
              </a:spcBef>
              <a:spcAft>
                <a:spcPct val="0"/>
              </a:spcAft>
            </a:pPr>
            <a:r>
              <a:rPr lang="fa-IR" sz="1600" b="1" dirty="0">
                <a:solidFill>
                  <a:srgbClr val="FFFFFF"/>
                </a:solidFill>
                <a:latin typeface="Times New Roman" panose="02020603050405020304" pitchFamily="18" charset="0"/>
                <a:cs typeface="B Nazanin" panose="00000400000000000000" pitchFamily="2" charset="-78"/>
              </a:rPr>
              <a:t>سیستم مدیریت باتری</a:t>
            </a:r>
            <a:endParaRPr lang="en-US" sz="1600" b="1" dirty="0">
              <a:solidFill>
                <a:srgbClr val="FFFFFF"/>
              </a:solidFill>
              <a:latin typeface="Times New Roman" panose="02020603050405020304" pitchFamily="18" charset="0"/>
              <a:cs typeface="B Nazanin" panose="00000400000000000000" pitchFamily="2" charset="-78"/>
            </a:endParaRPr>
          </a:p>
        </p:txBody>
      </p:sp>
      <p:sp>
        <p:nvSpPr>
          <p:cNvPr id="53" name="Rectangle 52">
            <a:extLst>
              <a:ext uri="{FF2B5EF4-FFF2-40B4-BE49-F238E27FC236}">
                <a16:creationId xmlns="" xmlns:a16="http://schemas.microsoft.com/office/drawing/2014/main" id="{BF9CF44D-C94F-4B09-AF24-15EACD7BE0F4}"/>
              </a:ext>
            </a:extLst>
          </p:cNvPr>
          <p:cNvSpPr/>
          <p:nvPr/>
        </p:nvSpPr>
        <p:spPr>
          <a:xfrm>
            <a:off x="6499957" y="197162"/>
            <a:ext cx="1626786" cy="323165"/>
          </a:xfrm>
          <a:prstGeom prst="rect">
            <a:avLst/>
          </a:prstGeom>
        </p:spPr>
        <p:txBody>
          <a:bodyPr wrap="square">
            <a:spAutoFit/>
          </a:bodyPr>
          <a:lstStyle/>
          <a:p>
            <a:pPr lvl="0" algn="ctr" fontAlgn="base">
              <a:spcBef>
                <a:spcPct val="0"/>
              </a:spcBef>
              <a:spcAft>
                <a:spcPct val="0"/>
              </a:spcAft>
              <a:defRPr/>
            </a:pPr>
            <a:r>
              <a:rPr lang="fa-IR" sz="1500" b="1" kern="0" dirty="0" err="1">
                <a:solidFill>
                  <a:srgbClr val="FFFFFF"/>
                </a:solidFill>
                <a:latin typeface="Times New Roman" panose="02020603050405020304" pitchFamily="18" charset="0"/>
                <a:cs typeface="B Nazanin" pitchFamily="2" charset="-78"/>
              </a:rPr>
              <a:t>باتریها</a:t>
            </a:r>
            <a:endParaRPr lang="en-US" sz="1500" b="1" kern="0" dirty="0">
              <a:solidFill>
                <a:srgbClr val="FFFFFF"/>
              </a:solidFill>
              <a:latin typeface="Times New Roman" panose="02020603050405020304" pitchFamily="18" charset="0"/>
              <a:cs typeface="B Nazanin" pitchFamily="2" charset="-78"/>
            </a:endParaRPr>
          </a:p>
        </p:txBody>
      </p:sp>
      <p:pic>
        <p:nvPicPr>
          <p:cNvPr id="54" name="Picture 53" descr="پرونده:Azad University logo.png - ویکی‌پدیا، دانشنامهٔ آزاد">
            <a:extLst>
              <a:ext uri="{FF2B5EF4-FFF2-40B4-BE49-F238E27FC236}">
                <a16:creationId xmlns="" xmlns:a16="http://schemas.microsoft.com/office/drawing/2014/main" id="{FA988D60-670C-406B-B8FB-D5A0053424E9}"/>
              </a:ext>
            </a:extLst>
          </p:cNvPr>
          <p:cNvPicPr/>
          <p:nvPr/>
        </p:nvPicPr>
        <p:blipFill>
          <a:blip r:embed="rId6" cstate="print">
            <a:extLst>
              <a:ext uri="{28A0092B-C50C-407E-A947-70E740481C1C}">
                <a14:useLocalDpi xmlns:a14="http://schemas.microsoft.com/office/drawing/2010/main" val="0"/>
              </a:ext>
            </a:extLst>
          </a:blip>
          <a:srcRect/>
          <a:stretch>
            <a:fillRect/>
          </a:stretch>
        </p:blipFill>
        <p:spPr bwMode="auto">
          <a:xfrm>
            <a:off x="8610600" y="0"/>
            <a:ext cx="533400" cy="822959"/>
          </a:xfrm>
          <a:prstGeom prst="rect">
            <a:avLst/>
          </a:prstGeom>
          <a:noFill/>
          <a:ln>
            <a:noFill/>
          </a:ln>
        </p:spPr>
      </p:pic>
      <p:sp>
        <p:nvSpPr>
          <p:cNvPr id="56" name="TextBox 55">
            <a:extLst>
              <a:ext uri="{FF2B5EF4-FFF2-40B4-BE49-F238E27FC236}">
                <a16:creationId xmlns="" xmlns:a16="http://schemas.microsoft.com/office/drawing/2014/main" id="{790F494B-120B-467C-BEB7-DD550B770790}"/>
              </a:ext>
            </a:extLst>
          </p:cNvPr>
          <p:cNvSpPr txBox="1"/>
          <p:nvPr/>
        </p:nvSpPr>
        <p:spPr>
          <a:xfrm>
            <a:off x="320146" y="934180"/>
            <a:ext cx="3717685" cy="369332"/>
          </a:xfrm>
          <a:prstGeom prst="rect">
            <a:avLst/>
          </a:prstGeom>
          <a:noFill/>
        </p:spPr>
        <p:txBody>
          <a:bodyPr wrap="none" rtlCol="0">
            <a:spAutoFit/>
          </a:bodyPr>
          <a:lstStyle/>
          <a:p>
            <a:pPr algn="r" rtl="1" fontAlgn="base">
              <a:spcBef>
                <a:spcPct val="0"/>
              </a:spcBef>
              <a:spcAft>
                <a:spcPct val="0"/>
              </a:spcAft>
            </a:pPr>
            <a:r>
              <a:rPr lang="fa-IR" b="1" dirty="0">
                <a:cs typeface="B Nazanin" panose="00000400000000000000" pitchFamily="2" charset="-78"/>
              </a:rPr>
              <a:t>روش های تخمین وضعیت شارژ باتری (</a:t>
            </a:r>
            <a:r>
              <a:rPr lang="en-US" b="1" i="1" dirty="0">
                <a:latin typeface="Times New Roman" panose="02020603050405020304" pitchFamily="18" charset="0"/>
                <a:cs typeface="Times New Roman" panose="02020603050405020304" pitchFamily="18" charset="0"/>
              </a:rPr>
              <a:t>SOC</a:t>
            </a:r>
            <a:r>
              <a:rPr lang="fa-IR" b="1" dirty="0">
                <a:cs typeface="B Nazanin" panose="00000400000000000000" pitchFamily="2" charset="-78"/>
              </a:rPr>
              <a:t>)</a:t>
            </a:r>
            <a:endParaRPr lang="en-US" b="1" dirty="0">
              <a:solidFill>
                <a:srgbClr val="000000"/>
              </a:solidFill>
              <a:latin typeface="Times New Roman" panose="02020603050405020304" pitchFamily="18" charset="0"/>
              <a:cs typeface="B Nazanin" pitchFamily="2" charset="-78"/>
            </a:endParaRPr>
          </a:p>
        </p:txBody>
      </p:sp>
      <p:sp>
        <p:nvSpPr>
          <p:cNvPr id="2" name="Slide Number Placeholder 1"/>
          <p:cNvSpPr>
            <a:spLocks noGrp="1"/>
          </p:cNvSpPr>
          <p:nvPr>
            <p:ph type="sldNum" sz="quarter" idx="12"/>
          </p:nvPr>
        </p:nvSpPr>
        <p:spPr/>
        <p:txBody>
          <a:bodyPr/>
          <a:lstStyle/>
          <a:p>
            <a:fld id="{7FC2E40A-4446-4E2B-B9AD-16F559E28E02}" type="slidenum">
              <a:rPr lang="en-US" smtClean="0"/>
              <a:t>80</a:t>
            </a:fld>
            <a:endParaRPr lang="en-US"/>
          </a:p>
        </p:txBody>
      </p:sp>
      <p:sp>
        <p:nvSpPr>
          <p:cNvPr id="55" name="Slide Number Placeholder 3">
            <a:extLst>
              <a:ext uri="{FF2B5EF4-FFF2-40B4-BE49-F238E27FC236}">
                <a16:creationId xmlns="" xmlns:a16="http://schemas.microsoft.com/office/drawing/2014/main" id="{FEFB061F-8AAB-4535-B272-1BA4D5A77191}"/>
              </a:ext>
            </a:extLst>
          </p:cNvPr>
          <p:cNvSpPr txBox="1">
            <a:spLocks/>
          </p:cNvSpPr>
          <p:nvPr/>
        </p:nvSpPr>
        <p:spPr>
          <a:xfrm>
            <a:off x="8965" y="6090313"/>
            <a:ext cx="676835" cy="767687"/>
          </a:xfrm>
          <a:prstGeom prst="rect">
            <a:avLst/>
          </a:prstGeom>
        </p:spPr>
        <p:txBody>
          <a:bodyPr vert="horz" lIns="91440" tIns="45720" rIns="91440" bIns="45720" rtlCol="0" anchor="ctr"/>
          <a:lstStyle>
            <a:defPPr>
              <a:defRPr lang="en-US"/>
            </a:defPPr>
            <a:lvl1pPr marL="0" algn="l" defTabSz="914400" rtl="0" eaLnBrk="1" latinLnBrk="0" hangingPunct="1">
              <a:defRPr sz="1400" b="1" kern="1200">
                <a:solidFill>
                  <a:srgbClr val="FFFFFF"/>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rtl="1"/>
            <a:fld id="{E8ADF199-8047-440E-B02B-E80683B392F2}" type="slidenum">
              <a:rPr lang="fa-IR" sz="1800" smtClean="0">
                <a:solidFill>
                  <a:schemeClr val="tx1"/>
                </a:solidFill>
                <a:cs typeface="B Lotus" panose="00000400000000000000" pitchFamily="2" charset="-78"/>
              </a:rPr>
              <a:pPr rtl="1"/>
              <a:t>80</a:t>
            </a:fld>
            <a:endParaRPr lang="fa-IR" sz="1800" dirty="0">
              <a:solidFill>
                <a:schemeClr val="tx1"/>
              </a:solidFill>
              <a:cs typeface="B Lotus" panose="00000400000000000000" pitchFamily="2" charset="-78"/>
            </a:endParaRPr>
          </a:p>
        </p:txBody>
      </p:sp>
    </p:spTree>
    <p:extLst>
      <p:ext uri="{BB962C8B-B14F-4D97-AF65-F5344CB8AC3E}">
        <p14:creationId xmlns:p14="http://schemas.microsoft.com/office/powerpoint/2010/main" val="3721066619"/>
      </p:ext>
    </p:extLst>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0" name="Picture 29" descr="پرونده:Azad University logo.png - ویکی‌پدیا، دانشنامهٔ آزاد">
            <a:extLst>
              <a:ext uri="{FF2B5EF4-FFF2-40B4-BE49-F238E27FC236}">
                <a16:creationId xmlns="" xmlns:a16="http://schemas.microsoft.com/office/drawing/2014/main" id="{B260B773-F2C5-485B-BA12-93452E166218}"/>
              </a:ext>
            </a:extLst>
          </p:cNvPr>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8610600" y="0"/>
            <a:ext cx="533400" cy="822959"/>
          </a:xfrm>
          <a:prstGeom prst="rect">
            <a:avLst/>
          </a:prstGeom>
          <a:noFill/>
          <a:ln>
            <a:noFill/>
          </a:ln>
        </p:spPr>
      </p:pic>
      <p:sp>
        <p:nvSpPr>
          <p:cNvPr id="26" name="TextBox 25">
            <a:extLst>
              <a:ext uri="{FF2B5EF4-FFF2-40B4-BE49-F238E27FC236}">
                <a16:creationId xmlns="" xmlns:a16="http://schemas.microsoft.com/office/drawing/2014/main" id="{90C43403-B77E-474E-A638-C5BD6540DB40}"/>
              </a:ext>
            </a:extLst>
          </p:cNvPr>
          <p:cNvSpPr txBox="1"/>
          <p:nvPr/>
        </p:nvSpPr>
        <p:spPr>
          <a:xfrm>
            <a:off x="2648411" y="686668"/>
            <a:ext cx="65" cy="276999"/>
          </a:xfrm>
          <a:prstGeom prst="rect">
            <a:avLst/>
          </a:prstGeom>
          <a:noFill/>
        </p:spPr>
        <p:txBody>
          <a:bodyPr wrap="none" lIns="0" tIns="0" rIns="0" bIns="0" rtlCol="0">
            <a:spAutoFit/>
          </a:bodyPr>
          <a:lstStyle/>
          <a:p>
            <a:endParaRPr lang="en-US" dirty="0"/>
          </a:p>
        </p:txBody>
      </p:sp>
      <p:sp>
        <p:nvSpPr>
          <p:cNvPr id="19" name="Text Box 151"/>
          <p:cNvSpPr txBox="1"/>
          <p:nvPr/>
        </p:nvSpPr>
        <p:spPr>
          <a:xfrm>
            <a:off x="190501" y="6477000"/>
            <a:ext cx="8686799" cy="184666"/>
          </a:xfrm>
          <a:prstGeom prst="rect">
            <a:avLst/>
          </a:prstGeom>
          <a:solidFill>
            <a:prstClr val="white"/>
          </a:solidFill>
          <a:ln>
            <a:noFill/>
          </a:ln>
          <a:effectLst/>
        </p:spPr>
        <p:txBody>
          <a:bodyPr rot="0" spcFirstLastPara="0" vert="horz" wrap="square" lIns="0" tIns="0" rIns="0" bIns="0" numCol="1" spcCol="0" rtlCol="0" fromWordArt="0" anchor="t" anchorCtr="0" forceAA="0" compatLnSpc="1">
            <a:prstTxWarp prst="textNoShape">
              <a:avLst/>
            </a:prstTxWarp>
            <a:spAutoFit/>
          </a:bodyPr>
          <a:lstStyle/>
          <a:p>
            <a:pPr algn="ctr" rtl="1">
              <a:spcAft>
                <a:spcPts val="1000"/>
              </a:spcAft>
            </a:pPr>
            <a:r>
              <a:rPr lang="fa-IR" sz="1200" dirty="0">
                <a:latin typeface="Times New Roman" panose="02020603050405020304" pitchFamily="18" charset="0"/>
                <a:ea typeface="Calibri" panose="020F0502020204030204" pitchFamily="34" charset="0"/>
                <a:cs typeface="B Lotus" panose="00000400000000000000" pitchFamily="2" charset="-78"/>
              </a:rPr>
              <a:t>توزیع </a:t>
            </a:r>
            <a:r>
              <a:rPr lang="en-US" sz="1200" dirty="0">
                <a:latin typeface="Times New Roman" panose="02020603050405020304" pitchFamily="18" charset="0"/>
                <a:ea typeface="Calibri" panose="020F0502020204030204" pitchFamily="34" charset="0"/>
                <a:cs typeface="B Lotus" panose="00000400000000000000" pitchFamily="2" charset="-78"/>
              </a:rPr>
              <a:t>SOC</a:t>
            </a:r>
            <a:r>
              <a:rPr lang="fa-IR" sz="1200" dirty="0">
                <a:latin typeface="Times New Roman" panose="02020603050405020304" pitchFamily="18" charset="0"/>
                <a:ea typeface="Calibri" panose="020F0502020204030204" pitchFamily="34" charset="0"/>
                <a:cs typeface="B Lotus" panose="00000400000000000000" pitchFamily="2" charset="-78"/>
              </a:rPr>
              <a:t> و نتایج پیاده سازی عملی روش‌های همسان‌سازی روش آستانه ثابت (الف)، دسته‌بندی </a:t>
            </a:r>
            <a:r>
              <a:rPr lang="en-US" sz="1200" dirty="0">
                <a:latin typeface="Times New Roman" panose="02020603050405020304" pitchFamily="18" charset="0"/>
                <a:ea typeface="Calibri" panose="020F0502020204030204" pitchFamily="34" charset="0"/>
                <a:cs typeface="B Lotus" panose="00000400000000000000" pitchFamily="2" charset="-78"/>
              </a:rPr>
              <a:t>k-mean</a:t>
            </a:r>
            <a:r>
              <a:rPr lang="fa-IR" sz="1200" dirty="0">
                <a:latin typeface="Times New Roman" panose="02020603050405020304" pitchFamily="18" charset="0"/>
                <a:ea typeface="Calibri" panose="020F0502020204030204" pitchFamily="34" charset="0"/>
                <a:cs typeface="B Lotus" panose="00000400000000000000" pitchFamily="2" charset="-78"/>
              </a:rPr>
              <a:t> بدون </a:t>
            </a:r>
            <a:r>
              <a:rPr lang="en-US" sz="1200" dirty="0">
                <a:latin typeface="Times New Roman" panose="02020603050405020304" pitchFamily="18" charset="0"/>
                <a:ea typeface="Calibri" panose="020F0502020204030204" pitchFamily="34" charset="0"/>
                <a:cs typeface="B Lotus" panose="00000400000000000000" pitchFamily="2" charset="-78"/>
              </a:rPr>
              <a:t>GA</a:t>
            </a:r>
            <a:r>
              <a:rPr lang="fa-IR" sz="1200" dirty="0">
                <a:latin typeface="Times New Roman" panose="02020603050405020304" pitchFamily="18" charset="0"/>
                <a:ea typeface="Calibri" panose="020F0502020204030204" pitchFamily="34" charset="0"/>
                <a:cs typeface="B Lotus" panose="00000400000000000000" pitchFamily="2" charset="-78"/>
              </a:rPr>
              <a:t>(ب)، خوشه‌بندی </a:t>
            </a:r>
            <a:r>
              <a:rPr lang="en-US" sz="1200" dirty="0">
                <a:latin typeface="Times New Roman" panose="02020603050405020304" pitchFamily="18" charset="0"/>
                <a:ea typeface="Calibri" panose="020F0502020204030204" pitchFamily="34" charset="0"/>
                <a:cs typeface="B Lotus" panose="00000400000000000000" pitchFamily="2" charset="-78"/>
              </a:rPr>
              <a:t>k-mean</a:t>
            </a:r>
            <a:r>
              <a:rPr lang="fa-IR" sz="1200" dirty="0">
                <a:latin typeface="Times New Roman" panose="02020603050405020304" pitchFamily="18" charset="0"/>
                <a:ea typeface="Calibri" panose="020F0502020204030204" pitchFamily="34" charset="0"/>
                <a:cs typeface="B Lotus" panose="00000400000000000000" pitchFamily="2" charset="-78"/>
              </a:rPr>
              <a:t> همراه با </a:t>
            </a:r>
            <a:r>
              <a:rPr lang="en-US" sz="1200" dirty="0">
                <a:latin typeface="Times New Roman" panose="02020603050405020304" pitchFamily="18" charset="0"/>
                <a:ea typeface="Calibri" panose="020F0502020204030204" pitchFamily="34" charset="0"/>
                <a:cs typeface="B Lotus" panose="00000400000000000000" pitchFamily="2" charset="-78"/>
              </a:rPr>
              <a:t>GA </a:t>
            </a:r>
            <a:r>
              <a:rPr lang="fa-IR" sz="1200" dirty="0">
                <a:latin typeface="Times New Roman" panose="02020603050405020304" pitchFamily="18" charset="0"/>
                <a:ea typeface="Calibri" panose="020F0502020204030204" pitchFamily="34" charset="0"/>
                <a:cs typeface="B Lotus" panose="00000400000000000000" pitchFamily="2" charset="-78"/>
              </a:rPr>
              <a:t> (ج) </a:t>
            </a:r>
            <a:r>
              <a:rPr lang="fa-IR" sz="1200" dirty="0">
                <a:solidFill>
                  <a:srgbClr val="5B9BD5"/>
                </a:solidFill>
                <a:latin typeface="Times New Roman" panose="02020603050405020304" pitchFamily="18" charset="0"/>
                <a:ea typeface="Calibri" panose="020F0502020204030204" pitchFamily="34" charset="0"/>
                <a:cs typeface="B Lotus" panose="00000400000000000000" pitchFamily="2" charset="-78"/>
              </a:rPr>
              <a:t>[1].</a:t>
            </a:r>
            <a:endParaRPr lang="en-US" sz="1200" i="0" dirty="0">
              <a:solidFill>
                <a:srgbClr val="262626"/>
              </a:solidFill>
              <a:effectLst/>
              <a:latin typeface="Times New Roman" panose="02020603050405020304" pitchFamily="18" charset="0"/>
              <a:ea typeface="Calibri" panose="020F0502020204030204" pitchFamily="34" charset="0"/>
              <a:cs typeface="B Lotus" panose="00000400000000000000" pitchFamily="2" charset="-78"/>
            </a:endParaRPr>
          </a:p>
        </p:txBody>
      </p:sp>
      <p:grpSp>
        <p:nvGrpSpPr>
          <p:cNvPr id="2" name="Group 1"/>
          <p:cNvGrpSpPr/>
          <p:nvPr/>
        </p:nvGrpSpPr>
        <p:grpSpPr>
          <a:xfrm>
            <a:off x="443114" y="847401"/>
            <a:ext cx="8153400" cy="5414358"/>
            <a:chOff x="1562354" y="1116935"/>
            <a:chExt cx="5157216" cy="5298794"/>
          </a:xfrm>
        </p:grpSpPr>
        <p:pic>
          <p:nvPicPr>
            <p:cNvPr id="18" name="Picture 17"/>
            <p:cNvPicPr/>
            <p:nvPr/>
          </p:nvPicPr>
          <p:blipFill rotWithShape="1">
            <a:blip r:embed="rId4" cstate="print">
              <a:extLst>
                <a:ext uri="{28A0092B-C50C-407E-A947-70E740481C1C}">
                  <a14:useLocalDpi xmlns:a14="http://schemas.microsoft.com/office/drawing/2010/main" val="0"/>
                </a:ext>
              </a:extLst>
            </a:blip>
            <a:srcRect l="-325" t="25282" b="49834"/>
            <a:stretch/>
          </p:blipFill>
          <p:spPr>
            <a:xfrm>
              <a:off x="1562354" y="1116935"/>
              <a:ext cx="5157216" cy="1755648"/>
            </a:xfrm>
            <a:prstGeom prst="rect">
              <a:avLst/>
            </a:prstGeom>
          </p:spPr>
        </p:pic>
        <p:pic>
          <p:nvPicPr>
            <p:cNvPr id="20" name="Picture 19"/>
            <p:cNvPicPr/>
            <p:nvPr/>
          </p:nvPicPr>
          <p:blipFill rotWithShape="1">
            <a:blip r:embed="rId4" cstate="print">
              <a:extLst>
                <a:ext uri="{28A0092B-C50C-407E-A947-70E740481C1C}">
                  <a14:useLocalDpi xmlns:a14="http://schemas.microsoft.com/office/drawing/2010/main" val="0"/>
                </a:ext>
              </a:extLst>
            </a:blip>
            <a:srcRect l="-528" t="50594" b="24880"/>
            <a:stretch/>
          </p:blipFill>
          <p:spPr>
            <a:xfrm>
              <a:off x="1562354" y="2869094"/>
              <a:ext cx="5157216" cy="1755648"/>
            </a:xfrm>
            <a:prstGeom prst="rect">
              <a:avLst/>
            </a:prstGeom>
          </p:spPr>
        </p:pic>
        <p:pic>
          <p:nvPicPr>
            <p:cNvPr id="21" name="Picture 20"/>
            <p:cNvPicPr/>
            <p:nvPr/>
          </p:nvPicPr>
          <p:blipFill rotWithShape="1">
            <a:blip r:embed="rId4" cstate="print">
              <a:extLst>
                <a:ext uri="{28A0092B-C50C-407E-A947-70E740481C1C}">
                  <a14:useLocalDpi xmlns:a14="http://schemas.microsoft.com/office/drawing/2010/main" val="0"/>
                </a:ext>
              </a:extLst>
            </a:blip>
            <a:srcRect t="75966"/>
            <a:stretch/>
          </p:blipFill>
          <p:spPr>
            <a:xfrm>
              <a:off x="1562354" y="4624742"/>
              <a:ext cx="5157216" cy="1755648"/>
            </a:xfrm>
            <a:prstGeom prst="rect">
              <a:avLst/>
            </a:prstGeom>
          </p:spPr>
        </p:pic>
        <p:pic>
          <p:nvPicPr>
            <p:cNvPr id="23" name="Picture 22"/>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3852037" y="2691265"/>
              <a:ext cx="288925" cy="173347"/>
            </a:xfrm>
            <a:prstGeom prst="rect">
              <a:avLst/>
            </a:prstGeom>
          </p:spPr>
        </p:pic>
        <p:pic>
          <p:nvPicPr>
            <p:cNvPr id="24" name="Picture 23"/>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3852037" y="4480628"/>
              <a:ext cx="233045" cy="162552"/>
            </a:xfrm>
            <a:prstGeom prst="rect">
              <a:avLst/>
            </a:prstGeom>
          </p:spPr>
        </p:pic>
        <p:pic>
          <p:nvPicPr>
            <p:cNvPr id="25" name="Picture 24"/>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3862831" y="6257621"/>
              <a:ext cx="211455" cy="158108"/>
            </a:xfrm>
            <a:prstGeom prst="rect">
              <a:avLst/>
            </a:prstGeom>
          </p:spPr>
        </p:pic>
      </p:grpSp>
      <p:sp>
        <p:nvSpPr>
          <p:cNvPr id="28" name="AutoShape 3"/>
          <p:cNvSpPr>
            <a:spLocks noChangeArrowheads="1"/>
          </p:cNvSpPr>
          <p:nvPr/>
        </p:nvSpPr>
        <p:spPr bwMode="gray">
          <a:xfrm flipH="1">
            <a:off x="2190754" y="54854"/>
            <a:ext cx="2056085" cy="651510"/>
          </a:xfrm>
          <a:prstGeom prst="chevron">
            <a:avLst>
              <a:gd name="adj" fmla="val 17009"/>
            </a:avLst>
          </a:prstGeom>
          <a:gradFill rotWithShape="1">
            <a:gsLst>
              <a:gs pos="0">
                <a:srgbClr val="84B09A">
                  <a:gamma/>
                  <a:shade val="46275"/>
                  <a:invGamma/>
                </a:srgbClr>
              </a:gs>
              <a:gs pos="50000">
                <a:srgbClr val="84B09A"/>
              </a:gs>
              <a:gs pos="100000">
                <a:srgbClr val="84B09A">
                  <a:gamma/>
                  <a:shade val="46275"/>
                  <a:invGamma/>
                </a:srgbClr>
              </a:gs>
            </a:gsLst>
            <a:lin ang="2700000" scaled="1"/>
          </a:gradFill>
          <a:ln w="38100">
            <a:solidFill>
              <a:srgbClr val="EAEAEA"/>
            </a:solidFill>
            <a:miter lim="800000"/>
            <a:headEnd/>
            <a:tailEnd/>
          </a:ln>
          <a:effectLst>
            <a:outerShdw dist="109250" dir="3267739" algn="ctr" rotWithShape="0">
              <a:srgbClr val="333333">
                <a:alpha val="50000"/>
              </a:srgbClr>
            </a:outerShdw>
          </a:effectLst>
        </p:spPr>
        <p:txBody>
          <a:bodyPr wrap="square" anchor="ctr">
            <a:spAutoFit/>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endParaRPr>
          </a:p>
        </p:txBody>
      </p:sp>
      <p:sp>
        <p:nvSpPr>
          <p:cNvPr id="29" name="AutoShape 3"/>
          <p:cNvSpPr>
            <a:spLocks noChangeArrowheads="1"/>
          </p:cNvSpPr>
          <p:nvPr/>
        </p:nvSpPr>
        <p:spPr bwMode="gray">
          <a:xfrm flipH="1">
            <a:off x="148662" y="55997"/>
            <a:ext cx="2057400" cy="649224"/>
          </a:xfrm>
          <a:prstGeom prst="chevron">
            <a:avLst>
              <a:gd name="adj" fmla="val 17009"/>
            </a:avLst>
          </a:prstGeom>
          <a:gradFill rotWithShape="1">
            <a:gsLst>
              <a:gs pos="0">
                <a:srgbClr val="3659EC">
                  <a:gamma/>
                  <a:shade val="46275"/>
                  <a:invGamma/>
                </a:srgbClr>
              </a:gs>
              <a:gs pos="50000">
                <a:srgbClr val="3659EC"/>
              </a:gs>
              <a:gs pos="100000">
                <a:srgbClr val="3659EC">
                  <a:gamma/>
                  <a:shade val="46275"/>
                  <a:invGamma/>
                </a:srgbClr>
              </a:gs>
            </a:gsLst>
            <a:lin ang="2700000" scaled="1"/>
          </a:gradFill>
          <a:ln w="38100">
            <a:solidFill>
              <a:srgbClr val="EAEAEA"/>
            </a:solidFill>
            <a:miter lim="800000"/>
            <a:headEnd/>
            <a:tailEnd/>
          </a:ln>
          <a:effectLst>
            <a:outerShdw dist="109250" dir="3267739" algn="ctr" rotWithShape="0">
              <a:srgbClr val="333333">
                <a:alpha val="50000"/>
              </a:srgbClr>
            </a:outerShdw>
          </a:effectLst>
        </p:spPr>
        <p:txBody>
          <a:bodyPr wrap="square" anchor="ctr">
            <a:spAutoFit/>
          </a:bodyPr>
          <a:lstStyle/>
          <a:p>
            <a:pPr algn="ctr" fontAlgn="base">
              <a:spcBef>
                <a:spcPct val="0"/>
              </a:spcBef>
              <a:spcAft>
                <a:spcPct val="0"/>
              </a:spcAft>
            </a:pPr>
            <a:endParaRPr lang="en-US" kern="0">
              <a:solidFill>
                <a:srgbClr val="3D81BF"/>
              </a:solidFill>
            </a:endParaRPr>
          </a:p>
        </p:txBody>
      </p:sp>
      <p:sp>
        <p:nvSpPr>
          <p:cNvPr id="31" name="Rectangle 30"/>
          <p:cNvSpPr/>
          <p:nvPr/>
        </p:nvSpPr>
        <p:spPr>
          <a:xfrm>
            <a:off x="418672" y="193150"/>
            <a:ext cx="1443038" cy="338554"/>
          </a:xfrm>
          <a:prstGeom prst="rect">
            <a:avLst/>
          </a:prstGeom>
        </p:spPr>
        <p:txBody>
          <a:bodyPr wrap="square">
            <a:spAutoFit/>
          </a:bodyPr>
          <a:lstStyle/>
          <a:p>
            <a:pPr lvl="0" algn="ctr" rtl="1" fontAlgn="base">
              <a:spcBef>
                <a:spcPct val="0"/>
              </a:spcBef>
              <a:spcAft>
                <a:spcPct val="0"/>
              </a:spcAft>
            </a:pPr>
            <a:r>
              <a:rPr lang="fa-IR" sz="1600" b="1" dirty="0">
                <a:solidFill>
                  <a:srgbClr val="FFFFFF"/>
                </a:solidFill>
                <a:latin typeface="Times New Roman" panose="02020603050405020304" pitchFamily="18" charset="0"/>
                <a:cs typeface="B Nazanin" panose="00000400000000000000" pitchFamily="2" charset="-78"/>
              </a:rPr>
              <a:t>مقالات اخیر</a:t>
            </a:r>
            <a:endParaRPr lang="en-US" sz="1600" b="1" dirty="0">
              <a:solidFill>
                <a:srgbClr val="FFFFFF"/>
              </a:solidFill>
              <a:latin typeface="Times New Roman" panose="02020603050405020304" pitchFamily="18" charset="0"/>
              <a:cs typeface="B Nazanin" panose="00000400000000000000" pitchFamily="2" charset="-78"/>
            </a:endParaRPr>
          </a:p>
        </p:txBody>
      </p:sp>
      <p:sp>
        <p:nvSpPr>
          <p:cNvPr id="32" name="Rectangle 31"/>
          <p:cNvSpPr/>
          <p:nvPr/>
        </p:nvSpPr>
        <p:spPr>
          <a:xfrm>
            <a:off x="2393380" y="70040"/>
            <a:ext cx="1600200" cy="584775"/>
          </a:xfrm>
          <a:prstGeom prst="rect">
            <a:avLst/>
          </a:prstGeom>
        </p:spPr>
        <p:txBody>
          <a:bodyPr wrap="square">
            <a:spAutoFit/>
          </a:bodyPr>
          <a:lstStyle/>
          <a:p>
            <a:pPr lvl="0" algn="ctr" rtl="1" fontAlgn="base">
              <a:spcBef>
                <a:spcPct val="0"/>
              </a:spcBef>
              <a:spcAft>
                <a:spcPct val="0"/>
              </a:spcAft>
            </a:pPr>
            <a:r>
              <a:rPr lang="fa-IR" sz="1600" b="1" dirty="0">
                <a:solidFill>
                  <a:srgbClr val="FFFFFF"/>
                </a:solidFill>
                <a:latin typeface="Times New Roman" panose="02020603050405020304" pitchFamily="18" charset="0"/>
                <a:cs typeface="B Nazanin" panose="00000400000000000000" pitchFamily="2" charset="-78"/>
              </a:rPr>
              <a:t>سیستم مدیریت همسان سازی</a:t>
            </a:r>
            <a:endParaRPr lang="en-US" sz="1600" b="1" dirty="0">
              <a:solidFill>
                <a:srgbClr val="FFFFFF"/>
              </a:solidFill>
              <a:latin typeface="Times New Roman" panose="02020603050405020304" pitchFamily="18" charset="0"/>
              <a:cs typeface="B Nazanin" panose="00000400000000000000" pitchFamily="2" charset="-78"/>
            </a:endParaRPr>
          </a:p>
        </p:txBody>
      </p:sp>
      <p:sp>
        <p:nvSpPr>
          <p:cNvPr id="33" name="AutoShape 10">
            <a:extLst>
              <a:ext uri="{FF2B5EF4-FFF2-40B4-BE49-F238E27FC236}">
                <a16:creationId xmlns="" xmlns:a16="http://schemas.microsoft.com/office/drawing/2014/main" id="{96E6A76C-5024-445C-8373-4A127C8598B1}"/>
              </a:ext>
            </a:extLst>
          </p:cNvPr>
          <p:cNvSpPr>
            <a:spLocks noChangeArrowheads="1"/>
          </p:cNvSpPr>
          <p:nvPr/>
        </p:nvSpPr>
        <p:spPr bwMode="gray">
          <a:xfrm flipH="1">
            <a:off x="6244699" y="55997"/>
            <a:ext cx="2137301" cy="649224"/>
          </a:xfrm>
          <a:prstGeom prst="chevron">
            <a:avLst>
              <a:gd name="adj" fmla="val 17842"/>
            </a:avLst>
          </a:prstGeom>
          <a:gradFill rotWithShape="1">
            <a:gsLst>
              <a:gs pos="0">
                <a:srgbClr val="84B09A">
                  <a:gamma/>
                  <a:shade val="46275"/>
                  <a:invGamma/>
                </a:srgbClr>
              </a:gs>
              <a:gs pos="50000">
                <a:srgbClr val="84B09A"/>
              </a:gs>
              <a:gs pos="100000">
                <a:srgbClr val="84B09A">
                  <a:gamma/>
                  <a:shade val="46275"/>
                  <a:invGamma/>
                </a:srgbClr>
              </a:gs>
            </a:gsLst>
            <a:lin ang="2700000" scaled="1"/>
          </a:gradFill>
          <a:ln w="38100">
            <a:solidFill>
              <a:srgbClr val="EAEAEA"/>
            </a:solidFill>
            <a:miter lim="800000"/>
            <a:headEnd/>
            <a:tailEnd/>
          </a:ln>
          <a:effectLst>
            <a:outerShdw dist="109250" dir="3267739" algn="ctr" rotWithShape="0">
              <a:srgbClr val="333333">
                <a:alpha val="50000"/>
              </a:srgbClr>
            </a:outerShdw>
          </a:effectLst>
        </p:spPr>
        <p:txBody>
          <a:bodyPr wrap="square" anchor="ctr">
            <a:spAutoFit/>
          </a:bodyPr>
          <a:lstStyle/>
          <a:p>
            <a:pPr algn="ctr" fontAlgn="base">
              <a:spcBef>
                <a:spcPct val="0"/>
              </a:spcBef>
              <a:spcAft>
                <a:spcPct val="0"/>
              </a:spcAft>
            </a:pPr>
            <a:endParaRPr lang="en-US" kern="0">
              <a:solidFill>
                <a:srgbClr val="3D81BF"/>
              </a:solidFill>
            </a:endParaRPr>
          </a:p>
        </p:txBody>
      </p:sp>
      <p:sp>
        <p:nvSpPr>
          <p:cNvPr id="34" name="Rectangle 33">
            <a:extLst>
              <a:ext uri="{FF2B5EF4-FFF2-40B4-BE49-F238E27FC236}">
                <a16:creationId xmlns="" xmlns:a16="http://schemas.microsoft.com/office/drawing/2014/main" id="{BF9CF44D-C94F-4B09-AF24-15EACD7BE0F4}"/>
              </a:ext>
            </a:extLst>
          </p:cNvPr>
          <p:cNvSpPr/>
          <p:nvPr/>
        </p:nvSpPr>
        <p:spPr>
          <a:xfrm>
            <a:off x="6499957" y="197162"/>
            <a:ext cx="1626786" cy="323165"/>
          </a:xfrm>
          <a:prstGeom prst="rect">
            <a:avLst/>
          </a:prstGeom>
        </p:spPr>
        <p:txBody>
          <a:bodyPr wrap="square">
            <a:spAutoFit/>
          </a:bodyPr>
          <a:lstStyle/>
          <a:p>
            <a:pPr lvl="0" algn="ctr" fontAlgn="base">
              <a:spcBef>
                <a:spcPct val="0"/>
              </a:spcBef>
              <a:spcAft>
                <a:spcPct val="0"/>
              </a:spcAft>
              <a:defRPr/>
            </a:pPr>
            <a:r>
              <a:rPr lang="fa-IR" sz="1500" b="1" kern="0" dirty="0" err="1">
                <a:solidFill>
                  <a:srgbClr val="FFFFFF"/>
                </a:solidFill>
                <a:latin typeface="Times New Roman" panose="02020603050405020304" pitchFamily="18" charset="0"/>
                <a:cs typeface="B Nazanin" pitchFamily="2" charset="-78"/>
              </a:rPr>
              <a:t>باتریها</a:t>
            </a:r>
            <a:endParaRPr lang="en-US" sz="1500" b="1" kern="0" dirty="0">
              <a:solidFill>
                <a:srgbClr val="FFFFFF"/>
              </a:solidFill>
              <a:latin typeface="Times New Roman" panose="02020603050405020304" pitchFamily="18" charset="0"/>
              <a:cs typeface="B Nazanin" pitchFamily="2" charset="-78"/>
            </a:endParaRPr>
          </a:p>
        </p:txBody>
      </p:sp>
      <p:sp>
        <p:nvSpPr>
          <p:cNvPr id="35" name="AutoShape 3">
            <a:extLst>
              <a:ext uri="{FF2B5EF4-FFF2-40B4-BE49-F238E27FC236}">
                <a16:creationId xmlns="" xmlns:a16="http://schemas.microsoft.com/office/drawing/2014/main" id="{DBA5C955-0E66-467E-8B5F-EF4EE5F8F3FA}"/>
              </a:ext>
            </a:extLst>
          </p:cNvPr>
          <p:cNvSpPr>
            <a:spLocks noChangeArrowheads="1"/>
          </p:cNvSpPr>
          <p:nvPr/>
        </p:nvSpPr>
        <p:spPr bwMode="gray">
          <a:xfrm flipH="1">
            <a:off x="4215687" y="54854"/>
            <a:ext cx="2056085" cy="651510"/>
          </a:xfrm>
          <a:prstGeom prst="chevron">
            <a:avLst>
              <a:gd name="adj" fmla="val 17009"/>
            </a:avLst>
          </a:prstGeom>
          <a:gradFill rotWithShape="1">
            <a:gsLst>
              <a:gs pos="0">
                <a:srgbClr val="84B09A">
                  <a:gamma/>
                  <a:shade val="46275"/>
                  <a:invGamma/>
                </a:srgbClr>
              </a:gs>
              <a:gs pos="50000">
                <a:srgbClr val="84B09A"/>
              </a:gs>
              <a:gs pos="100000">
                <a:srgbClr val="84B09A">
                  <a:gamma/>
                  <a:shade val="46275"/>
                  <a:invGamma/>
                </a:srgbClr>
              </a:gs>
            </a:gsLst>
            <a:lin ang="2700000" scaled="1"/>
          </a:gradFill>
          <a:ln w="38100">
            <a:solidFill>
              <a:srgbClr val="EAEAEA"/>
            </a:solidFill>
            <a:miter lim="800000"/>
            <a:headEnd/>
            <a:tailEnd/>
          </a:ln>
          <a:effectLst>
            <a:outerShdw dist="109250" dir="3267739" algn="ctr" rotWithShape="0">
              <a:srgbClr val="333333">
                <a:alpha val="50000"/>
              </a:srgbClr>
            </a:outerShdw>
          </a:effectLst>
        </p:spPr>
        <p:txBody>
          <a:bodyPr wrap="square" anchor="ctr">
            <a:spAutoFit/>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endParaRPr>
          </a:p>
        </p:txBody>
      </p:sp>
      <p:sp>
        <p:nvSpPr>
          <p:cNvPr id="36" name="Rectangle 35">
            <a:extLst>
              <a:ext uri="{FF2B5EF4-FFF2-40B4-BE49-F238E27FC236}">
                <a16:creationId xmlns="" xmlns:a16="http://schemas.microsoft.com/office/drawing/2014/main" id="{AC165A2D-60D3-440C-A112-7B419F7E72B2}"/>
              </a:ext>
            </a:extLst>
          </p:cNvPr>
          <p:cNvSpPr/>
          <p:nvPr/>
        </p:nvSpPr>
        <p:spPr>
          <a:xfrm>
            <a:off x="4525250" y="89171"/>
            <a:ext cx="1443038" cy="584775"/>
          </a:xfrm>
          <a:prstGeom prst="rect">
            <a:avLst/>
          </a:prstGeom>
        </p:spPr>
        <p:txBody>
          <a:bodyPr wrap="square">
            <a:spAutoFit/>
          </a:bodyPr>
          <a:lstStyle/>
          <a:p>
            <a:pPr lvl="0" algn="ctr" rtl="1" fontAlgn="base">
              <a:spcBef>
                <a:spcPct val="0"/>
              </a:spcBef>
              <a:spcAft>
                <a:spcPct val="0"/>
              </a:spcAft>
            </a:pPr>
            <a:r>
              <a:rPr lang="fa-IR" sz="1600" b="1" dirty="0">
                <a:solidFill>
                  <a:srgbClr val="FFFFFF"/>
                </a:solidFill>
                <a:latin typeface="Times New Roman" panose="02020603050405020304" pitchFamily="18" charset="0"/>
                <a:cs typeface="B Nazanin" panose="00000400000000000000" pitchFamily="2" charset="-78"/>
              </a:rPr>
              <a:t>سیستم مدیریت باتری</a:t>
            </a:r>
            <a:endParaRPr lang="en-US" sz="1600" b="1" dirty="0">
              <a:solidFill>
                <a:srgbClr val="FFFFFF"/>
              </a:solidFill>
              <a:latin typeface="Times New Roman" panose="02020603050405020304" pitchFamily="18" charset="0"/>
              <a:cs typeface="B Nazanin" panose="00000400000000000000" pitchFamily="2" charset="-78"/>
            </a:endParaRPr>
          </a:p>
        </p:txBody>
      </p:sp>
      <p:sp>
        <p:nvSpPr>
          <p:cNvPr id="22" name="Slide Number Placeholder 3">
            <a:extLst>
              <a:ext uri="{FF2B5EF4-FFF2-40B4-BE49-F238E27FC236}">
                <a16:creationId xmlns="" xmlns:a16="http://schemas.microsoft.com/office/drawing/2014/main" id="{FEFB061F-8AAB-4535-B272-1BA4D5A77191}"/>
              </a:ext>
            </a:extLst>
          </p:cNvPr>
          <p:cNvSpPr txBox="1">
            <a:spLocks/>
          </p:cNvSpPr>
          <p:nvPr/>
        </p:nvSpPr>
        <p:spPr>
          <a:xfrm>
            <a:off x="8965" y="6090313"/>
            <a:ext cx="676835" cy="767687"/>
          </a:xfrm>
          <a:prstGeom prst="rect">
            <a:avLst/>
          </a:prstGeom>
        </p:spPr>
        <p:txBody>
          <a:bodyPr vert="horz" lIns="91440" tIns="45720" rIns="91440" bIns="45720" rtlCol="0" anchor="ctr"/>
          <a:lstStyle>
            <a:defPPr>
              <a:defRPr lang="en-US"/>
            </a:defPPr>
            <a:lvl1pPr marL="0" algn="l" defTabSz="914400" rtl="0" eaLnBrk="1" latinLnBrk="0" hangingPunct="1">
              <a:defRPr sz="1400" b="1" kern="1200">
                <a:solidFill>
                  <a:srgbClr val="FFFFFF"/>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rtl="1"/>
            <a:fld id="{E8ADF199-8047-440E-B02B-E80683B392F2}" type="slidenum">
              <a:rPr lang="fa-IR" sz="1800" smtClean="0">
                <a:solidFill>
                  <a:schemeClr val="tx1"/>
                </a:solidFill>
                <a:cs typeface="B Lotus" panose="00000400000000000000" pitchFamily="2" charset="-78"/>
              </a:rPr>
              <a:pPr rtl="1"/>
              <a:t>81</a:t>
            </a:fld>
            <a:endParaRPr lang="fa-IR" sz="1800" dirty="0">
              <a:solidFill>
                <a:schemeClr val="tx1"/>
              </a:solidFill>
              <a:cs typeface="B Lotus" panose="00000400000000000000" pitchFamily="2" charset="-78"/>
            </a:endParaRPr>
          </a:p>
        </p:txBody>
      </p:sp>
    </p:spTree>
    <p:extLst>
      <p:ext uri="{BB962C8B-B14F-4D97-AF65-F5344CB8AC3E}">
        <p14:creationId xmlns:p14="http://schemas.microsoft.com/office/powerpoint/2010/main" val="3898244813"/>
      </p:ext>
    </p:extLst>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64" name="Picture 163"/>
          <p:cNvPicPr/>
          <p:nvPr/>
        </p:nvPicPr>
        <p:blipFill>
          <a:blip r:embed="rId3">
            <a:extLst>
              <a:ext uri="{28A0092B-C50C-407E-A947-70E740481C1C}">
                <a14:useLocalDpi xmlns:a14="http://schemas.microsoft.com/office/drawing/2010/main" val="0"/>
              </a:ext>
            </a:extLst>
          </a:blip>
          <a:stretch>
            <a:fillRect/>
          </a:stretch>
        </p:blipFill>
        <p:spPr bwMode="auto">
          <a:xfrm>
            <a:off x="685800" y="1732935"/>
            <a:ext cx="7620000" cy="4202235"/>
          </a:xfrm>
          <a:prstGeom prst="rect">
            <a:avLst/>
          </a:prstGeom>
          <a:noFill/>
          <a:ln>
            <a:noFill/>
          </a:ln>
        </p:spPr>
      </p:pic>
      <p:sp>
        <p:nvSpPr>
          <p:cNvPr id="3" name="Rectangle 2"/>
          <p:cNvSpPr/>
          <p:nvPr/>
        </p:nvSpPr>
        <p:spPr>
          <a:xfrm>
            <a:off x="2224795" y="6070382"/>
            <a:ext cx="4011034" cy="369332"/>
          </a:xfrm>
          <a:prstGeom prst="rect">
            <a:avLst/>
          </a:prstGeom>
        </p:spPr>
        <p:txBody>
          <a:bodyPr wrap="none">
            <a:spAutoFit/>
          </a:bodyPr>
          <a:lstStyle/>
          <a:p>
            <a:pPr algn="ctr" rtl="1" fontAlgn="base">
              <a:spcBef>
                <a:spcPct val="0"/>
              </a:spcBef>
              <a:spcAft>
                <a:spcPct val="0"/>
              </a:spcAft>
            </a:pPr>
            <a:r>
              <a:rPr lang="fa-IR" dirty="0">
                <a:latin typeface="Times New Roman" panose="02020603050405020304" pitchFamily="18" charset="0"/>
                <a:ea typeface="Calibri" panose="020F0502020204030204" pitchFamily="34" charset="0"/>
                <a:cs typeface="B Lotus" panose="00000400000000000000" pitchFamily="2" charset="-78"/>
              </a:rPr>
              <a:t>شکل 5 </a:t>
            </a:r>
            <a:r>
              <a:rPr lang="fa-IR" dirty="0">
                <a:latin typeface="Times New Roman" panose="02020603050405020304" pitchFamily="18" charset="0"/>
                <a:cs typeface="B Lotus" panose="00000400000000000000" pitchFamily="2" charset="-78"/>
              </a:rPr>
              <a:t>شماتیک دیاگرام همسان سازی سلول به سلول.</a:t>
            </a:r>
            <a:endParaRPr lang="en-US" dirty="0">
              <a:latin typeface="Times New Roman" panose="02020603050405020304" pitchFamily="18" charset="0"/>
              <a:cs typeface="B Lotus" panose="00000400000000000000" pitchFamily="2" charset="-78"/>
            </a:endParaRPr>
          </a:p>
        </p:txBody>
      </p:sp>
      <p:sp>
        <p:nvSpPr>
          <p:cNvPr id="15" name="Rounded Rectangle 175">
            <a:extLst>
              <a:ext uri="{FF2B5EF4-FFF2-40B4-BE49-F238E27FC236}">
                <a16:creationId xmlns="" xmlns:a16="http://schemas.microsoft.com/office/drawing/2014/main" id="{D8E27344-2AB1-4A61-B14B-D9C7962F785E}"/>
              </a:ext>
            </a:extLst>
          </p:cNvPr>
          <p:cNvSpPr/>
          <p:nvPr/>
        </p:nvSpPr>
        <p:spPr bwMode="auto">
          <a:xfrm>
            <a:off x="6324600" y="1066930"/>
            <a:ext cx="2922494" cy="418072"/>
          </a:xfrm>
          <a:prstGeom prst="roundRect">
            <a:avLst/>
          </a:prstGeom>
          <a:solidFill>
            <a:srgbClr val="3D81BF">
              <a:lumMod val="75000"/>
            </a:srgbClr>
          </a:solidFill>
          <a:ln w="9525" cap="flat" cmpd="sng" algn="ctr">
            <a:solidFill>
              <a:srgbClr val="000000"/>
            </a:solidFill>
            <a:prstDash val="solid"/>
            <a:round/>
            <a:headEnd type="none" w="med" len="med"/>
            <a:tailEnd type="none" w="med" len="med"/>
          </a:ln>
          <a:effectLst>
            <a:reflection blurRad="6350" stA="50000" endA="300" endPos="55000" dir="5400000" sy="-100000" algn="bl" rotWithShape="0"/>
          </a:effectLst>
          <a:scene3d>
            <a:camera prst="isometricOffAxis2Left"/>
            <a:lightRig rig="threePt" dir="t"/>
          </a:scene3d>
        </p:spPr>
        <p:txBody>
          <a:bodyPr vert="horz" wrap="square" lIns="91440" tIns="45720" rIns="91440" bIns="45720" numCol="1" rtlCol="0" anchor="t" anchorCtr="0" compatLnSpc="1">
            <a:prstTxWarp prst="textNoShape">
              <a:avLst/>
            </a:prstTxWarp>
          </a:bodyPr>
          <a:lstStyle/>
          <a:p>
            <a:pPr lvl="0" algn="ctr" rtl="1" fontAlgn="base">
              <a:spcBef>
                <a:spcPct val="0"/>
              </a:spcBef>
              <a:spcAft>
                <a:spcPct val="0"/>
              </a:spcAft>
            </a:pPr>
            <a:r>
              <a:rPr lang="fa-IR" sz="2000" b="1" dirty="0">
                <a:solidFill>
                  <a:srgbClr val="FFFFFF"/>
                </a:solidFill>
                <a:latin typeface="Times New Roman" panose="02020603050405020304" pitchFamily="18" charset="0"/>
                <a:cs typeface="B Nazanin" panose="00000400000000000000" pitchFamily="2" charset="-78"/>
              </a:rPr>
              <a:t>سیستم مدیریت همسان سازی</a:t>
            </a:r>
            <a:endParaRPr lang="en-US" sz="2000" b="1" dirty="0">
              <a:solidFill>
                <a:srgbClr val="FFFFFF"/>
              </a:solidFill>
              <a:latin typeface="Times New Roman" panose="02020603050405020304" pitchFamily="18" charset="0"/>
              <a:cs typeface="B Nazanin" panose="00000400000000000000" pitchFamily="2" charset="-78"/>
            </a:endParaRPr>
          </a:p>
        </p:txBody>
      </p:sp>
      <p:pic>
        <p:nvPicPr>
          <p:cNvPr id="17" name="Picture 16" descr="پرونده:Azad University logo.png - ویکی‌پدیا، دانشنامهٔ آزاد">
            <a:extLst>
              <a:ext uri="{FF2B5EF4-FFF2-40B4-BE49-F238E27FC236}">
                <a16:creationId xmlns="" xmlns:a16="http://schemas.microsoft.com/office/drawing/2014/main" id="{FA988D60-670C-406B-B8FB-D5A0053424E9}"/>
              </a:ext>
            </a:extLst>
          </p:cNvPr>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8610600" y="0"/>
            <a:ext cx="533400" cy="822959"/>
          </a:xfrm>
          <a:prstGeom prst="rect">
            <a:avLst/>
          </a:prstGeom>
          <a:noFill/>
          <a:ln>
            <a:noFill/>
          </a:ln>
        </p:spPr>
      </p:pic>
      <p:sp>
        <p:nvSpPr>
          <p:cNvPr id="18" name="AutoShape 10">
            <a:extLst>
              <a:ext uri="{FF2B5EF4-FFF2-40B4-BE49-F238E27FC236}">
                <a16:creationId xmlns="" xmlns:a16="http://schemas.microsoft.com/office/drawing/2014/main" id="{96E6A76C-5024-445C-8373-4A127C8598B1}"/>
              </a:ext>
            </a:extLst>
          </p:cNvPr>
          <p:cNvSpPr>
            <a:spLocks noChangeArrowheads="1"/>
          </p:cNvSpPr>
          <p:nvPr/>
        </p:nvSpPr>
        <p:spPr bwMode="gray">
          <a:xfrm flipH="1">
            <a:off x="6244699" y="57140"/>
            <a:ext cx="2137301" cy="649224"/>
          </a:xfrm>
          <a:prstGeom prst="chevron">
            <a:avLst>
              <a:gd name="adj" fmla="val 17842"/>
            </a:avLst>
          </a:prstGeom>
          <a:gradFill rotWithShape="1">
            <a:gsLst>
              <a:gs pos="0">
                <a:srgbClr val="84B09A">
                  <a:gamma/>
                  <a:shade val="46275"/>
                  <a:invGamma/>
                </a:srgbClr>
              </a:gs>
              <a:gs pos="50000">
                <a:srgbClr val="84B09A"/>
              </a:gs>
              <a:gs pos="100000">
                <a:srgbClr val="84B09A">
                  <a:gamma/>
                  <a:shade val="46275"/>
                  <a:invGamma/>
                </a:srgbClr>
              </a:gs>
            </a:gsLst>
            <a:lin ang="2700000" scaled="1"/>
          </a:gradFill>
          <a:ln w="38100">
            <a:solidFill>
              <a:srgbClr val="EAEAEA"/>
            </a:solidFill>
            <a:miter lim="800000"/>
            <a:headEnd/>
            <a:tailEnd/>
          </a:ln>
          <a:effectLst>
            <a:outerShdw dist="109250" dir="3267739" algn="ctr" rotWithShape="0">
              <a:srgbClr val="333333">
                <a:alpha val="50000"/>
              </a:srgbClr>
            </a:outerShdw>
          </a:effectLst>
        </p:spPr>
        <p:txBody>
          <a:bodyPr wrap="square" anchor="ctr">
            <a:spAutoFit/>
          </a:bodyPr>
          <a:lstStyle/>
          <a:p>
            <a:pPr algn="ctr" fontAlgn="base">
              <a:spcBef>
                <a:spcPct val="0"/>
              </a:spcBef>
              <a:spcAft>
                <a:spcPct val="0"/>
              </a:spcAft>
            </a:pPr>
            <a:endParaRPr lang="en-US" kern="0">
              <a:solidFill>
                <a:srgbClr val="3D81BF"/>
              </a:solidFill>
            </a:endParaRPr>
          </a:p>
        </p:txBody>
      </p:sp>
      <p:sp>
        <p:nvSpPr>
          <p:cNvPr id="24" name="AutoShape 3">
            <a:extLst>
              <a:ext uri="{FF2B5EF4-FFF2-40B4-BE49-F238E27FC236}">
                <a16:creationId xmlns="" xmlns:a16="http://schemas.microsoft.com/office/drawing/2014/main" id="{C71EB997-3681-42CE-8D12-DC0BC893643A}"/>
              </a:ext>
            </a:extLst>
          </p:cNvPr>
          <p:cNvSpPr>
            <a:spLocks noChangeArrowheads="1"/>
          </p:cNvSpPr>
          <p:nvPr/>
        </p:nvSpPr>
        <p:spPr bwMode="gray">
          <a:xfrm flipH="1">
            <a:off x="161662" y="57140"/>
            <a:ext cx="1970868" cy="651510"/>
          </a:xfrm>
          <a:prstGeom prst="chevron">
            <a:avLst>
              <a:gd name="adj" fmla="val 17009"/>
            </a:avLst>
          </a:prstGeom>
          <a:gradFill rotWithShape="1">
            <a:gsLst>
              <a:gs pos="0">
                <a:srgbClr val="84B09A">
                  <a:gamma/>
                  <a:shade val="46275"/>
                  <a:invGamma/>
                </a:srgbClr>
              </a:gs>
              <a:gs pos="50000">
                <a:srgbClr val="84B09A"/>
              </a:gs>
              <a:gs pos="100000">
                <a:srgbClr val="84B09A">
                  <a:gamma/>
                  <a:shade val="46275"/>
                  <a:invGamma/>
                </a:srgbClr>
              </a:gs>
            </a:gsLst>
            <a:lin ang="2700000" scaled="1"/>
          </a:gradFill>
          <a:ln w="38100">
            <a:solidFill>
              <a:srgbClr val="EAEAEA"/>
            </a:solidFill>
            <a:miter lim="800000"/>
            <a:headEnd/>
            <a:tailEnd/>
          </a:ln>
          <a:effectLst>
            <a:outerShdw dist="109250" dir="3267739" algn="ctr" rotWithShape="0">
              <a:srgbClr val="333333">
                <a:alpha val="50000"/>
              </a:srgbClr>
            </a:outerShdw>
          </a:effectLst>
        </p:spPr>
        <p:txBody>
          <a:bodyPr wrap="square" anchor="ctr">
            <a:spAutoFit/>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endParaRPr>
          </a:p>
        </p:txBody>
      </p:sp>
      <p:sp>
        <p:nvSpPr>
          <p:cNvPr id="25" name="Rectangle 24">
            <a:extLst>
              <a:ext uri="{FF2B5EF4-FFF2-40B4-BE49-F238E27FC236}">
                <a16:creationId xmlns="" xmlns:a16="http://schemas.microsoft.com/office/drawing/2014/main" id="{C48087A2-0F0F-40A0-A837-05942D40B928}"/>
              </a:ext>
            </a:extLst>
          </p:cNvPr>
          <p:cNvSpPr/>
          <p:nvPr/>
        </p:nvSpPr>
        <p:spPr>
          <a:xfrm>
            <a:off x="431672" y="189466"/>
            <a:ext cx="1443038" cy="338554"/>
          </a:xfrm>
          <a:prstGeom prst="rect">
            <a:avLst/>
          </a:prstGeom>
        </p:spPr>
        <p:txBody>
          <a:bodyPr wrap="square">
            <a:spAutoFit/>
          </a:bodyPr>
          <a:lstStyle/>
          <a:p>
            <a:pPr lvl="0" algn="ctr" rtl="1" fontAlgn="base">
              <a:spcBef>
                <a:spcPct val="0"/>
              </a:spcBef>
              <a:spcAft>
                <a:spcPct val="0"/>
              </a:spcAft>
            </a:pPr>
            <a:r>
              <a:rPr lang="fa-IR" sz="1600" b="1" dirty="0">
                <a:solidFill>
                  <a:srgbClr val="FFFFFF"/>
                </a:solidFill>
                <a:latin typeface="Times New Roman" panose="02020603050405020304" pitchFamily="18" charset="0"/>
                <a:cs typeface="B Nazanin" panose="00000400000000000000" pitchFamily="2" charset="-78"/>
              </a:rPr>
              <a:t>مقالات اخیر</a:t>
            </a:r>
            <a:endParaRPr lang="en-US" sz="1600" b="1" dirty="0">
              <a:solidFill>
                <a:srgbClr val="FFFFFF"/>
              </a:solidFill>
              <a:latin typeface="Times New Roman" panose="02020603050405020304" pitchFamily="18" charset="0"/>
              <a:cs typeface="B Nazanin" panose="00000400000000000000" pitchFamily="2" charset="-78"/>
            </a:endParaRPr>
          </a:p>
        </p:txBody>
      </p:sp>
      <p:sp>
        <p:nvSpPr>
          <p:cNvPr id="26" name="Rectangle 25">
            <a:extLst>
              <a:ext uri="{FF2B5EF4-FFF2-40B4-BE49-F238E27FC236}">
                <a16:creationId xmlns="" xmlns:a16="http://schemas.microsoft.com/office/drawing/2014/main" id="{BF9CF44D-C94F-4B09-AF24-15EACD7BE0F4}"/>
              </a:ext>
            </a:extLst>
          </p:cNvPr>
          <p:cNvSpPr/>
          <p:nvPr/>
        </p:nvSpPr>
        <p:spPr>
          <a:xfrm>
            <a:off x="6499957" y="197162"/>
            <a:ext cx="1626786" cy="323165"/>
          </a:xfrm>
          <a:prstGeom prst="rect">
            <a:avLst/>
          </a:prstGeom>
        </p:spPr>
        <p:txBody>
          <a:bodyPr wrap="square">
            <a:spAutoFit/>
          </a:bodyPr>
          <a:lstStyle/>
          <a:p>
            <a:pPr lvl="0" algn="ctr" fontAlgn="base">
              <a:spcBef>
                <a:spcPct val="0"/>
              </a:spcBef>
              <a:spcAft>
                <a:spcPct val="0"/>
              </a:spcAft>
              <a:defRPr/>
            </a:pPr>
            <a:r>
              <a:rPr lang="fa-IR" sz="1500" b="1" kern="0" dirty="0" err="1">
                <a:solidFill>
                  <a:srgbClr val="FFFFFF"/>
                </a:solidFill>
                <a:latin typeface="Times New Roman" panose="02020603050405020304" pitchFamily="18" charset="0"/>
                <a:cs typeface="B Nazanin" pitchFamily="2" charset="-78"/>
              </a:rPr>
              <a:t>باتریها</a:t>
            </a:r>
            <a:endParaRPr lang="en-US" sz="1500" b="1" kern="0" dirty="0">
              <a:solidFill>
                <a:srgbClr val="FFFFFF"/>
              </a:solidFill>
              <a:latin typeface="Times New Roman" panose="02020603050405020304" pitchFamily="18" charset="0"/>
              <a:cs typeface="B Nazanin" pitchFamily="2" charset="-78"/>
            </a:endParaRPr>
          </a:p>
        </p:txBody>
      </p:sp>
      <p:sp>
        <p:nvSpPr>
          <p:cNvPr id="27" name="AutoShape 10">
            <a:extLst>
              <a:ext uri="{FF2B5EF4-FFF2-40B4-BE49-F238E27FC236}">
                <a16:creationId xmlns="" xmlns:a16="http://schemas.microsoft.com/office/drawing/2014/main" id="{50B159E1-0AA0-4C32-86C7-52F5C5E0D242}"/>
              </a:ext>
            </a:extLst>
          </p:cNvPr>
          <p:cNvSpPr>
            <a:spLocks noChangeArrowheads="1"/>
          </p:cNvSpPr>
          <p:nvPr/>
        </p:nvSpPr>
        <p:spPr bwMode="gray">
          <a:xfrm flipH="1">
            <a:off x="2105458" y="54854"/>
            <a:ext cx="2137301" cy="651510"/>
          </a:xfrm>
          <a:prstGeom prst="chevron">
            <a:avLst>
              <a:gd name="adj" fmla="val 17842"/>
            </a:avLst>
          </a:prstGeom>
          <a:gradFill rotWithShape="1">
            <a:gsLst>
              <a:gs pos="0">
                <a:srgbClr val="3659EC">
                  <a:gamma/>
                  <a:shade val="46275"/>
                  <a:invGamma/>
                </a:srgbClr>
              </a:gs>
              <a:gs pos="50000">
                <a:srgbClr val="3659EC"/>
              </a:gs>
              <a:gs pos="100000">
                <a:srgbClr val="3659EC">
                  <a:gamma/>
                  <a:shade val="46275"/>
                  <a:invGamma/>
                </a:srgbClr>
              </a:gs>
            </a:gsLst>
            <a:lin ang="2700000" scaled="1"/>
          </a:gradFill>
          <a:ln w="38100">
            <a:solidFill>
              <a:srgbClr val="EAEAEA"/>
            </a:solidFill>
            <a:miter lim="800000"/>
            <a:headEnd/>
            <a:tailEnd/>
          </a:ln>
          <a:effectLst>
            <a:outerShdw dist="109250" dir="3267739" algn="ctr" rotWithShape="0">
              <a:srgbClr val="333333">
                <a:alpha val="50000"/>
              </a:srgbClr>
            </a:outerShdw>
          </a:effectLst>
        </p:spPr>
        <p:txBody>
          <a:bodyPr wrap="square" anchor="ctr">
            <a:spAutoFit/>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endParaRPr>
          </a:p>
        </p:txBody>
      </p:sp>
      <p:sp>
        <p:nvSpPr>
          <p:cNvPr id="28" name="AutoShape 3">
            <a:extLst>
              <a:ext uri="{FF2B5EF4-FFF2-40B4-BE49-F238E27FC236}">
                <a16:creationId xmlns="" xmlns:a16="http://schemas.microsoft.com/office/drawing/2014/main" id="{DBA5C955-0E66-467E-8B5F-EF4EE5F8F3FA}"/>
              </a:ext>
            </a:extLst>
          </p:cNvPr>
          <p:cNvSpPr>
            <a:spLocks noChangeArrowheads="1"/>
          </p:cNvSpPr>
          <p:nvPr/>
        </p:nvSpPr>
        <p:spPr bwMode="gray">
          <a:xfrm flipH="1">
            <a:off x="4215687" y="54854"/>
            <a:ext cx="2056085" cy="651510"/>
          </a:xfrm>
          <a:prstGeom prst="chevron">
            <a:avLst>
              <a:gd name="adj" fmla="val 17009"/>
            </a:avLst>
          </a:prstGeom>
          <a:gradFill rotWithShape="1">
            <a:gsLst>
              <a:gs pos="0">
                <a:srgbClr val="84B09A">
                  <a:gamma/>
                  <a:shade val="46275"/>
                  <a:invGamma/>
                </a:srgbClr>
              </a:gs>
              <a:gs pos="50000">
                <a:srgbClr val="84B09A"/>
              </a:gs>
              <a:gs pos="100000">
                <a:srgbClr val="84B09A">
                  <a:gamma/>
                  <a:shade val="46275"/>
                  <a:invGamma/>
                </a:srgbClr>
              </a:gs>
            </a:gsLst>
            <a:lin ang="2700000" scaled="1"/>
          </a:gradFill>
          <a:ln w="38100">
            <a:solidFill>
              <a:srgbClr val="EAEAEA"/>
            </a:solidFill>
            <a:miter lim="800000"/>
            <a:headEnd/>
            <a:tailEnd/>
          </a:ln>
          <a:effectLst>
            <a:outerShdw dist="109250" dir="3267739" algn="ctr" rotWithShape="0">
              <a:srgbClr val="333333">
                <a:alpha val="50000"/>
              </a:srgbClr>
            </a:outerShdw>
          </a:effectLst>
        </p:spPr>
        <p:txBody>
          <a:bodyPr wrap="square" anchor="ctr">
            <a:spAutoFit/>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endParaRPr>
          </a:p>
        </p:txBody>
      </p:sp>
      <p:sp>
        <p:nvSpPr>
          <p:cNvPr id="29" name="Rectangle 28">
            <a:extLst>
              <a:ext uri="{FF2B5EF4-FFF2-40B4-BE49-F238E27FC236}">
                <a16:creationId xmlns="" xmlns:a16="http://schemas.microsoft.com/office/drawing/2014/main" id="{4DE55AA0-934E-4757-A2D4-1C4E49036DCD}"/>
              </a:ext>
            </a:extLst>
          </p:cNvPr>
          <p:cNvSpPr/>
          <p:nvPr/>
        </p:nvSpPr>
        <p:spPr>
          <a:xfrm>
            <a:off x="2402046" y="64070"/>
            <a:ext cx="1600200" cy="584775"/>
          </a:xfrm>
          <a:prstGeom prst="rect">
            <a:avLst/>
          </a:prstGeom>
        </p:spPr>
        <p:txBody>
          <a:bodyPr wrap="square">
            <a:spAutoFit/>
          </a:bodyPr>
          <a:lstStyle/>
          <a:p>
            <a:pPr lvl="0" algn="ctr" rtl="1" fontAlgn="base">
              <a:spcBef>
                <a:spcPct val="0"/>
              </a:spcBef>
              <a:spcAft>
                <a:spcPct val="0"/>
              </a:spcAft>
            </a:pPr>
            <a:r>
              <a:rPr lang="fa-IR" sz="1600" b="1" dirty="0">
                <a:solidFill>
                  <a:srgbClr val="FFFFFF"/>
                </a:solidFill>
                <a:latin typeface="Times New Roman" panose="02020603050405020304" pitchFamily="18" charset="0"/>
                <a:cs typeface="B Nazanin" panose="00000400000000000000" pitchFamily="2" charset="-78"/>
              </a:rPr>
              <a:t>سیستم مدیریت همسان سازی</a:t>
            </a:r>
            <a:endParaRPr lang="en-US" sz="1600" b="1" dirty="0">
              <a:solidFill>
                <a:srgbClr val="FFFFFF"/>
              </a:solidFill>
              <a:latin typeface="Times New Roman" panose="02020603050405020304" pitchFamily="18" charset="0"/>
              <a:cs typeface="B Nazanin" panose="00000400000000000000" pitchFamily="2" charset="-78"/>
            </a:endParaRPr>
          </a:p>
        </p:txBody>
      </p:sp>
      <p:sp>
        <p:nvSpPr>
          <p:cNvPr id="32" name="Rectangle 31">
            <a:extLst>
              <a:ext uri="{FF2B5EF4-FFF2-40B4-BE49-F238E27FC236}">
                <a16:creationId xmlns="" xmlns:a16="http://schemas.microsoft.com/office/drawing/2014/main" id="{AC165A2D-60D3-440C-A112-7B419F7E72B2}"/>
              </a:ext>
            </a:extLst>
          </p:cNvPr>
          <p:cNvSpPr/>
          <p:nvPr/>
        </p:nvSpPr>
        <p:spPr>
          <a:xfrm>
            <a:off x="4529582" y="89171"/>
            <a:ext cx="1443038" cy="584775"/>
          </a:xfrm>
          <a:prstGeom prst="rect">
            <a:avLst/>
          </a:prstGeom>
        </p:spPr>
        <p:txBody>
          <a:bodyPr wrap="square">
            <a:spAutoFit/>
          </a:bodyPr>
          <a:lstStyle/>
          <a:p>
            <a:pPr lvl="0" algn="ctr" rtl="1" fontAlgn="base">
              <a:spcBef>
                <a:spcPct val="0"/>
              </a:spcBef>
              <a:spcAft>
                <a:spcPct val="0"/>
              </a:spcAft>
            </a:pPr>
            <a:r>
              <a:rPr lang="fa-IR" sz="1600" b="1" dirty="0">
                <a:solidFill>
                  <a:srgbClr val="FFFFFF"/>
                </a:solidFill>
                <a:latin typeface="Times New Roman" panose="02020603050405020304" pitchFamily="18" charset="0"/>
                <a:cs typeface="B Nazanin" panose="00000400000000000000" pitchFamily="2" charset="-78"/>
              </a:rPr>
              <a:t>سیستم مدیریت باتری</a:t>
            </a:r>
            <a:endParaRPr lang="en-US" sz="1600" b="1" dirty="0">
              <a:solidFill>
                <a:srgbClr val="FFFFFF"/>
              </a:solidFill>
              <a:latin typeface="Times New Roman" panose="02020603050405020304" pitchFamily="18" charset="0"/>
              <a:cs typeface="B Nazanin" panose="00000400000000000000" pitchFamily="2" charset="-78"/>
            </a:endParaRPr>
          </a:p>
        </p:txBody>
      </p:sp>
      <p:sp>
        <p:nvSpPr>
          <p:cNvPr id="33" name="TextBox 32">
            <a:extLst>
              <a:ext uri="{FF2B5EF4-FFF2-40B4-BE49-F238E27FC236}">
                <a16:creationId xmlns="" xmlns:a16="http://schemas.microsoft.com/office/drawing/2014/main" id="{F43469DC-7F5B-471E-BD74-ED709E621F63}"/>
              </a:ext>
            </a:extLst>
          </p:cNvPr>
          <p:cNvSpPr txBox="1"/>
          <p:nvPr/>
        </p:nvSpPr>
        <p:spPr>
          <a:xfrm>
            <a:off x="7741141" y="1726687"/>
            <a:ext cx="1151276" cy="369332"/>
          </a:xfrm>
          <a:prstGeom prst="rect">
            <a:avLst/>
          </a:prstGeom>
          <a:noFill/>
        </p:spPr>
        <p:txBody>
          <a:bodyPr wrap="none" rtlCol="0">
            <a:spAutoFit/>
          </a:bodyPr>
          <a:lstStyle/>
          <a:p>
            <a:pPr algn="r" rtl="1"/>
            <a:r>
              <a:rPr lang="fa-IR" b="1" dirty="0">
                <a:cs typeface="B Nazanin" panose="00000400000000000000" pitchFamily="2" charset="-78"/>
              </a:rPr>
              <a:t>انتقال مجاور</a:t>
            </a:r>
          </a:p>
        </p:txBody>
      </p:sp>
      <p:graphicFrame>
        <p:nvGraphicFramePr>
          <p:cNvPr id="16" name="Table 15"/>
          <p:cNvGraphicFramePr>
            <a:graphicFrameLocks noGrp="1"/>
          </p:cNvGraphicFramePr>
          <p:nvPr>
            <p:extLst/>
          </p:nvPr>
        </p:nvGraphicFramePr>
        <p:xfrm>
          <a:off x="98296" y="1292475"/>
          <a:ext cx="4513526" cy="762000"/>
        </p:xfrm>
        <a:graphic>
          <a:graphicData uri="http://schemas.openxmlformats.org/drawingml/2006/table">
            <a:tbl>
              <a:tblPr rtl="1" firstRow="1" firstCol="1" bandRow="1"/>
              <a:tblGrid>
                <a:gridCol w="1048385">
                  <a:extLst>
                    <a:ext uri="{9D8B030D-6E8A-4147-A177-3AD203B41FA5}">
                      <a16:colId xmlns="" xmlns:a16="http://schemas.microsoft.com/office/drawing/2014/main" val="20001"/>
                    </a:ext>
                  </a:extLst>
                </a:gridCol>
                <a:gridCol w="570548">
                  <a:extLst>
                    <a:ext uri="{9D8B030D-6E8A-4147-A177-3AD203B41FA5}">
                      <a16:colId xmlns="" xmlns:a16="http://schemas.microsoft.com/office/drawing/2014/main" val="20002"/>
                    </a:ext>
                  </a:extLst>
                </a:gridCol>
                <a:gridCol w="618172">
                  <a:extLst>
                    <a:ext uri="{9D8B030D-6E8A-4147-A177-3AD203B41FA5}">
                      <a16:colId xmlns="" xmlns:a16="http://schemas.microsoft.com/office/drawing/2014/main" val="20003"/>
                    </a:ext>
                  </a:extLst>
                </a:gridCol>
                <a:gridCol w="978535">
                  <a:extLst>
                    <a:ext uri="{9D8B030D-6E8A-4147-A177-3AD203B41FA5}">
                      <a16:colId xmlns="" xmlns:a16="http://schemas.microsoft.com/office/drawing/2014/main" val="20004"/>
                    </a:ext>
                  </a:extLst>
                </a:gridCol>
                <a:gridCol w="556260">
                  <a:extLst>
                    <a:ext uri="{9D8B030D-6E8A-4147-A177-3AD203B41FA5}">
                      <a16:colId xmlns="" xmlns:a16="http://schemas.microsoft.com/office/drawing/2014/main" val="20005"/>
                    </a:ext>
                  </a:extLst>
                </a:gridCol>
                <a:gridCol w="741626">
                  <a:extLst>
                    <a:ext uri="{9D8B030D-6E8A-4147-A177-3AD203B41FA5}">
                      <a16:colId xmlns="" xmlns:a16="http://schemas.microsoft.com/office/drawing/2014/main" val="20006"/>
                    </a:ext>
                  </a:extLst>
                </a:gridCol>
              </a:tblGrid>
              <a:tr h="381000">
                <a:tc>
                  <a:txBody>
                    <a:bodyPr/>
                    <a:lstStyle/>
                    <a:p>
                      <a:pPr marL="0" marR="0" algn="ctr" defTabSz="914400" rtl="1" eaLnBrk="1" latinLnBrk="0" hangingPunct="1">
                        <a:spcBef>
                          <a:spcPts val="600"/>
                        </a:spcBef>
                        <a:spcAft>
                          <a:spcPts val="600"/>
                        </a:spcAft>
                      </a:pPr>
                      <a:r>
                        <a:rPr lang="fa-IR" sz="1400" i="0" kern="1200" dirty="0">
                          <a:solidFill>
                            <a:schemeClr val="tx1"/>
                          </a:solidFill>
                          <a:effectLst/>
                          <a:latin typeface="Times New Roman" panose="02020603050405020304" pitchFamily="18" charset="0"/>
                          <a:ea typeface="Calibri" panose="020F0502020204030204" pitchFamily="34" charset="0"/>
                          <a:cs typeface="B Lotus" panose="00000400000000000000" pitchFamily="2" charset="-78"/>
                        </a:rPr>
                        <a:t>سادگی</a:t>
                      </a:r>
                      <a:r>
                        <a:rPr lang="fa-IR" sz="1400" i="0" kern="1200" baseline="0" dirty="0">
                          <a:solidFill>
                            <a:schemeClr val="tx1"/>
                          </a:solidFill>
                          <a:effectLst/>
                          <a:latin typeface="Times New Roman" panose="02020603050405020304" pitchFamily="18" charset="0"/>
                          <a:ea typeface="Calibri" panose="020F0502020204030204" pitchFamily="34" charset="0"/>
                          <a:cs typeface="B Lotus" panose="00000400000000000000" pitchFamily="2" charset="-78"/>
                        </a:rPr>
                        <a:t> </a:t>
                      </a:r>
                      <a:r>
                        <a:rPr lang="fa-IR" sz="1400" i="0" kern="1200" dirty="0">
                          <a:solidFill>
                            <a:schemeClr val="tx1"/>
                          </a:solidFill>
                          <a:effectLst/>
                          <a:latin typeface="Times New Roman" panose="02020603050405020304" pitchFamily="18" charset="0"/>
                          <a:ea typeface="Calibri" panose="020F0502020204030204" pitchFamily="34" charset="0"/>
                          <a:cs typeface="B Lotus" panose="00000400000000000000" pitchFamily="2" charset="-78"/>
                        </a:rPr>
                        <a:t>الگوریتم</a:t>
                      </a:r>
                      <a:endParaRPr lang="en-US" sz="1400" i="0" kern="1200" dirty="0">
                        <a:solidFill>
                          <a:schemeClr val="tx1"/>
                        </a:solidFill>
                        <a:effectLst/>
                        <a:latin typeface="Times New Roman" panose="02020603050405020304" pitchFamily="18" charset="0"/>
                        <a:ea typeface="Calibri" panose="020F0502020204030204" pitchFamily="34" charset="0"/>
                        <a:cs typeface="B Lotus" panose="00000400000000000000" pitchFamily="2" charset="-78"/>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chemeClr val="accent6">
                        <a:lumMod val="60000"/>
                        <a:lumOff val="40000"/>
                      </a:schemeClr>
                    </a:solidFill>
                  </a:tcPr>
                </a:tc>
                <a:tc>
                  <a:txBody>
                    <a:bodyPr/>
                    <a:lstStyle/>
                    <a:p>
                      <a:pPr marL="0" marR="0" algn="ctr" defTabSz="914400" rtl="1" eaLnBrk="1" latinLnBrk="0" hangingPunct="1">
                        <a:spcBef>
                          <a:spcPts val="600"/>
                        </a:spcBef>
                        <a:spcAft>
                          <a:spcPts val="600"/>
                        </a:spcAft>
                      </a:pPr>
                      <a:r>
                        <a:rPr lang="fa-IR" sz="1400" i="0" kern="1200" dirty="0">
                          <a:solidFill>
                            <a:schemeClr val="tx1"/>
                          </a:solidFill>
                          <a:effectLst/>
                          <a:latin typeface="Times New Roman" panose="02020603050405020304" pitchFamily="18" charset="0"/>
                          <a:ea typeface="Calibri" panose="020F0502020204030204" pitchFamily="34" charset="0"/>
                          <a:cs typeface="B Lotus" panose="00000400000000000000" pitchFamily="2" charset="-78"/>
                        </a:rPr>
                        <a:t>راندمان</a:t>
                      </a:r>
                      <a:endParaRPr lang="en-US" sz="1400" i="0" kern="1200" dirty="0">
                        <a:solidFill>
                          <a:schemeClr val="tx1"/>
                        </a:solidFill>
                        <a:effectLst/>
                        <a:latin typeface="Times New Roman" panose="02020603050405020304" pitchFamily="18" charset="0"/>
                        <a:ea typeface="Calibri" panose="020F0502020204030204" pitchFamily="34" charset="0"/>
                        <a:cs typeface="B Lotus" panose="00000400000000000000" pitchFamily="2" charset="-78"/>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chemeClr val="accent6">
                        <a:lumMod val="60000"/>
                        <a:lumOff val="40000"/>
                      </a:schemeClr>
                    </a:solidFill>
                  </a:tcPr>
                </a:tc>
                <a:tc>
                  <a:txBody>
                    <a:bodyPr/>
                    <a:lstStyle/>
                    <a:p>
                      <a:pPr marL="0" marR="0" algn="ctr" defTabSz="914400" rtl="1" eaLnBrk="1" latinLnBrk="0" hangingPunct="1">
                        <a:spcBef>
                          <a:spcPts val="600"/>
                        </a:spcBef>
                        <a:spcAft>
                          <a:spcPts val="600"/>
                        </a:spcAft>
                      </a:pPr>
                      <a:r>
                        <a:rPr lang="fa-IR" sz="1400" i="0" kern="1200" dirty="0" err="1">
                          <a:solidFill>
                            <a:schemeClr val="tx1"/>
                          </a:solidFill>
                          <a:effectLst/>
                          <a:latin typeface="Times New Roman" panose="02020603050405020304" pitchFamily="18" charset="0"/>
                          <a:ea typeface="Calibri" panose="020F0502020204030204" pitchFamily="34" charset="0"/>
                          <a:cs typeface="B Lotus" panose="00000400000000000000" pitchFamily="2" charset="-78"/>
                        </a:rPr>
                        <a:t>جانمایی</a:t>
                      </a:r>
                      <a:endParaRPr lang="en-US" sz="1400" i="0" kern="1200" dirty="0">
                        <a:solidFill>
                          <a:schemeClr val="tx1"/>
                        </a:solidFill>
                        <a:effectLst/>
                        <a:latin typeface="Times New Roman" panose="02020603050405020304" pitchFamily="18" charset="0"/>
                        <a:ea typeface="Calibri" panose="020F0502020204030204" pitchFamily="34" charset="0"/>
                        <a:cs typeface="B Lotus" panose="00000400000000000000" pitchFamily="2" charset="-78"/>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chemeClr val="accent6">
                        <a:lumMod val="60000"/>
                        <a:lumOff val="40000"/>
                      </a:schemeClr>
                    </a:solidFill>
                  </a:tcPr>
                </a:tc>
                <a:tc>
                  <a:txBody>
                    <a:bodyPr/>
                    <a:lstStyle/>
                    <a:p>
                      <a:pPr marL="0" marR="0" algn="ctr" defTabSz="914400" rtl="1" eaLnBrk="1" latinLnBrk="0" hangingPunct="1">
                        <a:spcBef>
                          <a:spcPts val="600"/>
                        </a:spcBef>
                        <a:spcAft>
                          <a:spcPts val="600"/>
                        </a:spcAft>
                      </a:pPr>
                      <a:r>
                        <a:rPr lang="fa-IR" sz="1400" i="0" kern="1200" dirty="0">
                          <a:solidFill>
                            <a:schemeClr val="tx1"/>
                          </a:solidFill>
                          <a:effectLst/>
                          <a:latin typeface="Times New Roman" panose="02020603050405020304" pitchFamily="18" charset="0"/>
                          <a:ea typeface="Calibri" panose="020F0502020204030204" pitchFamily="34" charset="0"/>
                          <a:cs typeface="B Lotus" panose="00000400000000000000" pitchFamily="2" charset="-78"/>
                        </a:rPr>
                        <a:t>صرفه اقتصادی</a:t>
                      </a:r>
                      <a:endParaRPr lang="en-US" sz="1400" i="0" kern="1200" dirty="0">
                        <a:solidFill>
                          <a:schemeClr val="tx1"/>
                        </a:solidFill>
                        <a:effectLst/>
                        <a:latin typeface="Times New Roman" panose="02020603050405020304" pitchFamily="18" charset="0"/>
                        <a:ea typeface="Calibri" panose="020F0502020204030204" pitchFamily="34" charset="0"/>
                        <a:cs typeface="B Lotus" panose="00000400000000000000" pitchFamily="2" charset="-78"/>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chemeClr val="accent6">
                        <a:lumMod val="60000"/>
                        <a:lumOff val="40000"/>
                      </a:schemeClr>
                    </a:solidFill>
                  </a:tcPr>
                </a:tc>
                <a:tc>
                  <a:txBody>
                    <a:bodyPr/>
                    <a:lstStyle/>
                    <a:p>
                      <a:pPr marL="0" marR="0" algn="ctr" defTabSz="914400" rtl="1" eaLnBrk="1" latinLnBrk="0" hangingPunct="1">
                        <a:spcBef>
                          <a:spcPts val="600"/>
                        </a:spcBef>
                        <a:spcAft>
                          <a:spcPts val="600"/>
                        </a:spcAft>
                      </a:pPr>
                      <a:r>
                        <a:rPr lang="fa-IR" sz="1400" i="0" kern="1200">
                          <a:solidFill>
                            <a:schemeClr val="tx1"/>
                          </a:solidFill>
                          <a:effectLst/>
                          <a:latin typeface="Times New Roman" panose="02020603050405020304" pitchFamily="18" charset="0"/>
                          <a:ea typeface="Calibri" panose="020F0502020204030204" pitchFamily="34" charset="0"/>
                          <a:cs typeface="B Lotus" panose="00000400000000000000" pitchFamily="2" charset="-78"/>
                        </a:rPr>
                        <a:t>سرعت</a:t>
                      </a:r>
                      <a:endParaRPr lang="en-US" sz="1400" i="0" kern="1200">
                        <a:solidFill>
                          <a:schemeClr val="tx1"/>
                        </a:solidFill>
                        <a:effectLst/>
                        <a:latin typeface="Times New Roman" panose="02020603050405020304" pitchFamily="18" charset="0"/>
                        <a:ea typeface="Calibri" panose="020F0502020204030204" pitchFamily="34" charset="0"/>
                        <a:cs typeface="B Lotus" panose="00000400000000000000" pitchFamily="2" charset="-78"/>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chemeClr val="accent6">
                        <a:lumMod val="60000"/>
                        <a:lumOff val="40000"/>
                      </a:schemeClr>
                    </a:solidFill>
                  </a:tcPr>
                </a:tc>
                <a:tc>
                  <a:txBody>
                    <a:bodyPr/>
                    <a:lstStyle/>
                    <a:p>
                      <a:pPr marL="0" marR="0" algn="ctr" defTabSz="914400" rtl="1" eaLnBrk="1" latinLnBrk="0" hangingPunct="1">
                        <a:spcBef>
                          <a:spcPts val="600"/>
                        </a:spcBef>
                        <a:spcAft>
                          <a:spcPts val="600"/>
                        </a:spcAft>
                      </a:pPr>
                      <a:r>
                        <a:rPr lang="fa-IR" sz="1400" i="0" kern="1200" dirty="0">
                          <a:solidFill>
                            <a:schemeClr val="tx1"/>
                          </a:solidFill>
                          <a:effectLst/>
                          <a:latin typeface="Times New Roman" panose="02020603050405020304" pitchFamily="18" charset="0"/>
                          <a:ea typeface="Calibri" panose="020F0502020204030204" pitchFamily="34" charset="0"/>
                          <a:cs typeface="B Lotus" panose="00000400000000000000" pitchFamily="2" charset="-78"/>
                        </a:rPr>
                        <a:t>امتیاز</a:t>
                      </a:r>
                      <a:r>
                        <a:rPr lang="fa-IR" sz="1400" i="0" kern="1200" baseline="0" dirty="0">
                          <a:solidFill>
                            <a:schemeClr val="tx1"/>
                          </a:solidFill>
                          <a:effectLst/>
                          <a:latin typeface="Times New Roman" panose="02020603050405020304" pitchFamily="18" charset="0"/>
                          <a:ea typeface="Calibri" panose="020F0502020204030204" pitchFamily="34" charset="0"/>
                          <a:cs typeface="B Lotus" panose="00000400000000000000" pitchFamily="2" charset="-78"/>
                        </a:rPr>
                        <a:t> نهایی</a:t>
                      </a:r>
                      <a:endParaRPr lang="en-US" sz="1400" i="0" kern="1200" dirty="0">
                        <a:solidFill>
                          <a:schemeClr val="tx1"/>
                        </a:solidFill>
                        <a:effectLst/>
                        <a:latin typeface="Times New Roman" panose="02020603050405020304" pitchFamily="18" charset="0"/>
                        <a:ea typeface="Calibri" panose="020F0502020204030204" pitchFamily="34" charset="0"/>
                        <a:cs typeface="B Lotus" panose="00000400000000000000" pitchFamily="2" charset="-78"/>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chemeClr val="accent6">
                        <a:lumMod val="60000"/>
                        <a:lumOff val="40000"/>
                      </a:schemeClr>
                    </a:solidFill>
                  </a:tcPr>
                </a:tc>
                <a:extLst>
                  <a:ext uri="{0D108BD9-81ED-4DB2-BD59-A6C34878D82A}">
                    <a16:rowId xmlns="" xmlns:a16="http://schemas.microsoft.com/office/drawing/2014/main" val="10000"/>
                  </a:ext>
                </a:extLst>
              </a:tr>
              <a:tr h="381000">
                <a:tc>
                  <a:txBody>
                    <a:bodyPr/>
                    <a:lstStyle/>
                    <a:p>
                      <a:pPr marL="0" marR="0" algn="ctr" rtl="1">
                        <a:spcBef>
                          <a:spcPts val="600"/>
                        </a:spcBef>
                        <a:spcAft>
                          <a:spcPts val="600"/>
                        </a:spcAft>
                      </a:pPr>
                      <a:r>
                        <a:rPr lang="fa-IR" sz="1400" i="0" dirty="0">
                          <a:effectLst/>
                          <a:latin typeface="Times New Roman" panose="02020603050405020304" pitchFamily="18" charset="0"/>
                          <a:ea typeface="Calibri" panose="020F0502020204030204" pitchFamily="34" charset="0"/>
                          <a:cs typeface="B Lotus" panose="00000400000000000000" pitchFamily="2" charset="-78"/>
                        </a:rPr>
                        <a:t>5</a:t>
                      </a:r>
                      <a:endParaRPr lang="en-US" sz="1200" i="1" dirty="0">
                        <a:effectLst/>
                        <a:latin typeface="Times New Roman" panose="02020603050405020304" pitchFamily="18" charset="0"/>
                        <a:ea typeface="Calibri" panose="020F0502020204030204" pitchFamily="34" charset="0"/>
                        <a:cs typeface="B Lotus" panose="00000400000000000000" pitchFamily="2" charset="-78"/>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marL="0" marR="0" algn="ctr" rtl="1">
                        <a:spcBef>
                          <a:spcPts val="600"/>
                        </a:spcBef>
                        <a:spcAft>
                          <a:spcPts val="600"/>
                        </a:spcAft>
                      </a:pPr>
                      <a:r>
                        <a:rPr lang="fa-IR" sz="1400" i="0" dirty="0">
                          <a:effectLst/>
                          <a:latin typeface="Times New Roman" panose="02020603050405020304" pitchFamily="18" charset="0"/>
                          <a:ea typeface="Calibri" panose="020F0502020204030204" pitchFamily="34" charset="0"/>
                          <a:cs typeface="B Lotus" panose="00000400000000000000" pitchFamily="2" charset="-78"/>
                        </a:rPr>
                        <a:t>1</a:t>
                      </a:r>
                      <a:endParaRPr lang="en-US" sz="1200" i="1" dirty="0">
                        <a:effectLst/>
                        <a:latin typeface="Times New Roman" panose="02020603050405020304" pitchFamily="18" charset="0"/>
                        <a:ea typeface="Calibri" panose="020F0502020204030204" pitchFamily="34" charset="0"/>
                        <a:cs typeface="B Lotus" panose="00000400000000000000" pitchFamily="2" charset="-78"/>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marL="0" marR="0" algn="ctr" rtl="1">
                        <a:spcBef>
                          <a:spcPts val="600"/>
                        </a:spcBef>
                        <a:spcAft>
                          <a:spcPts val="600"/>
                        </a:spcAft>
                      </a:pPr>
                      <a:r>
                        <a:rPr lang="fa-IR" sz="1400" i="0" dirty="0">
                          <a:effectLst/>
                          <a:latin typeface="Times New Roman" panose="02020603050405020304" pitchFamily="18" charset="0"/>
                          <a:ea typeface="Calibri" panose="020F0502020204030204" pitchFamily="34" charset="0"/>
                          <a:cs typeface="B Lotus" panose="00000400000000000000" pitchFamily="2" charset="-78"/>
                        </a:rPr>
                        <a:t>3</a:t>
                      </a:r>
                      <a:endParaRPr lang="en-US" sz="1200" i="1" dirty="0">
                        <a:effectLst/>
                        <a:latin typeface="Times New Roman" panose="02020603050405020304" pitchFamily="18" charset="0"/>
                        <a:ea typeface="Calibri" panose="020F0502020204030204" pitchFamily="34" charset="0"/>
                        <a:cs typeface="B Lotus" panose="00000400000000000000" pitchFamily="2" charset="-78"/>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marL="0" marR="0" algn="ctr" rtl="1">
                        <a:spcBef>
                          <a:spcPts val="600"/>
                        </a:spcBef>
                        <a:spcAft>
                          <a:spcPts val="600"/>
                        </a:spcAft>
                      </a:pPr>
                      <a:r>
                        <a:rPr lang="fa-IR" sz="1400" i="0" dirty="0">
                          <a:effectLst/>
                          <a:latin typeface="Times New Roman" panose="02020603050405020304" pitchFamily="18" charset="0"/>
                          <a:ea typeface="Calibri" panose="020F0502020204030204" pitchFamily="34" charset="0"/>
                          <a:cs typeface="B Lotus" panose="00000400000000000000" pitchFamily="2" charset="-78"/>
                        </a:rPr>
                        <a:t>5</a:t>
                      </a:r>
                      <a:endParaRPr lang="en-US" sz="1200" i="1" dirty="0">
                        <a:effectLst/>
                        <a:latin typeface="Times New Roman" panose="02020603050405020304" pitchFamily="18" charset="0"/>
                        <a:ea typeface="Calibri" panose="020F0502020204030204" pitchFamily="34" charset="0"/>
                        <a:cs typeface="B Lotus" panose="00000400000000000000" pitchFamily="2" charset="-78"/>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marL="0" marR="0" algn="ctr" rtl="1">
                        <a:spcBef>
                          <a:spcPts val="600"/>
                        </a:spcBef>
                        <a:spcAft>
                          <a:spcPts val="600"/>
                        </a:spcAft>
                      </a:pPr>
                      <a:r>
                        <a:rPr lang="fa-IR" sz="1400" i="0" dirty="0">
                          <a:effectLst/>
                          <a:latin typeface="Times New Roman" panose="02020603050405020304" pitchFamily="18" charset="0"/>
                          <a:ea typeface="Calibri" panose="020F0502020204030204" pitchFamily="34" charset="0"/>
                          <a:cs typeface="B Lotus" panose="00000400000000000000" pitchFamily="2" charset="-78"/>
                        </a:rPr>
                        <a:t>1/6</a:t>
                      </a:r>
                      <a:endParaRPr lang="en-US" sz="1200" i="1" dirty="0">
                        <a:effectLst/>
                        <a:latin typeface="Times New Roman" panose="02020603050405020304" pitchFamily="18" charset="0"/>
                        <a:ea typeface="Calibri" panose="020F0502020204030204" pitchFamily="34" charset="0"/>
                        <a:cs typeface="B Lotus" panose="00000400000000000000" pitchFamily="2" charset="-78"/>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marL="0" marR="0" algn="ctr" rtl="1">
                        <a:spcBef>
                          <a:spcPts val="600"/>
                        </a:spcBef>
                        <a:spcAft>
                          <a:spcPts val="600"/>
                        </a:spcAft>
                      </a:pPr>
                      <a:r>
                        <a:rPr lang="fa-IR" sz="1400" i="0" dirty="0">
                          <a:effectLst/>
                          <a:latin typeface="Times New Roman" panose="02020603050405020304" pitchFamily="18" charset="0"/>
                          <a:ea typeface="Calibri" panose="020F0502020204030204" pitchFamily="34" charset="0"/>
                          <a:cs typeface="B Lotus" panose="00000400000000000000" pitchFamily="2" charset="-78"/>
                        </a:rPr>
                        <a:t>3/1</a:t>
                      </a:r>
                      <a:endParaRPr lang="en-US" sz="1200" i="1" dirty="0">
                        <a:effectLst/>
                        <a:latin typeface="Times New Roman" panose="02020603050405020304" pitchFamily="18" charset="0"/>
                        <a:ea typeface="Calibri" panose="020F0502020204030204" pitchFamily="34" charset="0"/>
                        <a:cs typeface="B Lotus" panose="00000400000000000000" pitchFamily="2" charset="-78"/>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extLst>
                  <a:ext uri="{0D108BD9-81ED-4DB2-BD59-A6C34878D82A}">
                    <a16:rowId xmlns="" xmlns:a16="http://schemas.microsoft.com/office/drawing/2014/main" val="10004"/>
                  </a:ext>
                </a:extLst>
              </a:tr>
            </a:tbl>
          </a:graphicData>
        </a:graphic>
      </p:graphicFrame>
      <p:sp>
        <p:nvSpPr>
          <p:cNvPr id="19" name="Slide Number Placeholder 3">
            <a:extLst>
              <a:ext uri="{FF2B5EF4-FFF2-40B4-BE49-F238E27FC236}">
                <a16:creationId xmlns="" xmlns:a16="http://schemas.microsoft.com/office/drawing/2014/main" id="{FEFB061F-8AAB-4535-B272-1BA4D5A77191}"/>
              </a:ext>
            </a:extLst>
          </p:cNvPr>
          <p:cNvSpPr txBox="1">
            <a:spLocks/>
          </p:cNvSpPr>
          <p:nvPr/>
        </p:nvSpPr>
        <p:spPr>
          <a:xfrm>
            <a:off x="8965" y="6090313"/>
            <a:ext cx="676835" cy="767687"/>
          </a:xfrm>
          <a:prstGeom prst="rect">
            <a:avLst/>
          </a:prstGeom>
        </p:spPr>
        <p:txBody>
          <a:bodyPr vert="horz" lIns="91440" tIns="45720" rIns="91440" bIns="45720" rtlCol="0" anchor="ctr"/>
          <a:lstStyle>
            <a:defPPr>
              <a:defRPr lang="en-US"/>
            </a:defPPr>
            <a:lvl1pPr marL="0" algn="l" defTabSz="914400" rtl="0" eaLnBrk="1" latinLnBrk="0" hangingPunct="1">
              <a:defRPr sz="1400" b="1" kern="1200">
                <a:solidFill>
                  <a:srgbClr val="FFFFFF"/>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rtl="1"/>
            <a:fld id="{E8ADF199-8047-440E-B02B-E80683B392F2}" type="slidenum">
              <a:rPr lang="fa-IR" sz="1800" smtClean="0">
                <a:solidFill>
                  <a:schemeClr val="tx1"/>
                </a:solidFill>
                <a:cs typeface="B Lotus" panose="00000400000000000000" pitchFamily="2" charset="-78"/>
              </a:rPr>
              <a:pPr rtl="1"/>
              <a:t>82</a:t>
            </a:fld>
            <a:endParaRPr lang="fa-IR" sz="1800" dirty="0">
              <a:solidFill>
                <a:schemeClr val="tx1"/>
              </a:solidFill>
              <a:cs typeface="B Lotus" panose="00000400000000000000" pitchFamily="2" charset="-78"/>
            </a:endParaRPr>
          </a:p>
        </p:txBody>
      </p:sp>
    </p:spTree>
    <p:extLst>
      <p:ext uri="{BB962C8B-B14F-4D97-AF65-F5344CB8AC3E}">
        <p14:creationId xmlns:p14="http://schemas.microsoft.com/office/powerpoint/2010/main" val="395335320"/>
      </p:ext>
    </p:extLst>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5" name="Picture 14"/>
          <p:cNvPicPr/>
          <p:nvPr/>
        </p:nvPicPr>
        <p:blipFill rotWithShape="1">
          <a:blip r:embed="rId3">
            <a:extLst>
              <a:ext uri="{28A0092B-C50C-407E-A947-70E740481C1C}">
                <a14:useLocalDpi xmlns:a14="http://schemas.microsoft.com/office/drawing/2010/main" val="0"/>
              </a:ext>
            </a:extLst>
          </a:blip>
          <a:srcRect l="7873"/>
          <a:stretch/>
        </p:blipFill>
        <p:spPr bwMode="auto">
          <a:xfrm>
            <a:off x="326604" y="2057400"/>
            <a:ext cx="8283996" cy="4045227"/>
          </a:xfrm>
          <a:prstGeom prst="rect">
            <a:avLst/>
          </a:prstGeom>
          <a:noFill/>
          <a:ln>
            <a:noFill/>
          </a:ln>
          <a:extLst>
            <a:ext uri="{53640926-AAD7-44D8-BBD7-CCE9431645EC}">
              <a14:shadowObscured xmlns:a14="http://schemas.microsoft.com/office/drawing/2010/main"/>
            </a:ext>
          </a:extLst>
        </p:spPr>
      </p:pic>
      <p:sp>
        <p:nvSpPr>
          <p:cNvPr id="18" name="Rounded Rectangle 175">
            <a:extLst>
              <a:ext uri="{FF2B5EF4-FFF2-40B4-BE49-F238E27FC236}">
                <a16:creationId xmlns="" xmlns:a16="http://schemas.microsoft.com/office/drawing/2014/main" id="{D8E27344-2AB1-4A61-B14B-D9C7962F785E}"/>
              </a:ext>
            </a:extLst>
          </p:cNvPr>
          <p:cNvSpPr/>
          <p:nvPr/>
        </p:nvSpPr>
        <p:spPr bwMode="auto">
          <a:xfrm>
            <a:off x="6324600" y="1066930"/>
            <a:ext cx="2922494" cy="418072"/>
          </a:xfrm>
          <a:prstGeom prst="roundRect">
            <a:avLst/>
          </a:prstGeom>
          <a:solidFill>
            <a:srgbClr val="3D81BF">
              <a:lumMod val="75000"/>
            </a:srgbClr>
          </a:solidFill>
          <a:ln w="9525" cap="flat" cmpd="sng" algn="ctr">
            <a:solidFill>
              <a:srgbClr val="000000"/>
            </a:solidFill>
            <a:prstDash val="solid"/>
            <a:round/>
            <a:headEnd type="none" w="med" len="med"/>
            <a:tailEnd type="none" w="med" len="med"/>
          </a:ln>
          <a:effectLst>
            <a:reflection blurRad="6350" stA="50000" endA="300" endPos="55000" dir="5400000" sy="-100000" algn="bl" rotWithShape="0"/>
          </a:effectLst>
          <a:scene3d>
            <a:camera prst="isometricOffAxis2Left"/>
            <a:lightRig rig="threePt" dir="t"/>
          </a:scene3d>
        </p:spPr>
        <p:txBody>
          <a:bodyPr vert="horz" wrap="square" lIns="91440" tIns="45720" rIns="91440" bIns="45720" numCol="1" rtlCol="0" anchor="t" anchorCtr="0" compatLnSpc="1">
            <a:prstTxWarp prst="textNoShape">
              <a:avLst/>
            </a:prstTxWarp>
          </a:bodyPr>
          <a:lstStyle/>
          <a:p>
            <a:pPr lvl="0" algn="ctr" rtl="1" fontAlgn="base">
              <a:spcBef>
                <a:spcPct val="0"/>
              </a:spcBef>
              <a:spcAft>
                <a:spcPct val="0"/>
              </a:spcAft>
            </a:pPr>
            <a:r>
              <a:rPr lang="fa-IR" sz="2000" b="1" dirty="0">
                <a:solidFill>
                  <a:srgbClr val="FFFFFF"/>
                </a:solidFill>
                <a:latin typeface="Times New Roman" panose="02020603050405020304" pitchFamily="18" charset="0"/>
                <a:cs typeface="B Nazanin" panose="00000400000000000000" pitchFamily="2" charset="-78"/>
              </a:rPr>
              <a:t>سیستم مدیریت همسان سازی</a:t>
            </a:r>
            <a:endParaRPr lang="en-US" sz="2000" b="1" dirty="0">
              <a:solidFill>
                <a:srgbClr val="FFFFFF"/>
              </a:solidFill>
              <a:latin typeface="Times New Roman" panose="02020603050405020304" pitchFamily="18" charset="0"/>
              <a:cs typeface="B Nazanin" panose="00000400000000000000" pitchFamily="2" charset="-78"/>
            </a:endParaRPr>
          </a:p>
        </p:txBody>
      </p:sp>
      <p:pic>
        <p:nvPicPr>
          <p:cNvPr id="24" name="Picture 23" descr="پرونده:Azad University logo.png - ویکی‌پدیا، دانشنامهٔ آزاد">
            <a:extLst>
              <a:ext uri="{FF2B5EF4-FFF2-40B4-BE49-F238E27FC236}">
                <a16:creationId xmlns="" xmlns:a16="http://schemas.microsoft.com/office/drawing/2014/main" id="{FA988D60-670C-406B-B8FB-D5A0053424E9}"/>
              </a:ext>
            </a:extLst>
          </p:cNvPr>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8610600" y="0"/>
            <a:ext cx="533400" cy="822959"/>
          </a:xfrm>
          <a:prstGeom prst="rect">
            <a:avLst/>
          </a:prstGeom>
          <a:noFill/>
          <a:ln>
            <a:noFill/>
          </a:ln>
        </p:spPr>
      </p:pic>
      <p:sp>
        <p:nvSpPr>
          <p:cNvPr id="25" name="AutoShape 10">
            <a:extLst>
              <a:ext uri="{FF2B5EF4-FFF2-40B4-BE49-F238E27FC236}">
                <a16:creationId xmlns="" xmlns:a16="http://schemas.microsoft.com/office/drawing/2014/main" id="{96E6A76C-5024-445C-8373-4A127C8598B1}"/>
              </a:ext>
            </a:extLst>
          </p:cNvPr>
          <p:cNvSpPr>
            <a:spLocks noChangeArrowheads="1"/>
          </p:cNvSpPr>
          <p:nvPr/>
        </p:nvSpPr>
        <p:spPr bwMode="gray">
          <a:xfrm flipH="1">
            <a:off x="6244699" y="57140"/>
            <a:ext cx="2137301" cy="649224"/>
          </a:xfrm>
          <a:prstGeom prst="chevron">
            <a:avLst>
              <a:gd name="adj" fmla="val 17842"/>
            </a:avLst>
          </a:prstGeom>
          <a:gradFill rotWithShape="1">
            <a:gsLst>
              <a:gs pos="0">
                <a:srgbClr val="84B09A">
                  <a:gamma/>
                  <a:shade val="46275"/>
                  <a:invGamma/>
                </a:srgbClr>
              </a:gs>
              <a:gs pos="50000">
                <a:srgbClr val="84B09A"/>
              </a:gs>
              <a:gs pos="100000">
                <a:srgbClr val="84B09A">
                  <a:gamma/>
                  <a:shade val="46275"/>
                  <a:invGamma/>
                </a:srgbClr>
              </a:gs>
            </a:gsLst>
            <a:lin ang="2700000" scaled="1"/>
          </a:gradFill>
          <a:ln w="38100">
            <a:solidFill>
              <a:srgbClr val="EAEAEA"/>
            </a:solidFill>
            <a:miter lim="800000"/>
            <a:headEnd/>
            <a:tailEnd/>
          </a:ln>
          <a:effectLst>
            <a:outerShdw dist="109250" dir="3267739" algn="ctr" rotWithShape="0">
              <a:srgbClr val="333333">
                <a:alpha val="50000"/>
              </a:srgbClr>
            </a:outerShdw>
          </a:effectLst>
        </p:spPr>
        <p:txBody>
          <a:bodyPr wrap="square" anchor="ctr">
            <a:spAutoFit/>
          </a:bodyPr>
          <a:lstStyle/>
          <a:p>
            <a:pPr algn="ctr" fontAlgn="base">
              <a:spcBef>
                <a:spcPct val="0"/>
              </a:spcBef>
              <a:spcAft>
                <a:spcPct val="0"/>
              </a:spcAft>
            </a:pPr>
            <a:endParaRPr lang="en-US" kern="0">
              <a:solidFill>
                <a:srgbClr val="3D81BF"/>
              </a:solidFill>
            </a:endParaRPr>
          </a:p>
        </p:txBody>
      </p:sp>
      <p:sp>
        <p:nvSpPr>
          <p:cNvPr id="26" name="AutoShape 3">
            <a:extLst>
              <a:ext uri="{FF2B5EF4-FFF2-40B4-BE49-F238E27FC236}">
                <a16:creationId xmlns="" xmlns:a16="http://schemas.microsoft.com/office/drawing/2014/main" id="{C71EB997-3681-42CE-8D12-DC0BC893643A}"/>
              </a:ext>
            </a:extLst>
          </p:cNvPr>
          <p:cNvSpPr>
            <a:spLocks noChangeArrowheads="1"/>
          </p:cNvSpPr>
          <p:nvPr/>
        </p:nvSpPr>
        <p:spPr bwMode="gray">
          <a:xfrm flipH="1">
            <a:off x="161662" y="57140"/>
            <a:ext cx="1970868" cy="651510"/>
          </a:xfrm>
          <a:prstGeom prst="chevron">
            <a:avLst>
              <a:gd name="adj" fmla="val 17009"/>
            </a:avLst>
          </a:prstGeom>
          <a:gradFill rotWithShape="1">
            <a:gsLst>
              <a:gs pos="0">
                <a:srgbClr val="84B09A">
                  <a:gamma/>
                  <a:shade val="46275"/>
                  <a:invGamma/>
                </a:srgbClr>
              </a:gs>
              <a:gs pos="50000">
                <a:srgbClr val="84B09A"/>
              </a:gs>
              <a:gs pos="100000">
                <a:srgbClr val="84B09A">
                  <a:gamma/>
                  <a:shade val="46275"/>
                  <a:invGamma/>
                </a:srgbClr>
              </a:gs>
            </a:gsLst>
            <a:lin ang="2700000" scaled="1"/>
          </a:gradFill>
          <a:ln w="38100">
            <a:solidFill>
              <a:srgbClr val="EAEAEA"/>
            </a:solidFill>
            <a:miter lim="800000"/>
            <a:headEnd/>
            <a:tailEnd/>
          </a:ln>
          <a:effectLst>
            <a:outerShdw dist="109250" dir="3267739" algn="ctr" rotWithShape="0">
              <a:srgbClr val="333333">
                <a:alpha val="50000"/>
              </a:srgbClr>
            </a:outerShdw>
          </a:effectLst>
        </p:spPr>
        <p:txBody>
          <a:bodyPr wrap="square" anchor="ctr">
            <a:spAutoFit/>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endParaRPr>
          </a:p>
        </p:txBody>
      </p:sp>
      <p:sp>
        <p:nvSpPr>
          <p:cNvPr id="27" name="Rectangle 26">
            <a:extLst>
              <a:ext uri="{FF2B5EF4-FFF2-40B4-BE49-F238E27FC236}">
                <a16:creationId xmlns="" xmlns:a16="http://schemas.microsoft.com/office/drawing/2014/main" id="{C48087A2-0F0F-40A0-A837-05942D40B928}"/>
              </a:ext>
            </a:extLst>
          </p:cNvPr>
          <p:cNvSpPr/>
          <p:nvPr/>
        </p:nvSpPr>
        <p:spPr>
          <a:xfrm>
            <a:off x="431672" y="189466"/>
            <a:ext cx="1443038" cy="338554"/>
          </a:xfrm>
          <a:prstGeom prst="rect">
            <a:avLst/>
          </a:prstGeom>
        </p:spPr>
        <p:txBody>
          <a:bodyPr wrap="square">
            <a:spAutoFit/>
          </a:bodyPr>
          <a:lstStyle/>
          <a:p>
            <a:pPr lvl="0" algn="ctr" rtl="1" fontAlgn="base">
              <a:spcBef>
                <a:spcPct val="0"/>
              </a:spcBef>
              <a:spcAft>
                <a:spcPct val="0"/>
              </a:spcAft>
            </a:pPr>
            <a:r>
              <a:rPr lang="fa-IR" sz="1600" b="1" dirty="0">
                <a:solidFill>
                  <a:srgbClr val="FFFFFF"/>
                </a:solidFill>
                <a:latin typeface="Times New Roman" panose="02020603050405020304" pitchFamily="18" charset="0"/>
                <a:cs typeface="B Nazanin" panose="00000400000000000000" pitchFamily="2" charset="-78"/>
              </a:rPr>
              <a:t>مقالات اخیر</a:t>
            </a:r>
            <a:endParaRPr lang="en-US" sz="1600" b="1" dirty="0">
              <a:solidFill>
                <a:srgbClr val="FFFFFF"/>
              </a:solidFill>
              <a:latin typeface="Times New Roman" panose="02020603050405020304" pitchFamily="18" charset="0"/>
              <a:cs typeface="B Nazanin" panose="00000400000000000000" pitchFamily="2" charset="-78"/>
            </a:endParaRPr>
          </a:p>
        </p:txBody>
      </p:sp>
      <p:sp>
        <p:nvSpPr>
          <p:cNvPr id="28" name="Rectangle 27">
            <a:extLst>
              <a:ext uri="{FF2B5EF4-FFF2-40B4-BE49-F238E27FC236}">
                <a16:creationId xmlns="" xmlns:a16="http://schemas.microsoft.com/office/drawing/2014/main" id="{BF9CF44D-C94F-4B09-AF24-15EACD7BE0F4}"/>
              </a:ext>
            </a:extLst>
          </p:cNvPr>
          <p:cNvSpPr/>
          <p:nvPr/>
        </p:nvSpPr>
        <p:spPr>
          <a:xfrm>
            <a:off x="6499957" y="197162"/>
            <a:ext cx="1626786" cy="323165"/>
          </a:xfrm>
          <a:prstGeom prst="rect">
            <a:avLst/>
          </a:prstGeom>
        </p:spPr>
        <p:txBody>
          <a:bodyPr wrap="square">
            <a:spAutoFit/>
          </a:bodyPr>
          <a:lstStyle/>
          <a:p>
            <a:pPr lvl="0" algn="ctr" fontAlgn="base">
              <a:spcBef>
                <a:spcPct val="0"/>
              </a:spcBef>
              <a:spcAft>
                <a:spcPct val="0"/>
              </a:spcAft>
              <a:defRPr/>
            </a:pPr>
            <a:r>
              <a:rPr lang="fa-IR" sz="1500" b="1" kern="0" dirty="0" err="1">
                <a:solidFill>
                  <a:srgbClr val="FFFFFF"/>
                </a:solidFill>
                <a:latin typeface="Times New Roman" panose="02020603050405020304" pitchFamily="18" charset="0"/>
                <a:cs typeface="B Nazanin" pitchFamily="2" charset="-78"/>
              </a:rPr>
              <a:t>باتریها</a:t>
            </a:r>
            <a:endParaRPr lang="en-US" sz="1500" b="1" kern="0" dirty="0">
              <a:solidFill>
                <a:srgbClr val="FFFFFF"/>
              </a:solidFill>
              <a:latin typeface="Times New Roman" panose="02020603050405020304" pitchFamily="18" charset="0"/>
              <a:cs typeface="B Nazanin" pitchFamily="2" charset="-78"/>
            </a:endParaRPr>
          </a:p>
        </p:txBody>
      </p:sp>
      <p:sp>
        <p:nvSpPr>
          <p:cNvPr id="29" name="AutoShape 10">
            <a:extLst>
              <a:ext uri="{FF2B5EF4-FFF2-40B4-BE49-F238E27FC236}">
                <a16:creationId xmlns="" xmlns:a16="http://schemas.microsoft.com/office/drawing/2014/main" id="{50B159E1-0AA0-4C32-86C7-52F5C5E0D242}"/>
              </a:ext>
            </a:extLst>
          </p:cNvPr>
          <p:cNvSpPr>
            <a:spLocks noChangeArrowheads="1"/>
          </p:cNvSpPr>
          <p:nvPr/>
        </p:nvSpPr>
        <p:spPr bwMode="gray">
          <a:xfrm flipH="1">
            <a:off x="2105458" y="54854"/>
            <a:ext cx="2137301" cy="651510"/>
          </a:xfrm>
          <a:prstGeom prst="chevron">
            <a:avLst>
              <a:gd name="adj" fmla="val 17842"/>
            </a:avLst>
          </a:prstGeom>
          <a:gradFill rotWithShape="1">
            <a:gsLst>
              <a:gs pos="0">
                <a:srgbClr val="3659EC">
                  <a:gamma/>
                  <a:shade val="46275"/>
                  <a:invGamma/>
                </a:srgbClr>
              </a:gs>
              <a:gs pos="50000">
                <a:srgbClr val="3659EC"/>
              </a:gs>
              <a:gs pos="100000">
                <a:srgbClr val="3659EC">
                  <a:gamma/>
                  <a:shade val="46275"/>
                  <a:invGamma/>
                </a:srgbClr>
              </a:gs>
            </a:gsLst>
            <a:lin ang="2700000" scaled="1"/>
          </a:gradFill>
          <a:ln w="38100">
            <a:solidFill>
              <a:srgbClr val="EAEAEA"/>
            </a:solidFill>
            <a:miter lim="800000"/>
            <a:headEnd/>
            <a:tailEnd/>
          </a:ln>
          <a:effectLst>
            <a:outerShdw dist="109250" dir="3267739" algn="ctr" rotWithShape="0">
              <a:srgbClr val="333333">
                <a:alpha val="50000"/>
              </a:srgbClr>
            </a:outerShdw>
          </a:effectLst>
        </p:spPr>
        <p:txBody>
          <a:bodyPr wrap="square" anchor="ctr">
            <a:spAutoFit/>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endParaRPr>
          </a:p>
        </p:txBody>
      </p:sp>
      <p:sp>
        <p:nvSpPr>
          <p:cNvPr id="31" name="AutoShape 3">
            <a:extLst>
              <a:ext uri="{FF2B5EF4-FFF2-40B4-BE49-F238E27FC236}">
                <a16:creationId xmlns="" xmlns:a16="http://schemas.microsoft.com/office/drawing/2014/main" id="{DBA5C955-0E66-467E-8B5F-EF4EE5F8F3FA}"/>
              </a:ext>
            </a:extLst>
          </p:cNvPr>
          <p:cNvSpPr>
            <a:spLocks noChangeArrowheads="1"/>
          </p:cNvSpPr>
          <p:nvPr/>
        </p:nvSpPr>
        <p:spPr bwMode="gray">
          <a:xfrm flipH="1">
            <a:off x="4215687" y="54854"/>
            <a:ext cx="2056085" cy="651510"/>
          </a:xfrm>
          <a:prstGeom prst="chevron">
            <a:avLst>
              <a:gd name="adj" fmla="val 17009"/>
            </a:avLst>
          </a:prstGeom>
          <a:gradFill rotWithShape="1">
            <a:gsLst>
              <a:gs pos="0">
                <a:srgbClr val="84B09A">
                  <a:gamma/>
                  <a:shade val="46275"/>
                  <a:invGamma/>
                </a:srgbClr>
              </a:gs>
              <a:gs pos="50000">
                <a:srgbClr val="84B09A"/>
              </a:gs>
              <a:gs pos="100000">
                <a:srgbClr val="84B09A">
                  <a:gamma/>
                  <a:shade val="46275"/>
                  <a:invGamma/>
                </a:srgbClr>
              </a:gs>
            </a:gsLst>
            <a:lin ang="2700000" scaled="1"/>
          </a:gradFill>
          <a:ln w="38100">
            <a:solidFill>
              <a:srgbClr val="EAEAEA"/>
            </a:solidFill>
            <a:miter lim="800000"/>
            <a:headEnd/>
            <a:tailEnd/>
          </a:ln>
          <a:effectLst>
            <a:outerShdw dist="109250" dir="3267739" algn="ctr" rotWithShape="0">
              <a:srgbClr val="333333">
                <a:alpha val="50000"/>
              </a:srgbClr>
            </a:outerShdw>
          </a:effectLst>
        </p:spPr>
        <p:txBody>
          <a:bodyPr wrap="square" anchor="ctr">
            <a:spAutoFit/>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endParaRPr>
          </a:p>
        </p:txBody>
      </p:sp>
      <p:sp>
        <p:nvSpPr>
          <p:cNvPr id="32" name="Rectangle 31">
            <a:extLst>
              <a:ext uri="{FF2B5EF4-FFF2-40B4-BE49-F238E27FC236}">
                <a16:creationId xmlns="" xmlns:a16="http://schemas.microsoft.com/office/drawing/2014/main" id="{4DE55AA0-934E-4757-A2D4-1C4E49036DCD}"/>
              </a:ext>
            </a:extLst>
          </p:cNvPr>
          <p:cNvSpPr/>
          <p:nvPr/>
        </p:nvSpPr>
        <p:spPr>
          <a:xfrm>
            <a:off x="2402046" y="64070"/>
            <a:ext cx="1600200" cy="584775"/>
          </a:xfrm>
          <a:prstGeom prst="rect">
            <a:avLst/>
          </a:prstGeom>
        </p:spPr>
        <p:txBody>
          <a:bodyPr wrap="square">
            <a:spAutoFit/>
          </a:bodyPr>
          <a:lstStyle/>
          <a:p>
            <a:pPr lvl="0" algn="ctr" rtl="1" fontAlgn="base">
              <a:spcBef>
                <a:spcPct val="0"/>
              </a:spcBef>
              <a:spcAft>
                <a:spcPct val="0"/>
              </a:spcAft>
            </a:pPr>
            <a:r>
              <a:rPr lang="fa-IR" sz="1600" b="1" dirty="0">
                <a:solidFill>
                  <a:srgbClr val="FFFFFF"/>
                </a:solidFill>
                <a:latin typeface="Times New Roman" panose="02020603050405020304" pitchFamily="18" charset="0"/>
                <a:cs typeface="B Nazanin" panose="00000400000000000000" pitchFamily="2" charset="-78"/>
              </a:rPr>
              <a:t>سیستم مدیریت همسان سازی</a:t>
            </a:r>
            <a:endParaRPr lang="en-US" sz="1600" b="1" dirty="0">
              <a:solidFill>
                <a:srgbClr val="FFFFFF"/>
              </a:solidFill>
              <a:latin typeface="Times New Roman" panose="02020603050405020304" pitchFamily="18" charset="0"/>
              <a:cs typeface="B Nazanin" panose="00000400000000000000" pitchFamily="2" charset="-78"/>
            </a:endParaRPr>
          </a:p>
        </p:txBody>
      </p:sp>
      <p:sp>
        <p:nvSpPr>
          <p:cNvPr id="33" name="Rectangle 32">
            <a:extLst>
              <a:ext uri="{FF2B5EF4-FFF2-40B4-BE49-F238E27FC236}">
                <a16:creationId xmlns="" xmlns:a16="http://schemas.microsoft.com/office/drawing/2014/main" id="{AC165A2D-60D3-440C-A112-7B419F7E72B2}"/>
              </a:ext>
            </a:extLst>
          </p:cNvPr>
          <p:cNvSpPr/>
          <p:nvPr/>
        </p:nvSpPr>
        <p:spPr>
          <a:xfrm>
            <a:off x="4529582" y="89171"/>
            <a:ext cx="1443038" cy="584775"/>
          </a:xfrm>
          <a:prstGeom prst="rect">
            <a:avLst/>
          </a:prstGeom>
        </p:spPr>
        <p:txBody>
          <a:bodyPr wrap="square">
            <a:spAutoFit/>
          </a:bodyPr>
          <a:lstStyle/>
          <a:p>
            <a:pPr lvl="0" algn="ctr" rtl="1" fontAlgn="base">
              <a:spcBef>
                <a:spcPct val="0"/>
              </a:spcBef>
              <a:spcAft>
                <a:spcPct val="0"/>
              </a:spcAft>
            </a:pPr>
            <a:r>
              <a:rPr lang="fa-IR" sz="1600" b="1" dirty="0">
                <a:solidFill>
                  <a:srgbClr val="FFFFFF"/>
                </a:solidFill>
                <a:latin typeface="Times New Roman" panose="02020603050405020304" pitchFamily="18" charset="0"/>
                <a:cs typeface="B Nazanin" panose="00000400000000000000" pitchFamily="2" charset="-78"/>
              </a:rPr>
              <a:t>سیستم مدیریت باتری</a:t>
            </a:r>
            <a:endParaRPr lang="en-US" sz="1600" b="1" dirty="0">
              <a:solidFill>
                <a:srgbClr val="FFFFFF"/>
              </a:solidFill>
              <a:latin typeface="Times New Roman" panose="02020603050405020304" pitchFamily="18" charset="0"/>
              <a:cs typeface="B Nazanin" panose="00000400000000000000" pitchFamily="2" charset="-78"/>
            </a:endParaRPr>
          </a:p>
        </p:txBody>
      </p:sp>
      <p:sp>
        <p:nvSpPr>
          <p:cNvPr id="34" name="TextBox 33">
            <a:extLst>
              <a:ext uri="{FF2B5EF4-FFF2-40B4-BE49-F238E27FC236}">
                <a16:creationId xmlns="" xmlns:a16="http://schemas.microsoft.com/office/drawing/2014/main" id="{F43469DC-7F5B-471E-BD74-ED709E621F63}"/>
              </a:ext>
            </a:extLst>
          </p:cNvPr>
          <p:cNvSpPr txBox="1"/>
          <p:nvPr/>
        </p:nvSpPr>
        <p:spPr>
          <a:xfrm>
            <a:off x="7404509" y="1726687"/>
            <a:ext cx="1487908" cy="369332"/>
          </a:xfrm>
          <a:prstGeom prst="rect">
            <a:avLst/>
          </a:prstGeom>
          <a:noFill/>
        </p:spPr>
        <p:txBody>
          <a:bodyPr wrap="none" rtlCol="0">
            <a:spAutoFit/>
          </a:bodyPr>
          <a:lstStyle/>
          <a:p>
            <a:pPr algn="r" rtl="1"/>
            <a:r>
              <a:rPr lang="fa-IR" b="1" dirty="0">
                <a:cs typeface="B Nazanin" panose="00000400000000000000" pitchFamily="2" charset="-78"/>
              </a:rPr>
              <a:t>انتقال غیر مجاور</a:t>
            </a:r>
          </a:p>
        </p:txBody>
      </p:sp>
      <p:sp>
        <p:nvSpPr>
          <p:cNvPr id="35" name="Rectangle 34"/>
          <p:cNvSpPr/>
          <p:nvPr/>
        </p:nvSpPr>
        <p:spPr>
          <a:xfrm>
            <a:off x="2652245" y="6102627"/>
            <a:ext cx="3839514" cy="369332"/>
          </a:xfrm>
          <a:prstGeom prst="rect">
            <a:avLst/>
          </a:prstGeom>
        </p:spPr>
        <p:txBody>
          <a:bodyPr wrap="none">
            <a:spAutoFit/>
          </a:bodyPr>
          <a:lstStyle/>
          <a:p>
            <a:pPr algn="ctr" rtl="1" fontAlgn="base">
              <a:spcBef>
                <a:spcPct val="0"/>
              </a:spcBef>
              <a:spcAft>
                <a:spcPct val="0"/>
              </a:spcAft>
            </a:pPr>
            <a:r>
              <a:rPr lang="fa-IR" dirty="0">
                <a:latin typeface="Times New Roman" panose="02020603050405020304" pitchFamily="18" charset="0"/>
                <a:ea typeface="Calibri" panose="020F0502020204030204" pitchFamily="34" charset="0"/>
                <a:cs typeface="B Lotus" panose="00000400000000000000" pitchFamily="2" charset="-78"/>
              </a:rPr>
              <a:t>شکل 6 </a:t>
            </a:r>
            <a:r>
              <a:rPr lang="fa-IR" dirty="0">
                <a:latin typeface="Times New Roman" panose="02020603050405020304" pitchFamily="18" charset="0"/>
                <a:cs typeface="B Lotus" panose="00000400000000000000" pitchFamily="2" charset="-78"/>
              </a:rPr>
              <a:t>شماتیک دیاگرام همسان سازی سلول و پک.</a:t>
            </a:r>
            <a:endParaRPr lang="en-US" b="1" dirty="0">
              <a:solidFill>
                <a:srgbClr val="000000"/>
              </a:solidFill>
              <a:latin typeface="Times New Roman" panose="02020603050405020304" pitchFamily="18" charset="0"/>
              <a:cs typeface="B Nazanin" pitchFamily="2" charset="-78"/>
            </a:endParaRPr>
          </a:p>
        </p:txBody>
      </p:sp>
      <p:sp>
        <p:nvSpPr>
          <p:cNvPr id="17" name="Slide Number Placeholder 3">
            <a:extLst>
              <a:ext uri="{FF2B5EF4-FFF2-40B4-BE49-F238E27FC236}">
                <a16:creationId xmlns="" xmlns:a16="http://schemas.microsoft.com/office/drawing/2014/main" id="{FEFB061F-8AAB-4535-B272-1BA4D5A77191}"/>
              </a:ext>
            </a:extLst>
          </p:cNvPr>
          <p:cNvSpPr txBox="1">
            <a:spLocks/>
          </p:cNvSpPr>
          <p:nvPr/>
        </p:nvSpPr>
        <p:spPr>
          <a:xfrm>
            <a:off x="8965" y="6090313"/>
            <a:ext cx="676835" cy="767687"/>
          </a:xfrm>
          <a:prstGeom prst="rect">
            <a:avLst/>
          </a:prstGeom>
        </p:spPr>
        <p:txBody>
          <a:bodyPr vert="horz" lIns="91440" tIns="45720" rIns="91440" bIns="45720" rtlCol="0" anchor="ctr"/>
          <a:lstStyle>
            <a:defPPr>
              <a:defRPr lang="en-US"/>
            </a:defPPr>
            <a:lvl1pPr marL="0" algn="l" defTabSz="914400" rtl="0" eaLnBrk="1" latinLnBrk="0" hangingPunct="1">
              <a:defRPr sz="1400" b="1" kern="1200">
                <a:solidFill>
                  <a:srgbClr val="FFFFFF"/>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rtl="1"/>
            <a:fld id="{E8ADF199-8047-440E-B02B-E80683B392F2}" type="slidenum">
              <a:rPr lang="fa-IR" sz="1800" smtClean="0">
                <a:solidFill>
                  <a:schemeClr val="tx1"/>
                </a:solidFill>
                <a:cs typeface="B Lotus" panose="00000400000000000000" pitchFamily="2" charset="-78"/>
              </a:rPr>
              <a:pPr rtl="1"/>
              <a:t>83</a:t>
            </a:fld>
            <a:endParaRPr lang="fa-IR" sz="1800" dirty="0">
              <a:solidFill>
                <a:schemeClr val="tx1"/>
              </a:solidFill>
              <a:cs typeface="B Lotus" panose="00000400000000000000" pitchFamily="2" charset="-78"/>
            </a:endParaRPr>
          </a:p>
        </p:txBody>
      </p:sp>
      <p:graphicFrame>
        <p:nvGraphicFramePr>
          <p:cNvPr id="20" name="Table 19"/>
          <p:cNvGraphicFramePr>
            <a:graphicFrameLocks noGrp="1"/>
          </p:cNvGraphicFramePr>
          <p:nvPr>
            <p:extLst/>
          </p:nvPr>
        </p:nvGraphicFramePr>
        <p:xfrm>
          <a:off x="98296" y="1292475"/>
          <a:ext cx="4513526" cy="762000"/>
        </p:xfrm>
        <a:graphic>
          <a:graphicData uri="http://schemas.openxmlformats.org/drawingml/2006/table">
            <a:tbl>
              <a:tblPr rtl="1" firstRow="1" firstCol="1" bandRow="1"/>
              <a:tblGrid>
                <a:gridCol w="1048385">
                  <a:extLst>
                    <a:ext uri="{9D8B030D-6E8A-4147-A177-3AD203B41FA5}">
                      <a16:colId xmlns="" xmlns:a16="http://schemas.microsoft.com/office/drawing/2014/main" val="20001"/>
                    </a:ext>
                  </a:extLst>
                </a:gridCol>
                <a:gridCol w="570548">
                  <a:extLst>
                    <a:ext uri="{9D8B030D-6E8A-4147-A177-3AD203B41FA5}">
                      <a16:colId xmlns="" xmlns:a16="http://schemas.microsoft.com/office/drawing/2014/main" val="20002"/>
                    </a:ext>
                  </a:extLst>
                </a:gridCol>
                <a:gridCol w="618172">
                  <a:extLst>
                    <a:ext uri="{9D8B030D-6E8A-4147-A177-3AD203B41FA5}">
                      <a16:colId xmlns="" xmlns:a16="http://schemas.microsoft.com/office/drawing/2014/main" val="20003"/>
                    </a:ext>
                  </a:extLst>
                </a:gridCol>
                <a:gridCol w="978535">
                  <a:extLst>
                    <a:ext uri="{9D8B030D-6E8A-4147-A177-3AD203B41FA5}">
                      <a16:colId xmlns="" xmlns:a16="http://schemas.microsoft.com/office/drawing/2014/main" val="20004"/>
                    </a:ext>
                  </a:extLst>
                </a:gridCol>
                <a:gridCol w="556260">
                  <a:extLst>
                    <a:ext uri="{9D8B030D-6E8A-4147-A177-3AD203B41FA5}">
                      <a16:colId xmlns="" xmlns:a16="http://schemas.microsoft.com/office/drawing/2014/main" val="20005"/>
                    </a:ext>
                  </a:extLst>
                </a:gridCol>
                <a:gridCol w="741626">
                  <a:extLst>
                    <a:ext uri="{9D8B030D-6E8A-4147-A177-3AD203B41FA5}">
                      <a16:colId xmlns="" xmlns:a16="http://schemas.microsoft.com/office/drawing/2014/main" val="20006"/>
                    </a:ext>
                  </a:extLst>
                </a:gridCol>
              </a:tblGrid>
              <a:tr h="381000">
                <a:tc>
                  <a:txBody>
                    <a:bodyPr/>
                    <a:lstStyle/>
                    <a:p>
                      <a:pPr marL="0" marR="0" algn="ctr" defTabSz="914400" rtl="1" eaLnBrk="1" latinLnBrk="0" hangingPunct="1">
                        <a:spcBef>
                          <a:spcPts val="600"/>
                        </a:spcBef>
                        <a:spcAft>
                          <a:spcPts val="600"/>
                        </a:spcAft>
                      </a:pPr>
                      <a:r>
                        <a:rPr lang="fa-IR" sz="1400" i="0" kern="1200" dirty="0">
                          <a:solidFill>
                            <a:schemeClr val="tx1"/>
                          </a:solidFill>
                          <a:effectLst/>
                          <a:latin typeface="Times New Roman" panose="02020603050405020304" pitchFamily="18" charset="0"/>
                          <a:ea typeface="Calibri" panose="020F0502020204030204" pitchFamily="34" charset="0"/>
                          <a:cs typeface="B Lotus" panose="00000400000000000000" pitchFamily="2" charset="-78"/>
                        </a:rPr>
                        <a:t>سادگی</a:t>
                      </a:r>
                      <a:r>
                        <a:rPr lang="fa-IR" sz="1400" i="0" kern="1200" baseline="0" dirty="0">
                          <a:solidFill>
                            <a:schemeClr val="tx1"/>
                          </a:solidFill>
                          <a:effectLst/>
                          <a:latin typeface="Times New Roman" panose="02020603050405020304" pitchFamily="18" charset="0"/>
                          <a:ea typeface="Calibri" panose="020F0502020204030204" pitchFamily="34" charset="0"/>
                          <a:cs typeface="B Lotus" panose="00000400000000000000" pitchFamily="2" charset="-78"/>
                        </a:rPr>
                        <a:t> </a:t>
                      </a:r>
                      <a:r>
                        <a:rPr lang="fa-IR" sz="1400" i="0" kern="1200" dirty="0">
                          <a:solidFill>
                            <a:schemeClr val="tx1"/>
                          </a:solidFill>
                          <a:effectLst/>
                          <a:latin typeface="Times New Roman" panose="02020603050405020304" pitchFamily="18" charset="0"/>
                          <a:ea typeface="Calibri" panose="020F0502020204030204" pitchFamily="34" charset="0"/>
                          <a:cs typeface="B Lotus" panose="00000400000000000000" pitchFamily="2" charset="-78"/>
                        </a:rPr>
                        <a:t>الگوریتم</a:t>
                      </a:r>
                      <a:endParaRPr lang="en-US" sz="1400" i="0" kern="1200" dirty="0">
                        <a:solidFill>
                          <a:schemeClr val="tx1"/>
                        </a:solidFill>
                        <a:effectLst/>
                        <a:latin typeface="Times New Roman" panose="02020603050405020304" pitchFamily="18" charset="0"/>
                        <a:ea typeface="Calibri" panose="020F0502020204030204" pitchFamily="34" charset="0"/>
                        <a:cs typeface="B Lotus" panose="00000400000000000000" pitchFamily="2" charset="-78"/>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chemeClr val="accent6">
                        <a:lumMod val="60000"/>
                        <a:lumOff val="40000"/>
                      </a:schemeClr>
                    </a:solidFill>
                  </a:tcPr>
                </a:tc>
                <a:tc>
                  <a:txBody>
                    <a:bodyPr/>
                    <a:lstStyle/>
                    <a:p>
                      <a:pPr marL="0" marR="0" algn="ctr" defTabSz="914400" rtl="1" eaLnBrk="1" latinLnBrk="0" hangingPunct="1">
                        <a:spcBef>
                          <a:spcPts val="600"/>
                        </a:spcBef>
                        <a:spcAft>
                          <a:spcPts val="600"/>
                        </a:spcAft>
                      </a:pPr>
                      <a:r>
                        <a:rPr lang="fa-IR" sz="1400" i="0" kern="1200" dirty="0">
                          <a:solidFill>
                            <a:schemeClr val="tx1"/>
                          </a:solidFill>
                          <a:effectLst/>
                          <a:latin typeface="Times New Roman" panose="02020603050405020304" pitchFamily="18" charset="0"/>
                          <a:ea typeface="Calibri" panose="020F0502020204030204" pitchFamily="34" charset="0"/>
                          <a:cs typeface="B Lotus" panose="00000400000000000000" pitchFamily="2" charset="-78"/>
                        </a:rPr>
                        <a:t>راندمان</a:t>
                      </a:r>
                      <a:endParaRPr lang="en-US" sz="1400" i="0" kern="1200" dirty="0">
                        <a:solidFill>
                          <a:schemeClr val="tx1"/>
                        </a:solidFill>
                        <a:effectLst/>
                        <a:latin typeface="Times New Roman" panose="02020603050405020304" pitchFamily="18" charset="0"/>
                        <a:ea typeface="Calibri" panose="020F0502020204030204" pitchFamily="34" charset="0"/>
                        <a:cs typeface="B Lotus" panose="00000400000000000000" pitchFamily="2" charset="-78"/>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chemeClr val="accent6">
                        <a:lumMod val="60000"/>
                        <a:lumOff val="40000"/>
                      </a:schemeClr>
                    </a:solidFill>
                  </a:tcPr>
                </a:tc>
                <a:tc>
                  <a:txBody>
                    <a:bodyPr/>
                    <a:lstStyle/>
                    <a:p>
                      <a:pPr marL="0" marR="0" algn="ctr" defTabSz="914400" rtl="1" eaLnBrk="1" latinLnBrk="0" hangingPunct="1">
                        <a:spcBef>
                          <a:spcPts val="600"/>
                        </a:spcBef>
                        <a:spcAft>
                          <a:spcPts val="600"/>
                        </a:spcAft>
                      </a:pPr>
                      <a:r>
                        <a:rPr lang="fa-IR" sz="1400" i="0" kern="1200" dirty="0" err="1">
                          <a:solidFill>
                            <a:schemeClr val="tx1"/>
                          </a:solidFill>
                          <a:effectLst/>
                          <a:latin typeface="Times New Roman" panose="02020603050405020304" pitchFamily="18" charset="0"/>
                          <a:ea typeface="Calibri" panose="020F0502020204030204" pitchFamily="34" charset="0"/>
                          <a:cs typeface="B Lotus" panose="00000400000000000000" pitchFamily="2" charset="-78"/>
                        </a:rPr>
                        <a:t>جانمایی</a:t>
                      </a:r>
                      <a:endParaRPr lang="en-US" sz="1400" i="0" kern="1200" dirty="0">
                        <a:solidFill>
                          <a:schemeClr val="tx1"/>
                        </a:solidFill>
                        <a:effectLst/>
                        <a:latin typeface="Times New Roman" panose="02020603050405020304" pitchFamily="18" charset="0"/>
                        <a:ea typeface="Calibri" panose="020F0502020204030204" pitchFamily="34" charset="0"/>
                        <a:cs typeface="B Lotus" panose="00000400000000000000" pitchFamily="2" charset="-78"/>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chemeClr val="accent6">
                        <a:lumMod val="60000"/>
                        <a:lumOff val="40000"/>
                      </a:schemeClr>
                    </a:solidFill>
                  </a:tcPr>
                </a:tc>
                <a:tc>
                  <a:txBody>
                    <a:bodyPr/>
                    <a:lstStyle/>
                    <a:p>
                      <a:pPr marL="0" marR="0" algn="ctr" defTabSz="914400" rtl="1" eaLnBrk="1" latinLnBrk="0" hangingPunct="1">
                        <a:spcBef>
                          <a:spcPts val="600"/>
                        </a:spcBef>
                        <a:spcAft>
                          <a:spcPts val="600"/>
                        </a:spcAft>
                      </a:pPr>
                      <a:r>
                        <a:rPr lang="fa-IR" sz="1400" i="0" kern="1200" dirty="0">
                          <a:solidFill>
                            <a:schemeClr val="tx1"/>
                          </a:solidFill>
                          <a:effectLst/>
                          <a:latin typeface="Times New Roman" panose="02020603050405020304" pitchFamily="18" charset="0"/>
                          <a:ea typeface="Calibri" panose="020F0502020204030204" pitchFamily="34" charset="0"/>
                          <a:cs typeface="B Lotus" panose="00000400000000000000" pitchFamily="2" charset="-78"/>
                        </a:rPr>
                        <a:t>صرفه اقتصادی</a:t>
                      </a:r>
                      <a:endParaRPr lang="en-US" sz="1400" i="0" kern="1200" dirty="0">
                        <a:solidFill>
                          <a:schemeClr val="tx1"/>
                        </a:solidFill>
                        <a:effectLst/>
                        <a:latin typeface="Times New Roman" panose="02020603050405020304" pitchFamily="18" charset="0"/>
                        <a:ea typeface="Calibri" panose="020F0502020204030204" pitchFamily="34" charset="0"/>
                        <a:cs typeface="B Lotus" panose="00000400000000000000" pitchFamily="2" charset="-78"/>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chemeClr val="accent6">
                        <a:lumMod val="60000"/>
                        <a:lumOff val="40000"/>
                      </a:schemeClr>
                    </a:solidFill>
                  </a:tcPr>
                </a:tc>
                <a:tc>
                  <a:txBody>
                    <a:bodyPr/>
                    <a:lstStyle/>
                    <a:p>
                      <a:pPr marL="0" marR="0" algn="ctr" defTabSz="914400" rtl="1" eaLnBrk="1" latinLnBrk="0" hangingPunct="1">
                        <a:spcBef>
                          <a:spcPts val="600"/>
                        </a:spcBef>
                        <a:spcAft>
                          <a:spcPts val="600"/>
                        </a:spcAft>
                      </a:pPr>
                      <a:r>
                        <a:rPr lang="fa-IR" sz="1400" i="0" kern="1200">
                          <a:solidFill>
                            <a:schemeClr val="tx1"/>
                          </a:solidFill>
                          <a:effectLst/>
                          <a:latin typeface="Times New Roman" panose="02020603050405020304" pitchFamily="18" charset="0"/>
                          <a:ea typeface="Calibri" panose="020F0502020204030204" pitchFamily="34" charset="0"/>
                          <a:cs typeface="B Lotus" panose="00000400000000000000" pitchFamily="2" charset="-78"/>
                        </a:rPr>
                        <a:t>سرعت</a:t>
                      </a:r>
                      <a:endParaRPr lang="en-US" sz="1400" i="0" kern="1200">
                        <a:solidFill>
                          <a:schemeClr val="tx1"/>
                        </a:solidFill>
                        <a:effectLst/>
                        <a:latin typeface="Times New Roman" panose="02020603050405020304" pitchFamily="18" charset="0"/>
                        <a:ea typeface="Calibri" panose="020F0502020204030204" pitchFamily="34" charset="0"/>
                        <a:cs typeface="B Lotus" panose="00000400000000000000" pitchFamily="2" charset="-78"/>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chemeClr val="accent6">
                        <a:lumMod val="60000"/>
                        <a:lumOff val="40000"/>
                      </a:schemeClr>
                    </a:solidFill>
                  </a:tcPr>
                </a:tc>
                <a:tc>
                  <a:txBody>
                    <a:bodyPr/>
                    <a:lstStyle/>
                    <a:p>
                      <a:pPr marL="0" marR="0" algn="ctr" defTabSz="914400" rtl="1" eaLnBrk="1" latinLnBrk="0" hangingPunct="1">
                        <a:spcBef>
                          <a:spcPts val="600"/>
                        </a:spcBef>
                        <a:spcAft>
                          <a:spcPts val="600"/>
                        </a:spcAft>
                      </a:pPr>
                      <a:r>
                        <a:rPr lang="fa-IR" sz="1400" i="0" kern="1200" dirty="0">
                          <a:solidFill>
                            <a:schemeClr val="tx1"/>
                          </a:solidFill>
                          <a:effectLst/>
                          <a:latin typeface="Times New Roman" panose="02020603050405020304" pitchFamily="18" charset="0"/>
                          <a:ea typeface="Calibri" panose="020F0502020204030204" pitchFamily="34" charset="0"/>
                          <a:cs typeface="B Lotus" panose="00000400000000000000" pitchFamily="2" charset="-78"/>
                        </a:rPr>
                        <a:t>امتیاز</a:t>
                      </a:r>
                      <a:r>
                        <a:rPr lang="fa-IR" sz="1400" i="0" kern="1200" baseline="0" dirty="0">
                          <a:solidFill>
                            <a:schemeClr val="tx1"/>
                          </a:solidFill>
                          <a:effectLst/>
                          <a:latin typeface="Times New Roman" panose="02020603050405020304" pitchFamily="18" charset="0"/>
                          <a:ea typeface="Calibri" panose="020F0502020204030204" pitchFamily="34" charset="0"/>
                          <a:cs typeface="B Lotus" panose="00000400000000000000" pitchFamily="2" charset="-78"/>
                        </a:rPr>
                        <a:t> نهایی</a:t>
                      </a:r>
                      <a:endParaRPr lang="en-US" sz="1400" i="0" kern="1200" dirty="0">
                        <a:solidFill>
                          <a:schemeClr val="tx1"/>
                        </a:solidFill>
                        <a:effectLst/>
                        <a:latin typeface="Times New Roman" panose="02020603050405020304" pitchFamily="18" charset="0"/>
                        <a:ea typeface="Calibri" panose="020F0502020204030204" pitchFamily="34" charset="0"/>
                        <a:cs typeface="B Lotus" panose="00000400000000000000" pitchFamily="2" charset="-78"/>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chemeClr val="accent6">
                        <a:lumMod val="60000"/>
                        <a:lumOff val="40000"/>
                      </a:schemeClr>
                    </a:solidFill>
                  </a:tcPr>
                </a:tc>
                <a:extLst>
                  <a:ext uri="{0D108BD9-81ED-4DB2-BD59-A6C34878D82A}">
                    <a16:rowId xmlns="" xmlns:a16="http://schemas.microsoft.com/office/drawing/2014/main" val="10000"/>
                  </a:ext>
                </a:extLst>
              </a:tr>
              <a:tr h="381000">
                <a:tc>
                  <a:txBody>
                    <a:bodyPr/>
                    <a:lstStyle/>
                    <a:p>
                      <a:pPr marL="0" marR="0" algn="ctr" rtl="1">
                        <a:spcBef>
                          <a:spcPts val="600"/>
                        </a:spcBef>
                        <a:spcAft>
                          <a:spcPts val="600"/>
                        </a:spcAft>
                      </a:pPr>
                      <a:r>
                        <a:rPr lang="fa-IR" sz="1400" i="0" dirty="0">
                          <a:effectLst/>
                          <a:latin typeface="Times New Roman" panose="02020603050405020304" pitchFamily="18" charset="0"/>
                          <a:ea typeface="Calibri" panose="020F0502020204030204" pitchFamily="34" charset="0"/>
                          <a:cs typeface="B Lotus" panose="00000400000000000000" pitchFamily="2" charset="-78"/>
                        </a:rPr>
                        <a:t>1</a:t>
                      </a:r>
                      <a:endParaRPr lang="en-US" sz="1200" i="1" dirty="0">
                        <a:effectLst/>
                        <a:latin typeface="Times New Roman" panose="02020603050405020304" pitchFamily="18" charset="0"/>
                        <a:ea typeface="Calibri" panose="020F0502020204030204" pitchFamily="34" charset="0"/>
                        <a:cs typeface="B Lotus" panose="00000400000000000000" pitchFamily="2" charset="-78"/>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marL="0" marR="0" algn="ctr" rtl="1">
                        <a:spcBef>
                          <a:spcPts val="600"/>
                        </a:spcBef>
                        <a:spcAft>
                          <a:spcPts val="600"/>
                        </a:spcAft>
                      </a:pPr>
                      <a:r>
                        <a:rPr lang="fa-IR" sz="1400" i="0" dirty="0">
                          <a:effectLst/>
                          <a:latin typeface="Times New Roman" panose="02020603050405020304" pitchFamily="18" charset="0"/>
                          <a:ea typeface="Calibri" panose="020F0502020204030204" pitchFamily="34" charset="0"/>
                          <a:cs typeface="B Lotus" panose="00000400000000000000" pitchFamily="2" charset="-78"/>
                        </a:rPr>
                        <a:t>4</a:t>
                      </a:r>
                      <a:endParaRPr lang="en-US" sz="1200" i="1" dirty="0">
                        <a:effectLst/>
                        <a:latin typeface="Times New Roman" panose="02020603050405020304" pitchFamily="18" charset="0"/>
                        <a:ea typeface="Calibri" panose="020F0502020204030204" pitchFamily="34" charset="0"/>
                        <a:cs typeface="B Lotus" panose="00000400000000000000" pitchFamily="2" charset="-78"/>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marL="0" marR="0" algn="ctr" rtl="1">
                        <a:spcBef>
                          <a:spcPts val="600"/>
                        </a:spcBef>
                        <a:spcAft>
                          <a:spcPts val="600"/>
                        </a:spcAft>
                      </a:pPr>
                      <a:r>
                        <a:rPr lang="fa-IR" sz="1400" i="0" dirty="0">
                          <a:effectLst/>
                          <a:latin typeface="Times New Roman" panose="02020603050405020304" pitchFamily="18" charset="0"/>
                          <a:ea typeface="Calibri" panose="020F0502020204030204" pitchFamily="34" charset="0"/>
                          <a:cs typeface="B Lotus" panose="00000400000000000000" pitchFamily="2" charset="-78"/>
                        </a:rPr>
                        <a:t>2/5</a:t>
                      </a:r>
                      <a:endParaRPr lang="en-US" sz="1200" i="1" dirty="0">
                        <a:effectLst/>
                        <a:latin typeface="Times New Roman" panose="02020603050405020304" pitchFamily="18" charset="0"/>
                        <a:ea typeface="Calibri" panose="020F0502020204030204" pitchFamily="34" charset="0"/>
                        <a:cs typeface="B Lotus" panose="00000400000000000000" pitchFamily="2" charset="-78"/>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marL="0" marR="0" algn="ctr" rtl="1">
                        <a:spcBef>
                          <a:spcPts val="600"/>
                        </a:spcBef>
                        <a:spcAft>
                          <a:spcPts val="600"/>
                        </a:spcAft>
                      </a:pPr>
                      <a:r>
                        <a:rPr lang="fa-IR" sz="1400" i="0" dirty="0">
                          <a:effectLst/>
                          <a:latin typeface="Times New Roman" panose="02020603050405020304" pitchFamily="18" charset="0"/>
                          <a:ea typeface="Calibri" panose="020F0502020204030204" pitchFamily="34" charset="0"/>
                          <a:cs typeface="B Lotus" panose="00000400000000000000" pitchFamily="2" charset="-78"/>
                        </a:rPr>
                        <a:t>1</a:t>
                      </a:r>
                      <a:endParaRPr lang="en-US" sz="1200" i="1" dirty="0">
                        <a:effectLst/>
                        <a:latin typeface="Times New Roman" panose="02020603050405020304" pitchFamily="18" charset="0"/>
                        <a:ea typeface="Calibri" panose="020F0502020204030204" pitchFamily="34" charset="0"/>
                        <a:cs typeface="B Lotus" panose="00000400000000000000" pitchFamily="2" charset="-78"/>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marL="0" marR="0" algn="ctr" rtl="1">
                        <a:spcBef>
                          <a:spcPts val="600"/>
                        </a:spcBef>
                        <a:spcAft>
                          <a:spcPts val="600"/>
                        </a:spcAft>
                      </a:pPr>
                      <a:r>
                        <a:rPr lang="fa-IR" sz="1400" i="0" dirty="0">
                          <a:effectLst/>
                          <a:latin typeface="Times New Roman" panose="02020603050405020304" pitchFamily="18" charset="0"/>
                          <a:ea typeface="Calibri" panose="020F0502020204030204" pitchFamily="34" charset="0"/>
                          <a:cs typeface="B Lotus" panose="00000400000000000000" pitchFamily="2" charset="-78"/>
                        </a:rPr>
                        <a:t>3/9</a:t>
                      </a:r>
                      <a:endParaRPr lang="en-US" sz="1200" i="1" dirty="0">
                        <a:effectLst/>
                        <a:latin typeface="Times New Roman" panose="02020603050405020304" pitchFamily="18" charset="0"/>
                        <a:ea typeface="Calibri" panose="020F0502020204030204" pitchFamily="34" charset="0"/>
                        <a:cs typeface="B Lotus" panose="00000400000000000000" pitchFamily="2" charset="-78"/>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marL="0" marR="0" algn="ctr" rtl="1">
                        <a:spcBef>
                          <a:spcPts val="600"/>
                        </a:spcBef>
                        <a:spcAft>
                          <a:spcPts val="600"/>
                        </a:spcAft>
                      </a:pPr>
                      <a:r>
                        <a:rPr lang="fa-IR" sz="1400" i="0" dirty="0">
                          <a:effectLst/>
                          <a:latin typeface="Times New Roman" panose="02020603050405020304" pitchFamily="18" charset="0"/>
                          <a:ea typeface="Calibri" panose="020F0502020204030204" pitchFamily="34" charset="0"/>
                          <a:cs typeface="B Lotus" panose="00000400000000000000" pitchFamily="2" charset="-78"/>
                        </a:rPr>
                        <a:t>2/5</a:t>
                      </a:r>
                      <a:endParaRPr lang="en-US" sz="1200" i="1" dirty="0">
                        <a:effectLst/>
                        <a:latin typeface="Times New Roman" panose="02020603050405020304" pitchFamily="18" charset="0"/>
                        <a:ea typeface="Calibri" panose="020F0502020204030204" pitchFamily="34" charset="0"/>
                        <a:cs typeface="B Lotus" panose="00000400000000000000" pitchFamily="2" charset="-78"/>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extLst>
                  <a:ext uri="{0D108BD9-81ED-4DB2-BD59-A6C34878D82A}">
                    <a16:rowId xmlns="" xmlns:a16="http://schemas.microsoft.com/office/drawing/2014/main" val="10004"/>
                  </a:ext>
                </a:extLst>
              </a:tr>
            </a:tbl>
          </a:graphicData>
        </a:graphic>
      </p:graphicFrame>
      <p:sp>
        <p:nvSpPr>
          <p:cNvPr id="21" name="TextBox 20">
            <a:extLst>
              <a:ext uri="{FF2B5EF4-FFF2-40B4-BE49-F238E27FC236}">
                <a16:creationId xmlns="" xmlns:a16="http://schemas.microsoft.com/office/drawing/2014/main" id="{F43469DC-7F5B-471E-BD74-ED709E621F63}"/>
              </a:ext>
            </a:extLst>
          </p:cNvPr>
          <p:cNvSpPr txBox="1"/>
          <p:nvPr/>
        </p:nvSpPr>
        <p:spPr>
          <a:xfrm>
            <a:off x="4608424" y="1326578"/>
            <a:ext cx="1568057" cy="769441"/>
          </a:xfrm>
          <a:prstGeom prst="rect">
            <a:avLst/>
          </a:prstGeom>
          <a:noFill/>
        </p:spPr>
        <p:txBody>
          <a:bodyPr wrap="none" rtlCol="0">
            <a:spAutoFit/>
          </a:bodyPr>
          <a:lstStyle/>
          <a:p>
            <a:pPr algn="r" rtl="1"/>
            <a:r>
              <a:rPr lang="fa-IR" sz="1100" b="1" dirty="0">
                <a:cs typeface="B Nazanin" panose="00000400000000000000" pitchFamily="2" charset="-78"/>
              </a:rPr>
              <a:t>داده ورود جهت ارزیابی:</a:t>
            </a:r>
          </a:p>
          <a:p>
            <a:pPr marL="171450" indent="-171450" algn="r" rtl="1">
              <a:buFont typeface="Arial" panose="020B0604020202020204" pitchFamily="34" charset="0"/>
              <a:buChar char="•"/>
            </a:pPr>
            <a:r>
              <a:rPr lang="fa-IR" sz="1100" dirty="0">
                <a:cs typeface="B Nazanin" panose="00000400000000000000" pitchFamily="2" charset="-78"/>
              </a:rPr>
              <a:t>12 سلول سری 3/1 </a:t>
            </a:r>
            <a:r>
              <a:rPr lang="en-US" sz="1100" dirty="0">
                <a:cs typeface="B Nazanin" panose="00000400000000000000" pitchFamily="2" charset="-78"/>
              </a:rPr>
              <a:t>Ah</a:t>
            </a:r>
            <a:endParaRPr lang="fa-IR" sz="1100" dirty="0">
              <a:cs typeface="B Nazanin" panose="00000400000000000000" pitchFamily="2" charset="-78"/>
            </a:endParaRPr>
          </a:p>
          <a:p>
            <a:pPr marL="171450" indent="-171450" algn="r" rtl="1">
              <a:buFont typeface="Arial" panose="020B0604020202020204" pitchFamily="34" charset="0"/>
              <a:buChar char="•"/>
            </a:pPr>
            <a:r>
              <a:rPr lang="fa-IR" sz="1100" dirty="0">
                <a:cs typeface="B Nazanin" panose="00000400000000000000" pitchFamily="2" charset="-78"/>
              </a:rPr>
              <a:t>جریان همسان سازی 0/5 </a:t>
            </a:r>
            <a:r>
              <a:rPr lang="en-US" sz="1100" dirty="0">
                <a:cs typeface="B Nazanin" panose="00000400000000000000" pitchFamily="2" charset="-78"/>
              </a:rPr>
              <a:t>A</a:t>
            </a:r>
          </a:p>
          <a:p>
            <a:pPr marL="171450" indent="-171450" algn="r" rtl="1">
              <a:buFont typeface="Arial" panose="020B0604020202020204" pitchFamily="34" charset="0"/>
              <a:buChar char="•"/>
            </a:pPr>
            <a:endParaRPr lang="fa-IR" sz="1100" dirty="0">
              <a:cs typeface="B Nazanin" panose="00000400000000000000" pitchFamily="2" charset="-78"/>
            </a:endParaRPr>
          </a:p>
        </p:txBody>
      </p:sp>
    </p:spTree>
    <p:extLst>
      <p:ext uri="{BB962C8B-B14F-4D97-AF65-F5344CB8AC3E}">
        <p14:creationId xmlns:p14="http://schemas.microsoft.com/office/powerpoint/2010/main" val="2644693124"/>
      </p:ext>
    </p:extLst>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5" name="Picture 14"/>
          <p:cNvPicPr/>
          <p:nvPr/>
        </p:nvPicPr>
        <p:blipFill>
          <a:blip r:embed="rId3">
            <a:extLst>
              <a:ext uri="{28A0092B-C50C-407E-A947-70E740481C1C}">
                <a14:useLocalDpi xmlns:a14="http://schemas.microsoft.com/office/drawing/2010/main" val="0"/>
              </a:ext>
            </a:extLst>
          </a:blip>
          <a:stretch>
            <a:fillRect/>
          </a:stretch>
        </p:blipFill>
        <p:spPr bwMode="auto">
          <a:xfrm>
            <a:off x="457200" y="2054475"/>
            <a:ext cx="7924800" cy="3916079"/>
          </a:xfrm>
          <a:prstGeom prst="rect">
            <a:avLst/>
          </a:prstGeom>
          <a:noFill/>
          <a:ln>
            <a:noFill/>
          </a:ln>
        </p:spPr>
      </p:pic>
      <p:sp>
        <p:nvSpPr>
          <p:cNvPr id="34" name="Rounded Rectangle 175">
            <a:extLst>
              <a:ext uri="{FF2B5EF4-FFF2-40B4-BE49-F238E27FC236}">
                <a16:creationId xmlns="" xmlns:a16="http://schemas.microsoft.com/office/drawing/2014/main" id="{D8E27344-2AB1-4A61-B14B-D9C7962F785E}"/>
              </a:ext>
            </a:extLst>
          </p:cNvPr>
          <p:cNvSpPr/>
          <p:nvPr/>
        </p:nvSpPr>
        <p:spPr bwMode="auto">
          <a:xfrm>
            <a:off x="6324600" y="1066930"/>
            <a:ext cx="2922494" cy="418072"/>
          </a:xfrm>
          <a:prstGeom prst="roundRect">
            <a:avLst/>
          </a:prstGeom>
          <a:solidFill>
            <a:srgbClr val="3D81BF">
              <a:lumMod val="75000"/>
            </a:srgbClr>
          </a:solidFill>
          <a:ln w="9525" cap="flat" cmpd="sng" algn="ctr">
            <a:solidFill>
              <a:srgbClr val="000000"/>
            </a:solidFill>
            <a:prstDash val="solid"/>
            <a:round/>
            <a:headEnd type="none" w="med" len="med"/>
            <a:tailEnd type="none" w="med" len="med"/>
          </a:ln>
          <a:effectLst>
            <a:reflection blurRad="6350" stA="50000" endA="300" endPos="55000" dir="5400000" sy="-100000" algn="bl" rotWithShape="0"/>
          </a:effectLst>
          <a:scene3d>
            <a:camera prst="isometricOffAxis2Left"/>
            <a:lightRig rig="threePt" dir="t"/>
          </a:scene3d>
        </p:spPr>
        <p:txBody>
          <a:bodyPr vert="horz" wrap="square" lIns="91440" tIns="45720" rIns="91440" bIns="45720" numCol="1" rtlCol="0" anchor="t" anchorCtr="0" compatLnSpc="1">
            <a:prstTxWarp prst="textNoShape">
              <a:avLst/>
            </a:prstTxWarp>
          </a:bodyPr>
          <a:lstStyle/>
          <a:p>
            <a:pPr lvl="0" algn="ctr" rtl="1" fontAlgn="base">
              <a:spcBef>
                <a:spcPct val="0"/>
              </a:spcBef>
              <a:spcAft>
                <a:spcPct val="0"/>
              </a:spcAft>
            </a:pPr>
            <a:r>
              <a:rPr lang="fa-IR" sz="2000" b="1" dirty="0">
                <a:solidFill>
                  <a:srgbClr val="FFFFFF"/>
                </a:solidFill>
                <a:latin typeface="Times New Roman" panose="02020603050405020304" pitchFamily="18" charset="0"/>
                <a:cs typeface="B Nazanin" panose="00000400000000000000" pitchFamily="2" charset="-78"/>
              </a:rPr>
              <a:t>سیستم مدیریت همسان سازی</a:t>
            </a:r>
            <a:endParaRPr lang="en-US" sz="2000" b="1" dirty="0">
              <a:solidFill>
                <a:srgbClr val="FFFFFF"/>
              </a:solidFill>
              <a:latin typeface="Times New Roman" panose="02020603050405020304" pitchFamily="18" charset="0"/>
              <a:cs typeface="B Nazanin" panose="00000400000000000000" pitchFamily="2" charset="-78"/>
            </a:endParaRPr>
          </a:p>
        </p:txBody>
      </p:sp>
      <p:pic>
        <p:nvPicPr>
          <p:cNvPr id="35" name="Picture 34" descr="پرونده:Azad University logo.png - ویکی‌پدیا، دانشنامهٔ آزاد">
            <a:extLst>
              <a:ext uri="{FF2B5EF4-FFF2-40B4-BE49-F238E27FC236}">
                <a16:creationId xmlns="" xmlns:a16="http://schemas.microsoft.com/office/drawing/2014/main" id="{FA988D60-670C-406B-B8FB-D5A0053424E9}"/>
              </a:ext>
            </a:extLst>
          </p:cNvPr>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8610600" y="0"/>
            <a:ext cx="533400" cy="822959"/>
          </a:xfrm>
          <a:prstGeom prst="rect">
            <a:avLst/>
          </a:prstGeom>
          <a:noFill/>
          <a:ln>
            <a:noFill/>
          </a:ln>
        </p:spPr>
      </p:pic>
      <p:sp>
        <p:nvSpPr>
          <p:cNvPr id="36" name="AutoShape 10">
            <a:extLst>
              <a:ext uri="{FF2B5EF4-FFF2-40B4-BE49-F238E27FC236}">
                <a16:creationId xmlns="" xmlns:a16="http://schemas.microsoft.com/office/drawing/2014/main" id="{96E6A76C-5024-445C-8373-4A127C8598B1}"/>
              </a:ext>
            </a:extLst>
          </p:cNvPr>
          <p:cNvSpPr>
            <a:spLocks noChangeArrowheads="1"/>
          </p:cNvSpPr>
          <p:nvPr/>
        </p:nvSpPr>
        <p:spPr bwMode="gray">
          <a:xfrm flipH="1">
            <a:off x="6244699" y="57140"/>
            <a:ext cx="2137301" cy="649224"/>
          </a:xfrm>
          <a:prstGeom prst="chevron">
            <a:avLst>
              <a:gd name="adj" fmla="val 17842"/>
            </a:avLst>
          </a:prstGeom>
          <a:gradFill rotWithShape="1">
            <a:gsLst>
              <a:gs pos="0">
                <a:srgbClr val="84B09A">
                  <a:gamma/>
                  <a:shade val="46275"/>
                  <a:invGamma/>
                </a:srgbClr>
              </a:gs>
              <a:gs pos="50000">
                <a:srgbClr val="84B09A"/>
              </a:gs>
              <a:gs pos="100000">
                <a:srgbClr val="84B09A">
                  <a:gamma/>
                  <a:shade val="46275"/>
                  <a:invGamma/>
                </a:srgbClr>
              </a:gs>
            </a:gsLst>
            <a:lin ang="2700000" scaled="1"/>
          </a:gradFill>
          <a:ln w="38100">
            <a:solidFill>
              <a:srgbClr val="EAEAEA"/>
            </a:solidFill>
            <a:miter lim="800000"/>
            <a:headEnd/>
            <a:tailEnd/>
          </a:ln>
          <a:effectLst>
            <a:outerShdw dist="109250" dir="3267739" algn="ctr" rotWithShape="0">
              <a:srgbClr val="333333">
                <a:alpha val="50000"/>
              </a:srgbClr>
            </a:outerShdw>
          </a:effectLst>
        </p:spPr>
        <p:txBody>
          <a:bodyPr wrap="square" anchor="ctr">
            <a:spAutoFit/>
          </a:bodyPr>
          <a:lstStyle/>
          <a:p>
            <a:pPr algn="ctr" fontAlgn="base">
              <a:spcBef>
                <a:spcPct val="0"/>
              </a:spcBef>
              <a:spcAft>
                <a:spcPct val="0"/>
              </a:spcAft>
            </a:pPr>
            <a:endParaRPr lang="en-US" kern="0">
              <a:solidFill>
                <a:srgbClr val="3D81BF"/>
              </a:solidFill>
            </a:endParaRPr>
          </a:p>
        </p:txBody>
      </p:sp>
      <p:sp>
        <p:nvSpPr>
          <p:cNvPr id="37" name="AutoShape 3">
            <a:extLst>
              <a:ext uri="{FF2B5EF4-FFF2-40B4-BE49-F238E27FC236}">
                <a16:creationId xmlns="" xmlns:a16="http://schemas.microsoft.com/office/drawing/2014/main" id="{C71EB997-3681-42CE-8D12-DC0BC893643A}"/>
              </a:ext>
            </a:extLst>
          </p:cNvPr>
          <p:cNvSpPr>
            <a:spLocks noChangeArrowheads="1"/>
          </p:cNvSpPr>
          <p:nvPr/>
        </p:nvSpPr>
        <p:spPr bwMode="gray">
          <a:xfrm flipH="1">
            <a:off x="161662" y="57140"/>
            <a:ext cx="1970868" cy="651510"/>
          </a:xfrm>
          <a:prstGeom prst="chevron">
            <a:avLst>
              <a:gd name="adj" fmla="val 17009"/>
            </a:avLst>
          </a:prstGeom>
          <a:gradFill rotWithShape="1">
            <a:gsLst>
              <a:gs pos="0">
                <a:srgbClr val="84B09A">
                  <a:gamma/>
                  <a:shade val="46275"/>
                  <a:invGamma/>
                </a:srgbClr>
              </a:gs>
              <a:gs pos="50000">
                <a:srgbClr val="84B09A"/>
              </a:gs>
              <a:gs pos="100000">
                <a:srgbClr val="84B09A">
                  <a:gamma/>
                  <a:shade val="46275"/>
                  <a:invGamma/>
                </a:srgbClr>
              </a:gs>
            </a:gsLst>
            <a:lin ang="2700000" scaled="1"/>
          </a:gradFill>
          <a:ln w="38100">
            <a:solidFill>
              <a:srgbClr val="EAEAEA"/>
            </a:solidFill>
            <a:miter lim="800000"/>
            <a:headEnd/>
            <a:tailEnd/>
          </a:ln>
          <a:effectLst>
            <a:outerShdw dist="109250" dir="3267739" algn="ctr" rotWithShape="0">
              <a:srgbClr val="333333">
                <a:alpha val="50000"/>
              </a:srgbClr>
            </a:outerShdw>
          </a:effectLst>
        </p:spPr>
        <p:txBody>
          <a:bodyPr wrap="square" anchor="ctr">
            <a:spAutoFit/>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endParaRPr>
          </a:p>
        </p:txBody>
      </p:sp>
      <p:sp>
        <p:nvSpPr>
          <p:cNvPr id="38" name="Rectangle 37">
            <a:extLst>
              <a:ext uri="{FF2B5EF4-FFF2-40B4-BE49-F238E27FC236}">
                <a16:creationId xmlns="" xmlns:a16="http://schemas.microsoft.com/office/drawing/2014/main" id="{C48087A2-0F0F-40A0-A837-05942D40B928}"/>
              </a:ext>
            </a:extLst>
          </p:cNvPr>
          <p:cNvSpPr/>
          <p:nvPr/>
        </p:nvSpPr>
        <p:spPr>
          <a:xfrm>
            <a:off x="431672" y="189466"/>
            <a:ext cx="1443038" cy="338554"/>
          </a:xfrm>
          <a:prstGeom prst="rect">
            <a:avLst/>
          </a:prstGeom>
        </p:spPr>
        <p:txBody>
          <a:bodyPr wrap="square">
            <a:spAutoFit/>
          </a:bodyPr>
          <a:lstStyle/>
          <a:p>
            <a:pPr lvl="0" algn="ctr" rtl="1" fontAlgn="base">
              <a:spcBef>
                <a:spcPct val="0"/>
              </a:spcBef>
              <a:spcAft>
                <a:spcPct val="0"/>
              </a:spcAft>
            </a:pPr>
            <a:r>
              <a:rPr lang="fa-IR" sz="1600" b="1" dirty="0">
                <a:solidFill>
                  <a:srgbClr val="FFFFFF"/>
                </a:solidFill>
                <a:latin typeface="Times New Roman" panose="02020603050405020304" pitchFamily="18" charset="0"/>
                <a:cs typeface="B Nazanin" panose="00000400000000000000" pitchFamily="2" charset="-78"/>
              </a:rPr>
              <a:t>مقالات اخیر</a:t>
            </a:r>
            <a:endParaRPr lang="en-US" sz="1600" b="1" dirty="0">
              <a:solidFill>
                <a:srgbClr val="FFFFFF"/>
              </a:solidFill>
              <a:latin typeface="Times New Roman" panose="02020603050405020304" pitchFamily="18" charset="0"/>
              <a:cs typeface="B Nazanin" panose="00000400000000000000" pitchFamily="2" charset="-78"/>
            </a:endParaRPr>
          </a:p>
        </p:txBody>
      </p:sp>
      <p:sp>
        <p:nvSpPr>
          <p:cNvPr id="39" name="Rectangle 38">
            <a:extLst>
              <a:ext uri="{FF2B5EF4-FFF2-40B4-BE49-F238E27FC236}">
                <a16:creationId xmlns="" xmlns:a16="http://schemas.microsoft.com/office/drawing/2014/main" id="{BF9CF44D-C94F-4B09-AF24-15EACD7BE0F4}"/>
              </a:ext>
            </a:extLst>
          </p:cNvPr>
          <p:cNvSpPr/>
          <p:nvPr/>
        </p:nvSpPr>
        <p:spPr>
          <a:xfrm>
            <a:off x="6499957" y="197162"/>
            <a:ext cx="1626786" cy="323165"/>
          </a:xfrm>
          <a:prstGeom prst="rect">
            <a:avLst/>
          </a:prstGeom>
        </p:spPr>
        <p:txBody>
          <a:bodyPr wrap="square">
            <a:spAutoFit/>
          </a:bodyPr>
          <a:lstStyle/>
          <a:p>
            <a:pPr lvl="0" algn="ctr" fontAlgn="base">
              <a:spcBef>
                <a:spcPct val="0"/>
              </a:spcBef>
              <a:spcAft>
                <a:spcPct val="0"/>
              </a:spcAft>
              <a:defRPr/>
            </a:pPr>
            <a:r>
              <a:rPr lang="fa-IR" sz="1500" b="1" kern="0" dirty="0" err="1">
                <a:solidFill>
                  <a:srgbClr val="FFFFFF"/>
                </a:solidFill>
                <a:latin typeface="Times New Roman" panose="02020603050405020304" pitchFamily="18" charset="0"/>
                <a:cs typeface="B Nazanin" pitchFamily="2" charset="-78"/>
              </a:rPr>
              <a:t>باتریها</a:t>
            </a:r>
            <a:endParaRPr lang="en-US" sz="1500" b="1" kern="0" dirty="0">
              <a:solidFill>
                <a:srgbClr val="FFFFFF"/>
              </a:solidFill>
              <a:latin typeface="Times New Roman" panose="02020603050405020304" pitchFamily="18" charset="0"/>
              <a:cs typeface="B Nazanin" pitchFamily="2" charset="-78"/>
            </a:endParaRPr>
          </a:p>
        </p:txBody>
      </p:sp>
      <p:sp>
        <p:nvSpPr>
          <p:cNvPr id="40" name="AutoShape 10">
            <a:extLst>
              <a:ext uri="{FF2B5EF4-FFF2-40B4-BE49-F238E27FC236}">
                <a16:creationId xmlns="" xmlns:a16="http://schemas.microsoft.com/office/drawing/2014/main" id="{50B159E1-0AA0-4C32-86C7-52F5C5E0D242}"/>
              </a:ext>
            </a:extLst>
          </p:cNvPr>
          <p:cNvSpPr>
            <a:spLocks noChangeArrowheads="1"/>
          </p:cNvSpPr>
          <p:nvPr/>
        </p:nvSpPr>
        <p:spPr bwMode="gray">
          <a:xfrm flipH="1">
            <a:off x="2105458" y="54854"/>
            <a:ext cx="2137301" cy="651510"/>
          </a:xfrm>
          <a:prstGeom prst="chevron">
            <a:avLst>
              <a:gd name="adj" fmla="val 17842"/>
            </a:avLst>
          </a:prstGeom>
          <a:gradFill rotWithShape="1">
            <a:gsLst>
              <a:gs pos="0">
                <a:srgbClr val="3659EC">
                  <a:gamma/>
                  <a:shade val="46275"/>
                  <a:invGamma/>
                </a:srgbClr>
              </a:gs>
              <a:gs pos="50000">
                <a:srgbClr val="3659EC"/>
              </a:gs>
              <a:gs pos="100000">
                <a:srgbClr val="3659EC">
                  <a:gamma/>
                  <a:shade val="46275"/>
                  <a:invGamma/>
                </a:srgbClr>
              </a:gs>
            </a:gsLst>
            <a:lin ang="2700000" scaled="1"/>
          </a:gradFill>
          <a:ln w="38100">
            <a:solidFill>
              <a:srgbClr val="EAEAEA"/>
            </a:solidFill>
            <a:miter lim="800000"/>
            <a:headEnd/>
            <a:tailEnd/>
          </a:ln>
          <a:effectLst>
            <a:outerShdw dist="109250" dir="3267739" algn="ctr" rotWithShape="0">
              <a:srgbClr val="333333">
                <a:alpha val="50000"/>
              </a:srgbClr>
            </a:outerShdw>
          </a:effectLst>
        </p:spPr>
        <p:txBody>
          <a:bodyPr wrap="square" anchor="ctr">
            <a:spAutoFit/>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endParaRPr>
          </a:p>
        </p:txBody>
      </p:sp>
      <p:sp>
        <p:nvSpPr>
          <p:cNvPr id="41" name="AutoShape 3">
            <a:extLst>
              <a:ext uri="{FF2B5EF4-FFF2-40B4-BE49-F238E27FC236}">
                <a16:creationId xmlns="" xmlns:a16="http://schemas.microsoft.com/office/drawing/2014/main" id="{DBA5C955-0E66-467E-8B5F-EF4EE5F8F3FA}"/>
              </a:ext>
            </a:extLst>
          </p:cNvPr>
          <p:cNvSpPr>
            <a:spLocks noChangeArrowheads="1"/>
          </p:cNvSpPr>
          <p:nvPr/>
        </p:nvSpPr>
        <p:spPr bwMode="gray">
          <a:xfrm flipH="1">
            <a:off x="4215687" y="54854"/>
            <a:ext cx="2056085" cy="651510"/>
          </a:xfrm>
          <a:prstGeom prst="chevron">
            <a:avLst>
              <a:gd name="adj" fmla="val 17009"/>
            </a:avLst>
          </a:prstGeom>
          <a:gradFill rotWithShape="1">
            <a:gsLst>
              <a:gs pos="0">
                <a:srgbClr val="84B09A">
                  <a:gamma/>
                  <a:shade val="46275"/>
                  <a:invGamma/>
                </a:srgbClr>
              </a:gs>
              <a:gs pos="50000">
                <a:srgbClr val="84B09A"/>
              </a:gs>
              <a:gs pos="100000">
                <a:srgbClr val="84B09A">
                  <a:gamma/>
                  <a:shade val="46275"/>
                  <a:invGamma/>
                </a:srgbClr>
              </a:gs>
            </a:gsLst>
            <a:lin ang="2700000" scaled="1"/>
          </a:gradFill>
          <a:ln w="38100">
            <a:solidFill>
              <a:srgbClr val="EAEAEA"/>
            </a:solidFill>
            <a:miter lim="800000"/>
            <a:headEnd/>
            <a:tailEnd/>
          </a:ln>
          <a:effectLst>
            <a:outerShdw dist="109250" dir="3267739" algn="ctr" rotWithShape="0">
              <a:srgbClr val="333333">
                <a:alpha val="50000"/>
              </a:srgbClr>
            </a:outerShdw>
          </a:effectLst>
        </p:spPr>
        <p:txBody>
          <a:bodyPr wrap="square" anchor="ctr">
            <a:spAutoFit/>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endParaRPr>
          </a:p>
        </p:txBody>
      </p:sp>
      <p:sp>
        <p:nvSpPr>
          <p:cNvPr id="42" name="Rectangle 41">
            <a:extLst>
              <a:ext uri="{FF2B5EF4-FFF2-40B4-BE49-F238E27FC236}">
                <a16:creationId xmlns="" xmlns:a16="http://schemas.microsoft.com/office/drawing/2014/main" id="{4DE55AA0-934E-4757-A2D4-1C4E49036DCD}"/>
              </a:ext>
            </a:extLst>
          </p:cNvPr>
          <p:cNvSpPr/>
          <p:nvPr/>
        </p:nvSpPr>
        <p:spPr>
          <a:xfrm>
            <a:off x="2402046" y="64070"/>
            <a:ext cx="1600200" cy="584775"/>
          </a:xfrm>
          <a:prstGeom prst="rect">
            <a:avLst/>
          </a:prstGeom>
        </p:spPr>
        <p:txBody>
          <a:bodyPr wrap="square">
            <a:spAutoFit/>
          </a:bodyPr>
          <a:lstStyle/>
          <a:p>
            <a:pPr lvl="0" algn="ctr" rtl="1" fontAlgn="base">
              <a:spcBef>
                <a:spcPct val="0"/>
              </a:spcBef>
              <a:spcAft>
                <a:spcPct val="0"/>
              </a:spcAft>
            </a:pPr>
            <a:r>
              <a:rPr lang="fa-IR" sz="1600" b="1" dirty="0">
                <a:solidFill>
                  <a:srgbClr val="FFFFFF"/>
                </a:solidFill>
                <a:latin typeface="Times New Roman" panose="02020603050405020304" pitchFamily="18" charset="0"/>
                <a:cs typeface="B Nazanin" panose="00000400000000000000" pitchFamily="2" charset="-78"/>
              </a:rPr>
              <a:t>سیستم مدیریت همسان سازی</a:t>
            </a:r>
            <a:endParaRPr lang="en-US" sz="1600" b="1" dirty="0">
              <a:solidFill>
                <a:srgbClr val="FFFFFF"/>
              </a:solidFill>
              <a:latin typeface="Times New Roman" panose="02020603050405020304" pitchFamily="18" charset="0"/>
              <a:cs typeface="B Nazanin" panose="00000400000000000000" pitchFamily="2" charset="-78"/>
            </a:endParaRPr>
          </a:p>
        </p:txBody>
      </p:sp>
      <p:sp>
        <p:nvSpPr>
          <p:cNvPr id="43" name="Rectangle 42">
            <a:extLst>
              <a:ext uri="{FF2B5EF4-FFF2-40B4-BE49-F238E27FC236}">
                <a16:creationId xmlns="" xmlns:a16="http://schemas.microsoft.com/office/drawing/2014/main" id="{AC165A2D-60D3-440C-A112-7B419F7E72B2}"/>
              </a:ext>
            </a:extLst>
          </p:cNvPr>
          <p:cNvSpPr/>
          <p:nvPr/>
        </p:nvSpPr>
        <p:spPr>
          <a:xfrm>
            <a:off x="4529582" y="89171"/>
            <a:ext cx="1443038" cy="584775"/>
          </a:xfrm>
          <a:prstGeom prst="rect">
            <a:avLst/>
          </a:prstGeom>
        </p:spPr>
        <p:txBody>
          <a:bodyPr wrap="square">
            <a:spAutoFit/>
          </a:bodyPr>
          <a:lstStyle/>
          <a:p>
            <a:pPr lvl="0" algn="ctr" rtl="1" fontAlgn="base">
              <a:spcBef>
                <a:spcPct val="0"/>
              </a:spcBef>
              <a:spcAft>
                <a:spcPct val="0"/>
              </a:spcAft>
            </a:pPr>
            <a:r>
              <a:rPr lang="fa-IR" sz="1600" b="1" dirty="0">
                <a:solidFill>
                  <a:srgbClr val="FFFFFF"/>
                </a:solidFill>
                <a:latin typeface="Times New Roman" panose="02020603050405020304" pitchFamily="18" charset="0"/>
                <a:cs typeface="B Nazanin" panose="00000400000000000000" pitchFamily="2" charset="-78"/>
              </a:rPr>
              <a:t>سیستم مدیریت باتری</a:t>
            </a:r>
            <a:endParaRPr lang="en-US" sz="1600" b="1" dirty="0">
              <a:solidFill>
                <a:srgbClr val="FFFFFF"/>
              </a:solidFill>
              <a:latin typeface="Times New Roman" panose="02020603050405020304" pitchFamily="18" charset="0"/>
              <a:cs typeface="B Nazanin" panose="00000400000000000000" pitchFamily="2" charset="-78"/>
            </a:endParaRPr>
          </a:p>
        </p:txBody>
      </p:sp>
      <p:sp>
        <p:nvSpPr>
          <p:cNvPr id="44" name="TextBox 43">
            <a:extLst>
              <a:ext uri="{FF2B5EF4-FFF2-40B4-BE49-F238E27FC236}">
                <a16:creationId xmlns="" xmlns:a16="http://schemas.microsoft.com/office/drawing/2014/main" id="{F43469DC-7F5B-471E-BD74-ED709E621F63}"/>
              </a:ext>
            </a:extLst>
          </p:cNvPr>
          <p:cNvSpPr txBox="1"/>
          <p:nvPr/>
        </p:nvSpPr>
        <p:spPr>
          <a:xfrm>
            <a:off x="7055055" y="1726687"/>
            <a:ext cx="1837362" cy="369332"/>
          </a:xfrm>
          <a:prstGeom prst="rect">
            <a:avLst/>
          </a:prstGeom>
          <a:noFill/>
        </p:spPr>
        <p:txBody>
          <a:bodyPr wrap="none" rtlCol="0">
            <a:spAutoFit/>
          </a:bodyPr>
          <a:lstStyle/>
          <a:p>
            <a:pPr algn="r" rtl="1"/>
            <a:r>
              <a:rPr lang="fa-IR" b="1" dirty="0">
                <a:cs typeface="B Nazanin" panose="00000400000000000000" pitchFamily="2" charset="-78"/>
              </a:rPr>
              <a:t>انتقال سلول به سلول</a:t>
            </a:r>
          </a:p>
        </p:txBody>
      </p:sp>
      <p:sp>
        <p:nvSpPr>
          <p:cNvPr id="45" name="Rectangle 44"/>
          <p:cNvSpPr/>
          <p:nvPr/>
        </p:nvSpPr>
        <p:spPr>
          <a:xfrm>
            <a:off x="2414084" y="6188077"/>
            <a:ext cx="4011034" cy="369332"/>
          </a:xfrm>
          <a:prstGeom prst="rect">
            <a:avLst/>
          </a:prstGeom>
        </p:spPr>
        <p:txBody>
          <a:bodyPr wrap="none">
            <a:spAutoFit/>
          </a:bodyPr>
          <a:lstStyle/>
          <a:p>
            <a:pPr algn="ctr" rtl="1" fontAlgn="base">
              <a:spcBef>
                <a:spcPct val="0"/>
              </a:spcBef>
              <a:spcAft>
                <a:spcPct val="0"/>
              </a:spcAft>
            </a:pPr>
            <a:r>
              <a:rPr lang="fa-IR" dirty="0">
                <a:latin typeface="Times New Roman" panose="02020603050405020304" pitchFamily="18" charset="0"/>
                <a:ea typeface="Calibri" panose="020F0502020204030204" pitchFamily="34" charset="0"/>
                <a:cs typeface="B Lotus" panose="00000400000000000000" pitchFamily="2" charset="-78"/>
              </a:rPr>
              <a:t>شکل 7 </a:t>
            </a:r>
            <a:r>
              <a:rPr lang="fa-IR" dirty="0">
                <a:latin typeface="Times New Roman" panose="02020603050405020304" pitchFamily="18" charset="0"/>
                <a:cs typeface="B Lotus" panose="00000400000000000000" pitchFamily="2" charset="-78"/>
              </a:rPr>
              <a:t>شماتیک دیاگرام همسان سازی سلول به سلول.</a:t>
            </a:r>
            <a:endParaRPr lang="en-US" dirty="0">
              <a:latin typeface="Times New Roman" panose="02020603050405020304" pitchFamily="18" charset="0"/>
              <a:cs typeface="B Lotus" panose="00000400000000000000" pitchFamily="2" charset="-78"/>
            </a:endParaRPr>
          </a:p>
        </p:txBody>
      </p:sp>
      <p:sp>
        <p:nvSpPr>
          <p:cNvPr id="17" name="Slide Number Placeholder 3">
            <a:extLst>
              <a:ext uri="{FF2B5EF4-FFF2-40B4-BE49-F238E27FC236}">
                <a16:creationId xmlns="" xmlns:a16="http://schemas.microsoft.com/office/drawing/2014/main" id="{FEFB061F-8AAB-4535-B272-1BA4D5A77191}"/>
              </a:ext>
            </a:extLst>
          </p:cNvPr>
          <p:cNvSpPr txBox="1">
            <a:spLocks/>
          </p:cNvSpPr>
          <p:nvPr/>
        </p:nvSpPr>
        <p:spPr>
          <a:xfrm>
            <a:off x="8965" y="6090313"/>
            <a:ext cx="676835" cy="767687"/>
          </a:xfrm>
          <a:prstGeom prst="rect">
            <a:avLst/>
          </a:prstGeom>
        </p:spPr>
        <p:txBody>
          <a:bodyPr vert="horz" lIns="91440" tIns="45720" rIns="91440" bIns="45720" rtlCol="0" anchor="ctr"/>
          <a:lstStyle>
            <a:defPPr>
              <a:defRPr lang="en-US"/>
            </a:defPPr>
            <a:lvl1pPr marL="0" algn="l" defTabSz="914400" rtl="0" eaLnBrk="1" latinLnBrk="0" hangingPunct="1">
              <a:defRPr sz="1400" b="1" kern="1200">
                <a:solidFill>
                  <a:srgbClr val="FFFFFF"/>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rtl="1"/>
            <a:fld id="{E8ADF199-8047-440E-B02B-E80683B392F2}" type="slidenum">
              <a:rPr lang="fa-IR" sz="1800" smtClean="0">
                <a:solidFill>
                  <a:schemeClr val="tx1"/>
                </a:solidFill>
                <a:cs typeface="B Lotus" panose="00000400000000000000" pitchFamily="2" charset="-78"/>
              </a:rPr>
              <a:pPr rtl="1"/>
              <a:t>84</a:t>
            </a:fld>
            <a:endParaRPr lang="fa-IR" sz="1800" dirty="0">
              <a:solidFill>
                <a:schemeClr val="tx1"/>
              </a:solidFill>
              <a:cs typeface="B Lotus" panose="00000400000000000000" pitchFamily="2" charset="-78"/>
            </a:endParaRPr>
          </a:p>
        </p:txBody>
      </p:sp>
      <p:graphicFrame>
        <p:nvGraphicFramePr>
          <p:cNvPr id="18" name="Table 17"/>
          <p:cNvGraphicFramePr>
            <a:graphicFrameLocks noGrp="1"/>
          </p:cNvGraphicFramePr>
          <p:nvPr>
            <p:extLst/>
          </p:nvPr>
        </p:nvGraphicFramePr>
        <p:xfrm>
          <a:off x="98296" y="1292475"/>
          <a:ext cx="4513526" cy="762000"/>
        </p:xfrm>
        <a:graphic>
          <a:graphicData uri="http://schemas.openxmlformats.org/drawingml/2006/table">
            <a:tbl>
              <a:tblPr rtl="1" firstRow="1" firstCol="1" bandRow="1"/>
              <a:tblGrid>
                <a:gridCol w="1048385">
                  <a:extLst>
                    <a:ext uri="{9D8B030D-6E8A-4147-A177-3AD203B41FA5}">
                      <a16:colId xmlns="" xmlns:a16="http://schemas.microsoft.com/office/drawing/2014/main" val="20001"/>
                    </a:ext>
                  </a:extLst>
                </a:gridCol>
                <a:gridCol w="570548">
                  <a:extLst>
                    <a:ext uri="{9D8B030D-6E8A-4147-A177-3AD203B41FA5}">
                      <a16:colId xmlns="" xmlns:a16="http://schemas.microsoft.com/office/drawing/2014/main" val="20002"/>
                    </a:ext>
                  </a:extLst>
                </a:gridCol>
                <a:gridCol w="618172">
                  <a:extLst>
                    <a:ext uri="{9D8B030D-6E8A-4147-A177-3AD203B41FA5}">
                      <a16:colId xmlns="" xmlns:a16="http://schemas.microsoft.com/office/drawing/2014/main" val="20003"/>
                    </a:ext>
                  </a:extLst>
                </a:gridCol>
                <a:gridCol w="978535">
                  <a:extLst>
                    <a:ext uri="{9D8B030D-6E8A-4147-A177-3AD203B41FA5}">
                      <a16:colId xmlns="" xmlns:a16="http://schemas.microsoft.com/office/drawing/2014/main" val="20004"/>
                    </a:ext>
                  </a:extLst>
                </a:gridCol>
                <a:gridCol w="556260">
                  <a:extLst>
                    <a:ext uri="{9D8B030D-6E8A-4147-A177-3AD203B41FA5}">
                      <a16:colId xmlns="" xmlns:a16="http://schemas.microsoft.com/office/drawing/2014/main" val="20005"/>
                    </a:ext>
                  </a:extLst>
                </a:gridCol>
                <a:gridCol w="741626">
                  <a:extLst>
                    <a:ext uri="{9D8B030D-6E8A-4147-A177-3AD203B41FA5}">
                      <a16:colId xmlns="" xmlns:a16="http://schemas.microsoft.com/office/drawing/2014/main" val="20006"/>
                    </a:ext>
                  </a:extLst>
                </a:gridCol>
              </a:tblGrid>
              <a:tr h="381000">
                <a:tc>
                  <a:txBody>
                    <a:bodyPr/>
                    <a:lstStyle/>
                    <a:p>
                      <a:pPr marL="0" marR="0" algn="ctr" defTabSz="914400" rtl="1" eaLnBrk="1" latinLnBrk="0" hangingPunct="1">
                        <a:spcBef>
                          <a:spcPts val="600"/>
                        </a:spcBef>
                        <a:spcAft>
                          <a:spcPts val="600"/>
                        </a:spcAft>
                      </a:pPr>
                      <a:r>
                        <a:rPr lang="fa-IR" sz="1400" i="0" kern="1200" dirty="0">
                          <a:solidFill>
                            <a:schemeClr val="tx1"/>
                          </a:solidFill>
                          <a:effectLst/>
                          <a:latin typeface="Times New Roman" panose="02020603050405020304" pitchFamily="18" charset="0"/>
                          <a:ea typeface="Calibri" panose="020F0502020204030204" pitchFamily="34" charset="0"/>
                          <a:cs typeface="B Lotus" panose="00000400000000000000" pitchFamily="2" charset="-78"/>
                        </a:rPr>
                        <a:t>سادگی</a:t>
                      </a:r>
                      <a:r>
                        <a:rPr lang="fa-IR" sz="1400" i="0" kern="1200" baseline="0" dirty="0">
                          <a:solidFill>
                            <a:schemeClr val="tx1"/>
                          </a:solidFill>
                          <a:effectLst/>
                          <a:latin typeface="Times New Roman" panose="02020603050405020304" pitchFamily="18" charset="0"/>
                          <a:ea typeface="Calibri" panose="020F0502020204030204" pitchFamily="34" charset="0"/>
                          <a:cs typeface="B Lotus" panose="00000400000000000000" pitchFamily="2" charset="-78"/>
                        </a:rPr>
                        <a:t> </a:t>
                      </a:r>
                      <a:r>
                        <a:rPr lang="fa-IR" sz="1400" i="0" kern="1200" dirty="0">
                          <a:solidFill>
                            <a:schemeClr val="tx1"/>
                          </a:solidFill>
                          <a:effectLst/>
                          <a:latin typeface="Times New Roman" panose="02020603050405020304" pitchFamily="18" charset="0"/>
                          <a:ea typeface="Calibri" panose="020F0502020204030204" pitchFamily="34" charset="0"/>
                          <a:cs typeface="B Lotus" panose="00000400000000000000" pitchFamily="2" charset="-78"/>
                        </a:rPr>
                        <a:t>الگوریتم</a:t>
                      </a:r>
                      <a:endParaRPr lang="en-US" sz="1400" i="0" kern="1200" dirty="0">
                        <a:solidFill>
                          <a:schemeClr val="tx1"/>
                        </a:solidFill>
                        <a:effectLst/>
                        <a:latin typeface="Times New Roman" panose="02020603050405020304" pitchFamily="18" charset="0"/>
                        <a:ea typeface="Calibri" panose="020F0502020204030204" pitchFamily="34" charset="0"/>
                        <a:cs typeface="B Lotus" panose="00000400000000000000" pitchFamily="2" charset="-78"/>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chemeClr val="accent6">
                        <a:lumMod val="60000"/>
                        <a:lumOff val="40000"/>
                      </a:schemeClr>
                    </a:solidFill>
                  </a:tcPr>
                </a:tc>
                <a:tc>
                  <a:txBody>
                    <a:bodyPr/>
                    <a:lstStyle/>
                    <a:p>
                      <a:pPr marL="0" marR="0" algn="ctr" defTabSz="914400" rtl="1" eaLnBrk="1" latinLnBrk="0" hangingPunct="1">
                        <a:spcBef>
                          <a:spcPts val="600"/>
                        </a:spcBef>
                        <a:spcAft>
                          <a:spcPts val="600"/>
                        </a:spcAft>
                      </a:pPr>
                      <a:r>
                        <a:rPr lang="fa-IR" sz="1400" i="0" kern="1200" dirty="0">
                          <a:solidFill>
                            <a:schemeClr val="tx1"/>
                          </a:solidFill>
                          <a:effectLst/>
                          <a:latin typeface="Times New Roman" panose="02020603050405020304" pitchFamily="18" charset="0"/>
                          <a:ea typeface="Calibri" panose="020F0502020204030204" pitchFamily="34" charset="0"/>
                          <a:cs typeface="B Lotus" panose="00000400000000000000" pitchFamily="2" charset="-78"/>
                        </a:rPr>
                        <a:t>راندمان</a:t>
                      </a:r>
                      <a:endParaRPr lang="en-US" sz="1400" i="0" kern="1200" dirty="0">
                        <a:solidFill>
                          <a:schemeClr val="tx1"/>
                        </a:solidFill>
                        <a:effectLst/>
                        <a:latin typeface="Times New Roman" panose="02020603050405020304" pitchFamily="18" charset="0"/>
                        <a:ea typeface="Calibri" panose="020F0502020204030204" pitchFamily="34" charset="0"/>
                        <a:cs typeface="B Lotus" panose="00000400000000000000" pitchFamily="2" charset="-78"/>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chemeClr val="accent6">
                        <a:lumMod val="60000"/>
                        <a:lumOff val="40000"/>
                      </a:schemeClr>
                    </a:solidFill>
                  </a:tcPr>
                </a:tc>
                <a:tc>
                  <a:txBody>
                    <a:bodyPr/>
                    <a:lstStyle/>
                    <a:p>
                      <a:pPr marL="0" marR="0" algn="ctr" defTabSz="914400" rtl="1" eaLnBrk="1" latinLnBrk="0" hangingPunct="1">
                        <a:spcBef>
                          <a:spcPts val="600"/>
                        </a:spcBef>
                        <a:spcAft>
                          <a:spcPts val="600"/>
                        </a:spcAft>
                      </a:pPr>
                      <a:r>
                        <a:rPr lang="fa-IR" sz="1400" i="0" kern="1200" dirty="0" err="1">
                          <a:solidFill>
                            <a:schemeClr val="tx1"/>
                          </a:solidFill>
                          <a:effectLst/>
                          <a:latin typeface="Times New Roman" panose="02020603050405020304" pitchFamily="18" charset="0"/>
                          <a:ea typeface="Calibri" panose="020F0502020204030204" pitchFamily="34" charset="0"/>
                          <a:cs typeface="B Lotus" panose="00000400000000000000" pitchFamily="2" charset="-78"/>
                        </a:rPr>
                        <a:t>جانمایی</a:t>
                      </a:r>
                      <a:endParaRPr lang="en-US" sz="1400" i="0" kern="1200" dirty="0">
                        <a:solidFill>
                          <a:schemeClr val="tx1"/>
                        </a:solidFill>
                        <a:effectLst/>
                        <a:latin typeface="Times New Roman" panose="02020603050405020304" pitchFamily="18" charset="0"/>
                        <a:ea typeface="Calibri" panose="020F0502020204030204" pitchFamily="34" charset="0"/>
                        <a:cs typeface="B Lotus" panose="00000400000000000000" pitchFamily="2" charset="-78"/>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chemeClr val="accent6">
                        <a:lumMod val="60000"/>
                        <a:lumOff val="40000"/>
                      </a:schemeClr>
                    </a:solidFill>
                  </a:tcPr>
                </a:tc>
                <a:tc>
                  <a:txBody>
                    <a:bodyPr/>
                    <a:lstStyle/>
                    <a:p>
                      <a:pPr marL="0" marR="0" algn="ctr" defTabSz="914400" rtl="1" eaLnBrk="1" latinLnBrk="0" hangingPunct="1">
                        <a:spcBef>
                          <a:spcPts val="600"/>
                        </a:spcBef>
                        <a:spcAft>
                          <a:spcPts val="600"/>
                        </a:spcAft>
                      </a:pPr>
                      <a:r>
                        <a:rPr lang="fa-IR" sz="1400" i="0" kern="1200" dirty="0">
                          <a:solidFill>
                            <a:schemeClr val="tx1"/>
                          </a:solidFill>
                          <a:effectLst/>
                          <a:latin typeface="Times New Roman" panose="02020603050405020304" pitchFamily="18" charset="0"/>
                          <a:ea typeface="Calibri" panose="020F0502020204030204" pitchFamily="34" charset="0"/>
                          <a:cs typeface="B Lotus" panose="00000400000000000000" pitchFamily="2" charset="-78"/>
                        </a:rPr>
                        <a:t>صرفه اقتصادی</a:t>
                      </a:r>
                      <a:endParaRPr lang="en-US" sz="1400" i="0" kern="1200" dirty="0">
                        <a:solidFill>
                          <a:schemeClr val="tx1"/>
                        </a:solidFill>
                        <a:effectLst/>
                        <a:latin typeface="Times New Roman" panose="02020603050405020304" pitchFamily="18" charset="0"/>
                        <a:ea typeface="Calibri" panose="020F0502020204030204" pitchFamily="34" charset="0"/>
                        <a:cs typeface="B Lotus" panose="00000400000000000000" pitchFamily="2" charset="-78"/>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chemeClr val="accent6">
                        <a:lumMod val="60000"/>
                        <a:lumOff val="40000"/>
                      </a:schemeClr>
                    </a:solidFill>
                  </a:tcPr>
                </a:tc>
                <a:tc>
                  <a:txBody>
                    <a:bodyPr/>
                    <a:lstStyle/>
                    <a:p>
                      <a:pPr marL="0" marR="0" algn="ctr" defTabSz="914400" rtl="1" eaLnBrk="1" latinLnBrk="0" hangingPunct="1">
                        <a:spcBef>
                          <a:spcPts val="600"/>
                        </a:spcBef>
                        <a:spcAft>
                          <a:spcPts val="600"/>
                        </a:spcAft>
                      </a:pPr>
                      <a:r>
                        <a:rPr lang="fa-IR" sz="1400" i="0" kern="1200">
                          <a:solidFill>
                            <a:schemeClr val="tx1"/>
                          </a:solidFill>
                          <a:effectLst/>
                          <a:latin typeface="Times New Roman" panose="02020603050405020304" pitchFamily="18" charset="0"/>
                          <a:ea typeface="Calibri" panose="020F0502020204030204" pitchFamily="34" charset="0"/>
                          <a:cs typeface="B Lotus" panose="00000400000000000000" pitchFamily="2" charset="-78"/>
                        </a:rPr>
                        <a:t>سرعت</a:t>
                      </a:r>
                      <a:endParaRPr lang="en-US" sz="1400" i="0" kern="1200">
                        <a:solidFill>
                          <a:schemeClr val="tx1"/>
                        </a:solidFill>
                        <a:effectLst/>
                        <a:latin typeface="Times New Roman" panose="02020603050405020304" pitchFamily="18" charset="0"/>
                        <a:ea typeface="Calibri" panose="020F0502020204030204" pitchFamily="34" charset="0"/>
                        <a:cs typeface="B Lotus" panose="00000400000000000000" pitchFamily="2" charset="-78"/>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chemeClr val="accent6">
                        <a:lumMod val="60000"/>
                        <a:lumOff val="40000"/>
                      </a:schemeClr>
                    </a:solidFill>
                  </a:tcPr>
                </a:tc>
                <a:tc>
                  <a:txBody>
                    <a:bodyPr/>
                    <a:lstStyle/>
                    <a:p>
                      <a:pPr marL="0" marR="0" algn="ctr" defTabSz="914400" rtl="1" eaLnBrk="1" latinLnBrk="0" hangingPunct="1">
                        <a:spcBef>
                          <a:spcPts val="600"/>
                        </a:spcBef>
                        <a:spcAft>
                          <a:spcPts val="600"/>
                        </a:spcAft>
                      </a:pPr>
                      <a:r>
                        <a:rPr lang="fa-IR" sz="1400" i="0" kern="1200" dirty="0">
                          <a:solidFill>
                            <a:schemeClr val="tx1"/>
                          </a:solidFill>
                          <a:effectLst/>
                          <a:latin typeface="Times New Roman" panose="02020603050405020304" pitchFamily="18" charset="0"/>
                          <a:ea typeface="Calibri" panose="020F0502020204030204" pitchFamily="34" charset="0"/>
                          <a:cs typeface="B Lotus" panose="00000400000000000000" pitchFamily="2" charset="-78"/>
                        </a:rPr>
                        <a:t>امتیاز</a:t>
                      </a:r>
                      <a:r>
                        <a:rPr lang="fa-IR" sz="1400" i="0" kern="1200" baseline="0" dirty="0">
                          <a:solidFill>
                            <a:schemeClr val="tx1"/>
                          </a:solidFill>
                          <a:effectLst/>
                          <a:latin typeface="Times New Roman" panose="02020603050405020304" pitchFamily="18" charset="0"/>
                          <a:ea typeface="Calibri" panose="020F0502020204030204" pitchFamily="34" charset="0"/>
                          <a:cs typeface="B Lotus" panose="00000400000000000000" pitchFamily="2" charset="-78"/>
                        </a:rPr>
                        <a:t> نهایی</a:t>
                      </a:r>
                      <a:endParaRPr lang="en-US" sz="1400" i="0" kern="1200" dirty="0">
                        <a:solidFill>
                          <a:schemeClr val="tx1"/>
                        </a:solidFill>
                        <a:effectLst/>
                        <a:latin typeface="Times New Roman" panose="02020603050405020304" pitchFamily="18" charset="0"/>
                        <a:ea typeface="Calibri" panose="020F0502020204030204" pitchFamily="34" charset="0"/>
                        <a:cs typeface="B Lotus" panose="00000400000000000000" pitchFamily="2" charset="-78"/>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chemeClr val="accent6">
                        <a:lumMod val="60000"/>
                        <a:lumOff val="40000"/>
                      </a:schemeClr>
                    </a:solidFill>
                  </a:tcPr>
                </a:tc>
                <a:extLst>
                  <a:ext uri="{0D108BD9-81ED-4DB2-BD59-A6C34878D82A}">
                    <a16:rowId xmlns="" xmlns:a16="http://schemas.microsoft.com/office/drawing/2014/main" val="10000"/>
                  </a:ext>
                </a:extLst>
              </a:tr>
              <a:tr h="381000">
                <a:tc>
                  <a:txBody>
                    <a:bodyPr/>
                    <a:lstStyle/>
                    <a:p>
                      <a:pPr marL="0" marR="0" algn="ctr" rtl="1">
                        <a:spcBef>
                          <a:spcPts val="600"/>
                        </a:spcBef>
                        <a:spcAft>
                          <a:spcPts val="600"/>
                        </a:spcAft>
                      </a:pPr>
                      <a:r>
                        <a:rPr lang="fa-IR" sz="1400" i="0" dirty="0">
                          <a:effectLst/>
                          <a:latin typeface="Times New Roman" panose="02020603050405020304" pitchFamily="18" charset="0"/>
                          <a:ea typeface="Calibri" panose="020F0502020204030204" pitchFamily="34" charset="0"/>
                          <a:cs typeface="B Lotus" panose="00000400000000000000" pitchFamily="2" charset="-78"/>
                        </a:rPr>
                        <a:t>3</a:t>
                      </a:r>
                      <a:endParaRPr lang="en-US" sz="1200" i="1" dirty="0">
                        <a:effectLst/>
                        <a:latin typeface="Times New Roman" panose="02020603050405020304" pitchFamily="18" charset="0"/>
                        <a:ea typeface="Calibri" panose="020F0502020204030204" pitchFamily="34" charset="0"/>
                        <a:cs typeface="B Lotus" panose="00000400000000000000" pitchFamily="2" charset="-78"/>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marL="0" marR="0" algn="ctr" rtl="1">
                        <a:spcBef>
                          <a:spcPts val="600"/>
                        </a:spcBef>
                        <a:spcAft>
                          <a:spcPts val="600"/>
                        </a:spcAft>
                      </a:pPr>
                      <a:r>
                        <a:rPr lang="fa-IR" sz="1400" i="0" dirty="0">
                          <a:effectLst/>
                          <a:latin typeface="Times New Roman" panose="02020603050405020304" pitchFamily="18" charset="0"/>
                          <a:ea typeface="Calibri" panose="020F0502020204030204" pitchFamily="34" charset="0"/>
                          <a:cs typeface="B Lotus" panose="00000400000000000000" pitchFamily="2" charset="-78"/>
                        </a:rPr>
                        <a:t>4</a:t>
                      </a:r>
                      <a:endParaRPr lang="en-US" sz="1200" i="1" dirty="0">
                        <a:effectLst/>
                        <a:latin typeface="Times New Roman" panose="02020603050405020304" pitchFamily="18" charset="0"/>
                        <a:ea typeface="Calibri" panose="020F0502020204030204" pitchFamily="34" charset="0"/>
                        <a:cs typeface="B Lotus" panose="00000400000000000000" pitchFamily="2" charset="-78"/>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marL="0" marR="0" algn="ctr" rtl="1">
                        <a:spcBef>
                          <a:spcPts val="600"/>
                        </a:spcBef>
                        <a:spcAft>
                          <a:spcPts val="600"/>
                        </a:spcAft>
                      </a:pPr>
                      <a:r>
                        <a:rPr lang="fa-IR" sz="1400" i="0" dirty="0">
                          <a:effectLst/>
                          <a:latin typeface="Times New Roman" panose="02020603050405020304" pitchFamily="18" charset="0"/>
                          <a:ea typeface="Calibri" panose="020F0502020204030204" pitchFamily="34" charset="0"/>
                          <a:cs typeface="B Lotus" panose="00000400000000000000" pitchFamily="2" charset="-78"/>
                        </a:rPr>
                        <a:t>5</a:t>
                      </a:r>
                      <a:endParaRPr lang="en-US" sz="1200" i="1" dirty="0">
                        <a:effectLst/>
                        <a:latin typeface="Times New Roman" panose="02020603050405020304" pitchFamily="18" charset="0"/>
                        <a:ea typeface="Calibri" panose="020F0502020204030204" pitchFamily="34" charset="0"/>
                        <a:cs typeface="B Lotus" panose="00000400000000000000" pitchFamily="2" charset="-78"/>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marL="0" marR="0" algn="ctr" rtl="1">
                        <a:spcBef>
                          <a:spcPts val="600"/>
                        </a:spcBef>
                        <a:spcAft>
                          <a:spcPts val="600"/>
                        </a:spcAft>
                      </a:pPr>
                      <a:r>
                        <a:rPr lang="fa-IR" sz="1400" i="0" dirty="0">
                          <a:effectLst/>
                          <a:latin typeface="Times New Roman" panose="02020603050405020304" pitchFamily="18" charset="0"/>
                          <a:ea typeface="Calibri" panose="020F0502020204030204" pitchFamily="34" charset="0"/>
                          <a:cs typeface="B Lotus" panose="00000400000000000000" pitchFamily="2" charset="-78"/>
                        </a:rPr>
                        <a:t>4</a:t>
                      </a:r>
                      <a:endParaRPr lang="en-US" sz="1200" i="1" dirty="0">
                        <a:effectLst/>
                        <a:latin typeface="Times New Roman" panose="02020603050405020304" pitchFamily="18" charset="0"/>
                        <a:ea typeface="Calibri" panose="020F0502020204030204" pitchFamily="34" charset="0"/>
                        <a:cs typeface="B Lotus" panose="00000400000000000000" pitchFamily="2" charset="-78"/>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marL="0" marR="0" algn="ctr" rtl="1">
                        <a:spcBef>
                          <a:spcPts val="600"/>
                        </a:spcBef>
                        <a:spcAft>
                          <a:spcPts val="600"/>
                        </a:spcAft>
                      </a:pPr>
                      <a:r>
                        <a:rPr lang="fa-IR" sz="1400" i="0" dirty="0">
                          <a:effectLst/>
                          <a:latin typeface="Times New Roman" panose="02020603050405020304" pitchFamily="18" charset="0"/>
                          <a:ea typeface="Calibri" panose="020F0502020204030204" pitchFamily="34" charset="0"/>
                          <a:cs typeface="B Lotus" panose="00000400000000000000" pitchFamily="2" charset="-78"/>
                        </a:rPr>
                        <a:t>1/4</a:t>
                      </a:r>
                      <a:endParaRPr lang="en-US" sz="1200" i="1" dirty="0">
                        <a:effectLst/>
                        <a:latin typeface="Times New Roman" panose="02020603050405020304" pitchFamily="18" charset="0"/>
                        <a:ea typeface="Calibri" panose="020F0502020204030204" pitchFamily="34" charset="0"/>
                        <a:cs typeface="B Lotus" panose="00000400000000000000" pitchFamily="2" charset="-78"/>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marL="0" marR="0" algn="ctr" rtl="1">
                        <a:spcBef>
                          <a:spcPts val="600"/>
                        </a:spcBef>
                        <a:spcAft>
                          <a:spcPts val="600"/>
                        </a:spcAft>
                      </a:pPr>
                      <a:r>
                        <a:rPr lang="fa-IR" sz="1400" i="0" dirty="0">
                          <a:effectLst/>
                          <a:latin typeface="Times New Roman" panose="02020603050405020304" pitchFamily="18" charset="0"/>
                          <a:ea typeface="Calibri" panose="020F0502020204030204" pitchFamily="34" charset="0"/>
                          <a:cs typeface="B Lotus" panose="00000400000000000000" pitchFamily="2" charset="-78"/>
                        </a:rPr>
                        <a:t>3/5</a:t>
                      </a:r>
                      <a:endParaRPr lang="en-US" sz="1200" i="1" dirty="0">
                        <a:effectLst/>
                        <a:latin typeface="Times New Roman" panose="02020603050405020304" pitchFamily="18" charset="0"/>
                        <a:ea typeface="Calibri" panose="020F0502020204030204" pitchFamily="34" charset="0"/>
                        <a:cs typeface="B Lotus" panose="00000400000000000000" pitchFamily="2" charset="-78"/>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extLst>
                  <a:ext uri="{0D108BD9-81ED-4DB2-BD59-A6C34878D82A}">
                    <a16:rowId xmlns="" xmlns:a16="http://schemas.microsoft.com/office/drawing/2014/main" val="10004"/>
                  </a:ext>
                </a:extLst>
              </a:tr>
            </a:tbl>
          </a:graphicData>
        </a:graphic>
      </p:graphicFrame>
      <p:sp>
        <p:nvSpPr>
          <p:cNvPr id="19" name="TextBox 18">
            <a:extLst>
              <a:ext uri="{FF2B5EF4-FFF2-40B4-BE49-F238E27FC236}">
                <a16:creationId xmlns="" xmlns:a16="http://schemas.microsoft.com/office/drawing/2014/main" id="{F43469DC-7F5B-471E-BD74-ED709E621F63}"/>
              </a:ext>
            </a:extLst>
          </p:cNvPr>
          <p:cNvSpPr txBox="1"/>
          <p:nvPr/>
        </p:nvSpPr>
        <p:spPr>
          <a:xfrm>
            <a:off x="4608424" y="1326578"/>
            <a:ext cx="1568057" cy="769441"/>
          </a:xfrm>
          <a:prstGeom prst="rect">
            <a:avLst/>
          </a:prstGeom>
          <a:noFill/>
        </p:spPr>
        <p:txBody>
          <a:bodyPr wrap="none" rtlCol="0">
            <a:spAutoFit/>
          </a:bodyPr>
          <a:lstStyle/>
          <a:p>
            <a:pPr algn="r" rtl="1"/>
            <a:r>
              <a:rPr lang="fa-IR" sz="1100" b="1" dirty="0">
                <a:cs typeface="B Nazanin" panose="00000400000000000000" pitchFamily="2" charset="-78"/>
              </a:rPr>
              <a:t>داده ورود جهت ارزیابی:</a:t>
            </a:r>
          </a:p>
          <a:p>
            <a:pPr marL="171450" indent="-171450" algn="r" rtl="1">
              <a:buFont typeface="Arial" panose="020B0604020202020204" pitchFamily="34" charset="0"/>
              <a:buChar char="•"/>
            </a:pPr>
            <a:r>
              <a:rPr lang="fa-IR" sz="1100" dirty="0">
                <a:cs typeface="B Nazanin" panose="00000400000000000000" pitchFamily="2" charset="-78"/>
              </a:rPr>
              <a:t>12 سلول سری 3/1 </a:t>
            </a:r>
            <a:r>
              <a:rPr lang="en-US" sz="1100" dirty="0">
                <a:cs typeface="B Nazanin" panose="00000400000000000000" pitchFamily="2" charset="-78"/>
              </a:rPr>
              <a:t>Ah</a:t>
            </a:r>
            <a:endParaRPr lang="fa-IR" sz="1100" dirty="0">
              <a:cs typeface="B Nazanin" panose="00000400000000000000" pitchFamily="2" charset="-78"/>
            </a:endParaRPr>
          </a:p>
          <a:p>
            <a:pPr marL="171450" indent="-171450" algn="r" rtl="1">
              <a:buFont typeface="Arial" panose="020B0604020202020204" pitchFamily="34" charset="0"/>
              <a:buChar char="•"/>
            </a:pPr>
            <a:r>
              <a:rPr lang="fa-IR" sz="1100" dirty="0">
                <a:cs typeface="B Nazanin" panose="00000400000000000000" pitchFamily="2" charset="-78"/>
              </a:rPr>
              <a:t>جریان همسان سازی 0/5 </a:t>
            </a:r>
            <a:r>
              <a:rPr lang="en-US" sz="1100" dirty="0">
                <a:cs typeface="B Nazanin" panose="00000400000000000000" pitchFamily="2" charset="-78"/>
              </a:rPr>
              <a:t>A</a:t>
            </a:r>
          </a:p>
          <a:p>
            <a:pPr marL="171450" indent="-171450" algn="r" rtl="1">
              <a:buFont typeface="Arial" panose="020B0604020202020204" pitchFamily="34" charset="0"/>
              <a:buChar char="•"/>
            </a:pPr>
            <a:endParaRPr lang="fa-IR" sz="1100" dirty="0">
              <a:cs typeface="B Nazanin" panose="00000400000000000000" pitchFamily="2" charset="-78"/>
            </a:endParaRPr>
          </a:p>
        </p:txBody>
      </p:sp>
    </p:spTree>
    <p:extLst>
      <p:ext uri="{BB962C8B-B14F-4D97-AF65-F5344CB8AC3E}">
        <p14:creationId xmlns:p14="http://schemas.microsoft.com/office/powerpoint/2010/main" val="3646387501"/>
      </p:ext>
    </p:extLst>
  </p:cSld>
  <p:clrMapOvr>
    <a:masterClrMapping/>
  </p:clrMapOvr>
</p:sld>
</file>

<file path=ppt/theme/_rels/theme1.xml.rels><?xml version="1.0" encoding="UTF-8" standalone="yes"?>
<Relationships xmlns="http://schemas.openxmlformats.org/package/2006/relationships"><Relationship Id="rId1" Type="http://schemas.openxmlformats.org/officeDocument/2006/relationships/image" Target="../media/image1.jpeg"/></Relationships>
</file>

<file path=ppt/theme/_rels/theme2.xml.rels><?xml version="1.0" encoding="UTF-8" standalone="yes"?>
<Relationships xmlns="http://schemas.openxmlformats.org/package/2006/relationships"><Relationship Id="rId1" Type="http://schemas.openxmlformats.org/officeDocument/2006/relationships/image" Target="../media/image2.jpeg"/></Relationships>
</file>

<file path=ppt/theme/theme1.xml><?xml version="1.0" encoding="utf-8"?>
<a:theme xmlns:a="http://schemas.openxmlformats.org/drawingml/2006/main" name="Clarity">
  <a:themeElements>
    <a:clrScheme name="Clarity">
      <a:dk1>
        <a:srgbClr val="292934"/>
      </a:dk1>
      <a:lt1>
        <a:srgbClr val="FFFFFF"/>
      </a:lt1>
      <a:dk2>
        <a:srgbClr val="D2533C"/>
      </a:dk2>
      <a:lt2>
        <a:srgbClr val="F3F2DC"/>
      </a:lt2>
      <a:accent1>
        <a:srgbClr val="93A299"/>
      </a:accent1>
      <a:accent2>
        <a:srgbClr val="AD8F67"/>
      </a:accent2>
      <a:accent3>
        <a:srgbClr val="726056"/>
      </a:accent3>
      <a:accent4>
        <a:srgbClr val="4C5A6A"/>
      </a:accent4>
      <a:accent5>
        <a:srgbClr val="808DA0"/>
      </a:accent5>
      <a:accent6>
        <a:srgbClr val="79463D"/>
      </a:accent6>
      <a:hlink>
        <a:srgbClr val="0000FF"/>
      </a:hlink>
      <a:folHlink>
        <a:srgbClr val="800080"/>
      </a:folHlink>
    </a:clrScheme>
    <a:fontScheme name="Office Classic 2">
      <a:majorFont>
        <a:latin typeface="Arial"/>
        <a:ea typeface=""/>
        <a:cs typeface=""/>
        <a:font script="Jpan" typeface="ＭＳ Ｐゴシック"/>
        <a:font script="Hang" typeface="돋움"/>
        <a:font script="Hans" typeface="方正舒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ajorFont>
      <a:minorFont>
        <a:latin typeface="Arial"/>
        <a:ea typeface=""/>
        <a:cs typeface=""/>
        <a:font script="Jpan" typeface="ＭＳ Ｐゴシック"/>
        <a:font script="Hang" typeface="돋움"/>
        <a:font script="Hans" typeface="方正舒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Clarity">
      <a:fillStyleLst>
        <a:solidFill>
          <a:schemeClr val="phClr"/>
        </a:solidFill>
        <a:gradFill rotWithShape="1">
          <a:gsLst>
            <a:gs pos="0">
              <a:schemeClr val="phClr">
                <a:tint val="50000"/>
                <a:shade val="86000"/>
                <a:satMod val="140000"/>
              </a:schemeClr>
            </a:gs>
            <a:gs pos="45000">
              <a:schemeClr val="phClr">
                <a:tint val="48000"/>
                <a:satMod val="150000"/>
              </a:schemeClr>
            </a:gs>
            <a:gs pos="100000">
              <a:schemeClr val="phClr">
                <a:tint val="28000"/>
                <a:satMod val="160000"/>
              </a:schemeClr>
            </a:gs>
          </a:gsLst>
          <a:path path="circle">
            <a:fillToRect l="100000" t="100000" r="100000" b="100000"/>
          </a:path>
        </a:gradFill>
        <a:gradFill rotWithShape="1">
          <a:gsLst>
            <a:gs pos="0">
              <a:schemeClr val="phClr">
                <a:shade val="70000"/>
                <a:satMod val="150000"/>
              </a:schemeClr>
            </a:gs>
            <a:gs pos="34000">
              <a:schemeClr val="phClr">
                <a:shade val="70000"/>
                <a:satMod val="140000"/>
              </a:schemeClr>
            </a:gs>
            <a:gs pos="70000">
              <a:schemeClr val="phClr">
                <a:tint val="100000"/>
                <a:shade val="90000"/>
                <a:satMod val="140000"/>
              </a:schemeClr>
            </a:gs>
            <a:gs pos="100000">
              <a:schemeClr val="phClr">
                <a:tint val="100000"/>
                <a:shade val="100000"/>
                <a:satMod val="100000"/>
              </a:schemeClr>
            </a:gs>
          </a:gsLst>
          <a:path path="circle">
            <a:fillToRect l="100000" t="100000" r="100000" b="100000"/>
          </a:path>
        </a:gradFill>
      </a:fillStyleLst>
      <a:lnStyleLst>
        <a:ln w="9525" cap="flat" cmpd="sng" algn="ctr">
          <a:solidFill>
            <a:schemeClr val="phClr"/>
          </a:solidFill>
          <a:prstDash val="solid"/>
        </a:ln>
        <a:ln w="26425" cap="flat" cmpd="sng" algn="ctr">
          <a:solidFill>
            <a:schemeClr val="phClr"/>
          </a:solidFill>
          <a:prstDash val="solid"/>
        </a:ln>
        <a:ln w="44450" cap="flat" cmpd="sng" algn="ctr">
          <a:solidFill>
            <a:schemeClr val="phClr"/>
          </a:solidFill>
          <a:prstDash val="solid"/>
        </a:ln>
      </a:lnStyleLst>
      <a:effectStyleLst>
        <a:effectStyle>
          <a:effectLst/>
        </a:effectStyle>
        <a:effectStyle>
          <a:effectLst>
            <a:outerShdw blurRad="38100" dist="25400" dir="2700000" algn="br" rotWithShape="0">
              <a:srgbClr val="000000">
                <a:alpha val="60000"/>
              </a:srgbClr>
            </a:outerShdw>
          </a:effectLst>
        </a:effectStyle>
        <a:effectStyle>
          <a:effectLst>
            <a:outerShdw blurRad="38100" dist="25400" dir="2700000" algn="br" rotWithShape="0">
              <a:srgbClr val="000000">
                <a:alpha val="60000"/>
              </a:srgbClr>
            </a:outerShdw>
          </a:effectLst>
          <a:scene3d>
            <a:camera prst="orthographicFront">
              <a:rot lat="0" lon="0" rev="0"/>
            </a:camera>
            <a:lightRig rig="balanced" dir="t">
              <a:rot lat="0" lon="0" rev="5100000"/>
            </a:lightRig>
          </a:scene3d>
          <a:sp3d contourW="6350">
            <a:bevelT w="29210" h="12700"/>
            <a:contourClr>
              <a:schemeClr val="phClr">
                <a:shade val="30000"/>
                <a:satMod val="130000"/>
              </a:schemeClr>
            </a:contourClr>
          </a:sp3d>
        </a:effectStyle>
      </a:effectStyleLst>
      <a:bgFillStyleLst>
        <a:solidFill>
          <a:schemeClr val="phClr"/>
        </a:solidFill>
        <a:gradFill rotWithShape="1">
          <a:gsLst>
            <a:gs pos="0">
              <a:schemeClr val="phClr">
                <a:tint val="85000"/>
                <a:satMod val="180000"/>
              </a:schemeClr>
            </a:gs>
            <a:gs pos="40000">
              <a:schemeClr val="phClr">
                <a:tint val="95000"/>
                <a:shade val="85000"/>
                <a:satMod val="150000"/>
              </a:schemeClr>
            </a:gs>
            <a:gs pos="100000">
              <a:schemeClr val="phClr">
                <a:shade val="45000"/>
                <a:satMod val="200000"/>
              </a:schemeClr>
            </a:gs>
          </a:gsLst>
          <a:lin ang="5400000" scaled="0"/>
        </a:gradFill>
        <a:blipFill rotWithShape="1">
          <a:blip xmlns:r="http://schemas.openxmlformats.org/officeDocument/2006/relationships" r:embed="rId1">
            <a:duotone>
              <a:schemeClr val="phClr">
                <a:shade val="55000"/>
              </a:schemeClr>
              <a:schemeClr val="phClr">
                <a:tint val="97000"/>
                <a:satMod val="95000"/>
              </a:schemeClr>
            </a:duotone>
          </a:blip>
          <a:tile tx="0" ty="0" sx="70000" sy="70000" flip="none" algn="tl"/>
        </a:blipFill>
      </a:bgFillStyleLst>
    </a:fmtScheme>
  </a:themeElements>
  <a:objectDefaults/>
  <a:extraClrSchemeLst/>
</a:theme>
</file>

<file path=ppt/theme/theme2.xml><?xml version="1.0" encoding="utf-8"?>
<a:theme xmlns:a="http://schemas.openxmlformats.org/drawingml/2006/main" name="Parallax">
  <a:themeElements>
    <a:clrScheme name="Parallax">
      <a:dk1>
        <a:sysClr val="windowText" lastClr="000000"/>
      </a:dk1>
      <a:lt1>
        <a:sysClr val="window" lastClr="FFFFFF"/>
      </a:lt1>
      <a:dk2>
        <a:srgbClr val="212121"/>
      </a:dk2>
      <a:lt2>
        <a:srgbClr val="EBEBEB"/>
      </a:lt2>
      <a:accent1>
        <a:srgbClr val="30ACEC"/>
      </a:accent1>
      <a:accent2>
        <a:srgbClr val="80C34F"/>
      </a:accent2>
      <a:accent3>
        <a:srgbClr val="E29D3E"/>
      </a:accent3>
      <a:accent4>
        <a:srgbClr val="D64A3B"/>
      </a:accent4>
      <a:accent5>
        <a:srgbClr val="D64787"/>
      </a:accent5>
      <a:accent6>
        <a:srgbClr val="A666E1"/>
      </a:accent6>
      <a:hlink>
        <a:srgbClr val="3085ED"/>
      </a:hlink>
      <a:folHlink>
        <a:srgbClr val="82B6F4"/>
      </a:folHlink>
    </a:clrScheme>
    <a:fontScheme name="Parallax">
      <a:majorFont>
        <a:latin typeface="Corbel" panose="020B0503020204020204"/>
        <a:ea typeface=""/>
        <a:cs typeface=""/>
        <a:font script="Jpan" typeface="HGｺﾞｼｯｸM"/>
        <a:font script="Hang" typeface="HY엽서L"/>
        <a:font script="Hans" typeface="华文楷体"/>
        <a:font script="Hant" typeface="新細明體"/>
        <a:font script="Arab" typeface="Tahoma"/>
        <a:font script="Hebr" typeface="Miriam"/>
        <a:font script="Thai" typeface="Dillen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ajorFont>
      <a:minorFont>
        <a:latin typeface="Corbel" panose="020B0503020204020204"/>
        <a:ea typeface=""/>
        <a:cs typeface=""/>
        <a:font script="Jpan" typeface="HGｺﾞｼｯｸM"/>
        <a:font script="Hang" typeface="HY엽서L"/>
        <a:font script="Hans" typeface="华文楷体"/>
        <a:font script="Hant" typeface="新細明體"/>
        <a:font script="Arab" typeface="Tahoma"/>
        <a:font script="Hebr" typeface="Miriam"/>
        <a:font script="Thai" typeface="Dillen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Parallax">
      <a:fillStyleLst>
        <a:solidFill>
          <a:schemeClr val="phClr"/>
        </a:solidFill>
        <a:gradFill rotWithShape="1">
          <a:gsLst>
            <a:gs pos="0">
              <a:schemeClr val="phClr">
                <a:tint val="60000"/>
                <a:lumMod val="104000"/>
              </a:schemeClr>
            </a:gs>
            <a:gs pos="100000">
              <a:schemeClr val="phClr">
                <a:tint val="84000"/>
              </a:schemeClr>
            </a:gs>
          </a:gsLst>
          <a:lin ang="5400000" scaled="0"/>
        </a:gradFill>
        <a:gradFill rotWithShape="1">
          <a:gsLst>
            <a:gs pos="0">
              <a:schemeClr val="phClr">
                <a:tint val="96000"/>
                <a:lumMod val="102000"/>
              </a:schemeClr>
            </a:gs>
            <a:gs pos="100000">
              <a:schemeClr val="phClr">
                <a:shade val="88000"/>
                <a:lumMod val="94000"/>
              </a:schemeClr>
            </a:gs>
          </a:gsLst>
          <a:path path="circle">
            <a:fillToRect l="50000" t="100000" r="100000" b="50000"/>
          </a:path>
        </a:gradFill>
      </a:fillStyleLst>
      <a:lnStyleLst>
        <a:ln w="9525" cap="rnd" cmpd="sng" algn="ctr">
          <a:solidFill>
            <a:schemeClr val="phClr">
              <a:tint val="60000"/>
            </a:schemeClr>
          </a:solidFill>
          <a:prstDash val="solid"/>
        </a:ln>
        <a:ln w="15875" cap="rnd" cmpd="sng" algn="ctr">
          <a:solidFill>
            <a:schemeClr val="phClr"/>
          </a:solidFill>
          <a:prstDash val="solid"/>
        </a:ln>
        <a:ln w="22225" cap="rnd" cmpd="sng" algn="ctr">
          <a:solidFill>
            <a:schemeClr val="phClr"/>
          </a:solidFill>
          <a:prstDash val="solid"/>
        </a:ln>
      </a:lnStyleLst>
      <a:effectStyleLst>
        <a:effectStyle>
          <a:effectLst/>
        </a:effectStyle>
        <a:effectStyle>
          <a:effectLst>
            <a:reflection blurRad="12700" stA="26000" endPos="32000" dist="12700" dir="5400000" sy="-100000" rotWithShape="0"/>
          </a:effectLst>
        </a:effectStyle>
        <a:effectStyle>
          <a:effectLst>
            <a:outerShdw blurRad="38100" dist="25400" dir="5400000" rotWithShape="0">
              <a:srgbClr val="000000">
                <a:alpha val="64000"/>
              </a:srgbClr>
            </a:outerShdw>
          </a:effectLst>
          <a:scene3d>
            <a:camera prst="orthographicFront">
              <a:rot lat="0" lon="0" rev="0"/>
            </a:camera>
            <a:lightRig rig="threePt" dir="tl">
              <a:rot lat="0" lon="0" rev="1200000"/>
            </a:lightRig>
          </a:scene3d>
          <a:sp3d>
            <a:bevelT w="25400" h="12700"/>
          </a:sp3d>
        </a:effectStyle>
      </a:effectStyleLst>
      <a:bgFillStyleLst>
        <a:solidFill>
          <a:schemeClr val="phClr"/>
        </a:solidFill>
        <a:gradFill rotWithShape="1">
          <a:gsLst>
            <a:gs pos="0">
              <a:schemeClr val="phClr">
                <a:tint val="90000"/>
                <a:lumMod val="110000"/>
              </a:schemeClr>
            </a:gs>
            <a:gs pos="100000">
              <a:schemeClr val="phClr">
                <a:shade val="64000"/>
                <a:lumMod val="98000"/>
              </a:schemeClr>
            </a:gs>
          </a:gsLst>
          <a:lin ang="5400000" scaled="0"/>
        </a:gradFill>
        <a:blipFill rotWithShape="1">
          <a:blip xmlns:r="http://schemas.openxmlformats.org/officeDocument/2006/relationships" r:embed="rId1">
            <a:duotone>
              <a:schemeClr val="phClr">
                <a:shade val="76000"/>
                <a:satMod val="180000"/>
              </a:schemeClr>
              <a:schemeClr val="phClr">
                <a:tint val="80000"/>
                <a:satMod val="120000"/>
                <a:lumMod val="180000"/>
              </a:schemeClr>
            </a:duotone>
          </a:blip>
          <a:stretch/>
        </a:blipFill>
      </a:bgFillStyleLst>
    </a:fmtScheme>
  </a:themeElements>
  <a:objectDefaults/>
  <a:extraClrSchemeLst/>
  <a:extLst>
    <a:ext uri="{05A4C25C-085E-4340-85A3-A5531E510DB2}">
      <thm15:themeFamily xmlns:thm15="http://schemas.microsoft.com/office/thememl/2012/main" name="Parallax" id="{3388167B-A2EB-4685-9635-1831D9AEF8C4}" vid="{4F7A876A-7598-49CA-AFC8-8EDA2551E4A7}"/>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4.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emplate>TM03457496[[fn=Parallax]]</Template>
  <TotalTime>55452</TotalTime>
  <Words>4843</Words>
  <Application>Microsoft Office PowerPoint</Application>
  <PresentationFormat>On-screen Show (4:3)</PresentationFormat>
  <Paragraphs>1108</Paragraphs>
  <Slides>84</Slides>
  <Notes>84</Notes>
  <HiddenSlides>0</HiddenSlides>
  <MMClips>0</MMClips>
  <ScaleCrop>false</ScaleCrop>
  <HeadingPairs>
    <vt:vector size="6" baseType="variant">
      <vt:variant>
        <vt:lpstr>Fonts Used</vt:lpstr>
      </vt:variant>
      <vt:variant>
        <vt:i4>8</vt:i4>
      </vt:variant>
      <vt:variant>
        <vt:lpstr>Theme</vt:lpstr>
      </vt:variant>
      <vt:variant>
        <vt:i4>2</vt:i4>
      </vt:variant>
      <vt:variant>
        <vt:lpstr>Slide Titles</vt:lpstr>
      </vt:variant>
      <vt:variant>
        <vt:i4>84</vt:i4>
      </vt:variant>
    </vt:vector>
  </HeadingPairs>
  <TitlesOfParts>
    <vt:vector size="94" baseType="lpstr">
      <vt:lpstr>Arial</vt:lpstr>
      <vt:lpstr>B Lotus</vt:lpstr>
      <vt:lpstr>B Nasim</vt:lpstr>
      <vt:lpstr>B Nazanin</vt:lpstr>
      <vt:lpstr>Calibri</vt:lpstr>
      <vt:lpstr>Cambria Math</vt:lpstr>
      <vt:lpstr>Corbel</vt:lpstr>
      <vt:lpstr>Times New Roman</vt:lpstr>
      <vt:lpstr>Clarity</vt:lpstr>
      <vt:lpstr>Parallax</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15.0000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Leila Sharifi</dc:creator>
  <cp:lastModifiedBy>Mahdi</cp:lastModifiedBy>
  <cp:revision>935</cp:revision>
  <cp:lastPrinted>2024-08-16T08:38:49Z</cp:lastPrinted>
  <dcterms:created xsi:type="dcterms:W3CDTF">2016-11-13T13:15:11Z</dcterms:created>
  <dcterms:modified xsi:type="dcterms:W3CDTF">2024-08-16T08:40:02Z</dcterms:modified>
</cp:coreProperties>
</file>